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Backbase">
      <a:dk1>
        <a:srgbClr val="091C35"/>
      </a:dk1>
      <a:lt1>
        <a:srgbClr val="FFFFFF"/>
      </a:lt1>
      <a:dk2>
        <a:srgbClr val="3366FF"/>
      </a:dk2>
      <a:lt2>
        <a:srgbClr val="000000"/>
      </a:lt2>
      <a:accent1>
        <a:srgbClr val="69FEFF"/>
      </a:accent1>
      <a:accent2>
        <a:srgbClr val="FF503C"/>
      </a:accent2>
      <a:accent3>
        <a:srgbClr val="E5EBFF"/>
      </a:accent3>
      <a:accent4>
        <a:srgbClr val="C2FBFF"/>
      </a:accent4>
      <a:accent5>
        <a:srgbClr val="F3F6F9"/>
      </a:accent5>
      <a:accent6>
        <a:srgbClr val="FAE0DE"/>
      </a:accent6>
      <a:hlink>
        <a:srgbClr val="264EC7"/>
      </a:hlink>
      <a:folHlink>
        <a:srgbClr val="0097A7"/>
      </a:folHlink>
    </a:clrScheme>
    <a:fontScheme name="Office">
      <a:majorFont>
        <a:latin typeface="Libre Frankli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ibre Frankli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