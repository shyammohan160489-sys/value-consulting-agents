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7" r:id="rId4"/>
    <p:sldMasterId id="214748376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10287000" cx="18288000"/>
  <p:notesSz cx="6858000" cy="9144000"/>
  <p:embeddedFontLst>
    <p:embeddedFont>
      <p:font typeface="Libre Franklin Light"/>
      <p:regular r:id="rId62"/>
      <p:bold r:id="rId63"/>
      <p:italic r:id="rId64"/>
      <p:boldItalic r:id="rId65"/>
    </p:embeddedFont>
    <p:embeddedFont>
      <p:font typeface="Libre Franklin"/>
      <p:regular r:id="rId66"/>
      <p:bold r:id="rId67"/>
      <p:italic r:id="rId68"/>
      <p:boldItalic r:id="rId69"/>
    </p:embeddedFont>
    <p:embeddedFont>
      <p:font typeface="Inter"/>
      <p:regular r:id="rId70"/>
      <p:bold r:id="rId71"/>
      <p:italic r:id="rId72"/>
      <p:boldItalic r:id="rId73"/>
    </p:embeddedFont>
    <p:embeddedFont>
      <p:font typeface="Libre Franklin Medium"/>
      <p:regular r:id="rId74"/>
      <p:bold r:id="rId75"/>
      <p:italic r:id="rId76"/>
      <p:boldItalic r:id="rId77"/>
    </p:embeddedFont>
    <p:embeddedFont>
      <p:font typeface="Libre Franklin ExtraBold"/>
      <p:bold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8DDB04-4A88-4E71-B34A-B21B5DAED532}">
  <a:tblStyle styleId="{F28DDB04-4A88-4E71-B34A-B21B5DAED53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ter-boldItalic.fntdata"/><Relationship Id="rId72" Type="http://schemas.openxmlformats.org/officeDocument/2006/relationships/font" Target="fonts/Inter-italic.fntdata"/><Relationship Id="rId31" Type="http://schemas.openxmlformats.org/officeDocument/2006/relationships/slide" Target="slides/slide25.xml"/><Relationship Id="rId75" Type="http://schemas.openxmlformats.org/officeDocument/2006/relationships/font" Target="fonts/LibreFranklinMedium-bold.fntdata"/><Relationship Id="rId30" Type="http://schemas.openxmlformats.org/officeDocument/2006/relationships/slide" Target="slides/slide24.xml"/><Relationship Id="rId74" Type="http://schemas.openxmlformats.org/officeDocument/2006/relationships/font" Target="fonts/LibreFranklinMedium-regular.fntdata"/><Relationship Id="rId33" Type="http://schemas.openxmlformats.org/officeDocument/2006/relationships/slide" Target="slides/slide27.xml"/><Relationship Id="rId77" Type="http://schemas.openxmlformats.org/officeDocument/2006/relationships/font" Target="fonts/LibreFranklinMedium-boldItalic.fntdata"/><Relationship Id="rId32" Type="http://schemas.openxmlformats.org/officeDocument/2006/relationships/slide" Target="slides/slide26.xml"/><Relationship Id="rId76" Type="http://schemas.openxmlformats.org/officeDocument/2006/relationships/font" Target="fonts/LibreFranklinMedium-italic.fntdata"/><Relationship Id="rId35" Type="http://schemas.openxmlformats.org/officeDocument/2006/relationships/slide" Target="slides/slide29.xml"/><Relationship Id="rId79" Type="http://schemas.openxmlformats.org/officeDocument/2006/relationships/font" Target="fonts/LibreFranklinExtraBold-boldItalic.fntdata"/><Relationship Id="rId34" Type="http://schemas.openxmlformats.org/officeDocument/2006/relationships/slide" Target="slides/slide28.xml"/><Relationship Id="rId78" Type="http://schemas.openxmlformats.org/officeDocument/2006/relationships/font" Target="fonts/LibreFranklinExtraBold-bold.fntdata"/><Relationship Id="rId71" Type="http://schemas.openxmlformats.org/officeDocument/2006/relationships/font" Target="fonts/Inter-bold.fntdata"/><Relationship Id="rId70" Type="http://schemas.openxmlformats.org/officeDocument/2006/relationships/font" Target="fonts/Inter-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ibreFranklinLight-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LibreFranklinLight-italic.fntdata"/><Relationship Id="rId63" Type="http://schemas.openxmlformats.org/officeDocument/2006/relationships/font" Target="fonts/LibreFranklinLight-bold.fntdata"/><Relationship Id="rId22" Type="http://schemas.openxmlformats.org/officeDocument/2006/relationships/slide" Target="slides/slide16.xml"/><Relationship Id="rId66" Type="http://schemas.openxmlformats.org/officeDocument/2006/relationships/font" Target="fonts/LibreFranklin-regular.fntdata"/><Relationship Id="rId21" Type="http://schemas.openxmlformats.org/officeDocument/2006/relationships/slide" Target="slides/slide15.xml"/><Relationship Id="rId65" Type="http://schemas.openxmlformats.org/officeDocument/2006/relationships/font" Target="fonts/LibreFranklinLight-boldItalic.fntdata"/><Relationship Id="rId24" Type="http://schemas.openxmlformats.org/officeDocument/2006/relationships/slide" Target="slides/slide18.xml"/><Relationship Id="rId68" Type="http://schemas.openxmlformats.org/officeDocument/2006/relationships/font" Target="fonts/LibreFranklin-italic.fntdata"/><Relationship Id="rId23" Type="http://schemas.openxmlformats.org/officeDocument/2006/relationships/slide" Target="slides/slide17.xml"/><Relationship Id="rId67" Type="http://schemas.openxmlformats.org/officeDocument/2006/relationships/font" Target="fonts/LibreFranklin-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LibreFranklin-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8" name="Shape 2238"/>
        <p:cNvGrpSpPr/>
        <p:nvPr/>
      </p:nvGrpSpPr>
      <p:grpSpPr>
        <a:xfrm>
          <a:off x="0" y="0"/>
          <a:ext cx="0" cy="0"/>
          <a:chOff x="0" y="0"/>
          <a:chExt cx="0" cy="0"/>
        </a:xfrm>
      </p:grpSpPr>
      <p:sp>
        <p:nvSpPr>
          <p:cNvPr id="2239" name="Google Shape;2239;g394371fc2c2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0" name="Google Shape;2240;g394371fc2c2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g386dc93b6b5_2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7" name="Google Shape;2247;g386dc93b6b5_2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1" name="Shape 2251"/>
        <p:cNvGrpSpPr/>
        <p:nvPr/>
      </p:nvGrpSpPr>
      <p:grpSpPr>
        <a:xfrm>
          <a:off x="0" y="0"/>
          <a:ext cx="0" cy="0"/>
          <a:chOff x="0" y="0"/>
          <a:chExt cx="0" cy="0"/>
        </a:xfrm>
      </p:grpSpPr>
      <p:sp>
        <p:nvSpPr>
          <p:cNvPr id="2252" name="Google Shape;2252;g3ceed7e0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3" name="Google Shape;2253;g3ceed7e0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1" name="Shape 2261"/>
        <p:cNvGrpSpPr/>
        <p:nvPr/>
      </p:nvGrpSpPr>
      <p:grpSpPr>
        <a:xfrm>
          <a:off x="0" y="0"/>
          <a:ext cx="0" cy="0"/>
          <a:chOff x="0" y="0"/>
          <a:chExt cx="0" cy="0"/>
        </a:xfrm>
      </p:grpSpPr>
      <p:sp>
        <p:nvSpPr>
          <p:cNvPr id="2262" name="Google Shape;2262;g3ceed7e0f9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3" name="Google Shape;2263;g3ceed7e0f9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g3ceed7e0f9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3" name="Google Shape;2273;g3ceed7e0f9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9" name="Shape 2279"/>
        <p:cNvGrpSpPr/>
        <p:nvPr/>
      </p:nvGrpSpPr>
      <p:grpSpPr>
        <a:xfrm>
          <a:off x="0" y="0"/>
          <a:ext cx="0" cy="0"/>
          <a:chOff x="0" y="0"/>
          <a:chExt cx="0" cy="0"/>
        </a:xfrm>
      </p:grpSpPr>
      <p:sp>
        <p:nvSpPr>
          <p:cNvPr id="2280" name="Google Shape;2280;g386dc93b6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1" name="Google Shape;2281;g386dc93b6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386dc93b6b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386dc93b6b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86dc93b6b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86dc93b6b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g386dc93b6b5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g386dc93b6b5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386dc93b6b5_2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386dc93b6b5_2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386dc93b6b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386dc93b6b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394371fc2c2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5" name="Google Shape;2345;g394371fc2c2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g394371fc2c2_2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3" name="Google Shape;2353;g394371fc2c2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g3cb0a3cd9f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0" name="Google Shape;2360;g3cb0a3cd9f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6" name="Shape 2366"/>
        <p:cNvGrpSpPr/>
        <p:nvPr/>
      </p:nvGrpSpPr>
      <p:grpSpPr>
        <a:xfrm>
          <a:off x="0" y="0"/>
          <a:ext cx="0" cy="0"/>
          <a:chOff x="0" y="0"/>
          <a:chExt cx="0" cy="0"/>
        </a:xfrm>
      </p:grpSpPr>
      <p:sp>
        <p:nvSpPr>
          <p:cNvPr id="2367" name="Google Shape;2367;g3cb0a3cd9fe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8" name="Google Shape;2368;g3cb0a3cd9fe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4" name="Shape 2374"/>
        <p:cNvGrpSpPr/>
        <p:nvPr/>
      </p:nvGrpSpPr>
      <p:grpSpPr>
        <a:xfrm>
          <a:off x="0" y="0"/>
          <a:ext cx="0" cy="0"/>
          <a:chOff x="0" y="0"/>
          <a:chExt cx="0" cy="0"/>
        </a:xfrm>
      </p:grpSpPr>
      <p:sp>
        <p:nvSpPr>
          <p:cNvPr id="2375" name="Google Shape;2375;g3cb0a3cd9fe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6" name="Google Shape;2376;g3cb0a3cd9fe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g3cb0a3cd9fe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3" name="Google Shape;2383;g3cb0a3cd9fe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g3cb0a3cd9fe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0" name="Google Shape;2390;g3cb0a3cd9fe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g3cb0a3cd9fe_1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2" name="Google Shape;2402;g3cb0a3cd9fe_1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2" name="Shape 2412"/>
        <p:cNvGrpSpPr/>
        <p:nvPr/>
      </p:nvGrpSpPr>
      <p:grpSpPr>
        <a:xfrm>
          <a:off x="0" y="0"/>
          <a:ext cx="0" cy="0"/>
          <a:chOff x="0" y="0"/>
          <a:chExt cx="0" cy="0"/>
        </a:xfrm>
      </p:grpSpPr>
      <p:sp>
        <p:nvSpPr>
          <p:cNvPr id="2413" name="Google Shape;2413;g3cb0a3cd9fe_1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4" name="Google Shape;2414;g3cb0a3cd9fe_1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g3cb0a3cd9fe_1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5" name="Google Shape;2425;g3cb0a3cd9fe_1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4" name="Shape 2434"/>
        <p:cNvGrpSpPr/>
        <p:nvPr/>
      </p:nvGrpSpPr>
      <p:grpSpPr>
        <a:xfrm>
          <a:off x="0" y="0"/>
          <a:ext cx="0" cy="0"/>
          <a:chOff x="0" y="0"/>
          <a:chExt cx="0" cy="0"/>
        </a:xfrm>
      </p:grpSpPr>
      <p:sp>
        <p:nvSpPr>
          <p:cNvPr id="2435" name="Google Shape;2435;g3ccde13044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6" name="Google Shape;2436;g3ccde13044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386dc93b6b5_2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6" name="Google Shape;2446;g386dc93b6b5_2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4" name="Shape 2454"/>
        <p:cNvGrpSpPr/>
        <p:nvPr/>
      </p:nvGrpSpPr>
      <p:grpSpPr>
        <a:xfrm>
          <a:off x="0" y="0"/>
          <a:ext cx="0" cy="0"/>
          <a:chOff x="0" y="0"/>
          <a:chExt cx="0" cy="0"/>
        </a:xfrm>
      </p:grpSpPr>
      <p:sp>
        <p:nvSpPr>
          <p:cNvPr id="2455" name="Google Shape;2455;g3ccde13044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6" name="Google Shape;2456;g3ccde13044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4" name="Shape 2464"/>
        <p:cNvGrpSpPr/>
        <p:nvPr/>
      </p:nvGrpSpPr>
      <p:grpSpPr>
        <a:xfrm>
          <a:off x="0" y="0"/>
          <a:ext cx="0" cy="0"/>
          <a:chOff x="0" y="0"/>
          <a:chExt cx="0" cy="0"/>
        </a:xfrm>
      </p:grpSpPr>
      <p:sp>
        <p:nvSpPr>
          <p:cNvPr id="2465" name="Google Shape;2465;g386dc93b6b5_2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6" name="Google Shape;2466;g386dc93b6b5_2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g3cb56d75580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6" name="Google Shape;2476;g3cb56d75580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7" name="Shape 2487"/>
        <p:cNvGrpSpPr/>
        <p:nvPr/>
      </p:nvGrpSpPr>
      <p:grpSpPr>
        <a:xfrm>
          <a:off x="0" y="0"/>
          <a:ext cx="0" cy="0"/>
          <a:chOff x="0" y="0"/>
          <a:chExt cx="0" cy="0"/>
        </a:xfrm>
      </p:grpSpPr>
      <p:sp>
        <p:nvSpPr>
          <p:cNvPr id="2488" name="Google Shape;2488;g3cb56d75580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9" name="Google Shape;2489;g3cb56d75580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g3cb0a3cd9fe_1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1" name="Google Shape;2501;g3cb0a3cd9fe_1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g386dc93b6b5_2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8" name="Google Shape;2508;g386dc93b6b5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g3cb0a3cd9fe_1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9" name="Google Shape;2559;g3cb0a3cd9fe_1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4" name="Shape 2564"/>
        <p:cNvGrpSpPr/>
        <p:nvPr/>
      </p:nvGrpSpPr>
      <p:grpSpPr>
        <a:xfrm>
          <a:off x="0" y="0"/>
          <a:ext cx="0" cy="0"/>
          <a:chOff x="0" y="0"/>
          <a:chExt cx="0" cy="0"/>
        </a:xfrm>
      </p:grpSpPr>
      <p:sp>
        <p:nvSpPr>
          <p:cNvPr id="2565" name="Google Shape;2565;g386dc93b6b5_2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6" name="Google Shape;2566;g386dc93b6b5_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0" name="Shape 2570"/>
        <p:cNvGrpSpPr/>
        <p:nvPr/>
      </p:nvGrpSpPr>
      <p:grpSpPr>
        <a:xfrm>
          <a:off x="0" y="0"/>
          <a:ext cx="0" cy="0"/>
          <a:chOff x="0" y="0"/>
          <a:chExt cx="0" cy="0"/>
        </a:xfrm>
      </p:grpSpPr>
      <p:sp>
        <p:nvSpPr>
          <p:cNvPr id="2571" name="Google Shape;2571;g3cb0a3cd9fe_1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2" name="Google Shape;2572;g3cb0a3cd9fe_1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9" name="Shape 2579"/>
        <p:cNvGrpSpPr/>
        <p:nvPr/>
      </p:nvGrpSpPr>
      <p:grpSpPr>
        <a:xfrm>
          <a:off x="0" y="0"/>
          <a:ext cx="0" cy="0"/>
          <a:chOff x="0" y="0"/>
          <a:chExt cx="0" cy="0"/>
        </a:xfrm>
      </p:grpSpPr>
      <p:sp>
        <p:nvSpPr>
          <p:cNvPr id="2580" name="Google Shape;2580;g3cb56d755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1" name="Google Shape;2581;g3cb56d755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7" name="Shape 2587"/>
        <p:cNvGrpSpPr/>
        <p:nvPr/>
      </p:nvGrpSpPr>
      <p:grpSpPr>
        <a:xfrm>
          <a:off x="0" y="0"/>
          <a:ext cx="0" cy="0"/>
          <a:chOff x="0" y="0"/>
          <a:chExt cx="0" cy="0"/>
        </a:xfrm>
      </p:grpSpPr>
      <p:sp>
        <p:nvSpPr>
          <p:cNvPr id="2588" name="Google Shape;2588;g3cd2fea03f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9" name="Google Shape;2589;g3cd2fea03f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7" name="Shape 2597"/>
        <p:cNvGrpSpPr/>
        <p:nvPr/>
      </p:nvGrpSpPr>
      <p:grpSpPr>
        <a:xfrm>
          <a:off x="0" y="0"/>
          <a:ext cx="0" cy="0"/>
          <a:chOff x="0" y="0"/>
          <a:chExt cx="0" cy="0"/>
        </a:xfrm>
      </p:grpSpPr>
      <p:sp>
        <p:nvSpPr>
          <p:cNvPr id="2598" name="Google Shape;2598;g3cb56d7558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9" name="Google Shape;2599;g3cb56d7558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9" name="Shape 2609"/>
        <p:cNvGrpSpPr/>
        <p:nvPr/>
      </p:nvGrpSpPr>
      <p:grpSpPr>
        <a:xfrm>
          <a:off x="0" y="0"/>
          <a:ext cx="0" cy="0"/>
          <a:chOff x="0" y="0"/>
          <a:chExt cx="0" cy="0"/>
        </a:xfrm>
      </p:grpSpPr>
      <p:sp>
        <p:nvSpPr>
          <p:cNvPr id="2610" name="Google Shape;2610;g3cb56d7558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1" name="Google Shape;2611;g3cb56d7558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3" name="Shape 2623"/>
        <p:cNvGrpSpPr/>
        <p:nvPr/>
      </p:nvGrpSpPr>
      <p:grpSpPr>
        <a:xfrm>
          <a:off x="0" y="0"/>
          <a:ext cx="0" cy="0"/>
          <a:chOff x="0" y="0"/>
          <a:chExt cx="0" cy="0"/>
        </a:xfrm>
      </p:grpSpPr>
      <p:sp>
        <p:nvSpPr>
          <p:cNvPr id="2624" name="Google Shape;2624;g3cb56d75580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5" name="Google Shape;2625;g3cb56d75580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g3cb56d75580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1" name="Google Shape;2641;g3cb56d75580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7" name="Shape 2677"/>
        <p:cNvGrpSpPr/>
        <p:nvPr/>
      </p:nvGrpSpPr>
      <p:grpSpPr>
        <a:xfrm>
          <a:off x="0" y="0"/>
          <a:ext cx="0" cy="0"/>
          <a:chOff x="0" y="0"/>
          <a:chExt cx="0" cy="0"/>
        </a:xfrm>
      </p:grpSpPr>
      <p:sp>
        <p:nvSpPr>
          <p:cNvPr id="2678" name="Google Shape;2678;g3cb56d75580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9" name="Google Shape;2679;g3cb56d75580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7" name="Shape 2707"/>
        <p:cNvGrpSpPr/>
        <p:nvPr/>
      </p:nvGrpSpPr>
      <p:grpSpPr>
        <a:xfrm>
          <a:off x="0" y="0"/>
          <a:ext cx="0" cy="0"/>
          <a:chOff x="0" y="0"/>
          <a:chExt cx="0" cy="0"/>
        </a:xfrm>
      </p:grpSpPr>
      <p:sp>
        <p:nvSpPr>
          <p:cNvPr id="2708" name="Google Shape;2708;g3d1bf03f1c0_3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9" name="Google Shape;2709;g3d1bf03f1c0_3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9" name="Shape 2729"/>
        <p:cNvGrpSpPr/>
        <p:nvPr/>
      </p:nvGrpSpPr>
      <p:grpSpPr>
        <a:xfrm>
          <a:off x="0" y="0"/>
          <a:ext cx="0" cy="0"/>
          <a:chOff x="0" y="0"/>
          <a:chExt cx="0" cy="0"/>
        </a:xfrm>
      </p:grpSpPr>
      <p:sp>
        <p:nvSpPr>
          <p:cNvPr id="2730" name="Google Shape;2730;g3cb56d75580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1" name="Google Shape;2731;g3cb56d75580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5" name="Shape 2745"/>
        <p:cNvGrpSpPr/>
        <p:nvPr/>
      </p:nvGrpSpPr>
      <p:grpSpPr>
        <a:xfrm>
          <a:off x="0" y="0"/>
          <a:ext cx="0" cy="0"/>
          <a:chOff x="0" y="0"/>
          <a:chExt cx="0" cy="0"/>
        </a:xfrm>
      </p:grpSpPr>
      <p:sp>
        <p:nvSpPr>
          <p:cNvPr id="2746" name="Google Shape;2746;g3ccde130440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7" name="Google Shape;2747;g3ccde130440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7" name="Shape 2757"/>
        <p:cNvGrpSpPr/>
        <p:nvPr/>
      </p:nvGrpSpPr>
      <p:grpSpPr>
        <a:xfrm>
          <a:off x="0" y="0"/>
          <a:ext cx="0" cy="0"/>
          <a:chOff x="0" y="0"/>
          <a:chExt cx="0" cy="0"/>
        </a:xfrm>
      </p:grpSpPr>
      <p:sp>
        <p:nvSpPr>
          <p:cNvPr id="2758" name="Google Shape;2758;g3ccde130440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9" name="Google Shape;2759;g3ccde130440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7" name="Shape 2767"/>
        <p:cNvGrpSpPr/>
        <p:nvPr/>
      </p:nvGrpSpPr>
      <p:grpSpPr>
        <a:xfrm>
          <a:off x="0" y="0"/>
          <a:ext cx="0" cy="0"/>
          <a:chOff x="0" y="0"/>
          <a:chExt cx="0" cy="0"/>
        </a:xfrm>
      </p:grpSpPr>
      <p:sp>
        <p:nvSpPr>
          <p:cNvPr id="2768" name="Google Shape;2768;g3cc309d6ca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9" name="Google Shape;2769;g3cc309d6ca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1" name="Shape 2781"/>
        <p:cNvGrpSpPr/>
        <p:nvPr/>
      </p:nvGrpSpPr>
      <p:grpSpPr>
        <a:xfrm>
          <a:off x="0" y="0"/>
          <a:ext cx="0" cy="0"/>
          <a:chOff x="0" y="0"/>
          <a:chExt cx="0" cy="0"/>
        </a:xfrm>
      </p:grpSpPr>
      <p:sp>
        <p:nvSpPr>
          <p:cNvPr id="2782" name="Google Shape;2782;g3ccde13044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3" name="Google Shape;2783;g3ccde13044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g386dc93b6b5_2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9" name="Google Shape;2789;g386dc93b6b5_2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g3cd2fea03fc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7" name="Google Shape;2797;g3cd2fea03fc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1" name="Shape 2801"/>
        <p:cNvGrpSpPr/>
        <p:nvPr/>
      </p:nvGrpSpPr>
      <p:grpSpPr>
        <a:xfrm>
          <a:off x="0" y="0"/>
          <a:ext cx="0" cy="0"/>
          <a:chOff x="0" y="0"/>
          <a:chExt cx="0" cy="0"/>
        </a:xfrm>
      </p:grpSpPr>
      <p:sp>
        <p:nvSpPr>
          <p:cNvPr id="2802" name="Google Shape;2802;g3cf6424d18c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3" name="Google Shape;2803;g3cf6424d18c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9" name="Shape 2809"/>
        <p:cNvGrpSpPr/>
        <p:nvPr/>
      </p:nvGrpSpPr>
      <p:grpSpPr>
        <a:xfrm>
          <a:off x="0" y="0"/>
          <a:ext cx="0" cy="0"/>
          <a:chOff x="0" y="0"/>
          <a:chExt cx="0" cy="0"/>
        </a:xfrm>
      </p:grpSpPr>
      <p:sp>
        <p:nvSpPr>
          <p:cNvPr id="2810" name="Google Shape;2810;g3cf6424d18c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1" name="Google Shape;2811;g3cf6424d18c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5" name="Shape 2815"/>
        <p:cNvGrpSpPr/>
        <p:nvPr/>
      </p:nvGrpSpPr>
      <p:grpSpPr>
        <a:xfrm>
          <a:off x="0" y="0"/>
          <a:ext cx="0" cy="0"/>
          <a:chOff x="0" y="0"/>
          <a:chExt cx="0" cy="0"/>
        </a:xfrm>
      </p:grpSpPr>
      <p:sp>
        <p:nvSpPr>
          <p:cNvPr id="2816" name="Google Shape;2816;g3cce314b89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7" name="Google Shape;2817;g3cce314b89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9" name="Shape 2819"/>
        <p:cNvGrpSpPr/>
        <p:nvPr/>
      </p:nvGrpSpPr>
      <p:grpSpPr>
        <a:xfrm>
          <a:off x="0" y="0"/>
          <a:ext cx="0" cy="0"/>
          <a:chOff x="0" y="0"/>
          <a:chExt cx="0" cy="0"/>
        </a:xfrm>
      </p:grpSpPr>
      <p:sp>
        <p:nvSpPr>
          <p:cNvPr id="2820" name="Google Shape;2820;g3cd2fea03fc_0_2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1" name="Google Shape;2821;g3cd2fea03fc_0_2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2" name="Shape 2942"/>
        <p:cNvGrpSpPr/>
        <p:nvPr/>
      </p:nvGrpSpPr>
      <p:grpSpPr>
        <a:xfrm>
          <a:off x="0" y="0"/>
          <a:ext cx="0" cy="0"/>
          <a:chOff x="0" y="0"/>
          <a:chExt cx="0" cy="0"/>
        </a:xfrm>
      </p:grpSpPr>
      <p:sp>
        <p:nvSpPr>
          <p:cNvPr id="2943" name="Google Shape;2943;g3cd2fea03fc_0_2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4" name="Google Shape;2944;g3cd2fea03fc_0_2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7" name="Shape 3067"/>
        <p:cNvGrpSpPr/>
        <p:nvPr/>
      </p:nvGrpSpPr>
      <p:grpSpPr>
        <a:xfrm>
          <a:off x="0" y="0"/>
          <a:ext cx="0" cy="0"/>
          <a:chOff x="0" y="0"/>
          <a:chExt cx="0" cy="0"/>
        </a:xfrm>
      </p:grpSpPr>
      <p:sp>
        <p:nvSpPr>
          <p:cNvPr id="3068" name="Google Shape;3068;g3cd2fea03fc_0_2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9" name="Google Shape;3069;g3cd2fea03fc_0_2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7" name="Shape 3177"/>
        <p:cNvGrpSpPr/>
        <p:nvPr/>
      </p:nvGrpSpPr>
      <p:grpSpPr>
        <a:xfrm>
          <a:off x="0" y="0"/>
          <a:ext cx="0" cy="0"/>
          <a:chOff x="0" y="0"/>
          <a:chExt cx="0" cy="0"/>
        </a:xfrm>
      </p:grpSpPr>
      <p:sp>
        <p:nvSpPr>
          <p:cNvPr id="3178" name="Google Shape;3178;g3cd2fea03fc_0_3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9" name="Google Shape;3179;g3cd2fea03fc_0_3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7" name="Shape 3297"/>
        <p:cNvGrpSpPr/>
        <p:nvPr/>
      </p:nvGrpSpPr>
      <p:grpSpPr>
        <a:xfrm>
          <a:off x="0" y="0"/>
          <a:ext cx="0" cy="0"/>
          <a:chOff x="0" y="0"/>
          <a:chExt cx="0" cy="0"/>
        </a:xfrm>
      </p:grpSpPr>
      <p:sp>
        <p:nvSpPr>
          <p:cNvPr id="3298" name="Google Shape;3298;g3cd2fea03fc_0_3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9" name="Google Shape;3299;g3cd2fea03fc_0_3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no image Light_1" type="title">
  <p:cSld name="TITLE">
    <p:spTree>
      <p:nvGrpSpPr>
        <p:cNvPr id="8" name="Shape 8"/>
        <p:cNvGrpSpPr/>
        <p:nvPr/>
      </p:nvGrpSpPr>
      <p:grpSpPr>
        <a:xfrm>
          <a:off x="0" y="0"/>
          <a:ext cx="0" cy="0"/>
          <a:chOff x="0" y="0"/>
          <a:chExt cx="0" cy="0"/>
        </a:xfrm>
      </p:grpSpPr>
      <p:grpSp>
        <p:nvGrpSpPr>
          <p:cNvPr id="9" name="Google Shape;9;p2"/>
          <p:cNvGrpSpPr/>
          <p:nvPr/>
        </p:nvGrpSpPr>
        <p:grpSpPr>
          <a:xfrm>
            <a:off x="7224620" y="2745002"/>
            <a:ext cx="3839521" cy="642792"/>
            <a:chOff x="238125" y="2252900"/>
            <a:chExt cx="7144625" cy="1210075"/>
          </a:xfrm>
        </p:grpSpPr>
        <p:sp>
          <p:nvSpPr>
            <p:cNvPr id="10" name="Google Shape;10;p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1" name="Google Shape;11;p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2" name="Google Shape;12;p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 name="Google Shape;13;p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 name="Google Shape;14;p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5" name="Google Shape;15;p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6" name="Google Shape;16;p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7" name="Google Shape;17;p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8" name="Google Shape;18;p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sp>
        <p:nvSpPr>
          <p:cNvPr id="19" name="Google Shape;19;p2"/>
          <p:cNvSpPr txBox="1"/>
          <p:nvPr>
            <p:ph type="title"/>
          </p:nvPr>
        </p:nvSpPr>
        <p:spPr>
          <a:xfrm>
            <a:off x="733800" y="4603500"/>
            <a:ext cx="16820400" cy="1080000"/>
          </a:xfrm>
          <a:prstGeom prst="rect">
            <a:avLst/>
          </a:prstGeom>
        </p:spPr>
        <p:txBody>
          <a:bodyPr anchorCtr="0" anchor="t" bIns="0" lIns="0" spcFirstLastPara="1" rIns="0" wrap="square" tIns="0">
            <a:spAutoFit/>
          </a:bodyPr>
          <a:lstStyle>
            <a:lvl1pPr lvl="0" rtl="0" algn="ctr">
              <a:lnSpc>
                <a:spcPct val="100000"/>
              </a:lnSpc>
              <a:spcBef>
                <a:spcPts val="0"/>
              </a:spcBef>
              <a:spcAft>
                <a:spcPts val="0"/>
              </a:spcAft>
              <a:buClr>
                <a:schemeClr val="dk2"/>
              </a:buClr>
              <a:buSzPts val="7000"/>
              <a:buNone/>
              <a:defRPr sz="7000">
                <a:solidFill>
                  <a:schemeClr val="dk2"/>
                </a:solidFill>
              </a:defRPr>
            </a:lvl1pPr>
            <a:lvl2pPr lvl="1" rtl="0" algn="ctr">
              <a:spcBef>
                <a:spcPts val="0"/>
              </a:spcBef>
              <a:spcAft>
                <a:spcPts val="0"/>
              </a:spcAft>
              <a:buSzPts val="5600"/>
              <a:buNone/>
              <a:defRPr/>
            </a:lvl2pPr>
            <a:lvl3pPr lvl="2" rtl="0" algn="ctr">
              <a:spcBef>
                <a:spcPts val="0"/>
              </a:spcBef>
              <a:spcAft>
                <a:spcPts val="0"/>
              </a:spcAft>
              <a:buSzPts val="5600"/>
              <a:buNone/>
              <a:defRPr/>
            </a:lvl3pPr>
            <a:lvl4pPr lvl="3" rtl="0" algn="ctr">
              <a:spcBef>
                <a:spcPts val="0"/>
              </a:spcBef>
              <a:spcAft>
                <a:spcPts val="0"/>
              </a:spcAft>
              <a:buSzPts val="5600"/>
              <a:buNone/>
              <a:defRPr/>
            </a:lvl4pPr>
            <a:lvl5pPr lvl="4" rtl="0" algn="ctr">
              <a:spcBef>
                <a:spcPts val="0"/>
              </a:spcBef>
              <a:spcAft>
                <a:spcPts val="0"/>
              </a:spcAft>
              <a:buSzPts val="5600"/>
              <a:buNone/>
              <a:defRPr/>
            </a:lvl5pPr>
            <a:lvl6pPr lvl="5" rtl="0" algn="ctr">
              <a:spcBef>
                <a:spcPts val="0"/>
              </a:spcBef>
              <a:spcAft>
                <a:spcPts val="0"/>
              </a:spcAft>
              <a:buSzPts val="5600"/>
              <a:buNone/>
              <a:defRPr/>
            </a:lvl6pPr>
            <a:lvl7pPr lvl="6" rtl="0" algn="ctr">
              <a:spcBef>
                <a:spcPts val="0"/>
              </a:spcBef>
              <a:spcAft>
                <a:spcPts val="0"/>
              </a:spcAft>
              <a:buSzPts val="5600"/>
              <a:buNone/>
              <a:defRPr/>
            </a:lvl7pPr>
            <a:lvl8pPr lvl="7" rtl="0" algn="ctr">
              <a:spcBef>
                <a:spcPts val="0"/>
              </a:spcBef>
              <a:spcAft>
                <a:spcPts val="0"/>
              </a:spcAft>
              <a:buSzPts val="5600"/>
              <a:buNone/>
              <a:defRPr/>
            </a:lvl8pPr>
            <a:lvl9pPr lvl="8" rtl="0" algn="ctr">
              <a:spcBef>
                <a:spcPts val="0"/>
              </a:spcBef>
              <a:spcAft>
                <a:spcPts val="0"/>
              </a:spcAft>
              <a:buSzPts val="5600"/>
              <a:buNone/>
              <a:defRPr/>
            </a:lvl9pPr>
          </a:lstStyle>
          <a:p/>
        </p:txBody>
      </p:sp>
      <p:sp>
        <p:nvSpPr>
          <p:cNvPr id="20" name="Google Shape;20;p2"/>
          <p:cNvSpPr txBox="1"/>
          <p:nvPr>
            <p:ph idx="1" type="subTitle"/>
          </p:nvPr>
        </p:nvSpPr>
        <p:spPr>
          <a:xfrm>
            <a:off x="2104800" y="6108563"/>
            <a:ext cx="14078400" cy="573600"/>
          </a:xfrm>
          <a:prstGeom prst="rect">
            <a:avLst/>
          </a:prstGeom>
        </p:spPr>
        <p:txBody>
          <a:bodyPr anchorCtr="0" anchor="t" bIns="0" lIns="0" spcFirstLastPara="1" rIns="0" wrap="square" tIns="0">
            <a:spAutoFit/>
          </a:bodyPr>
          <a:lstStyle>
            <a:lvl1pPr lvl="0" rtl="0" algn="ctr">
              <a:lnSpc>
                <a:spcPct val="150000"/>
              </a:lnSpc>
              <a:spcBef>
                <a:spcPts val="0"/>
              </a:spcBef>
              <a:spcAft>
                <a:spcPts val="0"/>
              </a:spcAft>
              <a:buSzPts val="3200"/>
              <a:buNone/>
              <a:defRPr sz="3200"/>
            </a:lvl1pPr>
            <a:lvl2pPr lvl="1"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2pPr>
            <a:lvl3pPr lvl="2"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3pPr>
            <a:lvl4pPr lvl="3"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4pPr>
            <a:lvl5pPr lvl="4"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5pPr>
            <a:lvl6pPr lvl="5"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6pPr>
            <a:lvl7pPr lvl="6"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7pPr>
            <a:lvl8pPr lvl="7"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8pPr>
            <a:lvl9pPr lvl="8" rtl="0" algn="ctr">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no image Blue_2">
  <p:cSld name="CUSTOM_51">
    <p:bg>
      <p:bgPr>
        <a:solidFill>
          <a:schemeClr val="dk2"/>
        </a:solidFill>
      </p:bgPr>
    </p:bg>
    <p:spTree>
      <p:nvGrpSpPr>
        <p:cNvPr id="21" name="Shape 21"/>
        <p:cNvGrpSpPr/>
        <p:nvPr/>
      </p:nvGrpSpPr>
      <p:grpSpPr>
        <a:xfrm>
          <a:off x="0" y="0"/>
          <a:ext cx="0" cy="0"/>
          <a:chOff x="0" y="0"/>
          <a:chExt cx="0" cy="0"/>
        </a:xfrm>
      </p:grpSpPr>
      <p:sp>
        <p:nvSpPr>
          <p:cNvPr id="22" name="Google Shape;22;p3"/>
          <p:cNvSpPr txBox="1"/>
          <p:nvPr>
            <p:ph type="title"/>
          </p:nvPr>
        </p:nvSpPr>
        <p:spPr>
          <a:xfrm>
            <a:off x="733800" y="4603500"/>
            <a:ext cx="16820400" cy="1080000"/>
          </a:xfrm>
          <a:prstGeom prst="rect">
            <a:avLst/>
          </a:prstGeom>
        </p:spPr>
        <p:txBody>
          <a:bodyPr anchorCtr="0" anchor="t" bIns="0" lIns="0" spcFirstLastPara="1" rIns="0" wrap="square" tIns="0">
            <a:spAutoFit/>
          </a:bodyPr>
          <a:lstStyle>
            <a:lvl1pPr lvl="0" rtl="0" algn="ctr">
              <a:lnSpc>
                <a:spcPct val="100000"/>
              </a:lnSpc>
              <a:spcBef>
                <a:spcPts val="0"/>
              </a:spcBef>
              <a:spcAft>
                <a:spcPts val="0"/>
              </a:spcAft>
              <a:buClr>
                <a:schemeClr val="lt1"/>
              </a:buClr>
              <a:buSzPts val="7000"/>
              <a:buNone/>
              <a:defRPr sz="7000">
                <a:solidFill>
                  <a:schemeClr val="lt1"/>
                </a:solidFill>
              </a:defRPr>
            </a:lvl1pPr>
            <a:lvl2pPr lvl="1" rtl="0" algn="ctr">
              <a:spcBef>
                <a:spcPts val="0"/>
              </a:spcBef>
              <a:spcAft>
                <a:spcPts val="0"/>
              </a:spcAft>
              <a:buClr>
                <a:schemeClr val="lt1"/>
              </a:buClr>
              <a:buSzPts val="5600"/>
              <a:buNone/>
              <a:defRPr>
                <a:solidFill>
                  <a:schemeClr val="lt1"/>
                </a:solidFill>
              </a:defRPr>
            </a:lvl2pPr>
            <a:lvl3pPr lvl="2" rtl="0" algn="ctr">
              <a:spcBef>
                <a:spcPts val="0"/>
              </a:spcBef>
              <a:spcAft>
                <a:spcPts val="0"/>
              </a:spcAft>
              <a:buClr>
                <a:schemeClr val="lt1"/>
              </a:buClr>
              <a:buSzPts val="5600"/>
              <a:buNone/>
              <a:defRPr>
                <a:solidFill>
                  <a:schemeClr val="lt1"/>
                </a:solidFill>
              </a:defRPr>
            </a:lvl3pPr>
            <a:lvl4pPr lvl="3" rtl="0" algn="ctr">
              <a:spcBef>
                <a:spcPts val="0"/>
              </a:spcBef>
              <a:spcAft>
                <a:spcPts val="0"/>
              </a:spcAft>
              <a:buClr>
                <a:schemeClr val="lt1"/>
              </a:buClr>
              <a:buSzPts val="5600"/>
              <a:buNone/>
              <a:defRPr>
                <a:solidFill>
                  <a:schemeClr val="lt1"/>
                </a:solidFill>
              </a:defRPr>
            </a:lvl4pPr>
            <a:lvl5pPr lvl="4" rtl="0" algn="ctr">
              <a:spcBef>
                <a:spcPts val="0"/>
              </a:spcBef>
              <a:spcAft>
                <a:spcPts val="0"/>
              </a:spcAft>
              <a:buClr>
                <a:schemeClr val="lt1"/>
              </a:buClr>
              <a:buSzPts val="5600"/>
              <a:buNone/>
              <a:defRPr>
                <a:solidFill>
                  <a:schemeClr val="lt1"/>
                </a:solidFill>
              </a:defRPr>
            </a:lvl5pPr>
            <a:lvl6pPr lvl="5" rtl="0" algn="ctr">
              <a:spcBef>
                <a:spcPts val="0"/>
              </a:spcBef>
              <a:spcAft>
                <a:spcPts val="0"/>
              </a:spcAft>
              <a:buClr>
                <a:schemeClr val="lt1"/>
              </a:buClr>
              <a:buSzPts val="5600"/>
              <a:buNone/>
              <a:defRPr>
                <a:solidFill>
                  <a:schemeClr val="lt1"/>
                </a:solidFill>
              </a:defRPr>
            </a:lvl6pPr>
            <a:lvl7pPr lvl="6" rtl="0" algn="ctr">
              <a:spcBef>
                <a:spcPts val="0"/>
              </a:spcBef>
              <a:spcAft>
                <a:spcPts val="0"/>
              </a:spcAft>
              <a:buClr>
                <a:schemeClr val="lt1"/>
              </a:buClr>
              <a:buSzPts val="5600"/>
              <a:buNone/>
              <a:defRPr>
                <a:solidFill>
                  <a:schemeClr val="lt1"/>
                </a:solidFill>
              </a:defRPr>
            </a:lvl7pPr>
            <a:lvl8pPr lvl="7" rtl="0" algn="ctr">
              <a:spcBef>
                <a:spcPts val="0"/>
              </a:spcBef>
              <a:spcAft>
                <a:spcPts val="0"/>
              </a:spcAft>
              <a:buClr>
                <a:schemeClr val="lt1"/>
              </a:buClr>
              <a:buSzPts val="5600"/>
              <a:buNone/>
              <a:defRPr>
                <a:solidFill>
                  <a:schemeClr val="lt1"/>
                </a:solidFill>
              </a:defRPr>
            </a:lvl8pPr>
            <a:lvl9pPr lvl="8" rtl="0" algn="ctr">
              <a:spcBef>
                <a:spcPts val="0"/>
              </a:spcBef>
              <a:spcAft>
                <a:spcPts val="0"/>
              </a:spcAft>
              <a:buClr>
                <a:schemeClr val="lt1"/>
              </a:buClr>
              <a:buSzPts val="5600"/>
              <a:buNone/>
              <a:defRPr>
                <a:solidFill>
                  <a:schemeClr val="lt1"/>
                </a:solidFill>
              </a:defRPr>
            </a:lvl9pPr>
          </a:lstStyle>
          <a:p/>
        </p:txBody>
      </p:sp>
      <p:sp>
        <p:nvSpPr>
          <p:cNvPr id="23" name="Google Shape;23;p3"/>
          <p:cNvSpPr txBox="1"/>
          <p:nvPr>
            <p:ph idx="1" type="subTitle"/>
          </p:nvPr>
        </p:nvSpPr>
        <p:spPr>
          <a:xfrm>
            <a:off x="2104800" y="6108563"/>
            <a:ext cx="14078400" cy="573600"/>
          </a:xfrm>
          <a:prstGeom prst="rect">
            <a:avLst/>
          </a:prstGeom>
        </p:spPr>
        <p:txBody>
          <a:bodyPr anchorCtr="0" anchor="t" bIns="0" lIns="0" spcFirstLastPara="1" rIns="0" wrap="square" tIns="0">
            <a:spAutoFit/>
          </a:bodyPr>
          <a:lstStyle>
            <a:lvl1pPr lvl="0" rtl="0" algn="ctr">
              <a:lnSpc>
                <a:spcPct val="150000"/>
              </a:lnSpc>
              <a:spcBef>
                <a:spcPts val="0"/>
              </a:spcBef>
              <a:spcAft>
                <a:spcPts val="0"/>
              </a:spcAft>
              <a:buClr>
                <a:schemeClr val="lt1"/>
              </a:buClr>
              <a:buSzPts val="3200"/>
              <a:buNone/>
              <a:defRPr sz="3200">
                <a:solidFill>
                  <a:schemeClr val="lt1"/>
                </a:solidFill>
              </a:defRPr>
            </a:lvl1pPr>
            <a:lvl2pPr lvl="1"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2pPr>
            <a:lvl3pPr lvl="2"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3pPr>
            <a:lvl4pPr lvl="3"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4pPr>
            <a:lvl5pPr lvl="4"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5pPr>
            <a:lvl6pPr lvl="5"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6pPr>
            <a:lvl7pPr lvl="6"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7pPr>
            <a:lvl8pPr lvl="7"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8pPr>
            <a:lvl9pPr lvl="8"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Cover no image Dark_3">
  <p:cSld name="CUSTOM_30">
    <p:bg>
      <p:bgPr>
        <a:solidFill>
          <a:schemeClr val="dk1"/>
        </a:solidFill>
      </p:bgPr>
    </p:bg>
    <p:spTree>
      <p:nvGrpSpPr>
        <p:cNvPr id="24" name="Shape 24"/>
        <p:cNvGrpSpPr/>
        <p:nvPr/>
      </p:nvGrpSpPr>
      <p:grpSpPr>
        <a:xfrm>
          <a:off x="0" y="0"/>
          <a:ext cx="0" cy="0"/>
          <a:chOff x="0" y="0"/>
          <a:chExt cx="0" cy="0"/>
        </a:xfrm>
      </p:grpSpPr>
      <p:grpSp>
        <p:nvGrpSpPr>
          <p:cNvPr id="25" name="Google Shape;25;p4"/>
          <p:cNvGrpSpPr/>
          <p:nvPr/>
        </p:nvGrpSpPr>
        <p:grpSpPr>
          <a:xfrm>
            <a:off x="7224620" y="2745002"/>
            <a:ext cx="3839521" cy="642792"/>
            <a:chOff x="238125" y="2252900"/>
            <a:chExt cx="7144625" cy="1210075"/>
          </a:xfrm>
        </p:grpSpPr>
        <p:sp>
          <p:nvSpPr>
            <p:cNvPr id="26" name="Google Shape;26;p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27" name="Google Shape;27;p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28" name="Google Shape;28;p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29" name="Google Shape;29;p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0" name="Google Shape;30;p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1" name="Google Shape;31;p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2" name="Google Shape;32;p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3" name="Google Shape;33;p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4" name="Google Shape;34;p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733800" y="4603500"/>
            <a:ext cx="16820400" cy="1080000"/>
          </a:xfrm>
          <a:prstGeom prst="rect">
            <a:avLst/>
          </a:prstGeom>
        </p:spPr>
        <p:txBody>
          <a:bodyPr anchorCtr="0" anchor="t" bIns="0" lIns="0" spcFirstLastPara="1" rIns="0" wrap="square" tIns="0">
            <a:spAutoFit/>
          </a:bodyPr>
          <a:lstStyle>
            <a:lvl1pPr lvl="0" rtl="0" algn="ctr">
              <a:lnSpc>
                <a:spcPct val="100000"/>
              </a:lnSpc>
              <a:spcBef>
                <a:spcPts val="0"/>
              </a:spcBef>
              <a:spcAft>
                <a:spcPts val="0"/>
              </a:spcAft>
              <a:buClr>
                <a:schemeClr val="dk2"/>
              </a:buClr>
              <a:buSzPts val="7000"/>
              <a:buNone/>
              <a:defRPr sz="7000">
                <a:solidFill>
                  <a:schemeClr val="dk2"/>
                </a:solidFill>
              </a:defRPr>
            </a:lvl1pPr>
            <a:lvl2pPr lvl="1" rtl="0" algn="ctr">
              <a:spcBef>
                <a:spcPts val="0"/>
              </a:spcBef>
              <a:spcAft>
                <a:spcPts val="0"/>
              </a:spcAft>
              <a:buClr>
                <a:schemeClr val="lt1"/>
              </a:buClr>
              <a:buSzPts val="5600"/>
              <a:buNone/>
              <a:defRPr>
                <a:solidFill>
                  <a:schemeClr val="lt1"/>
                </a:solidFill>
              </a:defRPr>
            </a:lvl2pPr>
            <a:lvl3pPr lvl="2" rtl="0" algn="ctr">
              <a:spcBef>
                <a:spcPts val="0"/>
              </a:spcBef>
              <a:spcAft>
                <a:spcPts val="0"/>
              </a:spcAft>
              <a:buClr>
                <a:schemeClr val="lt1"/>
              </a:buClr>
              <a:buSzPts val="5600"/>
              <a:buNone/>
              <a:defRPr>
                <a:solidFill>
                  <a:schemeClr val="lt1"/>
                </a:solidFill>
              </a:defRPr>
            </a:lvl3pPr>
            <a:lvl4pPr lvl="3" rtl="0" algn="ctr">
              <a:spcBef>
                <a:spcPts val="0"/>
              </a:spcBef>
              <a:spcAft>
                <a:spcPts val="0"/>
              </a:spcAft>
              <a:buClr>
                <a:schemeClr val="lt1"/>
              </a:buClr>
              <a:buSzPts val="5600"/>
              <a:buNone/>
              <a:defRPr>
                <a:solidFill>
                  <a:schemeClr val="lt1"/>
                </a:solidFill>
              </a:defRPr>
            </a:lvl4pPr>
            <a:lvl5pPr lvl="4" rtl="0" algn="ctr">
              <a:spcBef>
                <a:spcPts val="0"/>
              </a:spcBef>
              <a:spcAft>
                <a:spcPts val="0"/>
              </a:spcAft>
              <a:buClr>
                <a:schemeClr val="lt1"/>
              </a:buClr>
              <a:buSzPts val="5600"/>
              <a:buNone/>
              <a:defRPr>
                <a:solidFill>
                  <a:schemeClr val="lt1"/>
                </a:solidFill>
              </a:defRPr>
            </a:lvl5pPr>
            <a:lvl6pPr lvl="5" rtl="0" algn="ctr">
              <a:spcBef>
                <a:spcPts val="0"/>
              </a:spcBef>
              <a:spcAft>
                <a:spcPts val="0"/>
              </a:spcAft>
              <a:buClr>
                <a:schemeClr val="lt1"/>
              </a:buClr>
              <a:buSzPts val="5600"/>
              <a:buNone/>
              <a:defRPr>
                <a:solidFill>
                  <a:schemeClr val="lt1"/>
                </a:solidFill>
              </a:defRPr>
            </a:lvl6pPr>
            <a:lvl7pPr lvl="6" rtl="0" algn="ctr">
              <a:spcBef>
                <a:spcPts val="0"/>
              </a:spcBef>
              <a:spcAft>
                <a:spcPts val="0"/>
              </a:spcAft>
              <a:buClr>
                <a:schemeClr val="lt1"/>
              </a:buClr>
              <a:buSzPts val="5600"/>
              <a:buNone/>
              <a:defRPr>
                <a:solidFill>
                  <a:schemeClr val="lt1"/>
                </a:solidFill>
              </a:defRPr>
            </a:lvl7pPr>
            <a:lvl8pPr lvl="7" rtl="0" algn="ctr">
              <a:spcBef>
                <a:spcPts val="0"/>
              </a:spcBef>
              <a:spcAft>
                <a:spcPts val="0"/>
              </a:spcAft>
              <a:buClr>
                <a:schemeClr val="lt1"/>
              </a:buClr>
              <a:buSzPts val="5600"/>
              <a:buNone/>
              <a:defRPr>
                <a:solidFill>
                  <a:schemeClr val="lt1"/>
                </a:solidFill>
              </a:defRPr>
            </a:lvl8pPr>
            <a:lvl9pPr lvl="8" rtl="0" algn="ctr">
              <a:spcBef>
                <a:spcPts val="0"/>
              </a:spcBef>
              <a:spcAft>
                <a:spcPts val="0"/>
              </a:spcAft>
              <a:buClr>
                <a:schemeClr val="lt1"/>
              </a:buClr>
              <a:buSzPts val="5600"/>
              <a:buNone/>
              <a:defRPr>
                <a:solidFill>
                  <a:schemeClr val="lt1"/>
                </a:solidFill>
              </a:defRPr>
            </a:lvl9pPr>
          </a:lstStyle>
          <a:p/>
        </p:txBody>
      </p:sp>
      <p:sp>
        <p:nvSpPr>
          <p:cNvPr id="36" name="Google Shape;36;p4"/>
          <p:cNvSpPr txBox="1"/>
          <p:nvPr>
            <p:ph idx="1" type="subTitle"/>
          </p:nvPr>
        </p:nvSpPr>
        <p:spPr>
          <a:xfrm>
            <a:off x="2104800" y="6108563"/>
            <a:ext cx="14078400" cy="573600"/>
          </a:xfrm>
          <a:prstGeom prst="rect">
            <a:avLst/>
          </a:prstGeom>
        </p:spPr>
        <p:txBody>
          <a:bodyPr anchorCtr="0" anchor="t" bIns="0" lIns="0" spcFirstLastPara="1" rIns="0" wrap="square" tIns="0">
            <a:spAutoFit/>
          </a:bodyPr>
          <a:lstStyle>
            <a:lvl1pPr lvl="0" rtl="0" algn="ctr">
              <a:lnSpc>
                <a:spcPct val="150000"/>
              </a:lnSpc>
              <a:spcBef>
                <a:spcPts val="0"/>
              </a:spcBef>
              <a:spcAft>
                <a:spcPts val="0"/>
              </a:spcAft>
              <a:buClr>
                <a:schemeClr val="lt1"/>
              </a:buClr>
              <a:buSzPts val="3200"/>
              <a:buNone/>
              <a:defRPr sz="3200">
                <a:solidFill>
                  <a:schemeClr val="lt1"/>
                </a:solidFill>
              </a:defRPr>
            </a:lvl1pPr>
            <a:lvl2pPr lvl="1"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2pPr>
            <a:lvl3pPr lvl="2"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3pPr>
            <a:lvl4pPr lvl="3"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4pPr>
            <a:lvl5pPr lvl="4"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5pPr>
            <a:lvl6pPr lvl="5"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6pPr>
            <a:lvl7pPr lvl="6"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7pPr>
            <a:lvl8pPr lvl="7"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8pPr>
            <a:lvl9pPr lvl="8" rtl="0" algn="ctr">
              <a:spcBef>
                <a:spcPts val="0"/>
              </a:spcBef>
              <a:spcAft>
                <a:spcPts val="0"/>
              </a:spcAft>
              <a:buClr>
                <a:schemeClr val="lt1"/>
              </a:buClr>
              <a:buSzPts val="2400"/>
              <a:buFont typeface="Libre Franklin Light"/>
              <a:buNone/>
              <a:defRPr>
                <a:solidFill>
                  <a:schemeClr val="lt1"/>
                </a:solidFill>
                <a:latin typeface="Libre Franklin Light"/>
                <a:ea typeface="Libre Franklin Light"/>
                <a:cs typeface="Libre Franklin Light"/>
                <a:sym typeface="Libre Franklin Ligh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Cover image_15">
  <p:cSld name="CUSTOM_41">
    <p:spTree>
      <p:nvGrpSpPr>
        <p:cNvPr id="37" name="Shape 37"/>
        <p:cNvGrpSpPr/>
        <p:nvPr/>
      </p:nvGrpSpPr>
      <p:grpSpPr>
        <a:xfrm>
          <a:off x="0" y="0"/>
          <a:ext cx="0" cy="0"/>
          <a:chOff x="0" y="0"/>
          <a:chExt cx="0" cy="0"/>
        </a:xfrm>
      </p:grpSpPr>
      <p:pic>
        <p:nvPicPr>
          <p:cNvPr id="38" name="Google Shape;38;p5"/>
          <p:cNvPicPr preferRelativeResize="0"/>
          <p:nvPr/>
        </p:nvPicPr>
        <p:blipFill rotWithShape="1">
          <a:blip r:embed="rId2">
            <a:alphaModFix/>
          </a:blip>
          <a:srcRect b="0" l="21012" r="13367" t="0"/>
          <a:stretch/>
        </p:blipFill>
        <p:spPr>
          <a:xfrm rot="10800000">
            <a:off x="9141450" y="-136950"/>
            <a:ext cx="9149400" cy="9300000"/>
          </a:xfrm>
          <a:prstGeom prst="round1Rect">
            <a:avLst>
              <a:gd fmla="val 16667" name="adj"/>
            </a:avLst>
          </a:prstGeom>
          <a:noFill/>
          <a:ln>
            <a:noFill/>
          </a:ln>
        </p:spPr>
      </p:pic>
      <p:grpSp>
        <p:nvGrpSpPr>
          <p:cNvPr id="39" name="Google Shape;39;p5"/>
          <p:cNvGrpSpPr/>
          <p:nvPr/>
        </p:nvGrpSpPr>
        <p:grpSpPr>
          <a:xfrm>
            <a:off x="733441" y="733290"/>
            <a:ext cx="3839521" cy="642792"/>
            <a:chOff x="238125" y="2252900"/>
            <a:chExt cx="7144625" cy="1210075"/>
          </a:xfrm>
        </p:grpSpPr>
        <p:sp>
          <p:nvSpPr>
            <p:cNvPr id="40" name="Google Shape;40;p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1" name="Google Shape;41;p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2" name="Google Shape;42;p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3" name="Google Shape;43;p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4" name="Google Shape;44;p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5" name="Google Shape;45;p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6" name="Google Shape;46;p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7" name="Google Shape;47;p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 name="Google Shape;48;p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sp>
        <p:nvSpPr>
          <p:cNvPr id="49" name="Google Shape;49;p5"/>
          <p:cNvSpPr/>
          <p:nvPr/>
        </p:nvSpPr>
        <p:spPr>
          <a:xfrm>
            <a:off x="8231825" y="2481350"/>
            <a:ext cx="183000" cy="1830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0" name="Google Shape;50;p5"/>
          <p:cNvSpPr/>
          <p:nvPr/>
        </p:nvSpPr>
        <p:spPr>
          <a:xfrm>
            <a:off x="8782050" y="379250"/>
            <a:ext cx="8753400" cy="9176400"/>
          </a:xfrm>
          <a:prstGeom prst="round1Rect">
            <a:avLst>
              <a:gd fmla="val 19843" name="adj"/>
            </a:avLst>
          </a:prstGeom>
          <a:noFill/>
          <a:ln cap="flat" cmpd="sng" w="19050">
            <a:solidFill>
              <a:schemeClr val="accent1"/>
            </a:solidFill>
            <a:prstDash val="solid"/>
            <a:round/>
            <a:headEnd len="sm" w="sm" type="none"/>
            <a:tailEnd len="sm" w="sm" type="none"/>
          </a:ln>
        </p:spPr>
        <p:txBody>
          <a:bodyPr anchorCtr="0" anchor="ctr" bIns="91450" lIns="91450" spcFirstLastPara="1" rIns="91450" wrap="square" tIns="91450">
            <a:noAutofit/>
          </a:bodyPr>
          <a:lstStyle/>
          <a:p>
            <a:pPr indent="0" lvl="0" marL="0" rtl="0" algn="l">
              <a:spcBef>
                <a:spcPts val="0"/>
              </a:spcBef>
              <a:spcAft>
                <a:spcPts val="0"/>
              </a:spcAft>
              <a:buNone/>
            </a:pPr>
            <a:r>
              <a:t/>
            </a:r>
            <a:endParaRPr sz="1400"/>
          </a:p>
        </p:txBody>
      </p:sp>
      <p:sp>
        <p:nvSpPr>
          <p:cNvPr id="51" name="Google Shape;51;p5"/>
          <p:cNvSpPr/>
          <p:nvPr/>
        </p:nvSpPr>
        <p:spPr>
          <a:xfrm rot="5400000">
            <a:off x="13290800" y="7868100"/>
            <a:ext cx="731400" cy="3283200"/>
          </a:xfrm>
          <a:prstGeom prst="rect">
            <a:avLst/>
          </a:prstGeom>
          <a:gradFill>
            <a:gsLst>
              <a:gs pos="0">
                <a:schemeClr val="dk2"/>
              </a:gs>
              <a:gs pos="100000">
                <a:srgbClr val="7D9DFF"/>
              </a:gs>
            </a:gsLst>
            <a:lin ang="13500032" scaled="0"/>
          </a:gra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2" name="Google Shape;52;p5"/>
          <p:cNvSpPr/>
          <p:nvPr/>
        </p:nvSpPr>
        <p:spPr>
          <a:xfrm>
            <a:off x="8414825" y="2664350"/>
            <a:ext cx="731400" cy="3283200"/>
          </a:xfrm>
          <a:prstGeom prst="rect">
            <a:avLst/>
          </a:prstGeom>
          <a:gradFill>
            <a:gsLst>
              <a:gs pos="0">
                <a:schemeClr val="dk2"/>
              </a:gs>
              <a:gs pos="100000">
                <a:srgbClr val="7D9DFF"/>
              </a:gs>
            </a:gsLst>
            <a:lin ang="13500032" scaled="0"/>
          </a:gra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3" name="Google Shape;53;p5"/>
          <p:cNvSpPr txBox="1"/>
          <p:nvPr>
            <p:ph type="title"/>
          </p:nvPr>
        </p:nvSpPr>
        <p:spPr>
          <a:xfrm>
            <a:off x="743750" y="4555138"/>
            <a:ext cx="7223400" cy="1676400"/>
          </a:xfrm>
          <a:prstGeom prst="rect">
            <a:avLst/>
          </a:prstGeom>
        </p:spPr>
        <p:txBody>
          <a:bodyPr anchorCtr="0" anchor="t" bIns="0" lIns="0" spcFirstLastPara="1" rIns="0" wrap="square" tIns="0">
            <a:spAutoFit/>
          </a:bodyPr>
          <a:lstStyle>
            <a:lvl1pPr lvl="0" rtl="0">
              <a:spcBef>
                <a:spcPts val="0"/>
              </a:spcBef>
              <a:spcAft>
                <a:spcPts val="0"/>
              </a:spcAft>
              <a:buSzPts val="5600"/>
              <a:buNone/>
              <a:defRPr sz="56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54" name="Google Shape;54;p5"/>
          <p:cNvSpPr txBox="1"/>
          <p:nvPr>
            <p:ph idx="1" type="subTitle"/>
          </p:nvPr>
        </p:nvSpPr>
        <p:spPr>
          <a:xfrm>
            <a:off x="733413" y="5530013"/>
            <a:ext cx="7223400" cy="5736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3200"/>
              <a:buNone/>
              <a:defRPr sz="3200">
                <a:solidFill>
                  <a:schemeClr val="dk2"/>
                </a:solidFill>
              </a:defRPr>
            </a:lvl1pPr>
            <a:lvl2pPr lvl="1"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2pPr>
            <a:lvl3pPr lvl="2"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3pPr>
            <a:lvl4pPr lvl="3"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4pPr>
            <a:lvl5pPr lvl="4"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5pPr>
            <a:lvl6pPr lvl="5"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6pPr>
            <a:lvl7pPr lvl="6"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7pPr>
            <a:lvl8pPr lvl="7"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8pPr>
            <a:lvl9pPr lvl="8" rtl="0">
              <a:spcBef>
                <a:spcPts val="0"/>
              </a:spcBef>
              <a:spcAft>
                <a:spcPts val="0"/>
              </a:spcAft>
              <a:buClr>
                <a:schemeClr val="dk2"/>
              </a:buClr>
              <a:buSzPts val="2400"/>
              <a:buFont typeface="Libre Franklin Light"/>
              <a:buNone/>
              <a:defRPr>
                <a:solidFill>
                  <a:schemeClr val="dk2"/>
                </a:solidFill>
                <a:latin typeface="Libre Franklin Light"/>
                <a:ea typeface="Libre Franklin Light"/>
                <a:cs typeface="Libre Franklin Light"/>
                <a:sym typeface="Libre Franklin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p:cSld name="CUSTOM_27">
    <p:spTree>
      <p:nvGrpSpPr>
        <p:cNvPr id="55" name="Shape 55"/>
        <p:cNvGrpSpPr/>
        <p:nvPr/>
      </p:nvGrpSpPr>
      <p:grpSpPr>
        <a:xfrm>
          <a:off x="0" y="0"/>
          <a:ext cx="0" cy="0"/>
          <a:chOff x="0" y="0"/>
          <a:chExt cx="0" cy="0"/>
        </a:xfrm>
      </p:grpSpPr>
      <p:sp>
        <p:nvSpPr>
          <p:cNvPr id="56" name="Google Shape;56;p6"/>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4600"/>
              <a:buNone/>
              <a:defRPr/>
            </a:lvl1pPr>
            <a:lvl2pPr lvl="1" rtl="0">
              <a:lnSpc>
                <a:spcPct val="115000"/>
              </a:lnSpc>
              <a:spcBef>
                <a:spcPts val="0"/>
              </a:spcBef>
              <a:spcAft>
                <a:spcPts val="0"/>
              </a:spcAft>
              <a:buSzPts val="5600"/>
              <a:buNone/>
              <a:defRPr/>
            </a:lvl2pPr>
            <a:lvl3pPr lvl="2" rtl="0">
              <a:lnSpc>
                <a:spcPct val="115000"/>
              </a:lnSpc>
              <a:spcBef>
                <a:spcPts val="0"/>
              </a:spcBef>
              <a:spcAft>
                <a:spcPts val="0"/>
              </a:spcAft>
              <a:buSzPts val="5600"/>
              <a:buNone/>
              <a:defRPr/>
            </a:lvl3pPr>
            <a:lvl4pPr lvl="3" rtl="0">
              <a:lnSpc>
                <a:spcPct val="115000"/>
              </a:lnSpc>
              <a:spcBef>
                <a:spcPts val="0"/>
              </a:spcBef>
              <a:spcAft>
                <a:spcPts val="0"/>
              </a:spcAft>
              <a:buSzPts val="5600"/>
              <a:buNone/>
              <a:defRPr/>
            </a:lvl4pPr>
            <a:lvl5pPr lvl="4" rtl="0">
              <a:lnSpc>
                <a:spcPct val="115000"/>
              </a:lnSpc>
              <a:spcBef>
                <a:spcPts val="0"/>
              </a:spcBef>
              <a:spcAft>
                <a:spcPts val="0"/>
              </a:spcAft>
              <a:buSzPts val="5600"/>
              <a:buNone/>
              <a:defRPr/>
            </a:lvl5pPr>
            <a:lvl6pPr lvl="5" rtl="0">
              <a:lnSpc>
                <a:spcPct val="115000"/>
              </a:lnSpc>
              <a:spcBef>
                <a:spcPts val="0"/>
              </a:spcBef>
              <a:spcAft>
                <a:spcPts val="0"/>
              </a:spcAft>
              <a:buSzPts val="5600"/>
              <a:buNone/>
              <a:defRPr/>
            </a:lvl6pPr>
            <a:lvl7pPr lvl="6" rtl="0">
              <a:lnSpc>
                <a:spcPct val="115000"/>
              </a:lnSpc>
              <a:spcBef>
                <a:spcPts val="0"/>
              </a:spcBef>
              <a:spcAft>
                <a:spcPts val="0"/>
              </a:spcAft>
              <a:buSzPts val="5600"/>
              <a:buNone/>
              <a:defRPr/>
            </a:lvl7pPr>
            <a:lvl8pPr lvl="7" rtl="0">
              <a:lnSpc>
                <a:spcPct val="115000"/>
              </a:lnSpc>
              <a:spcBef>
                <a:spcPts val="0"/>
              </a:spcBef>
              <a:spcAft>
                <a:spcPts val="0"/>
              </a:spcAft>
              <a:buSzPts val="5600"/>
              <a:buNone/>
              <a:defRPr/>
            </a:lvl8pPr>
            <a:lvl9pPr lvl="8" rtl="0">
              <a:lnSpc>
                <a:spcPct val="115000"/>
              </a:lnSpc>
              <a:spcBef>
                <a:spcPts val="0"/>
              </a:spcBef>
              <a:spcAft>
                <a:spcPts val="0"/>
              </a:spcAft>
              <a:buSzPts val="5600"/>
              <a:buNone/>
              <a:defRPr/>
            </a:lvl9pPr>
          </a:lstStyle>
          <a:p/>
        </p:txBody>
      </p:sp>
      <p:sp>
        <p:nvSpPr>
          <p:cNvPr id="57" name="Google Shape;57;p6"/>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3200"/>
              <a:buNone/>
              <a:defRPr sz="3200">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58" name="Google Shape;58;p6"/>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9" name="Google Shape;59;p6"/>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rtl="0">
              <a:spcBef>
                <a:spcPts val="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grpSp>
        <p:nvGrpSpPr>
          <p:cNvPr id="60" name="Google Shape;60;p6"/>
          <p:cNvGrpSpPr/>
          <p:nvPr/>
        </p:nvGrpSpPr>
        <p:grpSpPr>
          <a:xfrm>
            <a:off x="15787610" y="9816586"/>
            <a:ext cx="1463219" cy="234029"/>
            <a:chOff x="238125" y="2252900"/>
            <a:chExt cx="7144625" cy="1210075"/>
          </a:xfrm>
        </p:grpSpPr>
        <p:sp>
          <p:nvSpPr>
            <p:cNvPr id="61" name="Google Shape;61;p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0" name="Google Shape;70;p6"/>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71" name="Google Shape;71;p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p:cSld name="CUSTOM">
    <p:spTree>
      <p:nvGrpSpPr>
        <p:cNvPr id="72" name="Shape 72"/>
        <p:cNvGrpSpPr/>
        <p:nvPr/>
      </p:nvGrpSpPr>
      <p:grpSpPr>
        <a:xfrm>
          <a:off x="0" y="0"/>
          <a:ext cx="0" cy="0"/>
          <a:chOff x="0" y="0"/>
          <a:chExt cx="0" cy="0"/>
        </a:xfrm>
      </p:grpSpPr>
      <p:sp>
        <p:nvSpPr>
          <p:cNvPr id="73" name="Google Shape;73;p7"/>
          <p:cNvSpPr txBox="1"/>
          <p:nvPr>
            <p:ph type="title"/>
          </p:nvPr>
        </p:nvSpPr>
        <p:spPr>
          <a:xfrm>
            <a:off x="733800" y="4313100"/>
            <a:ext cx="7314000" cy="7602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SzPts val="4600"/>
              <a:buNone/>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74" name="Google Shape;74;p7"/>
          <p:cNvSpPr txBox="1"/>
          <p:nvPr>
            <p:ph idx="1" type="subTitle"/>
          </p:nvPr>
        </p:nvSpPr>
        <p:spPr>
          <a:xfrm>
            <a:off x="743750" y="5143500"/>
            <a:ext cx="7314000" cy="4395000"/>
          </a:xfrm>
          <a:prstGeom prst="rect">
            <a:avLst/>
          </a:prstGeom>
        </p:spPr>
        <p:txBody>
          <a:bodyPr anchorCtr="0" anchor="t" bIns="0" lIns="0" spcFirstLastPara="1" rIns="0" wrap="square" tIns="0">
            <a:spAutoFit/>
          </a:bodyPr>
          <a:lstStyle>
            <a:lvl1pPr lvl="0" rtl="0">
              <a:lnSpc>
                <a:spcPct val="150000"/>
              </a:lnSpc>
              <a:spcBef>
                <a:spcPts val="0"/>
              </a:spcBef>
              <a:spcAft>
                <a:spcPts val="0"/>
              </a:spcAft>
              <a:buClr>
                <a:schemeClr val="dk2"/>
              </a:buClr>
              <a:buSzPts val="3200"/>
              <a:buNone/>
              <a:defRPr sz="3200">
                <a:solidFill>
                  <a:schemeClr val="dk2"/>
                </a:solidFill>
              </a:defRPr>
            </a:lvl1pPr>
            <a:lvl2pPr lvl="1" rtl="0">
              <a:spcBef>
                <a:spcPts val="0"/>
              </a:spcBef>
              <a:spcAft>
                <a:spcPts val="0"/>
              </a:spcAft>
              <a:buClr>
                <a:schemeClr val="dk2"/>
              </a:buClr>
              <a:buSzPts val="3200"/>
              <a:buNone/>
              <a:defRPr sz="3200">
                <a:solidFill>
                  <a:schemeClr val="dk2"/>
                </a:solidFill>
              </a:defRPr>
            </a:lvl2pPr>
            <a:lvl3pPr lvl="2" rtl="0">
              <a:spcBef>
                <a:spcPts val="0"/>
              </a:spcBef>
              <a:spcAft>
                <a:spcPts val="0"/>
              </a:spcAft>
              <a:buClr>
                <a:schemeClr val="dk2"/>
              </a:buClr>
              <a:buSzPts val="3200"/>
              <a:buNone/>
              <a:defRPr sz="3200">
                <a:solidFill>
                  <a:schemeClr val="dk2"/>
                </a:solidFill>
              </a:defRPr>
            </a:lvl3pPr>
            <a:lvl4pPr lvl="3" rtl="0">
              <a:spcBef>
                <a:spcPts val="0"/>
              </a:spcBef>
              <a:spcAft>
                <a:spcPts val="0"/>
              </a:spcAft>
              <a:buClr>
                <a:schemeClr val="dk2"/>
              </a:buClr>
              <a:buSzPts val="3200"/>
              <a:buNone/>
              <a:defRPr sz="3200">
                <a:solidFill>
                  <a:schemeClr val="dk2"/>
                </a:solidFill>
              </a:defRPr>
            </a:lvl4pPr>
            <a:lvl5pPr lvl="4" rtl="0">
              <a:spcBef>
                <a:spcPts val="0"/>
              </a:spcBef>
              <a:spcAft>
                <a:spcPts val="0"/>
              </a:spcAft>
              <a:buClr>
                <a:schemeClr val="dk2"/>
              </a:buClr>
              <a:buSzPts val="3200"/>
              <a:buNone/>
              <a:defRPr sz="3200">
                <a:solidFill>
                  <a:schemeClr val="dk2"/>
                </a:solidFill>
              </a:defRPr>
            </a:lvl5pPr>
            <a:lvl6pPr lvl="5" rtl="0">
              <a:spcBef>
                <a:spcPts val="0"/>
              </a:spcBef>
              <a:spcAft>
                <a:spcPts val="0"/>
              </a:spcAft>
              <a:buClr>
                <a:schemeClr val="dk2"/>
              </a:buClr>
              <a:buSzPts val="3200"/>
              <a:buNone/>
              <a:defRPr sz="3200">
                <a:solidFill>
                  <a:schemeClr val="dk2"/>
                </a:solidFill>
              </a:defRPr>
            </a:lvl6pPr>
            <a:lvl7pPr lvl="6" rtl="0">
              <a:spcBef>
                <a:spcPts val="0"/>
              </a:spcBef>
              <a:spcAft>
                <a:spcPts val="0"/>
              </a:spcAft>
              <a:buClr>
                <a:schemeClr val="dk2"/>
              </a:buClr>
              <a:buSzPts val="3200"/>
              <a:buNone/>
              <a:defRPr sz="3200">
                <a:solidFill>
                  <a:schemeClr val="dk2"/>
                </a:solidFill>
              </a:defRPr>
            </a:lvl7pPr>
            <a:lvl8pPr lvl="7" rtl="0">
              <a:spcBef>
                <a:spcPts val="0"/>
              </a:spcBef>
              <a:spcAft>
                <a:spcPts val="0"/>
              </a:spcAft>
              <a:buClr>
                <a:schemeClr val="dk2"/>
              </a:buClr>
              <a:buSzPts val="3200"/>
              <a:buNone/>
              <a:defRPr sz="3200">
                <a:solidFill>
                  <a:schemeClr val="dk2"/>
                </a:solidFill>
              </a:defRPr>
            </a:lvl8pPr>
            <a:lvl9pPr lvl="8" rtl="0">
              <a:spcBef>
                <a:spcPts val="0"/>
              </a:spcBef>
              <a:spcAft>
                <a:spcPts val="0"/>
              </a:spcAft>
              <a:buClr>
                <a:schemeClr val="dk2"/>
              </a:buClr>
              <a:buSzPts val="3200"/>
              <a:buNone/>
              <a:defRPr sz="3200">
                <a:solidFill>
                  <a:schemeClr val="dk2"/>
                </a:solidFill>
              </a:defRPr>
            </a:lvl9pPr>
          </a:lstStyle>
          <a:p/>
        </p:txBody>
      </p:sp>
      <p:sp>
        <p:nvSpPr>
          <p:cNvPr id="75" name="Google Shape;75;p7"/>
          <p:cNvSpPr/>
          <p:nvPr>
            <p:ph idx="2" type="pic"/>
          </p:nvPr>
        </p:nvSpPr>
        <p:spPr>
          <a:xfrm>
            <a:off x="9508725" y="0"/>
            <a:ext cx="8779800" cy="9568800"/>
          </a:xfrm>
          <a:prstGeom prst="rect">
            <a:avLst/>
          </a:prstGeom>
          <a:noFill/>
          <a:ln>
            <a:noFill/>
          </a:ln>
        </p:spPr>
      </p:sp>
      <p:sp>
        <p:nvSpPr>
          <p:cNvPr id="76" name="Google Shape;76;p7"/>
          <p:cNvSpPr/>
          <p:nvPr/>
        </p:nvSpPr>
        <p:spPr>
          <a:xfrm>
            <a:off x="0" y="4618500"/>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nvGrpSpPr>
          <p:cNvPr id="77" name="Google Shape;77;p7"/>
          <p:cNvGrpSpPr/>
          <p:nvPr/>
        </p:nvGrpSpPr>
        <p:grpSpPr>
          <a:xfrm>
            <a:off x="15787610" y="9816586"/>
            <a:ext cx="1463219" cy="234029"/>
            <a:chOff x="238125" y="2252900"/>
            <a:chExt cx="7144625" cy="1210075"/>
          </a:xfrm>
        </p:grpSpPr>
        <p:sp>
          <p:nvSpPr>
            <p:cNvPr id="78" name="Google Shape;78;p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 name="Google Shape;87;p7"/>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88" name="Google Shape;88;p7"/>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Split Slide - 40% image">
  <p:cSld name="CUSTOM_4">
    <p:spTree>
      <p:nvGrpSpPr>
        <p:cNvPr id="89" name="Shape 89"/>
        <p:cNvGrpSpPr/>
        <p:nvPr/>
      </p:nvGrpSpPr>
      <p:grpSpPr>
        <a:xfrm>
          <a:off x="0" y="0"/>
          <a:ext cx="0" cy="0"/>
          <a:chOff x="0" y="0"/>
          <a:chExt cx="0" cy="0"/>
        </a:xfrm>
      </p:grpSpPr>
      <p:sp>
        <p:nvSpPr>
          <p:cNvPr id="90" name="Google Shape;90;p8"/>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91" name="Google Shape;91;p8"/>
          <p:cNvSpPr/>
          <p:nvPr>
            <p:ph idx="2" type="pic"/>
          </p:nvPr>
        </p:nvSpPr>
        <p:spPr>
          <a:xfrm>
            <a:off x="10969500" y="731400"/>
            <a:ext cx="6581400" cy="8824200"/>
          </a:xfrm>
          <a:prstGeom prst="rect">
            <a:avLst/>
          </a:prstGeom>
          <a:noFill/>
          <a:ln>
            <a:noFill/>
          </a:ln>
        </p:spPr>
      </p:sp>
      <p:sp>
        <p:nvSpPr>
          <p:cNvPr id="92" name="Google Shape;92;p8"/>
          <p:cNvSpPr txBox="1"/>
          <p:nvPr>
            <p:ph type="title"/>
          </p:nvPr>
        </p:nvSpPr>
        <p:spPr>
          <a:xfrm>
            <a:off x="733800" y="731400"/>
            <a:ext cx="9490200" cy="14460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SzPts val="4600"/>
              <a:buNone/>
              <a:defRPr/>
            </a:lvl1pPr>
            <a:lvl2pPr lvl="1" rtl="0">
              <a:lnSpc>
                <a:spcPct val="115000"/>
              </a:lnSpc>
              <a:spcBef>
                <a:spcPts val="0"/>
              </a:spcBef>
              <a:spcAft>
                <a:spcPts val="0"/>
              </a:spcAft>
              <a:buSzPts val="5600"/>
              <a:buNone/>
              <a:defRPr/>
            </a:lvl2pPr>
            <a:lvl3pPr lvl="2" rtl="0">
              <a:lnSpc>
                <a:spcPct val="115000"/>
              </a:lnSpc>
              <a:spcBef>
                <a:spcPts val="0"/>
              </a:spcBef>
              <a:spcAft>
                <a:spcPts val="0"/>
              </a:spcAft>
              <a:buSzPts val="5600"/>
              <a:buNone/>
              <a:defRPr/>
            </a:lvl3pPr>
            <a:lvl4pPr lvl="3" rtl="0">
              <a:lnSpc>
                <a:spcPct val="115000"/>
              </a:lnSpc>
              <a:spcBef>
                <a:spcPts val="0"/>
              </a:spcBef>
              <a:spcAft>
                <a:spcPts val="0"/>
              </a:spcAft>
              <a:buSzPts val="5600"/>
              <a:buNone/>
              <a:defRPr/>
            </a:lvl4pPr>
            <a:lvl5pPr lvl="4" rtl="0">
              <a:lnSpc>
                <a:spcPct val="115000"/>
              </a:lnSpc>
              <a:spcBef>
                <a:spcPts val="0"/>
              </a:spcBef>
              <a:spcAft>
                <a:spcPts val="0"/>
              </a:spcAft>
              <a:buSzPts val="5600"/>
              <a:buNone/>
              <a:defRPr/>
            </a:lvl5pPr>
            <a:lvl6pPr lvl="5" rtl="0">
              <a:lnSpc>
                <a:spcPct val="115000"/>
              </a:lnSpc>
              <a:spcBef>
                <a:spcPts val="0"/>
              </a:spcBef>
              <a:spcAft>
                <a:spcPts val="0"/>
              </a:spcAft>
              <a:buSzPts val="5600"/>
              <a:buNone/>
              <a:defRPr/>
            </a:lvl6pPr>
            <a:lvl7pPr lvl="6" rtl="0">
              <a:lnSpc>
                <a:spcPct val="115000"/>
              </a:lnSpc>
              <a:spcBef>
                <a:spcPts val="0"/>
              </a:spcBef>
              <a:spcAft>
                <a:spcPts val="0"/>
              </a:spcAft>
              <a:buSzPts val="5600"/>
              <a:buNone/>
              <a:defRPr/>
            </a:lvl7pPr>
            <a:lvl8pPr lvl="7" rtl="0">
              <a:lnSpc>
                <a:spcPct val="115000"/>
              </a:lnSpc>
              <a:spcBef>
                <a:spcPts val="0"/>
              </a:spcBef>
              <a:spcAft>
                <a:spcPts val="0"/>
              </a:spcAft>
              <a:buSzPts val="5600"/>
              <a:buNone/>
              <a:defRPr/>
            </a:lvl8pPr>
            <a:lvl9pPr lvl="8" rtl="0">
              <a:lnSpc>
                <a:spcPct val="115000"/>
              </a:lnSpc>
              <a:spcBef>
                <a:spcPts val="0"/>
              </a:spcBef>
              <a:spcAft>
                <a:spcPts val="0"/>
              </a:spcAft>
              <a:buSzPts val="5600"/>
              <a:buNone/>
              <a:defRPr/>
            </a:lvl9pPr>
          </a:lstStyle>
          <a:p/>
        </p:txBody>
      </p:sp>
      <p:sp>
        <p:nvSpPr>
          <p:cNvPr id="93" name="Google Shape;93;p8"/>
          <p:cNvSpPr txBox="1"/>
          <p:nvPr>
            <p:ph idx="1" type="subTitle"/>
          </p:nvPr>
        </p:nvSpPr>
        <p:spPr>
          <a:xfrm>
            <a:off x="750050" y="1508913"/>
            <a:ext cx="9490200" cy="4206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3200"/>
              <a:buNone/>
              <a:defRPr sz="3200">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94" name="Google Shape;94;p8"/>
          <p:cNvSpPr txBox="1"/>
          <p:nvPr>
            <p:ph idx="3" type="body"/>
          </p:nvPr>
        </p:nvSpPr>
        <p:spPr>
          <a:xfrm>
            <a:off x="738075" y="2328125"/>
            <a:ext cx="9490200" cy="7225800"/>
          </a:xfrm>
          <a:prstGeom prst="rect">
            <a:avLst/>
          </a:prstGeom>
        </p:spPr>
        <p:txBody>
          <a:bodyPr anchorCtr="0" anchor="t" bIns="0" lIns="0" spcFirstLastPara="1" rIns="0" wrap="square" tIns="0">
            <a:spAutoFit/>
          </a:bodyPr>
          <a:lstStyle>
            <a:lvl1pPr indent="-381000" lvl="0" marL="457200" rtl="0">
              <a:lnSpc>
                <a:spcPct val="150000"/>
              </a:lnSpc>
              <a:spcBef>
                <a:spcPts val="0"/>
              </a:spcBef>
              <a:spcAft>
                <a:spcPts val="0"/>
              </a:spcAft>
              <a:buSzPts val="2400"/>
              <a:buChar char="●"/>
              <a:defRPr/>
            </a:lvl1pPr>
            <a:lvl2pPr indent="-381000" lvl="1" marL="914400" rtl="0">
              <a:lnSpc>
                <a:spcPct val="150000"/>
              </a:lnSpc>
              <a:spcBef>
                <a:spcPts val="0"/>
              </a:spcBef>
              <a:spcAft>
                <a:spcPts val="0"/>
              </a:spcAft>
              <a:buSzPts val="2400"/>
              <a:buChar char="○"/>
              <a:defRPr/>
            </a:lvl2pPr>
            <a:lvl3pPr indent="-381000" lvl="2" marL="1371600" rtl="0">
              <a:lnSpc>
                <a:spcPct val="150000"/>
              </a:lnSpc>
              <a:spcBef>
                <a:spcPts val="0"/>
              </a:spcBef>
              <a:spcAft>
                <a:spcPts val="0"/>
              </a:spcAft>
              <a:buSzPts val="2400"/>
              <a:buChar char="■"/>
              <a:defRPr/>
            </a:lvl3pPr>
            <a:lvl4pPr indent="-381000" lvl="3" marL="1828800" rtl="0">
              <a:lnSpc>
                <a:spcPct val="150000"/>
              </a:lnSpc>
              <a:spcBef>
                <a:spcPts val="0"/>
              </a:spcBef>
              <a:spcAft>
                <a:spcPts val="0"/>
              </a:spcAft>
              <a:buSzPts val="2400"/>
              <a:buChar char="●"/>
              <a:defRPr/>
            </a:lvl4pPr>
            <a:lvl5pPr indent="-381000" lvl="4" marL="2286000" rtl="0">
              <a:lnSpc>
                <a:spcPct val="150000"/>
              </a:lnSpc>
              <a:spcBef>
                <a:spcPts val="0"/>
              </a:spcBef>
              <a:spcAft>
                <a:spcPts val="0"/>
              </a:spcAft>
              <a:buSzPts val="2400"/>
              <a:buChar char="○"/>
              <a:defRPr/>
            </a:lvl5pPr>
            <a:lvl6pPr indent="-381000" lvl="5" marL="2743200" rtl="0">
              <a:lnSpc>
                <a:spcPct val="150000"/>
              </a:lnSpc>
              <a:spcBef>
                <a:spcPts val="0"/>
              </a:spcBef>
              <a:spcAft>
                <a:spcPts val="0"/>
              </a:spcAft>
              <a:buSzPts val="2400"/>
              <a:buChar char="■"/>
              <a:defRPr/>
            </a:lvl6pPr>
            <a:lvl7pPr indent="-381000" lvl="6" marL="3200400" rtl="0">
              <a:lnSpc>
                <a:spcPct val="150000"/>
              </a:lnSpc>
              <a:spcBef>
                <a:spcPts val="0"/>
              </a:spcBef>
              <a:spcAft>
                <a:spcPts val="0"/>
              </a:spcAft>
              <a:buSzPts val="2400"/>
              <a:buChar char="●"/>
              <a:defRPr/>
            </a:lvl7pPr>
            <a:lvl8pPr indent="-381000" lvl="7" marL="3657600" rtl="0">
              <a:lnSpc>
                <a:spcPct val="150000"/>
              </a:lnSpc>
              <a:spcBef>
                <a:spcPts val="0"/>
              </a:spcBef>
              <a:spcAft>
                <a:spcPts val="0"/>
              </a:spcAft>
              <a:buSzPts val="2400"/>
              <a:buChar char="○"/>
              <a:defRPr/>
            </a:lvl8pPr>
            <a:lvl9pPr indent="-381000" lvl="8" marL="4114800" rtl="0">
              <a:lnSpc>
                <a:spcPct val="150000"/>
              </a:lnSpc>
              <a:spcBef>
                <a:spcPts val="0"/>
              </a:spcBef>
              <a:spcAft>
                <a:spcPts val="0"/>
              </a:spcAft>
              <a:buSzPts val="2400"/>
              <a:buChar char="■"/>
              <a:defRPr/>
            </a:lvl9pPr>
          </a:lstStyle>
          <a:p/>
        </p:txBody>
      </p:sp>
      <p:grpSp>
        <p:nvGrpSpPr>
          <p:cNvPr id="95" name="Google Shape;95;p8"/>
          <p:cNvGrpSpPr/>
          <p:nvPr/>
        </p:nvGrpSpPr>
        <p:grpSpPr>
          <a:xfrm>
            <a:off x="15787610" y="9816586"/>
            <a:ext cx="1463219" cy="234029"/>
            <a:chOff x="238125" y="2252900"/>
            <a:chExt cx="7144625" cy="1210075"/>
          </a:xfrm>
        </p:grpSpPr>
        <p:sp>
          <p:nvSpPr>
            <p:cNvPr id="96" name="Google Shape;96;p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5" name="Google Shape;105;p8"/>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106" name="Google Shape;106;p8"/>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Key Numbers_3">
  <p:cSld name="CUSTOM_67">
    <p:spTree>
      <p:nvGrpSpPr>
        <p:cNvPr id="107" name="Shape 107"/>
        <p:cNvGrpSpPr/>
        <p:nvPr/>
      </p:nvGrpSpPr>
      <p:grpSpPr>
        <a:xfrm>
          <a:off x="0" y="0"/>
          <a:ext cx="0" cy="0"/>
          <a:chOff x="0" y="0"/>
          <a:chExt cx="0" cy="0"/>
        </a:xfrm>
      </p:grpSpPr>
      <p:sp>
        <p:nvSpPr>
          <p:cNvPr id="108" name="Google Shape;108;p9"/>
          <p:cNvSpPr txBox="1"/>
          <p:nvPr>
            <p:ph idx="1" type="subTitle"/>
          </p:nvPr>
        </p:nvSpPr>
        <p:spPr>
          <a:xfrm>
            <a:off x="5402600" y="4716025"/>
            <a:ext cx="6757800" cy="1075200"/>
          </a:xfrm>
          <a:prstGeom prst="rect">
            <a:avLst/>
          </a:prstGeom>
        </p:spPr>
        <p:txBody>
          <a:bodyPr anchorCtr="0" anchor="t" bIns="0" lIns="0" spcFirstLastPara="1" rIns="0" wrap="square" tIns="0">
            <a:spAutoFit/>
          </a:bodyPr>
          <a:lstStyle>
            <a:lvl1pPr lvl="0" rtl="0" algn="ctr">
              <a:lnSpc>
                <a:spcPct val="100000"/>
              </a:lnSpc>
              <a:spcBef>
                <a:spcPts val="0"/>
              </a:spcBef>
              <a:spcAft>
                <a:spcPts val="0"/>
              </a:spcAft>
              <a:buSzPts val="4600"/>
              <a:buNone/>
              <a:defRPr b="1" sz="4600"/>
            </a:lvl1pPr>
            <a:lvl2pPr lvl="1" rtl="0" algn="ctr">
              <a:lnSpc>
                <a:spcPct val="100000"/>
              </a:lnSpc>
              <a:spcBef>
                <a:spcPts val="0"/>
              </a:spcBef>
              <a:spcAft>
                <a:spcPts val="0"/>
              </a:spcAft>
              <a:buSzPts val="2400"/>
              <a:buNone/>
              <a:defRPr/>
            </a:lvl2pPr>
            <a:lvl3pPr lvl="2" rtl="0" algn="ctr">
              <a:lnSpc>
                <a:spcPct val="100000"/>
              </a:lnSpc>
              <a:spcBef>
                <a:spcPts val="0"/>
              </a:spcBef>
              <a:spcAft>
                <a:spcPts val="0"/>
              </a:spcAft>
              <a:buSzPts val="2400"/>
              <a:buNone/>
              <a:defRPr/>
            </a:lvl3pPr>
            <a:lvl4pPr lvl="3" rtl="0" algn="ctr">
              <a:lnSpc>
                <a:spcPct val="100000"/>
              </a:lnSpc>
              <a:spcBef>
                <a:spcPts val="0"/>
              </a:spcBef>
              <a:spcAft>
                <a:spcPts val="0"/>
              </a:spcAft>
              <a:buSzPts val="2400"/>
              <a:buNone/>
              <a:defRPr/>
            </a:lvl4pPr>
            <a:lvl5pPr lvl="4" rtl="0" algn="ctr">
              <a:lnSpc>
                <a:spcPct val="100000"/>
              </a:lnSpc>
              <a:spcBef>
                <a:spcPts val="0"/>
              </a:spcBef>
              <a:spcAft>
                <a:spcPts val="0"/>
              </a:spcAft>
              <a:buSzPts val="2400"/>
              <a:buNone/>
              <a:defRPr/>
            </a:lvl5pPr>
            <a:lvl6pPr lvl="5" rtl="0" algn="ctr">
              <a:lnSpc>
                <a:spcPct val="100000"/>
              </a:lnSpc>
              <a:spcBef>
                <a:spcPts val="0"/>
              </a:spcBef>
              <a:spcAft>
                <a:spcPts val="0"/>
              </a:spcAft>
              <a:buSzPts val="2400"/>
              <a:buNone/>
              <a:defRPr/>
            </a:lvl6pPr>
            <a:lvl7pPr lvl="6" rtl="0" algn="ctr">
              <a:lnSpc>
                <a:spcPct val="100000"/>
              </a:lnSpc>
              <a:spcBef>
                <a:spcPts val="0"/>
              </a:spcBef>
              <a:spcAft>
                <a:spcPts val="0"/>
              </a:spcAft>
              <a:buSzPts val="2400"/>
              <a:buNone/>
              <a:defRPr/>
            </a:lvl7pPr>
            <a:lvl8pPr lvl="7" rtl="0" algn="ctr">
              <a:lnSpc>
                <a:spcPct val="100000"/>
              </a:lnSpc>
              <a:spcBef>
                <a:spcPts val="0"/>
              </a:spcBef>
              <a:spcAft>
                <a:spcPts val="0"/>
              </a:spcAft>
              <a:buSzPts val="2400"/>
              <a:buNone/>
              <a:defRPr/>
            </a:lvl8pPr>
            <a:lvl9pPr lvl="8" rtl="0" algn="ctr">
              <a:lnSpc>
                <a:spcPct val="100000"/>
              </a:lnSpc>
              <a:spcBef>
                <a:spcPts val="0"/>
              </a:spcBef>
              <a:spcAft>
                <a:spcPts val="0"/>
              </a:spcAft>
              <a:buSzPts val="2400"/>
              <a:buNone/>
              <a:defRPr/>
            </a:lvl9pPr>
          </a:lstStyle>
          <a:p/>
        </p:txBody>
      </p:sp>
      <p:sp>
        <p:nvSpPr>
          <p:cNvPr id="109" name="Google Shape;109;p9"/>
          <p:cNvSpPr txBox="1"/>
          <p:nvPr>
            <p:ph idx="2" type="body"/>
          </p:nvPr>
        </p:nvSpPr>
        <p:spPr>
          <a:xfrm>
            <a:off x="5542025" y="5565400"/>
            <a:ext cx="6478800" cy="3858000"/>
          </a:xfrm>
          <a:prstGeom prst="rect">
            <a:avLst/>
          </a:prstGeom>
        </p:spPr>
        <p:txBody>
          <a:bodyPr anchorCtr="0" anchor="t" bIns="0" lIns="0" spcFirstLastPara="1" rIns="0" wrap="square" tIns="0">
            <a:spAutoFit/>
          </a:bodyPr>
          <a:lstStyle>
            <a:lvl1pPr indent="-381000" lvl="0" marL="457200" rtl="0" algn="ctr">
              <a:lnSpc>
                <a:spcPct val="100000"/>
              </a:lnSpc>
              <a:spcBef>
                <a:spcPts val="0"/>
              </a:spcBef>
              <a:spcAft>
                <a:spcPts val="0"/>
              </a:spcAft>
              <a:buSzPts val="2400"/>
              <a:buChar char="●"/>
              <a:defRPr/>
            </a:lvl1pPr>
            <a:lvl2pPr indent="-381000" lvl="1" marL="914400" rtl="0" algn="ctr">
              <a:lnSpc>
                <a:spcPct val="100000"/>
              </a:lnSpc>
              <a:spcBef>
                <a:spcPts val="0"/>
              </a:spcBef>
              <a:spcAft>
                <a:spcPts val="0"/>
              </a:spcAft>
              <a:buSzPts val="2400"/>
              <a:buChar char="○"/>
              <a:defRPr sz="2400"/>
            </a:lvl2pPr>
            <a:lvl3pPr indent="-381000" lvl="2" marL="1371600" rtl="0" algn="ctr">
              <a:lnSpc>
                <a:spcPct val="100000"/>
              </a:lnSpc>
              <a:spcBef>
                <a:spcPts val="0"/>
              </a:spcBef>
              <a:spcAft>
                <a:spcPts val="0"/>
              </a:spcAft>
              <a:buSzPts val="2400"/>
              <a:buChar char="■"/>
              <a:defRPr sz="2400"/>
            </a:lvl3pPr>
            <a:lvl4pPr indent="-381000" lvl="3" marL="1828800" rtl="0" algn="ctr">
              <a:lnSpc>
                <a:spcPct val="100000"/>
              </a:lnSpc>
              <a:spcBef>
                <a:spcPts val="0"/>
              </a:spcBef>
              <a:spcAft>
                <a:spcPts val="0"/>
              </a:spcAft>
              <a:buSzPts val="2400"/>
              <a:buChar char="●"/>
              <a:defRPr sz="2400"/>
            </a:lvl4pPr>
            <a:lvl5pPr indent="-381000" lvl="4" marL="2286000" rtl="0" algn="ctr">
              <a:lnSpc>
                <a:spcPct val="100000"/>
              </a:lnSpc>
              <a:spcBef>
                <a:spcPts val="0"/>
              </a:spcBef>
              <a:spcAft>
                <a:spcPts val="0"/>
              </a:spcAft>
              <a:buSzPts val="2400"/>
              <a:buChar char="○"/>
              <a:defRPr sz="2400"/>
            </a:lvl5pPr>
            <a:lvl6pPr indent="-381000" lvl="5" marL="2743200" rtl="0" algn="ctr">
              <a:lnSpc>
                <a:spcPct val="100000"/>
              </a:lnSpc>
              <a:spcBef>
                <a:spcPts val="0"/>
              </a:spcBef>
              <a:spcAft>
                <a:spcPts val="0"/>
              </a:spcAft>
              <a:buSzPts val="2400"/>
              <a:buChar char="■"/>
              <a:defRPr sz="2400"/>
            </a:lvl6pPr>
            <a:lvl7pPr indent="-381000" lvl="6" marL="3200400" rtl="0" algn="ctr">
              <a:lnSpc>
                <a:spcPct val="100000"/>
              </a:lnSpc>
              <a:spcBef>
                <a:spcPts val="0"/>
              </a:spcBef>
              <a:spcAft>
                <a:spcPts val="0"/>
              </a:spcAft>
              <a:buSzPts val="2400"/>
              <a:buChar char="●"/>
              <a:defRPr sz="2400"/>
            </a:lvl7pPr>
            <a:lvl8pPr indent="-381000" lvl="7" marL="3657600" rtl="0" algn="ctr">
              <a:lnSpc>
                <a:spcPct val="100000"/>
              </a:lnSpc>
              <a:spcBef>
                <a:spcPts val="0"/>
              </a:spcBef>
              <a:spcAft>
                <a:spcPts val="0"/>
              </a:spcAft>
              <a:buSzPts val="2400"/>
              <a:buChar char="○"/>
              <a:defRPr sz="2400"/>
            </a:lvl8pPr>
            <a:lvl9pPr indent="-381000" lvl="8" marL="4114800" rtl="0" algn="ctr">
              <a:lnSpc>
                <a:spcPct val="100000"/>
              </a:lnSpc>
              <a:spcBef>
                <a:spcPts val="0"/>
              </a:spcBef>
              <a:spcAft>
                <a:spcPts val="0"/>
              </a:spcAft>
              <a:buSzPts val="2400"/>
              <a:buChar char="■"/>
              <a:defRPr sz="2400"/>
            </a:lvl9pPr>
          </a:lstStyle>
          <a:p/>
        </p:txBody>
      </p:sp>
      <p:sp>
        <p:nvSpPr>
          <p:cNvPr id="110" name="Google Shape;110;p9"/>
          <p:cNvSpPr txBox="1"/>
          <p:nvPr>
            <p:ph type="title"/>
          </p:nvPr>
        </p:nvSpPr>
        <p:spPr>
          <a:xfrm>
            <a:off x="4750360" y="3164550"/>
            <a:ext cx="8053800" cy="1720200"/>
          </a:xfrm>
          <a:prstGeom prst="rect">
            <a:avLst/>
          </a:prstGeom>
        </p:spPr>
        <p:txBody>
          <a:bodyPr anchorCtr="0" anchor="t" bIns="0" lIns="0" spcFirstLastPara="1" rIns="0" wrap="square" tIns="0">
            <a:spAutoFit/>
          </a:bodyPr>
          <a:lstStyle>
            <a:lvl1pPr lvl="0" rtl="0" algn="ctr">
              <a:lnSpc>
                <a:spcPct val="100000"/>
              </a:lnSpc>
              <a:spcBef>
                <a:spcPts val="0"/>
              </a:spcBef>
              <a:spcAft>
                <a:spcPts val="0"/>
              </a:spcAft>
              <a:buClr>
                <a:schemeClr val="dk2"/>
              </a:buClr>
              <a:buSzPts val="15000"/>
              <a:buNone/>
              <a:defRPr sz="15000">
                <a:solidFill>
                  <a:schemeClr val="dk2"/>
                </a:solidFill>
              </a:defRPr>
            </a:lvl1pPr>
            <a:lvl2pPr lvl="1" rtl="0">
              <a:lnSpc>
                <a:spcPct val="100000"/>
              </a:lnSpc>
              <a:spcBef>
                <a:spcPts val="0"/>
              </a:spcBef>
              <a:spcAft>
                <a:spcPts val="0"/>
              </a:spcAft>
              <a:buClr>
                <a:schemeClr val="dk2"/>
              </a:buClr>
              <a:buSzPts val="5600"/>
              <a:buNone/>
              <a:defRPr>
                <a:solidFill>
                  <a:schemeClr val="dk2"/>
                </a:solidFill>
              </a:defRPr>
            </a:lvl2pPr>
            <a:lvl3pPr lvl="2" rtl="0">
              <a:lnSpc>
                <a:spcPct val="100000"/>
              </a:lnSpc>
              <a:spcBef>
                <a:spcPts val="0"/>
              </a:spcBef>
              <a:spcAft>
                <a:spcPts val="0"/>
              </a:spcAft>
              <a:buClr>
                <a:schemeClr val="dk2"/>
              </a:buClr>
              <a:buSzPts val="5600"/>
              <a:buNone/>
              <a:defRPr>
                <a:solidFill>
                  <a:schemeClr val="dk2"/>
                </a:solidFill>
              </a:defRPr>
            </a:lvl3pPr>
            <a:lvl4pPr lvl="3" rtl="0">
              <a:lnSpc>
                <a:spcPct val="100000"/>
              </a:lnSpc>
              <a:spcBef>
                <a:spcPts val="0"/>
              </a:spcBef>
              <a:spcAft>
                <a:spcPts val="0"/>
              </a:spcAft>
              <a:buClr>
                <a:schemeClr val="dk2"/>
              </a:buClr>
              <a:buSzPts val="5600"/>
              <a:buNone/>
              <a:defRPr>
                <a:solidFill>
                  <a:schemeClr val="dk2"/>
                </a:solidFill>
              </a:defRPr>
            </a:lvl4pPr>
            <a:lvl5pPr lvl="4" rtl="0">
              <a:lnSpc>
                <a:spcPct val="100000"/>
              </a:lnSpc>
              <a:spcBef>
                <a:spcPts val="0"/>
              </a:spcBef>
              <a:spcAft>
                <a:spcPts val="0"/>
              </a:spcAft>
              <a:buClr>
                <a:schemeClr val="dk2"/>
              </a:buClr>
              <a:buSzPts val="5600"/>
              <a:buNone/>
              <a:defRPr>
                <a:solidFill>
                  <a:schemeClr val="dk2"/>
                </a:solidFill>
              </a:defRPr>
            </a:lvl5pPr>
            <a:lvl6pPr lvl="5" rtl="0">
              <a:lnSpc>
                <a:spcPct val="100000"/>
              </a:lnSpc>
              <a:spcBef>
                <a:spcPts val="0"/>
              </a:spcBef>
              <a:spcAft>
                <a:spcPts val="0"/>
              </a:spcAft>
              <a:buClr>
                <a:schemeClr val="dk2"/>
              </a:buClr>
              <a:buSzPts val="5600"/>
              <a:buNone/>
              <a:defRPr>
                <a:solidFill>
                  <a:schemeClr val="dk2"/>
                </a:solidFill>
              </a:defRPr>
            </a:lvl6pPr>
            <a:lvl7pPr lvl="6" rtl="0">
              <a:lnSpc>
                <a:spcPct val="100000"/>
              </a:lnSpc>
              <a:spcBef>
                <a:spcPts val="0"/>
              </a:spcBef>
              <a:spcAft>
                <a:spcPts val="0"/>
              </a:spcAft>
              <a:buClr>
                <a:schemeClr val="dk2"/>
              </a:buClr>
              <a:buSzPts val="5600"/>
              <a:buNone/>
              <a:defRPr>
                <a:solidFill>
                  <a:schemeClr val="dk2"/>
                </a:solidFill>
              </a:defRPr>
            </a:lvl7pPr>
            <a:lvl8pPr lvl="7" rtl="0">
              <a:lnSpc>
                <a:spcPct val="100000"/>
              </a:lnSpc>
              <a:spcBef>
                <a:spcPts val="0"/>
              </a:spcBef>
              <a:spcAft>
                <a:spcPts val="0"/>
              </a:spcAft>
              <a:buClr>
                <a:schemeClr val="dk2"/>
              </a:buClr>
              <a:buSzPts val="5600"/>
              <a:buNone/>
              <a:defRPr>
                <a:solidFill>
                  <a:schemeClr val="dk2"/>
                </a:solidFill>
              </a:defRPr>
            </a:lvl8pPr>
            <a:lvl9pPr lvl="8" rtl="0">
              <a:lnSpc>
                <a:spcPct val="100000"/>
              </a:lnSpc>
              <a:spcBef>
                <a:spcPts val="0"/>
              </a:spcBef>
              <a:spcAft>
                <a:spcPts val="0"/>
              </a:spcAft>
              <a:buClr>
                <a:schemeClr val="dk2"/>
              </a:buClr>
              <a:buSzPts val="5600"/>
              <a:buNone/>
              <a:defRPr>
                <a:solidFill>
                  <a:schemeClr val="dk2"/>
                </a:solidFill>
              </a:defRPr>
            </a:lvl9pPr>
          </a:lstStyle>
          <a:p/>
        </p:txBody>
      </p:sp>
      <p:grpSp>
        <p:nvGrpSpPr>
          <p:cNvPr id="111" name="Google Shape;111;p9"/>
          <p:cNvGrpSpPr/>
          <p:nvPr/>
        </p:nvGrpSpPr>
        <p:grpSpPr>
          <a:xfrm>
            <a:off x="15787610" y="9816586"/>
            <a:ext cx="1463219" cy="234029"/>
            <a:chOff x="238125" y="2252900"/>
            <a:chExt cx="7144625" cy="1210075"/>
          </a:xfrm>
        </p:grpSpPr>
        <p:sp>
          <p:nvSpPr>
            <p:cNvPr id="112" name="Google Shape;112;p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1" name="Google Shape;121;p9"/>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122" name="Google Shape;122;p9"/>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p:cSld name="CUSTOM_60">
    <p:spTree>
      <p:nvGrpSpPr>
        <p:cNvPr id="123" name="Shape 12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1">
  <p:cSld name="CUSTOM_27_2_1_1">
    <p:spTree>
      <p:nvGrpSpPr>
        <p:cNvPr id="124" name="Shape 124"/>
        <p:cNvGrpSpPr/>
        <p:nvPr/>
      </p:nvGrpSpPr>
      <p:grpSpPr>
        <a:xfrm>
          <a:off x="0" y="0"/>
          <a:ext cx="0" cy="0"/>
          <a:chOff x="0" y="0"/>
          <a:chExt cx="0" cy="0"/>
        </a:xfrm>
      </p:grpSpPr>
      <p:sp>
        <p:nvSpPr>
          <p:cNvPr id="125" name="Google Shape;125;p11"/>
          <p:cNvSpPr txBox="1"/>
          <p:nvPr>
            <p:ph type="title"/>
          </p:nvPr>
        </p:nvSpPr>
        <p:spPr>
          <a:xfrm>
            <a:off x="733800" y="731400"/>
            <a:ext cx="16820400" cy="14457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4600"/>
              <a:buNone/>
              <a:defRPr/>
            </a:lvl1pPr>
            <a:lvl2pPr lvl="1" rtl="0">
              <a:lnSpc>
                <a:spcPct val="115000"/>
              </a:lnSpc>
              <a:spcBef>
                <a:spcPts val="0"/>
              </a:spcBef>
              <a:spcAft>
                <a:spcPts val="0"/>
              </a:spcAft>
              <a:buSzPts val="5600"/>
              <a:buNone/>
              <a:defRPr/>
            </a:lvl2pPr>
            <a:lvl3pPr lvl="2" rtl="0">
              <a:lnSpc>
                <a:spcPct val="115000"/>
              </a:lnSpc>
              <a:spcBef>
                <a:spcPts val="0"/>
              </a:spcBef>
              <a:spcAft>
                <a:spcPts val="0"/>
              </a:spcAft>
              <a:buSzPts val="5600"/>
              <a:buNone/>
              <a:defRPr/>
            </a:lvl3pPr>
            <a:lvl4pPr lvl="3" rtl="0">
              <a:lnSpc>
                <a:spcPct val="115000"/>
              </a:lnSpc>
              <a:spcBef>
                <a:spcPts val="0"/>
              </a:spcBef>
              <a:spcAft>
                <a:spcPts val="0"/>
              </a:spcAft>
              <a:buSzPts val="5600"/>
              <a:buNone/>
              <a:defRPr/>
            </a:lvl4pPr>
            <a:lvl5pPr lvl="4" rtl="0">
              <a:lnSpc>
                <a:spcPct val="115000"/>
              </a:lnSpc>
              <a:spcBef>
                <a:spcPts val="0"/>
              </a:spcBef>
              <a:spcAft>
                <a:spcPts val="0"/>
              </a:spcAft>
              <a:buSzPts val="5600"/>
              <a:buNone/>
              <a:defRPr/>
            </a:lvl5pPr>
            <a:lvl6pPr lvl="5" rtl="0">
              <a:lnSpc>
                <a:spcPct val="115000"/>
              </a:lnSpc>
              <a:spcBef>
                <a:spcPts val="0"/>
              </a:spcBef>
              <a:spcAft>
                <a:spcPts val="0"/>
              </a:spcAft>
              <a:buSzPts val="5600"/>
              <a:buNone/>
              <a:defRPr/>
            </a:lvl6pPr>
            <a:lvl7pPr lvl="6" rtl="0">
              <a:lnSpc>
                <a:spcPct val="115000"/>
              </a:lnSpc>
              <a:spcBef>
                <a:spcPts val="0"/>
              </a:spcBef>
              <a:spcAft>
                <a:spcPts val="0"/>
              </a:spcAft>
              <a:buSzPts val="5600"/>
              <a:buNone/>
              <a:defRPr/>
            </a:lvl7pPr>
            <a:lvl8pPr lvl="7" rtl="0">
              <a:lnSpc>
                <a:spcPct val="115000"/>
              </a:lnSpc>
              <a:spcBef>
                <a:spcPts val="0"/>
              </a:spcBef>
              <a:spcAft>
                <a:spcPts val="0"/>
              </a:spcAft>
              <a:buSzPts val="5600"/>
              <a:buNone/>
              <a:defRPr/>
            </a:lvl8pPr>
            <a:lvl9pPr lvl="8" rtl="0">
              <a:lnSpc>
                <a:spcPct val="115000"/>
              </a:lnSpc>
              <a:spcBef>
                <a:spcPts val="0"/>
              </a:spcBef>
              <a:spcAft>
                <a:spcPts val="0"/>
              </a:spcAft>
              <a:buSzPts val="5600"/>
              <a:buNone/>
              <a:defRPr/>
            </a:lvl9pPr>
          </a:lstStyle>
          <a:p/>
        </p:txBody>
      </p:sp>
      <p:sp>
        <p:nvSpPr>
          <p:cNvPr id="126" name="Google Shape;126;p11"/>
          <p:cNvSpPr txBox="1"/>
          <p:nvPr>
            <p:ph idx="1" type="subTitle"/>
          </p:nvPr>
        </p:nvSpPr>
        <p:spPr>
          <a:xfrm>
            <a:off x="746925" y="1851849"/>
            <a:ext cx="16820400" cy="12153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3200"/>
              <a:buNone/>
              <a:defRPr sz="3200"/>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27" name="Google Shape;127;p11"/>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 name="Google Shape;128;p11"/>
          <p:cNvGrpSpPr/>
          <p:nvPr/>
        </p:nvGrpSpPr>
        <p:grpSpPr>
          <a:xfrm>
            <a:off x="15787610" y="9816586"/>
            <a:ext cx="1463219" cy="234029"/>
            <a:chOff x="238125" y="2252900"/>
            <a:chExt cx="7144625" cy="1210075"/>
          </a:xfrm>
        </p:grpSpPr>
        <p:sp>
          <p:nvSpPr>
            <p:cNvPr id="129" name="Google Shape;129;p1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8" name="Google Shape;138;p11"/>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139" name="Google Shape;139;p11"/>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Chapter Title_2 1">
  <p:cSld name="CUSTOM_49_1_3">
    <p:bg>
      <p:bgPr>
        <a:solidFill>
          <a:schemeClr val="dk1"/>
        </a:solidFill>
      </p:bgPr>
    </p:bg>
    <p:spTree>
      <p:nvGrpSpPr>
        <p:cNvPr id="140" name="Shape 140"/>
        <p:cNvGrpSpPr/>
        <p:nvPr/>
      </p:nvGrpSpPr>
      <p:grpSpPr>
        <a:xfrm>
          <a:off x="0" y="0"/>
          <a:ext cx="0" cy="0"/>
          <a:chOff x="0" y="0"/>
          <a:chExt cx="0" cy="0"/>
        </a:xfrm>
      </p:grpSpPr>
      <p:sp>
        <p:nvSpPr>
          <p:cNvPr id="141" name="Google Shape;141;p12"/>
          <p:cNvSpPr txBox="1"/>
          <p:nvPr>
            <p:ph type="title"/>
          </p:nvPr>
        </p:nvSpPr>
        <p:spPr>
          <a:xfrm>
            <a:off x="3976100" y="4288350"/>
            <a:ext cx="8817000" cy="1710300"/>
          </a:xfrm>
          <a:prstGeom prst="rect">
            <a:avLst/>
          </a:prstGeom>
        </p:spPr>
        <p:txBody>
          <a:bodyPr anchorCtr="0" anchor="ctr" bIns="0" lIns="0" spcFirstLastPara="1" rIns="0" wrap="square" tIns="0">
            <a:spAutoFit/>
          </a:bodyPr>
          <a:lstStyle>
            <a:lvl1pPr lvl="0" rtl="0">
              <a:lnSpc>
                <a:spcPct val="115000"/>
              </a:lnSpc>
              <a:spcBef>
                <a:spcPts val="0"/>
              </a:spcBef>
              <a:spcAft>
                <a:spcPts val="0"/>
              </a:spcAft>
              <a:buClr>
                <a:schemeClr val="lt1"/>
              </a:buClr>
              <a:buSzPts val="4600"/>
              <a:buNone/>
              <a:defRPr>
                <a:solidFill>
                  <a:schemeClr val="lt1"/>
                </a:solidFill>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42" name="Google Shape;142;p12"/>
          <p:cNvSpPr txBox="1"/>
          <p:nvPr>
            <p:ph idx="1" type="subTitle"/>
          </p:nvPr>
        </p:nvSpPr>
        <p:spPr>
          <a:xfrm>
            <a:off x="4000500" y="7573750"/>
            <a:ext cx="7957500" cy="4404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accent1"/>
              </a:buClr>
              <a:buSzPts val="3200"/>
              <a:buFont typeface="Libre Franklin Light"/>
              <a:buNone/>
              <a:defRPr sz="3200">
                <a:solidFill>
                  <a:schemeClr val="accent1"/>
                </a:solidFill>
                <a:latin typeface="Libre Franklin Light"/>
                <a:ea typeface="Libre Franklin Light"/>
                <a:cs typeface="Libre Franklin Light"/>
                <a:sym typeface="Libre Franklin Light"/>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grpSp>
        <p:nvGrpSpPr>
          <p:cNvPr id="143" name="Google Shape;143;p12"/>
          <p:cNvGrpSpPr/>
          <p:nvPr/>
        </p:nvGrpSpPr>
        <p:grpSpPr>
          <a:xfrm>
            <a:off x="733417" y="733290"/>
            <a:ext cx="3838807" cy="642792"/>
            <a:chOff x="238125" y="2252900"/>
            <a:chExt cx="7144625" cy="1210075"/>
          </a:xfrm>
        </p:grpSpPr>
        <p:sp>
          <p:nvSpPr>
            <p:cNvPr id="144" name="Google Shape;144;p1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12"/>
          <p:cNvGrpSpPr/>
          <p:nvPr/>
        </p:nvGrpSpPr>
        <p:grpSpPr>
          <a:xfrm>
            <a:off x="-81927" y="6571375"/>
            <a:ext cx="12783213" cy="183000"/>
            <a:chOff x="43825" y="6571370"/>
            <a:chExt cx="12657900" cy="183000"/>
          </a:xfrm>
        </p:grpSpPr>
        <p:cxnSp>
          <p:nvCxnSpPr>
            <p:cNvPr id="154" name="Google Shape;154;p12"/>
            <p:cNvCxnSpPr/>
            <p:nvPr/>
          </p:nvCxnSpPr>
          <p:spPr>
            <a:xfrm>
              <a:off x="43825" y="6575500"/>
              <a:ext cx="12657900" cy="0"/>
            </a:xfrm>
            <a:prstGeom prst="straightConnector1">
              <a:avLst/>
            </a:prstGeom>
            <a:noFill/>
            <a:ln cap="flat" cmpd="sng" w="9525">
              <a:solidFill>
                <a:schemeClr val="accent1"/>
              </a:solidFill>
              <a:prstDash val="solid"/>
              <a:round/>
              <a:headEnd len="med" w="med" type="none"/>
              <a:tailEnd len="med" w="med" type="none"/>
            </a:ln>
          </p:spPr>
        </p:cxnSp>
        <p:sp>
          <p:nvSpPr>
            <p:cNvPr id="155" name="Google Shape;155;p12"/>
            <p:cNvSpPr/>
            <p:nvPr/>
          </p:nvSpPr>
          <p:spPr>
            <a:xfrm>
              <a:off x="12518725" y="6571370"/>
              <a:ext cx="183000" cy="18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12"/>
          <p:cNvSpPr txBox="1"/>
          <p:nvPr>
            <p:ph idx="2" type="title"/>
          </p:nvPr>
        </p:nvSpPr>
        <p:spPr>
          <a:xfrm>
            <a:off x="696300" y="4229100"/>
            <a:ext cx="3891000" cy="1828800"/>
          </a:xfrm>
          <a:prstGeom prst="rect">
            <a:avLst/>
          </a:prstGeom>
        </p:spPr>
        <p:txBody>
          <a:bodyPr anchorCtr="0" anchor="ctr" bIns="0" lIns="0" spcFirstLastPara="1" rIns="0" wrap="square" tIns="0">
            <a:noAutofit/>
          </a:bodyPr>
          <a:lstStyle>
            <a:lvl1pPr lvl="0" rtl="0">
              <a:spcBef>
                <a:spcPts val="0"/>
              </a:spcBef>
              <a:spcAft>
                <a:spcPts val="0"/>
              </a:spcAft>
              <a:buClr>
                <a:srgbClr val="3A495D"/>
              </a:buClr>
              <a:buSzPts val="15000"/>
              <a:buFont typeface="Libre Franklin ExtraBold"/>
              <a:buNone/>
              <a:defRPr b="0" sz="15000">
                <a:solidFill>
                  <a:srgbClr val="3A495D"/>
                </a:solidFill>
                <a:latin typeface="Libre Franklin ExtraBold"/>
                <a:ea typeface="Libre Franklin ExtraBold"/>
                <a:cs typeface="Libre Franklin ExtraBold"/>
                <a:sym typeface="Libre Franklin ExtraBold"/>
              </a:defRPr>
            </a:lvl1pPr>
            <a:lvl2pPr lvl="1" rtl="0">
              <a:spcBef>
                <a:spcPts val="0"/>
              </a:spcBef>
              <a:spcAft>
                <a:spcPts val="0"/>
              </a:spcAft>
              <a:buClr>
                <a:srgbClr val="3A495D"/>
              </a:buClr>
              <a:buSzPts val="5600"/>
              <a:buNone/>
              <a:defRPr>
                <a:solidFill>
                  <a:srgbClr val="3A495D"/>
                </a:solidFill>
              </a:defRPr>
            </a:lvl2pPr>
            <a:lvl3pPr lvl="2" rtl="0">
              <a:spcBef>
                <a:spcPts val="0"/>
              </a:spcBef>
              <a:spcAft>
                <a:spcPts val="0"/>
              </a:spcAft>
              <a:buClr>
                <a:srgbClr val="3A495D"/>
              </a:buClr>
              <a:buSzPts val="5600"/>
              <a:buNone/>
              <a:defRPr>
                <a:solidFill>
                  <a:srgbClr val="3A495D"/>
                </a:solidFill>
              </a:defRPr>
            </a:lvl3pPr>
            <a:lvl4pPr lvl="3" rtl="0">
              <a:spcBef>
                <a:spcPts val="0"/>
              </a:spcBef>
              <a:spcAft>
                <a:spcPts val="0"/>
              </a:spcAft>
              <a:buClr>
                <a:srgbClr val="3A495D"/>
              </a:buClr>
              <a:buSzPts val="5600"/>
              <a:buNone/>
              <a:defRPr>
                <a:solidFill>
                  <a:srgbClr val="3A495D"/>
                </a:solidFill>
              </a:defRPr>
            </a:lvl4pPr>
            <a:lvl5pPr lvl="4" rtl="0">
              <a:spcBef>
                <a:spcPts val="0"/>
              </a:spcBef>
              <a:spcAft>
                <a:spcPts val="0"/>
              </a:spcAft>
              <a:buClr>
                <a:srgbClr val="3A495D"/>
              </a:buClr>
              <a:buSzPts val="5600"/>
              <a:buNone/>
              <a:defRPr>
                <a:solidFill>
                  <a:srgbClr val="3A495D"/>
                </a:solidFill>
              </a:defRPr>
            </a:lvl5pPr>
            <a:lvl6pPr lvl="5" rtl="0">
              <a:spcBef>
                <a:spcPts val="0"/>
              </a:spcBef>
              <a:spcAft>
                <a:spcPts val="0"/>
              </a:spcAft>
              <a:buClr>
                <a:srgbClr val="3A495D"/>
              </a:buClr>
              <a:buSzPts val="5600"/>
              <a:buNone/>
              <a:defRPr>
                <a:solidFill>
                  <a:srgbClr val="3A495D"/>
                </a:solidFill>
              </a:defRPr>
            </a:lvl6pPr>
            <a:lvl7pPr lvl="6" rtl="0">
              <a:spcBef>
                <a:spcPts val="0"/>
              </a:spcBef>
              <a:spcAft>
                <a:spcPts val="0"/>
              </a:spcAft>
              <a:buClr>
                <a:srgbClr val="3A495D"/>
              </a:buClr>
              <a:buSzPts val="5600"/>
              <a:buNone/>
              <a:defRPr>
                <a:solidFill>
                  <a:srgbClr val="3A495D"/>
                </a:solidFill>
              </a:defRPr>
            </a:lvl7pPr>
            <a:lvl8pPr lvl="7" rtl="0">
              <a:spcBef>
                <a:spcPts val="0"/>
              </a:spcBef>
              <a:spcAft>
                <a:spcPts val="0"/>
              </a:spcAft>
              <a:buClr>
                <a:srgbClr val="3A495D"/>
              </a:buClr>
              <a:buSzPts val="5600"/>
              <a:buNone/>
              <a:defRPr>
                <a:solidFill>
                  <a:srgbClr val="3A495D"/>
                </a:solidFill>
              </a:defRPr>
            </a:lvl8pPr>
            <a:lvl9pPr lvl="8" rtl="0">
              <a:spcBef>
                <a:spcPts val="0"/>
              </a:spcBef>
              <a:spcAft>
                <a:spcPts val="0"/>
              </a:spcAft>
              <a:buClr>
                <a:srgbClr val="3A495D"/>
              </a:buClr>
              <a:buSzPts val="5600"/>
              <a:buNone/>
              <a:defRPr>
                <a:solidFill>
                  <a:srgbClr val="3A495D"/>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1 1">
  <p:cSld name="CUSTOM_27_21">
    <p:spTree>
      <p:nvGrpSpPr>
        <p:cNvPr id="157" name="Shape 157"/>
        <p:cNvGrpSpPr/>
        <p:nvPr/>
      </p:nvGrpSpPr>
      <p:grpSpPr>
        <a:xfrm>
          <a:off x="0" y="0"/>
          <a:ext cx="0" cy="0"/>
          <a:chOff x="0" y="0"/>
          <a:chExt cx="0" cy="0"/>
        </a:xfrm>
      </p:grpSpPr>
      <p:sp>
        <p:nvSpPr>
          <p:cNvPr id="158" name="Google Shape;158;p13"/>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4600"/>
              <a:buNone/>
              <a:defRPr/>
            </a:lvl1pPr>
            <a:lvl2pPr lvl="1" rtl="0">
              <a:lnSpc>
                <a:spcPct val="115000"/>
              </a:lnSpc>
              <a:spcBef>
                <a:spcPts val="0"/>
              </a:spcBef>
              <a:spcAft>
                <a:spcPts val="0"/>
              </a:spcAft>
              <a:buSzPts val="5600"/>
              <a:buNone/>
              <a:defRPr/>
            </a:lvl2pPr>
            <a:lvl3pPr lvl="2" rtl="0">
              <a:lnSpc>
                <a:spcPct val="115000"/>
              </a:lnSpc>
              <a:spcBef>
                <a:spcPts val="0"/>
              </a:spcBef>
              <a:spcAft>
                <a:spcPts val="0"/>
              </a:spcAft>
              <a:buSzPts val="5600"/>
              <a:buNone/>
              <a:defRPr/>
            </a:lvl3pPr>
            <a:lvl4pPr lvl="3" rtl="0">
              <a:lnSpc>
                <a:spcPct val="115000"/>
              </a:lnSpc>
              <a:spcBef>
                <a:spcPts val="0"/>
              </a:spcBef>
              <a:spcAft>
                <a:spcPts val="0"/>
              </a:spcAft>
              <a:buSzPts val="5600"/>
              <a:buNone/>
              <a:defRPr/>
            </a:lvl4pPr>
            <a:lvl5pPr lvl="4" rtl="0">
              <a:lnSpc>
                <a:spcPct val="115000"/>
              </a:lnSpc>
              <a:spcBef>
                <a:spcPts val="0"/>
              </a:spcBef>
              <a:spcAft>
                <a:spcPts val="0"/>
              </a:spcAft>
              <a:buSzPts val="5600"/>
              <a:buNone/>
              <a:defRPr/>
            </a:lvl5pPr>
            <a:lvl6pPr lvl="5" rtl="0">
              <a:lnSpc>
                <a:spcPct val="115000"/>
              </a:lnSpc>
              <a:spcBef>
                <a:spcPts val="0"/>
              </a:spcBef>
              <a:spcAft>
                <a:spcPts val="0"/>
              </a:spcAft>
              <a:buSzPts val="5600"/>
              <a:buNone/>
              <a:defRPr/>
            </a:lvl6pPr>
            <a:lvl7pPr lvl="6" rtl="0">
              <a:lnSpc>
                <a:spcPct val="115000"/>
              </a:lnSpc>
              <a:spcBef>
                <a:spcPts val="0"/>
              </a:spcBef>
              <a:spcAft>
                <a:spcPts val="0"/>
              </a:spcAft>
              <a:buSzPts val="5600"/>
              <a:buNone/>
              <a:defRPr/>
            </a:lvl7pPr>
            <a:lvl8pPr lvl="7" rtl="0">
              <a:lnSpc>
                <a:spcPct val="115000"/>
              </a:lnSpc>
              <a:spcBef>
                <a:spcPts val="0"/>
              </a:spcBef>
              <a:spcAft>
                <a:spcPts val="0"/>
              </a:spcAft>
              <a:buSzPts val="5600"/>
              <a:buNone/>
              <a:defRPr/>
            </a:lvl8pPr>
            <a:lvl9pPr lvl="8" rtl="0">
              <a:lnSpc>
                <a:spcPct val="115000"/>
              </a:lnSpc>
              <a:spcBef>
                <a:spcPts val="0"/>
              </a:spcBef>
              <a:spcAft>
                <a:spcPts val="0"/>
              </a:spcAft>
              <a:buSzPts val="5600"/>
              <a:buNone/>
              <a:defRPr/>
            </a:lvl9pPr>
          </a:lstStyle>
          <a:p/>
        </p:txBody>
      </p:sp>
      <p:sp>
        <p:nvSpPr>
          <p:cNvPr id="159" name="Google Shape;159;p13"/>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3200"/>
              <a:buNone/>
              <a:defRPr sz="3200">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60" name="Google Shape;160;p13"/>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61" name="Google Shape;161;p13"/>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rtl="0">
              <a:spcBef>
                <a:spcPts val="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grpSp>
        <p:nvGrpSpPr>
          <p:cNvPr id="162" name="Google Shape;162;p13"/>
          <p:cNvGrpSpPr/>
          <p:nvPr/>
        </p:nvGrpSpPr>
        <p:grpSpPr>
          <a:xfrm>
            <a:off x="15787610" y="9816586"/>
            <a:ext cx="1463219" cy="234029"/>
            <a:chOff x="238125" y="2252900"/>
            <a:chExt cx="7144625" cy="1210075"/>
          </a:xfrm>
        </p:grpSpPr>
        <p:sp>
          <p:nvSpPr>
            <p:cNvPr id="163" name="Google Shape;163;p1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2" name="Google Shape;172;p13"/>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173" name="Google Shape;173;p13"/>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Split Slide Title &amp; Visual 1">
  <p:cSld name="CUSTOM_46_2">
    <p:spTree>
      <p:nvGrpSpPr>
        <p:cNvPr id="174" name="Shape 174"/>
        <p:cNvGrpSpPr/>
        <p:nvPr/>
      </p:nvGrpSpPr>
      <p:grpSpPr>
        <a:xfrm>
          <a:off x="0" y="0"/>
          <a:ext cx="0" cy="0"/>
          <a:chOff x="0" y="0"/>
          <a:chExt cx="0" cy="0"/>
        </a:xfrm>
      </p:grpSpPr>
      <p:sp>
        <p:nvSpPr>
          <p:cNvPr id="175" name="Google Shape;175;p14"/>
          <p:cNvSpPr txBox="1"/>
          <p:nvPr>
            <p:ph type="title"/>
          </p:nvPr>
        </p:nvSpPr>
        <p:spPr>
          <a:xfrm>
            <a:off x="733800" y="4420650"/>
            <a:ext cx="6474900" cy="14457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4600"/>
              <a:buNone/>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76" name="Google Shape;176;p14"/>
          <p:cNvSpPr txBox="1"/>
          <p:nvPr>
            <p:ph idx="1" type="subTitle"/>
          </p:nvPr>
        </p:nvSpPr>
        <p:spPr>
          <a:xfrm>
            <a:off x="743750" y="5385850"/>
            <a:ext cx="6465000" cy="311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sz="2400">
                <a:solidFill>
                  <a:schemeClr val="dk2"/>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77" name="Google Shape;177;p14"/>
          <p:cNvSpPr/>
          <p:nvPr/>
        </p:nvSpPr>
        <p:spPr>
          <a:xfrm>
            <a:off x="0" y="465827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ph idx="2" type="pic"/>
          </p:nvPr>
        </p:nvSpPr>
        <p:spPr>
          <a:xfrm>
            <a:off x="8047800" y="0"/>
            <a:ext cx="10240200" cy="102870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1 1">
  <p:cSld name="CUSTOM_27_2_6">
    <p:spTree>
      <p:nvGrpSpPr>
        <p:cNvPr id="179" name="Shape 179"/>
        <p:cNvGrpSpPr/>
        <p:nvPr/>
      </p:nvGrpSpPr>
      <p:grpSpPr>
        <a:xfrm>
          <a:off x="0" y="0"/>
          <a:ext cx="0" cy="0"/>
          <a:chOff x="0" y="0"/>
          <a:chExt cx="0" cy="0"/>
        </a:xfrm>
      </p:grpSpPr>
      <p:sp>
        <p:nvSpPr>
          <p:cNvPr id="180" name="Google Shape;180;p15"/>
          <p:cNvSpPr txBox="1"/>
          <p:nvPr>
            <p:ph type="title"/>
          </p:nvPr>
        </p:nvSpPr>
        <p:spPr>
          <a:xfrm>
            <a:off x="733800" y="731400"/>
            <a:ext cx="16820700" cy="7599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181" name="Google Shape;181;p15"/>
          <p:cNvSpPr txBox="1"/>
          <p:nvPr>
            <p:ph idx="1" type="subTitle"/>
          </p:nvPr>
        </p:nvSpPr>
        <p:spPr>
          <a:xfrm>
            <a:off x="746925" y="1586850"/>
            <a:ext cx="16820700" cy="9663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
        <p:nvSpPr>
          <p:cNvPr id="182" name="Google Shape;182;p15"/>
          <p:cNvSpPr/>
          <p:nvPr/>
        </p:nvSpPr>
        <p:spPr>
          <a:xfrm>
            <a:off x="0" y="969025"/>
            <a:ext cx="214200" cy="214200"/>
          </a:xfrm>
          <a:prstGeom prst="rect">
            <a:avLst/>
          </a:prstGeom>
          <a:solidFill>
            <a:srgbClr val="3366FF"/>
          </a:solidFill>
          <a:ln>
            <a:noFill/>
          </a:ln>
        </p:spPr>
        <p:txBody>
          <a:bodyPr anchorCtr="0" anchor="ctr" bIns="91475" lIns="91475" spcFirstLastPara="1" rIns="91475" wrap="square" tIns="91475">
            <a:noAutofit/>
          </a:bodyPr>
          <a:lstStyle/>
          <a:p>
            <a:pPr indent="0" lvl="0" marL="0" rtl="0" algn="l">
              <a:spcBef>
                <a:spcPts val="0"/>
              </a:spcBef>
              <a:spcAft>
                <a:spcPts val="0"/>
              </a:spcAft>
              <a:buNone/>
            </a:pPr>
            <a:r>
              <a:t/>
            </a:r>
            <a:endParaRPr/>
          </a:p>
        </p:txBody>
      </p:sp>
      <p:sp>
        <p:nvSpPr>
          <p:cNvPr id="183" name="Google Shape;183;p15"/>
          <p:cNvSpPr txBox="1"/>
          <p:nvPr>
            <p:ph idx="2" type="body"/>
          </p:nvPr>
        </p:nvSpPr>
        <p:spPr>
          <a:xfrm>
            <a:off x="762000" y="2552550"/>
            <a:ext cx="16820700" cy="70017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184" name="Google Shape;184;p15"/>
          <p:cNvGrpSpPr/>
          <p:nvPr/>
        </p:nvGrpSpPr>
        <p:grpSpPr>
          <a:xfrm>
            <a:off x="15787610" y="9816586"/>
            <a:ext cx="1463219" cy="234029"/>
            <a:chOff x="238125" y="2252900"/>
            <a:chExt cx="7144625" cy="1210075"/>
          </a:xfrm>
        </p:grpSpPr>
        <p:sp>
          <p:nvSpPr>
            <p:cNvPr id="185" name="Google Shape;185;p1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4" name="Google Shape;194;p15"/>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195" name="Google Shape;195;p15"/>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20">
  <p:cSld name="CUSTOM_27_29">
    <p:spTree>
      <p:nvGrpSpPr>
        <p:cNvPr id="196" name="Shape 196"/>
        <p:cNvGrpSpPr/>
        <p:nvPr/>
      </p:nvGrpSpPr>
      <p:grpSpPr>
        <a:xfrm>
          <a:off x="0" y="0"/>
          <a:ext cx="0" cy="0"/>
          <a:chOff x="0" y="0"/>
          <a:chExt cx="0" cy="0"/>
        </a:xfrm>
      </p:grpSpPr>
      <p:sp>
        <p:nvSpPr>
          <p:cNvPr id="197" name="Google Shape;197;p16"/>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198" name="Google Shape;198;p16"/>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99" name="Google Shape;199;p16"/>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200" name="Google Shape;200;p16"/>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201" name="Google Shape;201;p16"/>
          <p:cNvGrpSpPr/>
          <p:nvPr/>
        </p:nvGrpSpPr>
        <p:grpSpPr>
          <a:xfrm>
            <a:off x="15787610" y="9816586"/>
            <a:ext cx="1463219" cy="234029"/>
            <a:chOff x="238125" y="2252900"/>
            <a:chExt cx="7144625" cy="1210075"/>
          </a:xfrm>
        </p:grpSpPr>
        <p:sp>
          <p:nvSpPr>
            <p:cNvPr id="202" name="Google Shape;202;p1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1" name="Google Shape;211;p16"/>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12" name="Google Shape;212;p1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29">
  <p:cSld name="CUSTOM_27_39">
    <p:spTree>
      <p:nvGrpSpPr>
        <p:cNvPr id="213" name="Shape 213"/>
        <p:cNvGrpSpPr/>
        <p:nvPr/>
      </p:nvGrpSpPr>
      <p:grpSpPr>
        <a:xfrm>
          <a:off x="0" y="0"/>
          <a:ext cx="0" cy="0"/>
          <a:chOff x="0" y="0"/>
          <a:chExt cx="0" cy="0"/>
        </a:xfrm>
      </p:grpSpPr>
      <p:sp>
        <p:nvSpPr>
          <p:cNvPr id="214" name="Google Shape;214;p17"/>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215" name="Google Shape;215;p17"/>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216" name="Google Shape;216;p17"/>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217" name="Google Shape;217;p17"/>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218" name="Google Shape;218;p17"/>
          <p:cNvGrpSpPr/>
          <p:nvPr/>
        </p:nvGrpSpPr>
        <p:grpSpPr>
          <a:xfrm>
            <a:off x="15787610" y="9816586"/>
            <a:ext cx="1463219" cy="234029"/>
            <a:chOff x="238125" y="2252900"/>
            <a:chExt cx="7144625" cy="1210075"/>
          </a:xfrm>
        </p:grpSpPr>
        <p:sp>
          <p:nvSpPr>
            <p:cNvPr id="219" name="Google Shape;219;p1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8" name="Google Shape;228;p17"/>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29" name="Google Shape;229;p17"/>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3 1 1">
  <p:cSld name="CUSTOM_27_2_2_2_4">
    <p:spTree>
      <p:nvGrpSpPr>
        <p:cNvPr id="230" name="Shape 230"/>
        <p:cNvGrpSpPr/>
        <p:nvPr/>
      </p:nvGrpSpPr>
      <p:grpSpPr>
        <a:xfrm>
          <a:off x="0" y="0"/>
          <a:ext cx="0" cy="0"/>
          <a:chOff x="0" y="0"/>
          <a:chExt cx="0" cy="0"/>
        </a:xfrm>
      </p:grpSpPr>
      <p:sp>
        <p:nvSpPr>
          <p:cNvPr id="231" name="Google Shape;231;p18"/>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6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232" name="Google Shape;232;p18"/>
          <p:cNvSpPr txBox="1"/>
          <p:nvPr>
            <p:ph idx="1" type="subTitle"/>
          </p:nvPr>
        </p:nvSpPr>
        <p:spPr>
          <a:xfrm>
            <a:off x="746925" y="1586850"/>
            <a:ext cx="16820400" cy="966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233" name="Google Shape;233;p18"/>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8"/>
          <p:cNvSpPr txBox="1"/>
          <p:nvPr>
            <p:ph idx="2" type="body"/>
          </p:nvPr>
        </p:nvSpPr>
        <p:spPr>
          <a:xfrm>
            <a:off x="762000" y="2552550"/>
            <a:ext cx="16820400" cy="70014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235" name="Google Shape;235;p18"/>
          <p:cNvGrpSpPr/>
          <p:nvPr/>
        </p:nvGrpSpPr>
        <p:grpSpPr>
          <a:xfrm>
            <a:off x="15787610" y="9816586"/>
            <a:ext cx="1463219" cy="234029"/>
            <a:chOff x="238125" y="2252900"/>
            <a:chExt cx="7144625" cy="1210075"/>
          </a:xfrm>
        </p:grpSpPr>
        <p:sp>
          <p:nvSpPr>
            <p:cNvPr id="236" name="Google Shape;236;p1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5" name="Google Shape;245;p18"/>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46" name="Google Shape;246;p18"/>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6">
  <p:cSld name="CUSTOM_27_2_23">
    <p:spTree>
      <p:nvGrpSpPr>
        <p:cNvPr id="247" name="Shape 247"/>
        <p:cNvGrpSpPr/>
        <p:nvPr/>
      </p:nvGrpSpPr>
      <p:grpSpPr>
        <a:xfrm>
          <a:off x="0" y="0"/>
          <a:ext cx="0" cy="0"/>
          <a:chOff x="0" y="0"/>
          <a:chExt cx="0" cy="0"/>
        </a:xfrm>
      </p:grpSpPr>
      <p:sp>
        <p:nvSpPr>
          <p:cNvPr id="248" name="Google Shape;248;p19"/>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249" name="Google Shape;249;p19"/>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250" name="Google Shape;250;p19"/>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9"/>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252" name="Google Shape;252;p19"/>
          <p:cNvGrpSpPr/>
          <p:nvPr/>
        </p:nvGrpSpPr>
        <p:grpSpPr>
          <a:xfrm>
            <a:off x="15787610" y="9816586"/>
            <a:ext cx="1463219" cy="234029"/>
            <a:chOff x="238125" y="2252900"/>
            <a:chExt cx="7144625" cy="1210075"/>
          </a:xfrm>
        </p:grpSpPr>
        <p:sp>
          <p:nvSpPr>
            <p:cNvPr id="253" name="Google Shape;253;p1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2" name="Google Shape;262;p19"/>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63" name="Google Shape;263;p19"/>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3">
  <p:cSld name="Content">
    <p:spTree>
      <p:nvGrpSpPr>
        <p:cNvPr id="264" name="Shape 264"/>
        <p:cNvGrpSpPr/>
        <p:nvPr/>
      </p:nvGrpSpPr>
      <p:grpSpPr>
        <a:xfrm>
          <a:off x="0" y="0"/>
          <a:ext cx="0" cy="0"/>
          <a:chOff x="0" y="0"/>
          <a:chExt cx="0" cy="0"/>
        </a:xfrm>
      </p:grpSpPr>
      <p:sp>
        <p:nvSpPr>
          <p:cNvPr id="265" name="Google Shape;265;p20"/>
          <p:cNvSpPr txBox="1"/>
          <p:nvPr>
            <p:ph type="title"/>
          </p:nvPr>
        </p:nvSpPr>
        <p:spPr>
          <a:xfrm>
            <a:off x="733800" y="868203"/>
            <a:ext cx="16820700" cy="623400"/>
          </a:xfrm>
          <a:prstGeom prst="rect">
            <a:avLst/>
          </a:prstGeom>
          <a:noFill/>
          <a:ln>
            <a:noFill/>
          </a:ln>
        </p:spPr>
        <p:txBody>
          <a:bodyPr anchorCtr="0" anchor="b" bIns="0" lIns="0" spcFirstLastPara="1" rIns="0" wrap="square" tIns="0">
            <a:spAutoFit/>
          </a:bodyPr>
          <a:lstStyle>
            <a:lvl1pPr lvl="0" marR="0" algn="l">
              <a:lnSpc>
                <a:spcPct val="90000"/>
              </a:lnSpc>
              <a:spcBef>
                <a:spcPts val="0"/>
              </a:spcBef>
              <a:spcAft>
                <a:spcPts val="0"/>
              </a:spcAft>
              <a:buClr>
                <a:srgbClr val="000000"/>
              </a:buClr>
              <a:buSzPts val="4700"/>
              <a:buFont typeface="Arial"/>
              <a:buNone/>
              <a:defRPr b="1" i="0" sz="4500" u="none" cap="none" strike="noStrike">
                <a:solidFill>
                  <a:srgbClr val="000000"/>
                </a:solidFill>
                <a:latin typeface="Arial"/>
                <a:ea typeface="Arial"/>
                <a:cs typeface="Arial"/>
                <a:sym typeface="Arial"/>
              </a:defRPr>
            </a:lvl1pPr>
            <a:lvl2pPr lvl="1"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2pPr>
            <a:lvl3pPr lvl="2"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3pPr>
            <a:lvl4pPr lvl="3"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4pPr>
            <a:lvl5pPr lvl="4"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5pPr>
            <a:lvl6pPr lvl="5"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6pPr>
            <a:lvl7pPr lvl="6"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7pPr>
            <a:lvl8pPr lvl="7"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8pPr>
            <a:lvl9pPr lvl="8" marR="0" algn="l">
              <a:lnSpc>
                <a:spcPct val="115000"/>
              </a:lnSpc>
              <a:spcBef>
                <a:spcPts val="0"/>
              </a:spcBef>
              <a:spcAft>
                <a:spcPts val="0"/>
              </a:spcAft>
              <a:buClr>
                <a:srgbClr val="000000"/>
              </a:buClr>
              <a:buSzPts val="5600"/>
              <a:buFont typeface="Arial"/>
              <a:buNone/>
              <a:defRPr b="0" i="0" sz="2100" u="none" cap="none" strike="noStrike">
                <a:solidFill>
                  <a:srgbClr val="000000"/>
                </a:solidFill>
                <a:latin typeface="Arial"/>
                <a:ea typeface="Arial"/>
                <a:cs typeface="Arial"/>
                <a:sym typeface="Arial"/>
              </a:defRPr>
            </a:lvl9pPr>
          </a:lstStyle>
          <a:p/>
        </p:txBody>
      </p:sp>
      <p:sp>
        <p:nvSpPr>
          <p:cNvPr id="266" name="Google Shape;266;p20"/>
          <p:cNvSpPr txBox="1"/>
          <p:nvPr>
            <p:ph idx="1" type="subTitle"/>
          </p:nvPr>
        </p:nvSpPr>
        <p:spPr>
          <a:xfrm>
            <a:off x="746925" y="1624983"/>
            <a:ext cx="16820700" cy="3696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3200"/>
              <a:buFont typeface="Arial"/>
              <a:buNone/>
              <a:defRPr b="0" i="0" sz="2400" u="none" cap="none" strike="noStrike">
                <a:solidFill>
                  <a:schemeClr val="dk2"/>
                </a:solidFill>
                <a:latin typeface="Arial"/>
                <a:ea typeface="Arial"/>
                <a:cs typeface="Arial"/>
                <a:sym typeface="Arial"/>
              </a:defRPr>
            </a:lvl1pPr>
            <a:lvl2pPr lvl="1"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2pPr>
            <a:lvl3pPr lvl="2"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3pPr>
            <a:lvl4pPr lvl="3"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4pPr>
            <a:lvl5pPr lvl="4"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5pPr>
            <a:lvl6pPr lvl="5"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6pPr>
            <a:lvl7pPr lvl="6"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7pPr>
            <a:lvl8pPr lvl="7"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8pPr>
            <a:lvl9pPr lvl="8" marR="0" algn="l">
              <a:lnSpc>
                <a:spcPct val="115000"/>
              </a:lnSpc>
              <a:spcBef>
                <a:spcPts val="0"/>
              </a:spcBef>
              <a:spcAft>
                <a:spcPts val="0"/>
              </a:spcAft>
              <a:buClr>
                <a:srgbClr val="000000"/>
              </a:buClr>
              <a:buSzPts val="2000"/>
              <a:buFont typeface="Arial"/>
              <a:buNone/>
              <a:defRPr b="0" i="0" sz="2100" u="none" cap="none" strike="noStrike">
                <a:solidFill>
                  <a:srgbClr val="000000"/>
                </a:solidFill>
                <a:latin typeface="Arial"/>
                <a:ea typeface="Arial"/>
                <a:cs typeface="Arial"/>
                <a:sym typeface="Arial"/>
              </a:defRPr>
            </a:lvl9pPr>
          </a:lstStyle>
          <a:p/>
        </p:txBody>
      </p:sp>
      <p:sp>
        <p:nvSpPr>
          <p:cNvPr id="267" name="Google Shape;267;p20"/>
          <p:cNvSpPr/>
          <p:nvPr/>
        </p:nvSpPr>
        <p:spPr>
          <a:xfrm>
            <a:off x="0" y="969026"/>
            <a:ext cx="214200" cy="214200"/>
          </a:xfrm>
          <a:prstGeom prst="rect">
            <a:avLst/>
          </a:prstGeom>
          <a:solidFill>
            <a:srgbClr val="3366FF"/>
          </a:solidFill>
          <a:ln>
            <a:noFill/>
          </a:ln>
        </p:spPr>
        <p:txBody>
          <a:bodyPr anchorCtr="0" anchor="ctr" bIns="91475" lIns="91475" spcFirstLastPara="1" rIns="91475" wrap="square" tIns="9147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
        <p:nvSpPr>
          <p:cNvPr id="268" name="Google Shape;268;p20"/>
          <p:cNvSpPr txBox="1"/>
          <p:nvPr>
            <p:ph idx="2" type="body"/>
          </p:nvPr>
        </p:nvSpPr>
        <p:spPr>
          <a:xfrm>
            <a:off x="733425" y="9186783"/>
            <a:ext cx="16825500" cy="366900"/>
          </a:xfrm>
          <a:prstGeom prst="rect">
            <a:avLst/>
          </a:prstGeom>
          <a:noFill/>
          <a:ln>
            <a:noFill/>
          </a:ln>
        </p:spPr>
        <p:txBody>
          <a:bodyPr anchorCtr="0" anchor="t" bIns="68550" lIns="137150" spcFirstLastPara="1" rIns="137150" wrap="square" tIns="68550">
            <a:spAutoFit/>
          </a:bodyPr>
          <a:lstStyle>
            <a:lvl1pPr indent="-228600" lvl="0" marL="45720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9pPr>
          </a:lstStyle>
          <a:p/>
        </p:txBody>
      </p:sp>
      <p:sp>
        <p:nvSpPr>
          <p:cNvPr id="269" name="Google Shape;269;p20"/>
          <p:cNvSpPr txBox="1"/>
          <p:nvPr>
            <p:ph idx="3" type="body"/>
          </p:nvPr>
        </p:nvSpPr>
        <p:spPr>
          <a:xfrm>
            <a:off x="746925" y="3015888"/>
            <a:ext cx="5427300" cy="5854200"/>
          </a:xfrm>
          <a:prstGeom prst="rect">
            <a:avLst/>
          </a:prstGeom>
          <a:noFill/>
          <a:ln>
            <a:noFill/>
          </a:ln>
        </p:spPr>
        <p:txBody>
          <a:bodyPr anchorCtr="0" anchor="t" bIns="68550" lIns="137150" spcFirstLastPara="1" rIns="137150" wrap="square" tIns="68550">
            <a:spAutoFit/>
          </a:bodyPr>
          <a:lstStyle>
            <a:lvl1pPr indent="-323850" lvl="0" marL="457200" marR="0" algn="l">
              <a:lnSpc>
                <a:spcPct val="100000"/>
              </a:lnSpc>
              <a:spcBef>
                <a:spcPts val="600"/>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1pPr>
            <a:lvl2pPr indent="-323850" lvl="1" marL="914400" marR="0" algn="l">
              <a:lnSpc>
                <a:spcPct val="100000"/>
              </a:lnSpc>
              <a:spcBef>
                <a:spcPts val="600"/>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2pPr>
            <a:lvl3pPr indent="-323850" lvl="2" marL="1371600" marR="0" algn="l">
              <a:lnSpc>
                <a:spcPct val="100000"/>
              </a:lnSpc>
              <a:spcBef>
                <a:spcPts val="0"/>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3pPr>
            <a:lvl4pPr indent="-323850" lvl="3" marL="1828800" marR="0" algn="l">
              <a:lnSpc>
                <a:spcPct val="100000"/>
              </a:lnSpc>
              <a:spcBef>
                <a:spcPts val="0"/>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4pPr>
            <a:lvl5pPr indent="-323850" lvl="4" marL="2286000" marR="0" algn="l">
              <a:lnSpc>
                <a:spcPct val="100000"/>
              </a:lnSpc>
              <a:spcBef>
                <a:spcPts val="0"/>
              </a:spcBef>
              <a:spcAft>
                <a:spcPts val="0"/>
              </a:spcAft>
              <a:buClr>
                <a:srgbClr val="000000"/>
              </a:buClr>
              <a:buSzPts val="1500"/>
              <a:buFont typeface="Noto Sans Symbols"/>
              <a:buChar char="▪"/>
              <a:defRPr b="0" i="0" sz="15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9pPr>
          </a:lstStyle>
          <a:p/>
        </p:txBody>
      </p:sp>
      <p:sp>
        <p:nvSpPr>
          <p:cNvPr id="270" name="Google Shape;270;p20"/>
          <p:cNvSpPr txBox="1"/>
          <p:nvPr>
            <p:ph idx="4" type="body"/>
          </p:nvPr>
        </p:nvSpPr>
        <p:spPr>
          <a:xfrm>
            <a:off x="746925" y="9755208"/>
            <a:ext cx="14311500" cy="341700"/>
          </a:xfrm>
          <a:prstGeom prst="rect">
            <a:avLst/>
          </a:prstGeom>
          <a:noFill/>
          <a:ln>
            <a:noFill/>
          </a:ln>
        </p:spPr>
        <p:txBody>
          <a:bodyPr anchorCtr="0" anchor="ctr" bIns="68550" lIns="137150" spcFirstLastPara="1" rIns="137150" wrap="square" tIns="68550">
            <a:spAutoFit/>
          </a:bodyPr>
          <a:lstStyle>
            <a:lvl1pPr indent="-228600" lvl="0" marL="4572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SzPts val="2400"/>
              <a:buNone/>
              <a:defRPr b="0" i="0" sz="15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SzPts val="2400"/>
              <a:buNone/>
              <a:defRPr b="0" i="0" sz="2100" u="none" cap="none" strike="noStrike">
                <a:solidFill>
                  <a:srgbClr val="000000"/>
                </a:solidFill>
                <a:latin typeface="Arial"/>
                <a:ea typeface="Arial"/>
                <a:cs typeface="Arial"/>
                <a:sym typeface="Arial"/>
              </a:defRPr>
            </a:lvl9pPr>
          </a:lstStyle>
          <a:p/>
        </p:txBody>
      </p:sp>
      <p:grpSp>
        <p:nvGrpSpPr>
          <p:cNvPr id="271" name="Google Shape;271;p20"/>
          <p:cNvGrpSpPr/>
          <p:nvPr/>
        </p:nvGrpSpPr>
        <p:grpSpPr>
          <a:xfrm>
            <a:off x="15787610" y="9816586"/>
            <a:ext cx="1463219" cy="234029"/>
            <a:chOff x="238125" y="2252900"/>
            <a:chExt cx="7144625" cy="1210075"/>
          </a:xfrm>
        </p:grpSpPr>
        <p:sp>
          <p:nvSpPr>
            <p:cNvPr id="272" name="Google Shape;272;p2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81" name="Google Shape;281;p20"/>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82" name="Google Shape;282;p20"/>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3890">
          <p15:clr>
            <a:srgbClr val="FBAE40"/>
          </p15:clr>
        </p15:guide>
        <p15:guide id="2" orient="horz" pos="1778">
          <p15:clr>
            <a:srgbClr val="FBAE40"/>
          </p15:clr>
        </p15:guide>
        <p15:guide id="3" pos="4059">
          <p15:clr>
            <a:srgbClr val="FBAE40"/>
          </p15:clr>
        </p15:guide>
        <p15:guide id="4" pos="7631">
          <p15:clr>
            <a:srgbClr val="FBAE40"/>
          </p15:clr>
        </p15:guide>
        <p15:guide id="5" pos="74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4">
  <p:cSld name="CUSTOM_27_2_3_1_1">
    <p:spTree>
      <p:nvGrpSpPr>
        <p:cNvPr id="283" name="Shape 283"/>
        <p:cNvGrpSpPr/>
        <p:nvPr/>
      </p:nvGrpSpPr>
      <p:grpSpPr>
        <a:xfrm>
          <a:off x="0" y="0"/>
          <a:ext cx="0" cy="0"/>
          <a:chOff x="0" y="0"/>
          <a:chExt cx="0" cy="0"/>
        </a:xfrm>
      </p:grpSpPr>
      <p:sp>
        <p:nvSpPr>
          <p:cNvPr id="284" name="Google Shape;284;p21"/>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285" name="Google Shape;285;p21"/>
          <p:cNvSpPr txBox="1"/>
          <p:nvPr>
            <p:ph idx="1" type="subTitle"/>
          </p:nvPr>
        </p:nvSpPr>
        <p:spPr>
          <a:xfrm>
            <a:off x="746925" y="1586850"/>
            <a:ext cx="16820400" cy="9657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1600"/>
              <a:buNone/>
              <a:defRPr sz="1600"/>
            </a:lvl2pPr>
            <a:lvl3pPr lvl="2">
              <a:lnSpc>
                <a:spcPct val="115000"/>
              </a:lnSpc>
              <a:spcBef>
                <a:spcPts val="0"/>
              </a:spcBef>
              <a:spcAft>
                <a:spcPts val="0"/>
              </a:spcAft>
              <a:buSzPts val="1600"/>
              <a:buNone/>
              <a:defRPr sz="1600"/>
            </a:lvl3pPr>
            <a:lvl4pPr lvl="3">
              <a:lnSpc>
                <a:spcPct val="115000"/>
              </a:lnSpc>
              <a:spcBef>
                <a:spcPts val="0"/>
              </a:spcBef>
              <a:spcAft>
                <a:spcPts val="0"/>
              </a:spcAft>
              <a:buSzPts val="1600"/>
              <a:buNone/>
              <a:defRPr sz="1600"/>
            </a:lvl4pPr>
            <a:lvl5pPr lvl="4">
              <a:lnSpc>
                <a:spcPct val="115000"/>
              </a:lnSpc>
              <a:spcBef>
                <a:spcPts val="0"/>
              </a:spcBef>
              <a:spcAft>
                <a:spcPts val="0"/>
              </a:spcAft>
              <a:buSzPts val="1600"/>
              <a:buNone/>
              <a:defRPr sz="1600"/>
            </a:lvl5pPr>
            <a:lvl6pPr lvl="5">
              <a:lnSpc>
                <a:spcPct val="115000"/>
              </a:lnSpc>
              <a:spcBef>
                <a:spcPts val="0"/>
              </a:spcBef>
              <a:spcAft>
                <a:spcPts val="0"/>
              </a:spcAft>
              <a:buSzPts val="1600"/>
              <a:buNone/>
              <a:defRPr sz="1600"/>
            </a:lvl6pPr>
            <a:lvl7pPr lvl="6">
              <a:lnSpc>
                <a:spcPct val="115000"/>
              </a:lnSpc>
              <a:spcBef>
                <a:spcPts val="0"/>
              </a:spcBef>
              <a:spcAft>
                <a:spcPts val="0"/>
              </a:spcAft>
              <a:buSzPts val="1600"/>
              <a:buNone/>
              <a:defRPr sz="1600"/>
            </a:lvl7pPr>
            <a:lvl8pPr lvl="7">
              <a:lnSpc>
                <a:spcPct val="115000"/>
              </a:lnSpc>
              <a:spcBef>
                <a:spcPts val="0"/>
              </a:spcBef>
              <a:spcAft>
                <a:spcPts val="0"/>
              </a:spcAft>
              <a:buSzPts val="1600"/>
              <a:buNone/>
              <a:defRPr sz="1600"/>
            </a:lvl8pPr>
            <a:lvl9pPr lvl="8">
              <a:lnSpc>
                <a:spcPct val="115000"/>
              </a:lnSpc>
              <a:spcBef>
                <a:spcPts val="0"/>
              </a:spcBef>
              <a:spcAft>
                <a:spcPts val="0"/>
              </a:spcAft>
              <a:buSzPts val="1600"/>
              <a:buNone/>
              <a:defRPr sz="1600"/>
            </a:lvl9pPr>
          </a:lstStyle>
          <a:p/>
        </p:txBody>
      </p:sp>
      <p:sp>
        <p:nvSpPr>
          <p:cNvPr id="286" name="Google Shape;286;p21"/>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
          <p:cNvSpPr txBox="1"/>
          <p:nvPr>
            <p:ph idx="2" type="body"/>
          </p:nvPr>
        </p:nvSpPr>
        <p:spPr>
          <a:xfrm>
            <a:off x="762000" y="2552550"/>
            <a:ext cx="16820400" cy="70011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288" name="Google Shape;288;p21"/>
          <p:cNvGrpSpPr/>
          <p:nvPr/>
        </p:nvGrpSpPr>
        <p:grpSpPr>
          <a:xfrm>
            <a:off x="15787610" y="9816586"/>
            <a:ext cx="1463219" cy="234029"/>
            <a:chOff x="238125" y="2252900"/>
            <a:chExt cx="7144625" cy="1210075"/>
          </a:xfrm>
        </p:grpSpPr>
        <p:sp>
          <p:nvSpPr>
            <p:cNvPr id="289" name="Google Shape;289;p2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8" name="Google Shape;298;p21"/>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299" name="Google Shape;299;p21"/>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5">
  <p:cSld name="CUSTOM_27_2_4_2">
    <p:spTree>
      <p:nvGrpSpPr>
        <p:cNvPr id="300" name="Shape 300"/>
        <p:cNvGrpSpPr/>
        <p:nvPr/>
      </p:nvGrpSpPr>
      <p:grpSpPr>
        <a:xfrm>
          <a:off x="0" y="0"/>
          <a:ext cx="0" cy="0"/>
          <a:chOff x="0" y="0"/>
          <a:chExt cx="0" cy="0"/>
        </a:xfrm>
      </p:grpSpPr>
      <p:sp>
        <p:nvSpPr>
          <p:cNvPr id="301" name="Google Shape;301;p22"/>
          <p:cNvSpPr txBox="1"/>
          <p:nvPr>
            <p:ph type="title"/>
          </p:nvPr>
        </p:nvSpPr>
        <p:spPr>
          <a:xfrm>
            <a:off x="733800" y="731400"/>
            <a:ext cx="168204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302" name="Google Shape;302;p22"/>
          <p:cNvSpPr txBox="1"/>
          <p:nvPr>
            <p:ph idx="1" type="subTitle"/>
          </p:nvPr>
        </p:nvSpPr>
        <p:spPr>
          <a:xfrm>
            <a:off x="746925" y="1851849"/>
            <a:ext cx="16820400" cy="12153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200"/>
              <a:buNone/>
              <a:defRPr sz="3200"/>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303" name="Google Shape;303;p22"/>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22"/>
          <p:cNvGrpSpPr/>
          <p:nvPr/>
        </p:nvGrpSpPr>
        <p:grpSpPr>
          <a:xfrm>
            <a:off x="15787610" y="9816586"/>
            <a:ext cx="1463219" cy="234029"/>
            <a:chOff x="238125" y="2252900"/>
            <a:chExt cx="7144625" cy="1210075"/>
          </a:xfrm>
        </p:grpSpPr>
        <p:sp>
          <p:nvSpPr>
            <p:cNvPr id="305" name="Google Shape;305;p2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14" name="Google Shape;314;p22"/>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15" name="Google Shape;315;p22"/>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8">
  <p:cSld name="CUSTOM_27_2_25">
    <p:spTree>
      <p:nvGrpSpPr>
        <p:cNvPr id="316" name="Shape 316"/>
        <p:cNvGrpSpPr/>
        <p:nvPr/>
      </p:nvGrpSpPr>
      <p:grpSpPr>
        <a:xfrm>
          <a:off x="0" y="0"/>
          <a:ext cx="0" cy="0"/>
          <a:chOff x="0" y="0"/>
          <a:chExt cx="0" cy="0"/>
        </a:xfrm>
      </p:grpSpPr>
      <p:sp>
        <p:nvSpPr>
          <p:cNvPr id="317" name="Google Shape;317;p23"/>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318" name="Google Shape;318;p23"/>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319" name="Google Shape;319;p23"/>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321" name="Google Shape;321;p23"/>
          <p:cNvGrpSpPr/>
          <p:nvPr/>
        </p:nvGrpSpPr>
        <p:grpSpPr>
          <a:xfrm>
            <a:off x="15787610" y="9816586"/>
            <a:ext cx="1463219" cy="234029"/>
            <a:chOff x="238125" y="2252900"/>
            <a:chExt cx="7144625" cy="1210075"/>
          </a:xfrm>
        </p:grpSpPr>
        <p:sp>
          <p:nvSpPr>
            <p:cNvPr id="322" name="Google Shape;322;p2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1" name="Google Shape;331;p23"/>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32" name="Google Shape;332;p23"/>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28">
  <p:cSld name="CUSTOM_27_38">
    <p:spTree>
      <p:nvGrpSpPr>
        <p:cNvPr id="333" name="Shape 333"/>
        <p:cNvGrpSpPr/>
        <p:nvPr/>
      </p:nvGrpSpPr>
      <p:grpSpPr>
        <a:xfrm>
          <a:off x="0" y="0"/>
          <a:ext cx="0" cy="0"/>
          <a:chOff x="0" y="0"/>
          <a:chExt cx="0" cy="0"/>
        </a:xfrm>
      </p:grpSpPr>
      <p:sp>
        <p:nvSpPr>
          <p:cNvPr id="334" name="Google Shape;334;p24"/>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335" name="Google Shape;335;p24"/>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336" name="Google Shape;336;p24"/>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37" name="Google Shape;337;p24"/>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338" name="Google Shape;338;p24"/>
          <p:cNvGrpSpPr/>
          <p:nvPr/>
        </p:nvGrpSpPr>
        <p:grpSpPr>
          <a:xfrm>
            <a:off x="15787610" y="9816586"/>
            <a:ext cx="1463219" cy="234029"/>
            <a:chOff x="238125" y="2252900"/>
            <a:chExt cx="7144625" cy="1210075"/>
          </a:xfrm>
        </p:grpSpPr>
        <p:sp>
          <p:nvSpPr>
            <p:cNvPr id="339" name="Google Shape;339;p2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48" name="Google Shape;348;p24"/>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49" name="Google Shape;349;p24"/>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7 2">
  <p:cSld name="CUSTOM_27_8_4_1">
    <p:spTree>
      <p:nvGrpSpPr>
        <p:cNvPr id="350" name="Shape 350"/>
        <p:cNvGrpSpPr/>
        <p:nvPr/>
      </p:nvGrpSpPr>
      <p:grpSpPr>
        <a:xfrm>
          <a:off x="0" y="0"/>
          <a:ext cx="0" cy="0"/>
          <a:chOff x="0" y="0"/>
          <a:chExt cx="0" cy="0"/>
        </a:xfrm>
      </p:grpSpPr>
      <p:grpSp>
        <p:nvGrpSpPr>
          <p:cNvPr id="351" name="Google Shape;351;p25"/>
          <p:cNvGrpSpPr/>
          <p:nvPr/>
        </p:nvGrpSpPr>
        <p:grpSpPr>
          <a:xfrm>
            <a:off x="15787610" y="9816586"/>
            <a:ext cx="1463219" cy="234029"/>
            <a:chOff x="238125" y="2252900"/>
            <a:chExt cx="7144625" cy="1210075"/>
          </a:xfrm>
        </p:grpSpPr>
        <p:sp>
          <p:nvSpPr>
            <p:cNvPr id="352" name="Google Shape;352;p2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1" name="Google Shape;361;p25"/>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62" name="Google Shape;362;p25"/>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p:cSld name="CUSTOM_27_2_1_5">
    <p:spTree>
      <p:nvGrpSpPr>
        <p:cNvPr id="363" name="Shape 363"/>
        <p:cNvGrpSpPr/>
        <p:nvPr/>
      </p:nvGrpSpPr>
      <p:grpSpPr>
        <a:xfrm>
          <a:off x="0" y="0"/>
          <a:ext cx="0" cy="0"/>
          <a:chOff x="0" y="0"/>
          <a:chExt cx="0" cy="0"/>
        </a:xfrm>
      </p:grpSpPr>
      <p:sp>
        <p:nvSpPr>
          <p:cNvPr id="364" name="Google Shape;364;p26"/>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365" name="Google Shape;365;p26"/>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1600"/>
              <a:buNone/>
              <a:defRPr sz="1600"/>
            </a:lvl2pPr>
            <a:lvl3pPr lvl="2">
              <a:lnSpc>
                <a:spcPct val="115000"/>
              </a:lnSpc>
              <a:spcBef>
                <a:spcPts val="0"/>
              </a:spcBef>
              <a:spcAft>
                <a:spcPts val="0"/>
              </a:spcAft>
              <a:buSzPts val="1600"/>
              <a:buNone/>
              <a:defRPr sz="1600"/>
            </a:lvl3pPr>
            <a:lvl4pPr lvl="3">
              <a:lnSpc>
                <a:spcPct val="115000"/>
              </a:lnSpc>
              <a:spcBef>
                <a:spcPts val="0"/>
              </a:spcBef>
              <a:spcAft>
                <a:spcPts val="0"/>
              </a:spcAft>
              <a:buSzPts val="1600"/>
              <a:buNone/>
              <a:defRPr sz="1600"/>
            </a:lvl4pPr>
            <a:lvl5pPr lvl="4">
              <a:lnSpc>
                <a:spcPct val="115000"/>
              </a:lnSpc>
              <a:spcBef>
                <a:spcPts val="0"/>
              </a:spcBef>
              <a:spcAft>
                <a:spcPts val="0"/>
              </a:spcAft>
              <a:buSzPts val="1600"/>
              <a:buNone/>
              <a:defRPr sz="1600"/>
            </a:lvl5pPr>
            <a:lvl6pPr lvl="5">
              <a:lnSpc>
                <a:spcPct val="115000"/>
              </a:lnSpc>
              <a:spcBef>
                <a:spcPts val="0"/>
              </a:spcBef>
              <a:spcAft>
                <a:spcPts val="0"/>
              </a:spcAft>
              <a:buSzPts val="1600"/>
              <a:buNone/>
              <a:defRPr sz="1600"/>
            </a:lvl6pPr>
            <a:lvl7pPr lvl="6">
              <a:lnSpc>
                <a:spcPct val="115000"/>
              </a:lnSpc>
              <a:spcBef>
                <a:spcPts val="0"/>
              </a:spcBef>
              <a:spcAft>
                <a:spcPts val="0"/>
              </a:spcAft>
              <a:buSzPts val="1600"/>
              <a:buNone/>
              <a:defRPr sz="1600"/>
            </a:lvl7pPr>
            <a:lvl8pPr lvl="7">
              <a:lnSpc>
                <a:spcPct val="115000"/>
              </a:lnSpc>
              <a:spcBef>
                <a:spcPts val="0"/>
              </a:spcBef>
              <a:spcAft>
                <a:spcPts val="0"/>
              </a:spcAft>
              <a:buSzPts val="1600"/>
              <a:buNone/>
              <a:defRPr sz="1600"/>
            </a:lvl8pPr>
            <a:lvl9pPr lvl="8">
              <a:lnSpc>
                <a:spcPct val="115000"/>
              </a:lnSpc>
              <a:spcBef>
                <a:spcPts val="0"/>
              </a:spcBef>
              <a:spcAft>
                <a:spcPts val="0"/>
              </a:spcAft>
              <a:buSzPts val="1600"/>
              <a:buNone/>
              <a:defRPr sz="1600"/>
            </a:lvl9pPr>
          </a:lstStyle>
          <a:p/>
        </p:txBody>
      </p:sp>
      <p:sp>
        <p:nvSpPr>
          <p:cNvPr id="366" name="Google Shape;366;p26"/>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67" name="Google Shape;367;p26"/>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368" name="Google Shape;368;p26"/>
          <p:cNvGrpSpPr/>
          <p:nvPr/>
        </p:nvGrpSpPr>
        <p:grpSpPr>
          <a:xfrm>
            <a:off x="15787610" y="9816586"/>
            <a:ext cx="1463219" cy="234029"/>
            <a:chOff x="238125" y="2252900"/>
            <a:chExt cx="7144625" cy="1210075"/>
          </a:xfrm>
        </p:grpSpPr>
        <p:sp>
          <p:nvSpPr>
            <p:cNvPr id="369" name="Google Shape;369;p2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78" name="Google Shape;378;p26"/>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79" name="Google Shape;379;p2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Three Column blocks - white 3">
  <p:cSld name="CUSTOM_7_3">
    <p:spTree>
      <p:nvGrpSpPr>
        <p:cNvPr id="380" name="Shape 380"/>
        <p:cNvGrpSpPr/>
        <p:nvPr/>
      </p:nvGrpSpPr>
      <p:grpSpPr>
        <a:xfrm>
          <a:off x="0" y="0"/>
          <a:ext cx="0" cy="0"/>
          <a:chOff x="0" y="0"/>
          <a:chExt cx="0" cy="0"/>
        </a:xfrm>
      </p:grpSpPr>
      <p:sp>
        <p:nvSpPr>
          <p:cNvPr id="381" name="Google Shape;381;p27"/>
          <p:cNvSpPr/>
          <p:nvPr/>
        </p:nvSpPr>
        <p:spPr>
          <a:xfrm>
            <a:off x="6096150" y="-10075"/>
            <a:ext cx="6095400" cy="10287000"/>
          </a:xfrm>
          <a:prstGeom prst="rect">
            <a:avLst/>
          </a:prstGeom>
          <a:gradFill>
            <a:gsLst>
              <a:gs pos="0">
                <a:srgbClr val="3366FF">
                  <a:alpha val="7058"/>
                </a:srgbClr>
              </a:gs>
              <a:gs pos="100000">
                <a:srgbClr val="FFFFFF">
                  <a:alpha val="0"/>
                </a:srgbClr>
              </a:gs>
            </a:gsLst>
            <a:lin ang="5400012" scaled="0"/>
          </a:gra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382" name="Google Shape;382;p27"/>
          <p:cNvSpPr txBox="1"/>
          <p:nvPr>
            <p:ph idx="1" type="subTitle"/>
          </p:nvPr>
        </p:nvSpPr>
        <p:spPr>
          <a:xfrm>
            <a:off x="741675" y="4619338"/>
            <a:ext cx="4572000" cy="1075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b="1" sz="3200">
                <a:solidFill>
                  <a:schemeClr val="dk2"/>
                </a:solidFill>
              </a:defRPr>
            </a:lvl1pPr>
            <a:lvl2pPr lvl="1">
              <a:lnSpc>
                <a:spcPct val="115000"/>
              </a:lnSpc>
              <a:spcBef>
                <a:spcPts val="0"/>
              </a:spcBef>
              <a:spcAft>
                <a:spcPts val="0"/>
              </a:spcAft>
              <a:buClr>
                <a:schemeClr val="dk2"/>
              </a:buClr>
              <a:buSzPts val="2400"/>
              <a:buNone/>
              <a:defRPr>
                <a:solidFill>
                  <a:schemeClr val="dk2"/>
                </a:solidFill>
              </a:defRPr>
            </a:lvl2pPr>
            <a:lvl3pPr lvl="2">
              <a:lnSpc>
                <a:spcPct val="115000"/>
              </a:lnSpc>
              <a:spcBef>
                <a:spcPts val="0"/>
              </a:spcBef>
              <a:spcAft>
                <a:spcPts val="0"/>
              </a:spcAft>
              <a:buClr>
                <a:schemeClr val="dk2"/>
              </a:buClr>
              <a:buSzPts val="2400"/>
              <a:buNone/>
              <a:defRPr>
                <a:solidFill>
                  <a:schemeClr val="dk2"/>
                </a:solidFill>
              </a:defRPr>
            </a:lvl3pPr>
            <a:lvl4pPr lvl="3">
              <a:lnSpc>
                <a:spcPct val="115000"/>
              </a:lnSpc>
              <a:spcBef>
                <a:spcPts val="0"/>
              </a:spcBef>
              <a:spcAft>
                <a:spcPts val="0"/>
              </a:spcAft>
              <a:buClr>
                <a:schemeClr val="dk2"/>
              </a:buClr>
              <a:buSzPts val="2400"/>
              <a:buNone/>
              <a:defRPr>
                <a:solidFill>
                  <a:schemeClr val="dk2"/>
                </a:solidFill>
              </a:defRPr>
            </a:lvl4pPr>
            <a:lvl5pPr lvl="4">
              <a:lnSpc>
                <a:spcPct val="115000"/>
              </a:lnSpc>
              <a:spcBef>
                <a:spcPts val="0"/>
              </a:spcBef>
              <a:spcAft>
                <a:spcPts val="0"/>
              </a:spcAft>
              <a:buClr>
                <a:schemeClr val="dk2"/>
              </a:buClr>
              <a:buSzPts val="2400"/>
              <a:buNone/>
              <a:defRPr>
                <a:solidFill>
                  <a:schemeClr val="dk2"/>
                </a:solidFill>
              </a:defRPr>
            </a:lvl5pPr>
            <a:lvl6pPr lvl="5">
              <a:lnSpc>
                <a:spcPct val="115000"/>
              </a:lnSpc>
              <a:spcBef>
                <a:spcPts val="0"/>
              </a:spcBef>
              <a:spcAft>
                <a:spcPts val="0"/>
              </a:spcAft>
              <a:buClr>
                <a:schemeClr val="dk2"/>
              </a:buClr>
              <a:buSzPts val="2400"/>
              <a:buNone/>
              <a:defRPr>
                <a:solidFill>
                  <a:schemeClr val="dk2"/>
                </a:solidFill>
              </a:defRPr>
            </a:lvl6pPr>
            <a:lvl7pPr lvl="6">
              <a:lnSpc>
                <a:spcPct val="115000"/>
              </a:lnSpc>
              <a:spcBef>
                <a:spcPts val="0"/>
              </a:spcBef>
              <a:spcAft>
                <a:spcPts val="0"/>
              </a:spcAft>
              <a:buClr>
                <a:schemeClr val="dk2"/>
              </a:buClr>
              <a:buSzPts val="2400"/>
              <a:buNone/>
              <a:defRPr>
                <a:solidFill>
                  <a:schemeClr val="dk2"/>
                </a:solidFill>
              </a:defRPr>
            </a:lvl7pPr>
            <a:lvl8pPr lvl="7">
              <a:lnSpc>
                <a:spcPct val="115000"/>
              </a:lnSpc>
              <a:spcBef>
                <a:spcPts val="0"/>
              </a:spcBef>
              <a:spcAft>
                <a:spcPts val="0"/>
              </a:spcAft>
              <a:buClr>
                <a:schemeClr val="dk2"/>
              </a:buClr>
              <a:buSzPts val="2400"/>
              <a:buNone/>
              <a:defRPr>
                <a:solidFill>
                  <a:schemeClr val="dk2"/>
                </a:solidFill>
              </a:defRPr>
            </a:lvl8pPr>
            <a:lvl9pPr lvl="8">
              <a:lnSpc>
                <a:spcPct val="115000"/>
              </a:lnSpc>
              <a:spcBef>
                <a:spcPts val="0"/>
              </a:spcBef>
              <a:spcAft>
                <a:spcPts val="0"/>
              </a:spcAft>
              <a:buClr>
                <a:schemeClr val="dk2"/>
              </a:buClr>
              <a:buSzPts val="2400"/>
              <a:buNone/>
              <a:defRPr>
                <a:solidFill>
                  <a:schemeClr val="dk2"/>
                </a:solidFill>
              </a:defRPr>
            </a:lvl9pPr>
          </a:lstStyle>
          <a:p/>
        </p:txBody>
      </p:sp>
      <p:sp>
        <p:nvSpPr>
          <p:cNvPr id="383" name="Google Shape;383;p27"/>
          <p:cNvSpPr txBox="1"/>
          <p:nvPr>
            <p:ph idx="2" type="body"/>
          </p:nvPr>
        </p:nvSpPr>
        <p:spPr>
          <a:xfrm>
            <a:off x="741675" y="5983013"/>
            <a:ext cx="4572000" cy="34404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sz="2400"/>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384" name="Google Shape;384;p27"/>
          <p:cNvSpPr txBox="1"/>
          <p:nvPr>
            <p:ph idx="3" type="subTitle"/>
          </p:nvPr>
        </p:nvSpPr>
        <p:spPr>
          <a:xfrm>
            <a:off x="6857995" y="4619338"/>
            <a:ext cx="4572000" cy="1075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b="1" sz="3200">
                <a:solidFill>
                  <a:schemeClr val="dk2"/>
                </a:solidFill>
              </a:defRPr>
            </a:lvl1pPr>
            <a:lvl2pPr lvl="1">
              <a:lnSpc>
                <a:spcPct val="115000"/>
              </a:lnSpc>
              <a:spcBef>
                <a:spcPts val="0"/>
              </a:spcBef>
              <a:spcAft>
                <a:spcPts val="0"/>
              </a:spcAft>
              <a:buClr>
                <a:schemeClr val="dk2"/>
              </a:buClr>
              <a:buSzPts val="2400"/>
              <a:buNone/>
              <a:defRPr>
                <a:solidFill>
                  <a:schemeClr val="dk2"/>
                </a:solidFill>
              </a:defRPr>
            </a:lvl2pPr>
            <a:lvl3pPr lvl="2">
              <a:lnSpc>
                <a:spcPct val="115000"/>
              </a:lnSpc>
              <a:spcBef>
                <a:spcPts val="0"/>
              </a:spcBef>
              <a:spcAft>
                <a:spcPts val="0"/>
              </a:spcAft>
              <a:buClr>
                <a:schemeClr val="dk2"/>
              </a:buClr>
              <a:buSzPts val="2400"/>
              <a:buNone/>
              <a:defRPr>
                <a:solidFill>
                  <a:schemeClr val="dk2"/>
                </a:solidFill>
              </a:defRPr>
            </a:lvl3pPr>
            <a:lvl4pPr lvl="3">
              <a:lnSpc>
                <a:spcPct val="115000"/>
              </a:lnSpc>
              <a:spcBef>
                <a:spcPts val="0"/>
              </a:spcBef>
              <a:spcAft>
                <a:spcPts val="0"/>
              </a:spcAft>
              <a:buClr>
                <a:schemeClr val="dk2"/>
              </a:buClr>
              <a:buSzPts val="2400"/>
              <a:buNone/>
              <a:defRPr>
                <a:solidFill>
                  <a:schemeClr val="dk2"/>
                </a:solidFill>
              </a:defRPr>
            </a:lvl4pPr>
            <a:lvl5pPr lvl="4">
              <a:lnSpc>
                <a:spcPct val="115000"/>
              </a:lnSpc>
              <a:spcBef>
                <a:spcPts val="0"/>
              </a:spcBef>
              <a:spcAft>
                <a:spcPts val="0"/>
              </a:spcAft>
              <a:buClr>
                <a:schemeClr val="dk2"/>
              </a:buClr>
              <a:buSzPts val="2400"/>
              <a:buNone/>
              <a:defRPr>
                <a:solidFill>
                  <a:schemeClr val="dk2"/>
                </a:solidFill>
              </a:defRPr>
            </a:lvl5pPr>
            <a:lvl6pPr lvl="5">
              <a:lnSpc>
                <a:spcPct val="115000"/>
              </a:lnSpc>
              <a:spcBef>
                <a:spcPts val="0"/>
              </a:spcBef>
              <a:spcAft>
                <a:spcPts val="0"/>
              </a:spcAft>
              <a:buClr>
                <a:schemeClr val="dk2"/>
              </a:buClr>
              <a:buSzPts val="2400"/>
              <a:buNone/>
              <a:defRPr>
                <a:solidFill>
                  <a:schemeClr val="dk2"/>
                </a:solidFill>
              </a:defRPr>
            </a:lvl6pPr>
            <a:lvl7pPr lvl="6">
              <a:lnSpc>
                <a:spcPct val="115000"/>
              </a:lnSpc>
              <a:spcBef>
                <a:spcPts val="0"/>
              </a:spcBef>
              <a:spcAft>
                <a:spcPts val="0"/>
              </a:spcAft>
              <a:buClr>
                <a:schemeClr val="dk2"/>
              </a:buClr>
              <a:buSzPts val="2400"/>
              <a:buNone/>
              <a:defRPr>
                <a:solidFill>
                  <a:schemeClr val="dk2"/>
                </a:solidFill>
              </a:defRPr>
            </a:lvl7pPr>
            <a:lvl8pPr lvl="7">
              <a:lnSpc>
                <a:spcPct val="115000"/>
              </a:lnSpc>
              <a:spcBef>
                <a:spcPts val="0"/>
              </a:spcBef>
              <a:spcAft>
                <a:spcPts val="0"/>
              </a:spcAft>
              <a:buClr>
                <a:schemeClr val="dk2"/>
              </a:buClr>
              <a:buSzPts val="2400"/>
              <a:buNone/>
              <a:defRPr>
                <a:solidFill>
                  <a:schemeClr val="dk2"/>
                </a:solidFill>
              </a:defRPr>
            </a:lvl8pPr>
            <a:lvl9pPr lvl="8">
              <a:lnSpc>
                <a:spcPct val="115000"/>
              </a:lnSpc>
              <a:spcBef>
                <a:spcPts val="0"/>
              </a:spcBef>
              <a:spcAft>
                <a:spcPts val="0"/>
              </a:spcAft>
              <a:buClr>
                <a:schemeClr val="dk2"/>
              </a:buClr>
              <a:buSzPts val="2400"/>
              <a:buNone/>
              <a:defRPr>
                <a:solidFill>
                  <a:schemeClr val="dk2"/>
                </a:solidFill>
              </a:defRPr>
            </a:lvl9pPr>
          </a:lstStyle>
          <a:p/>
        </p:txBody>
      </p:sp>
      <p:sp>
        <p:nvSpPr>
          <p:cNvPr id="385" name="Google Shape;385;p27"/>
          <p:cNvSpPr txBox="1"/>
          <p:nvPr>
            <p:ph idx="4" type="body"/>
          </p:nvPr>
        </p:nvSpPr>
        <p:spPr>
          <a:xfrm>
            <a:off x="6858000" y="5983013"/>
            <a:ext cx="4572000" cy="34404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sz="2400"/>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386" name="Google Shape;386;p27"/>
          <p:cNvSpPr txBox="1"/>
          <p:nvPr>
            <p:ph idx="5" type="subTitle"/>
          </p:nvPr>
        </p:nvSpPr>
        <p:spPr>
          <a:xfrm>
            <a:off x="12974315" y="4619338"/>
            <a:ext cx="4572000" cy="1075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b="1" sz="3200">
                <a:solidFill>
                  <a:schemeClr val="dk2"/>
                </a:solidFill>
              </a:defRPr>
            </a:lvl1pPr>
            <a:lvl2pPr lvl="1">
              <a:lnSpc>
                <a:spcPct val="115000"/>
              </a:lnSpc>
              <a:spcBef>
                <a:spcPts val="0"/>
              </a:spcBef>
              <a:spcAft>
                <a:spcPts val="0"/>
              </a:spcAft>
              <a:buClr>
                <a:schemeClr val="dk2"/>
              </a:buClr>
              <a:buSzPts val="2400"/>
              <a:buNone/>
              <a:defRPr>
                <a:solidFill>
                  <a:schemeClr val="dk2"/>
                </a:solidFill>
              </a:defRPr>
            </a:lvl2pPr>
            <a:lvl3pPr lvl="2">
              <a:lnSpc>
                <a:spcPct val="115000"/>
              </a:lnSpc>
              <a:spcBef>
                <a:spcPts val="0"/>
              </a:spcBef>
              <a:spcAft>
                <a:spcPts val="0"/>
              </a:spcAft>
              <a:buClr>
                <a:schemeClr val="dk2"/>
              </a:buClr>
              <a:buSzPts val="2400"/>
              <a:buNone/>
              <a:defRPr>
                <a:solidFill>
                  <a:schemeClr val="dk2"/>
                </a:solidFill>
              </a:defRPr>
            </a:lvl3pPr>
            <a:lvl4pPr lvl="3">
              <a:lnSpc>
                <a:spcPct val="115000"/>
              </a:lnSpc>
              <a:spcBef>
                <a:spcPts val="0"/>
              </a:spcBef>
              <a:spcAft>
                <a:spcPts val="0"/>
              </a:spcAft>
              <a:buClr>
                <a:schemeClr val="dk2"/>
              </a:buClr>
              <a:buSzPts val="2400"/>
              <a:buNone/>
              <a:defRPr>
                <a:solidFill>
                  <a:schemeClr val="dk2"/>
                </a:solidFill>
              </a:defRPr>
            </a:lvl4pPr>
            <a:lvl5pPr lvl="4">
              <a:lnSpc>
                <a:spcPct val="115000"/>
              </a:lnSpc>
              <a:spcBef>
                <a:spcPts val="0"/>
              </a:spcBef>
              <a:spcAft>
                <a:spcPts val="0"/>
              </a:spcAft>
              <a:buClr>
                <a:schemeClr val="dk2"/>
              </a:buClr>
              <a:buSzPts val="2400"/>
              <a:buNone/>
              <a:defRPr>
                <a:solidFill>
                  <a:schemeClr val="dk2"/>
                </a:solidFill>
              </a:defRPr>
            </a:lvl5pPr>
            <a:lvl6pPr lvl="5">
              <a:lnSpc>
                <a:spcPct val="115000"/>
              </a:lnSpc>
              <a:spcBef>
                <a:spcPts val="0"/>
              </a:spcBef>
              <a:spcAft>
                <a:spcPts val="0"/>
              </a:spcAft>
              <a:buClr>
                <a:schemeClr val="dk2"/>
              </a:buClr>
              <a:buSzPts val="2400"/>
              <a:buNone/>
              <a:defRPr>
                <a:solidFill>
                  <a:schemeClr val="dk2"/>
                </a:solidFill>
              </a:defRPr>
            </a:lvl6pPr>
            <a:lvl7pPr lvl="6">
              <a:lnSpc>
                <a:spcPct val="115000"/>
              </a:lnSpc>
              <a:spcBef>
                <a:spcPts val="0"/>
              </a:spcBef>
              <a:spcAft>
                <a:spcPts val="0"/>
              </a:spcAft>
              <a:buClr>
                <a:schemeClr val="dk2"/>
              </a:buClr>
              <a:buSzPts val="2400"/>
              <a:buNone/>
              <a:defRPr>
                <a:solidFill>
                  <a:schemeClr val="dk2"/>
                </a:solidFill>
              </a:defRPr>
            </a:lvl7pPr>
            <a:lvl8pPr lvl="7">
              <a:lnSpc>
                <a:spcPct val="115000"/>
              </a:lnSpc>
              <a:spcBef>
                <a:spcPts val="0"/>
              </a:spcBef>
              <a:spcAft>
                <a:spcPts val="0"/>
              </a:spcAft>
              <a:buClr>
                <a:schemeClr val="dk2"/>
              </a:buClr>
              <a:buSzPts val="2400"/>
              <a:buNone/>
              <a:defRPr>
                <a:solidFill>
                  <a:schemeClr val="dk2"/>
                </a:solidFill>
              </a:defRPr>
            </a:lvl8pPr>
            <a:lvl9pPr lvl="8">
              <a:lnSpc>
                <a:spcPct val="115000"/>
              </a:lnSpc>
              <a:spcBef>
                <a:spcPts val="0"/>
              </a:spcBef>
              <a:spcAft>
                <a:spcPts val="0"/>
              </a:spcAft>
              <a:buClr>
                <a:schemeClr val="dk2"/>
              </a:buClr>
              <a:buSzPts val="2400"/>
              <a:buNone/>
              <a:defRPr>
                <a:solidFill>
                  <a:schemeClr val="dk2"/>
                </a:solidFill>
              </a:defRPr>
            </a:lvl9pPr>
          </a:lstStyle>
          <a:p/>
        </p:txBody>
      </p:sp>
      <p:sp>
        <p:nvSpPr>
          <p:cNvPr id="387" name="Google Shape;387;p27"/>
          <p:cNvSpPr txBox="1"/>
          <p:nvPr>
            <p:ph idx="6" type="body"/>
          </p:nvPr>
        </p:nvSpPr>
        <p:spPr>
          <a:xfrm>
            <a:off x="12974315" y="5983013"/>
            <a:ext cx="4572000" cy="34404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sz="2400"/>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grpSp>
        <p:nvGrpSpPr>
          <p:cNvPr id="388" name="Google Shape;388;p27"/>
          <p:cNvGrpSpPr/>
          <p:nvPr/>
        </p:nvGrpSpPr>
        <p:grpSpPr>
          <a:xfrm>
            <a:off x="15787610" y="9816586"/>
            <a:ext cx="1463219" cy="234029"/>
            <a:chOff x="238125" y="2252900"/>
            <a:chExt cx="7144625" cy="1210075"/>
          </a:xfrm>
        </p:grpSpPr>
        <p:sp>
          <p:nvSpPr>
            <p:cNvPr id="389" name="Google Shape;389;p2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8" name="Google Shape;398;p27"/>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399" name="Google Shape;399;p27"/>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Bullet List 1">
  <p:cSld name="CUSTOM_48_1">
    <p:spTree>
      <p:nvGrpSpPr>
        <p:cNvPr id="400" name="Shape 400"/>
        <p:cNvGrpSpPr/>
        <p:nvPr/>
      </p:nvGrpSpPr>
      <p:grpSpPr>
        <a:xfrm>
          <a:off x="0" y="0"/>
          <a:ext cx="0" cy="0"/>
          <a:chOff x="0" y="0"/>
          <a:chExt cx="0" cy="0"/>
        </a:xfrm>
      </p:grpSpPr>
      <p:sp>
        <p:nvSpPr>
          <p:cNvPr id="401" name="Google Shape;401;p28"/>
          <p:cNvSpPr txBox="1"/>
          <p:nvPr>
            <p:ph type="title"/>
          </p:nvPr>
        </p:nvSpPr>
        <p:spPr>
          <a:xfrm>
            <a:off x="733800" y="4420650"/>
            <a:ext cx="5808600" cy="1446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02" name="Google Shape;402;p28"/>
          <p:cNvSpPr txBox="1"/>
          <p:nvPr>
            <p:ph idx="1" type="subTitle"/>
          </p:nvPr>
        </p:nvSpPr>
        <p:spPr>
          <a:xfrm>
            <a:off x="743750" y="5333750"/>
            <a:ext cx="5808600" cy="3113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3" name="Google Shape;403;p28"/>
          <p:cNvSpPr/>
          <p:nvPr/>
        </p:nvSpPr>
        <p:spPr>
          <a:xfrm>
            <a:off x="0" y="465827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txBox="1"/>
          <p:nvPr>
            <p:ph idx="2" type="subTitle"/>
          </p:nvPr>
        </p:nvSpPr>
        <p:spPr>
          <a:xfrm>
            <a:off x="9027800" y="5681950"/>
            <a:ext cx="8531100" cy="465000"/>
          </a:xfrm>
          <a:prstGeom prst="rect">
            <a:avLst/>
          </a:prstGeom>
        </p:spPr>
        <p:txBody>
          <a:bodyPr anchorCtr="0" anchor="t" bIns="0" lIns="0" spcFirstLastPara="1" rIns="0" wrap="square" tIns="0">
            <a:spAutoFit/>
          </a:bodyPr>
          <a:lstStyle>
            <a:lvl1pPr lvl="0">
              <a:spcBef>
                <a:spcPts val="0"/>
              </a:spcBef>
              <a:spcAft>
                <a:spcPts val="0"/>
              </a:spcAft>
              <a:buClr>
                <a:srgbClr val="3A495D"/>
              </a:buClr>
              <a:buSzPts val="3200"/>
              <a:buNone/>
              <a:defRPr b="1" sz="3200">
                <a:solidFill>
                  <a:srgbClr val="3A495D"/>
                </a:solidFill>
              </a:defRPr>
            </a:lvl1pPr>
            <a:lvl2pPr lvl="1">
              <a:spcBef>
                <a:spcPts val="0"/>
              </a:spcBef>
              <a:spcAft>
                <a:spcPts val="0"/>
              </a:spcAft>
              <a:buClr>
                <a:srgbClr val="3A495D"/>
              </a:buClr>
              <a:buSzPts val="2400"/>
              <a:buNone/>
              <a:defRPr>
                <a:solidFill>
                  <a:srgbClr val="3A495D"/>
                </a:solidFill>
              </a:defRPr>
            </a:lvl2pPr>
            <a:lvl3pPr lvl="2">
              <a:spcBef>
                <a:spcPts val="0"/>
              </a:spcBef>
              <a:spcAft>
                <a:spcPts val="0"/>
              </a:spcAft>
              <a:buClr>
                <a:srgbClr val="3A495D"/>
              </a:buClr>
              <a:buSzPts val="2400"/>
              <a:buNone/>
              <a:defRPr>
                <a:solidFill>
                  <a:srgbClr val="3A495D"/>
                </a:solidFill>
              </a:defRPr>
            </a:lvl3pPr>
            <a:lvl4pPr lvl="3">
              <a:spcBef>
                <a:spcPts val="0"/>
              </a:spcBef>
              <a:spcAft>
                <a:spcPts val="0"/>
              </a:spcAft>
              <a:buClr>
                <a:srgbClr val="3A495D"/>
              </a:buClr>
              <a:buSzPts val="2400"/>
              <a:buNone/>
              <a:defRPr>
                <a:solidFill>
                  <a:srgbClr val="3A495D"/>
                </a:solidFill>
              </a:defRPr>
            </a:lvl4pPr>
            <a:lvl5pPr lvl="4">
              <a:spcBef>
                <a:spcPts val="0"/>
              </a:spcBef>
              <a:spcAft>
                <a:spcPts val="0"/>
              </a:spcAft>
              <a:buClr>
                <a:srgbClr val="3A495D"/>
              </a:buClr>
              <a:buSzPts val="2400"/>
              <a:buNone/>
              <a:defRPr>
                <a:solidFill>
                  <a:srgbClr val="3A495D"/>
                </a:solidFill>
              </a:defRPr>
            </a:lvl5pPr>
            <a:lvl6pPr lvl="5">
              <a:spcBef>
                <a:spcPts val="0"/>
              </a:spcBef>
              <a:spcAft>
                <a:spcPts val="0"/>
              </a:spcAft>
              <a:buClr>
                <a:srgbClr val="3A495D"/>
              </a:buClr>
              <a:buSzPts val="2400"/>
              <a:buNone/>
              <a:defRPr>
                <a:solidFill>
                  <a:srgbClr val="3A495D"/>
                </a:solidFill>
              </a:defRPr>
            </a:lvl6pPr>
            <a:lvl7pPr lvl="6">
              <a:spcBef>
                <a:spcPts val="0"/>
              </a:spcBef>
              <a:spcAft>
                <a:spcPts val="0"/>
              </a:spcAft>
              <a:buClr>
                <a:srgbClr val="3A495D"/>
              </a:buClr>
              <a:buSzPts val="2400"/>
              <a:buNone/>
              <a:defRPr>
                <a:solidFill>
                  <a:srgbClr val="3A495D"/>
                </a:solidFill>
              </a:defRPr>
            </a:lvl7pPr>
            <a:lvl8pPr lvl="7">
              <a:spcBef>
                <a:spcPts val="0"/>
              </a:spcBef>
              <a:spcAft>
                <a:spcPts val="0"/>
              </a:spcAft>
              <a:buClr>
                <a:srgbClr val="3A495D"/>
              </a:buClr>
              <a:buSzPts val="2400"/>
              <a:buNone/>
              <a:defRPr>
                <a:solidFill>
                  <a:srgbClr val="3A495D"/>
                </a:solidFill>
              </a:defRPr>
            </a:lvl8pPr>
            <a:lvl9pPr lvl="8">
              <a:spcBef>
                <a:spcPts val="0"/>
              </a:spcBef>
              <a:spcAft>
                <a:spcPts val="0"/>
              </a:spcAft>
              <a:buClr>
                <a:srgbClr val="3A495D"/>
              </a:buClr>
              <a:buSzPts val="2400"/>
              <a:buNone/>
              <a:defRPr>
                <a:solidFill>
                  <a:srgbClr val="3A495D"/>
                </a:solidFill>
              </a:defRPr>
            </a:lvl9pPr>
          </a:lstStyle>
          <a:p/>
        </p:txBody>
      </p:sp>
      <p:sp>
        <p:nvSpPr>
          <p:cNvPr id="405" name="Google Shape;405;p28"/>
          <p:cNvSpPr txBox="1"/>
          <p:nvPr>
            <p:ph idx="3" type="subTitle"/>
          </p:nvPr>
        </p:nvSpPr>
        <p:spPr>
          <a:xfrm>
            <a:off x="9086850" y="6320950"/>
            <a:ext cx="8467500" cy="932400"/>
          </a:xfrm>
          <a:prstGeom prst="rect">
            <a:avLst/>
          </a:prstGeom>
        </p:spPr>
        <p:txBody>
          <a:bodyPr anchorCtr="0" anchor="t" bIns="0" lIns="0" spcFirstLastPara="1" rIns="0" wrap="square" tIns="0">
            <a:spAutoFit/>
          </a:bodyPr>
          <a:lstStyle>
            <a:lvl1pPr lvl="0">
              <a:spcBef>
                <a:spcPts val="0"/>
              </a:spcBef>
              <a:spcAft>
                <a:spcPts val="0"/>
              </a:spcAft>
              <a:buClr>
                <a:srgbClr val="677180"/>
              </a:buClr>
              <a:buSzPts val="2400"/>
              <a:buNone/>
              <a:defRPr>
                <a:solidFill>
                  <a:srgbClr val="677180"/>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6" name="Google Shape;406;p28"/>
          <p:cNvSpPr txBox="1"/>
          <p:nvPr>
            <p:ph idx="4" type="subTitle"/>
          </p:nvPr>
        </p:nvSpPr>
        <p:spPr>
          <a:xfrm>
            <a:off x="9027800" y="3206675"/>
            <a:ext cx="8531100" cy="465000"/>
          </a:xfrm>
          <a:prstGeom prst="rect">
            <a:avLst/>
          </a:prstGeom>
        </p:spPr>
        <p:txBody>
          <a:bodyPr anchorCtr="0" anchor="t" bIns="0" lIns="0" spcFirstLastPara="1" rIns="0" wrap="square" tIns="0">
            <a:spAutoFit/>
          </a:bodyPr>
          <a:lstStyle>
            <a:lvl1pPr lvl="0">
              <a:spcBef>
                <a:spcPts val="0"/>
              </a:spcBef>
              <a:spcAft>
                <a:spcPts val="0"/>
              </a:spcAft>
              <a:buClr>
                <a:srgbClr val="3A495D"/>
              </a:buClr>
              <a:buSzPts val="3200"/>
              <a:buNone/>
              <a:defRPr b="1" sz="3200">
                <a:solidFill>
                  <a:srgbClr val="3A495D"/>
                </a:solidFill>
              </a:defRPr>
            </a:lvl1pPr>
            <a:lvl2pPr lvl="1">
              <a:spcBef>
                <a:spcPts val="0"/>
              </a:spcBef>
              <a:spcAft>
                <a:spcPts val="0"/>
              </a:spcAft>
              <a:buClr>
                <a:srgbClr val="3A495D"/>
              </a:buClr>
              <a:buSzPts val="2400"/>
              <a:buNone/>
              <a:defRPr>
                <a:solidFill>
                  <a:srgbClr val="3A495D"/>
                </a:solidFill>
              </a:defRPr>
            </a:lvl2pPr>
            <a:lvl3pPr lvl="2">
              <a:spcBef>
                <a:spcPts val="0"/>
              </a:spcBef>
              <a:spcAft>
                <a:spcPts val="0"/>
              </a:spcAft>
              <a:buClr>
                <a:srgbClr val="3A495D"/>
              </a:buClr>
              <a:buSzPts val="2400"/>
              <a:buNone/>
              <a:defRPr>
                <a:solidFill>
                  <a:srgbClr val="3A495D"/>
                </a:solidFill>
              </a:defRPr>
            </a:lvl3pPr>
            <a:lvl4pPr lvl="3">
              <a:spcBef>
                <a:spcPts val="0"/>
              </a:spcBef>
              <a:spcAft>
                <a:spcPts val="0"/>
              </a:spcAft>
              <a:buClr>
                <a:srgbClr val="3A495D"/>
              </a:buClr>
              <a:buSzPts val="2400"/>
              <a:buNone/>
              <a:defRPr>
                <a:solidFill>
                  <a:srgbClr val="3A495D"/>
                </a:solidFill>
              </a:defRPr>
            </a:lvl4pPr>
            <a:lvl5pPr lvl="4">
              <a:spcBef>
                <a:spcPts val="0"/>
              </a:spcBef>
              <a:spcAft>
                <a:spcPts val="0"/>
              </a:spcAft>
              <a:buClr>
                <a:srgbClr val="3A495D"/>
              </a:buClr>
              <a:buSzPts val="2400"/>
              <a:buNone/>
              <a:defRPr>
                <a:solidFill>
                  <a:srgbClr val="3A495D"/>
                </a:solidFill>
              </a:defRPr>
            </a:lvl5pPr>
            <a:lvl6pPr lvl="5">
              <a:spcBef>
                <a:spcPts val="0"/>
              </a:spcBef>
              <a:spcAft>
                <a:spcPts val="0"/>
              </a:spcAft>
              <a:buClr>
                <a:srgbClr val="3A495D"/>
              </a:buClr>
              <a:buSzPts val="2400"/>
              <a:buNone/>
              <a:defRPr>
                <a:solidFill>
                  <a:srgbClr val="3A495D"/>
                </a:solidFill>
              </a:defRPr>
            </a:lvl6pPr>
            <a:lvl7pPr lvl="6">
              <a:spcBef>
                <a:spcPts val="0"/>
              </a:spcBef>
              <a:spcAft>
                <a:spcPts val="0"/>
              </a:spcAft>
              <a:buClr>
                <a:srgbClr val="3A495D"/>
              </a:buClr>
              <a:buSzPts val="2400"/>
              <a:buNone/>
              <a:defRPr>
                <a:solidFill>
                  <a:srgbClr val="3A495D"/>
                </a:solidFill>
              </a:defRPr>
            </a:lvl7pPr>
            <a:lvl8pPr lvl="7">
              <a:spcBef>
                <a:spcPts val="0"/>
              </a:spcBef>
              <a:spcAft>
                <a:spcPts val="0"/>
              </a:spcAft>
              <a:buClr>
                <a:srgbClr val="3A495D"/>
              </a:buClr>
              <a:buSzPts val="2400"/>
              <a:buNone/>
              <a:defRPr>
                <a:solidFill>
                  <a:srgbClr val="3A495D"/>
                </a:solidFill>
              </a:defRPr>
            </a:lvl8pPr>
            <a:lvl9pPr lvl="8">
              <a:spcBef>
                <a:spcPts val="0"/>
              </a:spcBef>
              <a:spcAft>
                <a:spcPts val="0"/>
              </a:spcAft>
              <a:buClr>
                <a:srgbClr val="3A495D"/>
              </a:buClr>
              <a:buSzPts val="2400"/>
              <a:buNone/>
              <a:defRPr>
                <a:solidFill>
                  <a:srgbClr val="3A495D"/>
                </a:solidFill>
              </a:defRPr>
            </a:lvl9pPr>
          </a:lstStyle>
          <a:p/>
        </p:txBody>
      </p:sp>
      <p:sp>
        <p:nvSpPr>
          <p:cNvPr id="407" name="Google Shape;407;p28"/>
          <p:cNvSpPr txBox="1"/>
          <p:nvPr>
            <p:ph idx="5" type="subTitle"/>
          </p:nvPr>
        </p:nvSpPr>
        <p:spPr>
          <a:xfrm>
            <a:off x="9086850" y="3845675"/>
            <a:ext cx="8467500" cy="932400"/>
          </a:xfrm>
          <a:prstGeom prst="rect">
            <a:avLst/>
          </a:prstGeom>
        </p:spPr>
        <p:txBody>
          <a:bodyPr anchorCtr="0" anchor="t" bIns="0" lIns="0" spcFirstLastPara="1" rIns="0" wrap="square" tIns="0">
            <a:spAutoFit/>
          </a:bodyPr>
          <a:lstStyle>
            <a:lvl1pPr lvl="0">
              <a:spcBef>
                <a:spcPts val="0"/>
              </a:spcBef>
              <a:spcAft>
                <a:spcPts val="0"/>
              </a:spcAft>
              <a:buClr>
                <a:srgbClr val="677180"/>
              </a:buClr>
              <a:buSzPts val="2400"/>
              <a:buNone/>
              <a:defRPr>
                <a:solidFill>
                  <a:srgbClr val="677180"/>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8" name="Google Shape;408;p28"/>
          <p:cNvSpPr txBox="1"/>
          <p:nvPr>
            <p:ph idx="6" type="subTitle"/>
          </p:nvPr>
        </p:nvSpPr>
        <p:spPr>
          <a:xfrm>
            <a:off x="9027800" y="731400"/>
            <a:ext cx="8531100" cy="465000"/>
          </a:xfrm>
          <a:prstGeom prst="rect">
            <a:avLst/>
          </a:prstGeom>
        </p:spPr>
        <p:txBody>
          <a:bodyPr anchorCtr="0" anchor="t" bIns="0" lIns="0" spcFirstLastPara="1" rIns="0" wrap="square" tIns="0">
            <a:spAutoFit/>
          </a:bodyPr>
          <a:lstStyle>
            <a:lvl1pPr lvl="0">
              <a:spcBef>
                <a:spcPts val="0"/>
              </a:spcBef>
              <a:spcAft>
                <a:spcPts val="0"/>
              </a:spcAft>
              <a:buClr>
                <a:srgbClr val="3A495D"/>
              </a:buClr>
              <a:buSzPts val="3200"/>
              <a:buNone/>
              <a:defRPr b="1" sz="3200">
                <a:solidFill>
                  <a:srgbClr val="3A495D"/>
                </a:solidFill>
              </a:defRPr>
            </a:lvl1pPr>
            <a:lvl2pPr lvl="1">
              <a:spcBef>
                <a:spcPts val="0"/>
              </a:spcBef>
              <a:spcAft>
                <a:spcPts val="0"/>
              </a:spcAft>
              <a:buClr>
                <a:srgbClr val="3A495D"/>
              </a:buClr>
              <a:buSzPts val="2400"/>
              <a:buNone/>
              <a:defRPr>
                <a:solidFill>
                  <a:srgbClr val="3A495D"/>
                </a:solidFill>
              </a:defRPr>
            </a:lvl2pPr>
            <a:lvl3pPr lvl="2">
              <a:spcBef>
                <a:spcPts val="0"/>
              </a:spcBef>
              <a:spcAft>
                <a:spcPts val="0"/>
              </a:spcAft>
              <a:buClr>
                <a:srgbClr val="3A495D"/>
              </a:buClr>
              <a:buSzPts val="2400"/>
              <a:buNone/>
              <a:defRPr>
                <a:solidFill>
                  <a:srgbClr val="3A495D"/>
                </a:solidFill>
              </a:defRPr>
            </a:lvl3pPr>
            <a:lvl4pPr lvl="3">
              <a:spcBef>
                <a:spcPts val="0"/>
              </a:spcBef>
              <a:spcAft>
                <a:spcPts val="0"/>
              </a:spcAft>
              <a:buClr>
                <a:srgbClr val="3A495D"/>
              </a:buClr>
              <a:buSzPts val="2400"/>
              <a:buNone/>
              <a:defRPr>
                <a:solidFill>
                  <a:srgbClr val="3A495D"/>
                </a:solidFill>
              </a:defRPr>
            </a:lvl4pPr>
            <a:lvl5pPr lvl="4">
              <a:spcBef>
                <a:spcPts val="0"/>
              </a:spcBef>
              <a:spcAft>
                <a:spcPts val="0"/>
              </a:spcAft>
              <a:buClr>
                <a:srgbClr val="3A495D"/>
              </a:buClr>
              <a:buSzPts val="2400"/>
              <a:buNone/>
              <a:defRPr>
                <a:solidFill>
                  <a:srgbClr val="3A495D"/>
                </a:solidFill>
              </a:defRPr>
            </a:lvl5pPr>
            <a:lvl6pPr lvl="5">
              <a:spcBef>
                <a:spcPts val="0"/>
              </a:spcBef>
              <a:spcAft>
                <a:spcPts val="0"/>
              </a:spcAft>
              <a:buClr>
                <a:srgbClr val="3A495D"/>
              </a:buClr>
              <a:buSzPts val="2400"/>
              <a:buNone/>
              <a:defRPr>
                <a:solidFill>
                  <a:srgbClr val="3A495D"/>
                </a:solidFill>
              </a:defRPr>
            </a:lvl6pPr>
            <a:lvl7pPr lvl="6">
              <a:spcBef>
                <a:spcPts val="0"/>
              </a:spcBef>
              <a:spcAft>
                <a:spcPts val="0"/>
              </a:spcAft>
              <a:buClr>
                <a:srgbClr val="3A495D"/>
              </a:buClr>
              <a:buSzPts val="2400"/>
              <a:buNone/>
              <a:defRPr>
                <a:solidFill>
                  <a:srgbClr val="3A495D"/>
                </a:solidFill>
              </a:defRPr>
            </a:lvl7pPr>
            <a:lvl8pPr lvl="7">
              <a:spcBef>
                <a:spcPts val="0"/>
              </a:spcBef>
              <a:spcAft>
                <a:spcPts val="0"/>
              </a:spcAft>
              <a:buClr>
                <a:srgbClr val="3A495D"/>
              </a:buClr>
              <a:buSzPts val="2400"/>
              <a:buNone/>
              <a:defRPr>
                <a:solidFill>
                  <a:srgbClr val="3A495D"/>
                </a:solidFill>
              </a:defRPr>
            </a:lvl8pPr>
            <a:lvl9pPr lvl="8">
              <a:spcBef>
                <a:spcPts val="0"/>
              </a:spcBef>
              <a:spcAft>
                <a:spcPts val="0"/>
              </a:spcAft>
              <a:buClr>
                <a:srgbClr val="3A495D"/>
              </a:buClr>
              <a:buSzPts val="2400"/>
              <a:buNone/>
              <a:defRPr>
                <a:solidFill>
                  <a:srgbClr val="3A495D"/>
                </a:solidFill>
              </a:defRPr>
            </a:lvl9pPr>
          </a:lstStyle>
          <a:p/>
        </p:txBody>
      </p:sp>
      <p:sp>
        <p:nvSpPr>
          <p:cNvPr id="409" name="Google Shape;409;p28"/>
          <p:cNvSpPr txBox="1"/>
          <p:nvPr>
            <p:ph idx="7" type="subTitle"/>
          </p:nvPr>
        </p:nvSpPr>
        <p:spPr>
          <a:xfrm>
            <a:off x="9086850" y="1370400"/>
            <a:ext cx="8467500" cy="932400"/>
          </a:xfrm>
          <a:prstGeom prst="rect">
            <a:avLst/>
          </a:prstGeom>
        </p:spPr>
        <p:txBody>
          <a:bodyPr anchorCtr="0" anchor="t" bIns="0" lIns="0" spcFirstLastPara="1" rIns="0" wrap="square" tIns="0">
            <a:spAutoFit/>
          </a:bodyPr>
          <a:lstStyle>
            <a:lvl1pPr lvl="0">
              <a:spcBef>
                <a:spcPts val="0"/>
              </a:spcBef>
              <a:spcAft>
                <a:spcPts val="0"/>
              </a:spcAft>
              <a:buClr>
                <a:srgbClr val="677180"/>
              </a:buClr>
              <a:buSzPts val="2400"/>
              <a:buNone/>
              <a:defRPr>
                <a:solidFill>
                  <a:srgbClr val="677180"/>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grpSp>
        <p:nvGrpSpPr>
          <p:cNvPr id="410" name="Google Shape;410;p28"/>
          <p:cNvGrpSpPr/>
          <p:nvPr/>
        </p:nvGrpSpPr>
        <p:grpSpPr>
          <a:xfrm>
            <a:off x="15787610" y="9816586"/>
            <a:ext cx="1463219" cy="234029"/>
            <a:chOff x="238125" y="2252900"/>
            <a:chExt cx="7144625" cy="1210075"/>
          </a:xfrm>
        </p:grpSpPr>
        <p:sp>
          <p:nvSpPr>
            <p:cNvPr id="411" name="Google Shape;411;p2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0" name="Google Shape;420;p28"/>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421" name="Google Shape;421;p28"/>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Split Slide Title &amp; Visual">
  <p:cSld name="CUSTOM_46_3">
    <p:spTree>
      <p:nvGrpSpPr>
        <p:cNvPr id="422" name="Shape 422"/>
        <p:cNvGrpSpPr/>
        <p:nvPr/>
      </p:nvGrpSpPr>
      <p:grpSpPr>
        <a:xfrm>
          <a:off x="0" y="0"/>
          <a:ext cx="0" cy="0"/>
          <a:chOff x="0" y="0"/>
          <a:chExt cx="0" cy="0"/>
        </a:xfrm>
      </p:grpSpPr>
      <p:sp>
        <p:nvSpPr>
          <p:cNvPr id="423" name="Google Shape;423;p29"/>
          <p:cNvSpPr txBox="1"/>
          <p:nvPr>
            <p:ph type="title"/>
          </p:nvPr>
        </p:nvSpPr>
        <p:spPr>
          <a:xfrm>
            <a:off x="733800" y="4420650"/>
            <a:ext cx="64749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4" name="Google Shape;424;p29"/>
          <p:cNvSpPr/>
          <p:nvPr/>
        </p:nvSpPr>
        <p:spPr>
          <a:xfrm>
            <a:off x="0" y="465827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9"/>
          <p:cNvSpPr/>
          <p:nvPr>
            <p:ph idx="2" type="pic"/>
          </p:nvPr>
        </p:nvSpPr>
        <p:spPr>
          <a:xfrm>
            <a:off x="8047800" y="0"/>
            <a:ext cx="10240200" cy="10287000"/>
          </a:xfrm>
          <a:prstGeom prst="rect">
            <a:avLst/>
          </a:prstGeom>
          <a:noFill/>
          <a:ln>
            <a:noFill/>
          </a:ln>
        </p:spPr>
      </p:sp>
      <p:sp>
        <p:nvSpPr>
          <p:cNvPr id="426" name="Google Shape;426;p29"/>
          <p:cNvSpPr txBox="1"/>
          <p:nvPr>
            <p:ph idx="1" type="body"/>
          </p:nvPr>
        </p:nvSpPr>
        <p:spPr>
          <a:xfrm>
            <a:off x="762000" y="5295900"/>
            <a:ext cx="6474900" cy="42597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427" name="Google Shape;427;p29"/>
          <p:cNvGrpSpPr/>
          <p:nvPr/>
        </p:nvGrpSpPr>
        <p:grpSpPr>
          <a:xfrm>
            <a:off x="15787610" y="9816586"/>
            <a:ext cx="1463219" cy="234029"/>
            <a:chOff x="238125" y="2252900"/>
            <a:chExt cx="7144625" cy="1210075"/>
          </a:xfrm>
        </p:grpSpPr>
        <p:sp>
          <p:nvSpPr>
            <p:cNvPr id="428" name="Google Shape;428;p2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37" name="Google Shape;437;p29"/>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438" name="Google Shape;438;p29"/>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2">
  <p:cSld name="CUSTOM_27_2_14">
    <p:spTree>
      <p:nvGrpSpPr>
        <p:cNvPr id="439" name="Shape 439"/>
        <p:cNvGrpSpPr/>
        <p:nvPr/>
      </p:nvGrpSpPr>
      <p:grpSpPr>
        <a:xfrm>
          <a:off x="0" y="0"/>
          <a:ext cx="0" cy="0"/>
          <a:chOff x="0" y="0"/>
          <a:chExt cx="0" cy="0"/>
        </a:xfrm>
      </p:grpSpPr>
      <p:sp>
        <p:nvSpPr>
          <p:cNvPr id="440" name="Google Shape;440;p30"/>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441" name="Google Shape;441;p30"/>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1600"/>
              <a:buNone/>
              <a:defRPr sz="1600"/>
            </a:lvl2pPr>
            <a:lvl3pPr lvl="2">
              <a:lnSpc>
                <a:spcPct val="115000"/>
              </a:lnSpc>
              <a:spcBef>
                <a:spcPts val="0"/>
              </a:spcBef>
              <a:spcAft>
                <a:spcPts val="0"/>
              </a:spcAft>
              <a:buSzPts val="1600"/>
              <a:buNone/>
              <a:defRPr sz="1600"/>
            </a:lvl3pPr>
            <a:lvl4pPr lvl="3">
              <a:lnSpc>
                <a:spcPct val="115000"/>
              </a:lnSpc>
              <a:spcBef>
                <a:spcPts val="0"/>
              </a:spcBef>
              <a:spcAft>
                <a:spcPts val="0"/>
              </a:spcAft>
              <a:buSzPts val="1600"/>
              <a:buNone/>
              <a:defRPr sz="1600"/>
            </a:lvl4pPr>
            <a:lvl5pPr lvl="4">
              <a:lnSpc>
                <a:spcPct val="115000"/>
              </a:lnSpc>
              <a:spcBef>
                <a:spcPts val="0"/>
              </a:spcBef>
              <a:spcAft>
                <a:spcPts val="0"/>
              </a:spcAft>
              <a:buSzPts val="1600"/>
              <a:buNone/>
              <a:defRPr sz="1600"/>
            </a:lvl5pPr>
            <a:lvl6pPr lvl="5">
              <a:lnSpc>
                <a:spcPct val="115000"/>
              </a:lnSpc>
              <a:spcBef>
                <a:spcPts val="0"/>
              </a:spcBef>
              <a:spcAft>
                <a:spcPts val="0"/>
              </a:spcAft>
              <a:buSzPts val="1600"/>
              <a:buNone/>
              <a:defRPr sz="1600"/>
            </a:lvl6pPr>
            <a:lvl7pPr lvl="6">
              <a:lnSpc>
                <a:spcPct val="115000"/>
              </a:lnSpc>
              <a:spcBef>
                <a:spcPts val="0"/>
              </a:spcBef>
              <a:spcAft>
                <a:spcPts val="0"/>
              </a:spcAft>
              <a:buSzPts val="1600"/>
              <a:buNone/>
              <a:defRPr sz="1600"/>
            </a:lvl7pPr>
            <a:lvl8pPr lvl="7">
              <a:lnSpc>
                <a:spcPct val="115000"/>
              </a:lnSpc>
              <a:spcBef>
                <a:spcPts val="0"/>
              </a:spcBef>
              <a:spcAft>
                <a:spcPts val="0"/>
              </a:spcAft>
              <a:buSzPts val="1600"/>
              <a:buNone/>
              <a:defRPr sz="1600"/>
            </a:lvl8pPr>
            <a:lvl9pPr lvl="8">
              <a:lnSpc>
                <a:spcPct val="115000"/>
              </a:lnSpc>
              <a:spcBef>
                <a:spcPts val="0"/>
              </a:spcBef>
              <a:spcAft>
                <a:spcPts val="0"/>
              </a:spcAft>
              <a:buSzPts val="1600"/>
              <a:buNone/>
              <a:defRPr sz="1600"/>
            </a:lvl9pPr>
          </a:lstStyle>
          <a:p/>
        </p:txBody>
      </p:sp>
      <p:sp>
        <p:nvSpPr>
          <p:cNvPr id="442" name="Google Shape;442;p30"/>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43" name="Google Shape;443;p30"/>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444" name="Google Shape;444;p30"/>
          <p:cNvGrpSpPr/>
          <p:nvPr/>
        </p:nvGrpSpPr>
        <p:grpSpPr>
          <a:xfrm>
            <a:off x="15787610" y="9816586"/>
            <a:ext cx="1463219" cy="234029"/>
            <a:chOff x="238125" y="2252900"/>
            <a:chExt cx="7144625" cy="1210075"/>
          </a:xfrm>
        </p:grpSpPr>
        <p:sp>
          <p:nvSpPr>
            <p:cNvPr id="445" name="Google Shape;445;p3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54" name="Google Shape;454;p30"/>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455" name="Google Shape;455;p30"/>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Big Visual with title - light_right">
  <p:cSld name="CUSTOM_21_1">
    <p:spTree>
      <p:nvGrpSpPr>
        <p:cNvPr id="456" name="Shape 456"/>
        <p:cNvGrpSpPr/>
        <p:nvPr/>
      </p:nvGrpSpPr>
      <p:grpSpPr>
        <a:xfrm>
          <a:off x="0" y="0"/>
          <a:ext cx="0" cy="0"/>
          <a:chOff x="0" y="0"/>
          <a:chExt cx="0" cy="0"/>
        </a:xfrm>
      </p:grpSpPr>
      <p:sp>
        <p:nvSpPr>
          <p:cNvPr id="457" name="Google Shape;457;p31"/>
          <p:cNvSpPr/>
          <p:nvPr>
            <p:ph idx="2" type="pic"/>
          </p:nvPr>
        </p:nvSpPr>
        <p:spPr>
          <a:xfrm>
            <a:off x="5124125" y="-95250"/>
            <a:ext cx="13188000" cy="10420500"/>
          </a:xfrm>
          <a:prstGeom prst="rect">
            <a:avLst/>
          </a:prstGeom>
          <a:noFill/>
          <a:ln>
            <a:noFill/>
          </a:ln>
        </p:spPr>
      </p:sp>
      <p:sp>
        <p:nvSpPr>
          <p:cNvPr id="458" name="Google Shape;458;p31"/>
          <p:cNvSpPr txBox="1"/>
          <p:nvPr>
            <p:ph type="title"/>
          </p:nvPr>
        </p:nvSpPr>
        <p:spPr>
          <a:xfrm>
            <a:off x="733800" y="4579200"/>
            <a:ext cx="3660000" cy="7872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dk2"/>
              </a:buClr>
              <a:buSzPts val="4600"/>
              <a:buNone/>
              <a:defRPr>
                <a:solidFill>
                  <a:schemeClr val="dk2"/>
                </a:solidFill>
              </a:defRPr>
            </a:lvl1pPr>
            <a:lvl2pPr lvl="1">
              <a:lnSpc>
                <a:spcPct val="100000"/>
              </a:lnSpc>
              <a:spcBef>
                <a:spcPts val="0"/>
              </a:spcBef>
              <a:spcAft>
                <a:spcPts val="0"/>
              </a:spcAft>
              <a:buSzPts val="5600"/>
              <a:buNone/>
              <a:defRPr/>
            </a:lvl2pPr>
            <a:lvl3pPr lvl="2">
              <a:lnSpc>
                <a:spcPct val="100000"/>
              </a:lnSpc>
              <a:spcBef>
                <a:spcPts val="0"/>
              </a:spcBef>
              <a:spcAft>
                <a:spcPts val="0"/>
              </a:spcAft>
              <a:buSzPts val="5600"/>
              <a:buNone/>
              <a:defRPr/>
            </a:lvl3pPr>
            <a:lvl4pPr lvl="3">
              <a:lnSpc>
                <a:spcPct val="100000"/>
              </a:lnSpc>
              <a:spcBef>
                <a:spcPts val="0"/>
              </a:spcBef>
              <a:spcAft>
                <a:spcPts val="0"/>
              </a:spcAft>
              <a:buSzPts val="5600"/>
              <a:buNone/>
              <a:defRPr/>
            </a:lvl4pPr>
            <a:lvl5pPr lvl="4">
              <a:lnSpc>
                <a:spcPct val="100000"/>
              </a:lnSpc>
              <a:spcBef>
                <a:spcPts val="0"/>
              </a:spcBef>
              <a:spcAft>
                <a:spcPts val="0"/>
              </a:spcAft>
              <a:buSzPts val="5600"/>
              <a:buNone/>
              <a:defRPr/>
            </a:lvl5pPr>
            <a:lvl6pPr lvl="5">
              <a:lnSpc>
                <a:spcPct val="100000"/>
              </a:lnSpc>
              <a:spcBef>
                <a:spcPts val="0"/>
              </a:spcBef>
              <a:spcAft>
                <a:spcPts val="0"/>
              </a:spcAft>
              <a:buSzPts val="5600"/>
              <a:buNone/>
              <a:defRPr/>
            </a:lvl6pPr>
            <a:lvl7pPr lvl="6">
              <a:lnSpc>
                <a:spcPct val="100000"/>
              </a:lnSpc>
              <a:spcBef>
                <a:spcPts val="0"/>
              </a:spcBef>
              <a:spcAft>
                <a:spcPts val="0"/>
              </a:spcAft>
              <a:buSzPts val="5600"/>
              <a:buNone/>
              <a:defRPr/>
            </a:lvl7pPr>
            <a:lvl8pPr lvl="7">
              <a:lnSpc>
                <a:spcPct val="100000"/>
              </a:lnSpc>
              <a:spcBef>
                <a:spcPts val="0"/>
              </a:spcBef>
              <a:spcAft>
                <a:spcPts val="0"/>
              </a:spcAft>
              <a:buSzPts val="5600"/>
              <a:buNone/>
              <a:defRPr/>
            </a:lvl8pPr>
            <a:lvl9pPr lvl="8">
              <a:lnSpc>
                <a:spcPct val="100000"/>
              </a:lnSpc>
              <a:spcBef>
                <a:spcPts val="0"/>
              </a:spcBef>
              <a:spcAft>
                <a:spcPts val="0"/>
              </a:spcAft>
              <a:buSzPts val="5600"/>
              <a:buNone/>
              <a:defRPr/>
            </a:lvl9pPr>
          </a:lstStyle>
          <a:p/>
        </p:txBody>
      </p:sp>
      <p:sp>
        <p:nvSpPr>
          <p:cNvPr id="459" name="Google Shape;459;p31"/>
          <p:cNvSpPr txBox="1"/>
          <p:nvPr>
            <p:ph idx="1" type="subTitle"/>
          </p:nvPr>
        </p:nvSpPr>
        <p:spPr>
          <a:xfrm>
            <a:off x="742375" y="5366400"/>
            <a:ext cx="3651600" cy="41892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3200"/>
              <a:buNone/>
              <a:defRPr sz="32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grpSp>
        <p:nvGrpSpPr>
          <p:cNvPr id="460" name="Google Shape;460;p31"/>
          <p:cNvGrpSpPr/>
          <p:nvPr/>
        </p:nvGrpSpPr>
        <p:grpSpPr>
          <a:xfrm>
            <a:off x="15787610" y="9816586"/>
            <a:ext cx="1463219" cy="234029"/>
            <a:chOff x="238125" y="2252900"/>
            <a:chExt cx="7144625" cy="1210075"/>
          </a:xfrm>
        </p:grpSpPr>
        <p:sp>
          <p:nvSpPr>
            <p:cNvPr id="461" name="Google Shape;461;p3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0" name="Google Shape;470;p31"/>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471" name="Google Shape;471;p31"/>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30">
  <p:cSld name="CUSTOM_27_40">
    <p:spTree>
      <p:nvGrpSpPr>
        <p:cNvPr id="472" name="Shape 472"/>
        <p:cNvGrpSpPr/>
        <p:nvPr/>
      </p:nvGrpSpPr>
      <p:grpSpPr>
        <a:xfrm>
          <a:off x="0" y="0"/>
          <a:ext cx="0" cy="0"/>
          <a:chOff x="0" y="0"/>
          <a:chExt cx="0" cy="0"/>
        </a:xfrm>
      </p:grpSpPr>
      <p:sp>
        <p:nvSpPr>
          <p:cNvPr id="473" name="Google Shape;473;p32"/>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474" name="Google Shape;474;p32"/>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475" name="Google Shape;475;p32"/>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76" name="Google Shape;476;p32"/>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477" name="Google Shape;477;p32"/>
          <p:cNvGrpSpPr/>
          <p:nvPr/>
        </p:nvGrpSpPr>
        <p:grpSpPr>
          <a:xfrm>
            <a:off x="15787610" y="9816586"/>
            <a:ext cx="1463219" cy="234029"/>
            <a:chOff x="238125" y="2252900"/>
            <a:chExt cx="7144625" cy="1210075"/>
          </a:xfrm>
        </p:grpSpPr>
        <p:sp>
          <p:nvSpPr>
            <p:cNvPr id="478" name="Google Shape;478;p3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79" name="Google Shape;479;p3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0" name="Google Shape;480;p3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1" name="Google Shape;481;p3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2" name="Google Shape;482;p3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3" name="Google Shape;483;p3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4" name="Google Shape;484;p3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5" name="Google Shape;485;p3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86" name="Google Shape;486;p3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487" name="Google Shape;487;p32"/>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488" name="Google Shape;488;p32"/>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30 1">
  <p:cSld name="CUSTOM_27_40_1">
    <p:spTree>
      <p:nvGrpSpPr>
        <p:cNvPr id="489" name="Shape 489"/>
        <p:cNvGrpSpPr/>
        <p:nvPr/>
      </p:nvGrpSpPr>
      <p:grpSpPr>
        <a:xfrm>
          <a:off x="0" y="0"/>
          <a:ext cx="0" cy="0"/>
          <a:chOff x="0" y="0"/>
          <a:chExt cx="0" cy="0"/>
        </a:xfrm>
      </p:grpSpPr>
      <p:sp>
        <p:nvSpPr>
          <p:cNvPr id="490" name="Google Shape;490;p33"/>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491" name="Google Shape;491;p33"/>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492" name="Google Shape;492;p33"/>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93" name="Google Shape;493;p33"/>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494" name="Google Shape;494;p33"/>
          <p:cNvGrpSpPr/>
          <p:nvPr/>
        </p:nvGrpSpPr>
        <p:grpSpPr>
          <a:xfrm>
            <a:off x="15787610" y="9816586"/>
            <a:ext cx="1463219" cy="234029"/>
            <a:chOff x="238125" y="2252900"/>
            <a:chExt cx="7144625" cy="1210075"/>
          </a:xfrm>
        </p:grpSpPr>
        <p:sp>
          <p:nvSpPr>
            <p:cNvPr id="495" name="Google Shape;495;p3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96" name="Google Shape;496;p3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97" name="Google Shape;497;p3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98" name="Google Shape;498;p3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99" name="Google Shape;499;p3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00" name="Google Shape;500;p3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01" name="Google Shape;501;p3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02" name="Google Shape;502;p3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03" name="Google Shape;503;p3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504" name="Google Shape;504;p33"/>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505" name="Google Shape;505;p33"/>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1 1">
  <p:cSld name="CUSTOM_60_1_1">
    <p:spTree>
      <p:nvGrpSpPr>
        <p:cNvPr id="506" name="Shape 506"/>
        <p:cNvGrpSpPr/>
        <p:nvPr/>
      </p:nvGrpSpPr>
      <p:grpSpPr>
        <a:xfrm>
          <a:off x="0" y="0"/>
          <a:ext cx="0" cy="0"/>
          <a:chOff x="0" y="0"/>
          <a:chExt cx="0" cy="0"/>
        </a:xfrm>
      </p:grpSpPr>
      <p:pic>
        <p:nvPicPr>
          <p:cNvPr id="507" name="Google Shape;507;p34"/>
          <p:cNvPicPr preferRelativeResize="0"/>
          <p:nvPr/>
        </p:nvPicPr>
        <p:blipFill>
          <a:blip r:embed="rId2">
            <a:alphaModFix/>
          </a:blip>
          <a:stretch>
            <a:fillRect/>
          </a:stretch>
        </p:blipFill>
        <p:spPr>
          <a:xfrm>
            <a:off x="-1" y="-2090"/>
            <a:ext cx="18288002" cy="1029117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19">
    <p:spTree>
      <p:nvGrpSpPr>
        <p:cNvPr id="508" name="Shape 508"/>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9 2">
  <p:cSld name="CUSTOM_27_19_2">
    <p:spTree>
      <p:nvGrpSpPr>
        <p:cNvPr id="509" name="Shape 509"/>
        <p:cNvGrpSpPr/>
        <p:nvPr/>
      </p:nvGrpSpPr>
      <p:grpSpPr>
        <a:xfrm>
          <a:off x="0" y="0"/>
          <a:ext cx="0" cy="0"/>
          <a:chOff x="0" y="0"/>
          <a:chExt cx="0" cy="0"/>
        </a:xfrm>
      </p:grpSpPr>
      <p:sp>
        <p:nvSpPr>
          <p:cNvPr id="510" name="Google Shape;510;p36"/>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6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511" name="Google Shape;511;p36"/>
          <p:cNvSpPr txBox="1"/>
          <p:nvPr>
            <p:ph idx="1" type="subTitle"/>
          </p:nvPr>
        </p:nvSpPr>
        <p:spPr>
          <a:xfrm>
            <a:off x="746925" y="1586850"/>
            <a:ext cx="16820400" cy="966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3200"/>
              <a:buNone/>
              <a:defRPr sz="3200">
                <a:solidFill>
                  <a:schemeClr val="dk2"/>
                </a:solidFill>
              </a:defRPr>
            </a:lvl1pPr>
            <a:lvl2pPr lvl="1" algn="l">
              <a:lnSpc>
                <a:spcPct val="115000"/>
              </a:lnSpc>
              <a:spcBef>
                <a:spcPts val="0"/>
              </a:spcBef>
              <a:spcAft>
                <a:spcPts val="0"/>
              </a:spcAft>
              <a:buSzPts val="2000"/>
              <a:buNone/>
              <a:defRPr/>
            </a:lvl2pPr>
            <a:lvl3pPr lvl="2" algn="l">
              <a:lnSpc>
                <a:spcPct val="115000"/>
              </a:lnSpc>
              <a:spcBef>
                <a:spcPts val="0"/>
              </a:spcBef>
              <a:spcAft>
                <a:spcPts val="0"/>
              </a:spcAft>
              <a:buSzPts val="2000"/>
              <a:buNone/>
              <a:defRPr/>
            </a:lvl3pPr>
            <a:lvl4pPr lvl="3" algn="l">
              <a:lnSpc>
                <a:spcPct val="115000"/>
              </a:lnSpc>
              <a:spcBef>
                <a:spcPts val="0"/>
              </a:spcBef>
              <a:spcAft>
                <a:spcPts val="0"/>
              </a:spcAft>
              <a:buSzPts val="2000"/>
              <a:buNone/>
              <a:defRPr/>
            </a:lvl4pPr>
            <a:lvl5pPr lvl="4" algn="l">
              <a:lnSpc>
                <a:spcPct val="115000"/>
              </a:lnSpc>
              <a:spcBef>
                <a:spcPts val="0"/>
              </a:spcBef>
              <a:spcAft>
                <a:spcPts val="0"/>
              </a:spcAft>
              <a:buSzPts val="2000"/>
              <a:buNone/>
              <a:defRPr/>
            </a:lvl5pPr>
            <a:lvl6pPr lvl="5" algn="l">
              <a:lnSpc>
                <a:spcPct val="115000"/>
              </a:lnSpc>
              <a:spcBef>
                <a:spcPts val="0"/>
              </a:spcBef>
              <a:spcAft>
                <a:spcPts val="0"/>
              </a:spcAft>
              <a:buSzPts val="2000"/>
              <a:buNone/>
              <a:defRPr/>
            </a:lvl6pPr>
            <a:lvl7pPr lvl="6" algn="l">
              <a:lnSpc>
                <a:spcPct val="115000"/>
              </a:lnSpc>
              <a:spcBef>
                <a:spcPts val="0"/>
              </a:spcBef>
              <a:spcAft>
                <a:spcPts val="0"/>
              </a:spcAft>
              <a:buSzPts val="2000"/>
              <a:buNone/>
              <a:defRPr/>
            </a:lvl7pPr>
            <a:lvl8pPr lvl="7" algn="l">
              <a:lnSpc>
                <a:spcPct val="115000"/>
              </a:lnSpc>
              <a:spcBef>
                <a:spcPts val="0"/>
              </a:spcBef>
              <a:spcAft>
                <a:spcPts val="0"/>
              </a:spcAft>
              <a:buSzPts val="2000"/>
              <a:buNone/>
              <a:defRPr/>
            </a:lvl8pPr>
            <a:lvl9pPr lvl="8" algn="l">
              <a:lnSpc>
                <a:spcPct val="115000"/>
              </a:lnSpc>
              <a:spcBef>
                <a:spcPts val="0"/>
              </a:spcBef>
              <a:spcAft>
                <a:spcPts val="0"/>
              </a:spcAft>
              <a:buSzPts val="2000"/>
              <a:buNone/>
              <a:defRPr/>
            </a:lvl9pPr>
          </a:lstStyle>
          <a:p/>
        </p:txBody>
      </p:sp>
      <p:sp>
        <p:nvSpPr>
          <p:cNvPr id="512" name="Google Shape;512;p36"/>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6"/>
          <p:cNvSpPr txBox="1"/>
          <p:nvPr>
            <p:ph idx="2" type="body"/>
          </p:nvPr>
        </p:nvSpPr>
        <p:spPr>
          <a:xfrm>
            <a:off x="762000" y="2552550"/>
            <a:ext cx="16820400" cy="70014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514" name="Google Shape;514;p36"/>
          <p:cNvGrpSpPr/>
          <p:nvPr/>
        </p:nvGrpSpPr>
        <p:grpSpPr>
          <a:xfrm>
            <a:off x="15787610" y="9816585"/>
            <a:ext cx="1463219" cy="234029"/>
            <a:chOff x="238125" y="2252900"/>
            <a:chExt cx="7144625" cy="1210075"/>
          </a:xfrm>
        </p:grpSpPr>
        <p:sp>
          <p:nvSpPr>
            <p:cNvPr id="515" name="Google Shape;515;p3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3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3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24" name="Google Shape;524;p36"/>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525" name="Google Shape;525;p36"/>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Title + 2 blocks - white">
  <p:cSld name="CUSTOM_1">
    <p:spTree>
      <p:nvGrpSpPr>
        <p:cNvPr id="526" name="Shape 526"/>
        <p:cNvGrpSpPr/>
        <p:nvPr/>
      </p:nvGrpSpPr>
      <p:grpSpPr>
        <a:xfrm>
          <a:off x="0" y="0"/>
          <a:ext cx="0" cy="0"/>
          <a:chOff x="0" y="0"/>
          <a:chExt cx="0" cy="0"/>
        </a:xfrm>
      </p:grpSpPr>
      <p:sp>
        <p:nvSpPr>
          <p:cNvPr id="527" name="Google Shape;527;p37"/>
          <p:cNvSpPr/>
          <p:nvPr/>
        </p:nvSpPr>
        <p:spPr>
          <a:xfrm>
            <a:off x="0" y="465827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 name="Google Shape;528;p37"/>
          <p:cNvCxnSpPr/>
          <p:nvPr/>
        </p:nvCxnSpPr>
        <p:spPr>
          <a:xfrm>
            <a:off x="7271825" y="735900"/>
            <a:ext cx="0" cy="8830800"/>
          </a:xfrm>
          <a:prstGeom prst="straightConnector1">
            <a:avLst/>
          </a:prstGeom>
          <a:noFill/>
          <a:ln cap="flat" cmpd="sng" w="19050">
            <a:solidFill>
              <a:srgbClr val="9AA2AC"/>
            </a:solidFill>
            <a:prstDash val="solid"/>
            <a:round/>
            <a:headEnd len="med" w="med" type="none"/>
            <a:tailEnd len="med" w="med" type="none"/>
          </a:ln>
        </p:spPr>
      </p:cxnSp>
      <p:sp>
        <p:nvSpPr>
          <p:cNvPr id="529" name="Google Shape;529;p37"/>
          <p:cNvSpPr txBox="1"/>
          <p:nvPr>
            <p:ph idx="1" type="subTitle"/>
          </p:nvPr>
        </p:nvSpPr>
        <p:spPr>
          <a:xfrm>
            <a:off x="8026325" y="3387413"/>
            <a:ext cx="4389000" cy="789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b="1" sz="3200">
                <a:solidFill>
                  <a:schemeClr val="dk2"/>
                </a:solidFill>
              </a:defRPr>
            </a:lvl1pPr>
            <a:lvl2pPr lvl="1">
              <a:lnSpc>
                <a:spcPct val="115000"/>
              </a:lnSpc>
              <a:spcBef>
                <a:spcPts val="0"/>
              </a:spcBef>
              <a:spcAft>
                <a:spcPts val="0"/>
              </a:spcAft>
              <a:buClr>
                <a:schemeClr val="dk2"/>
              </a:buClr>
              <a:buSzPts val="3200"/>
              <a:buNone/>
              <a:defRPr sz="3200">
                <a:solidFill>
                  <a:schemeClr val="dk2"/>
                </a:solidFill>
              </a:defRPr>
            </a:lvl2pPr>
            <a:lvl3pPr lvl="2">
              <a:lnSpc>
                <a:spcPct val="115000"/>
              </a:lnSpc>
              <a:spcBef>
                <a:spcPts val="0"/>
              </a:spcBef>
              <a:spcAft>
                <a:spcPts val="0"/>
              </a:spcAft>
              <a:buClr>
                <a:schemeClr val="dk2"/>
              </a:buClr>
              <a:buSzPts val="3200"/>
              <a:buNone/>
              <a:defRPr sz="3200">
                <a:solidFill>
                  <a:schemeClr val="dk2"/>
                </a:solidFill>
              </a:defRPr>
            </a:lvl3pPr>
            <a:lvl4pPr lvl="3">
              <a:lnSpc>
                <a:spcPct val="115000"/>
              </a:lnSpc>
              <a:spcBef>
                <a:spcPts val="0"/>
              </a:spcBef>
              <a:spcAft>
                <a:spcPts val="0"/>
              </a:spcAft>
              <a:buClr>
                <a:schemeClr val="dk2"/>
              </a:buClr>
              <a:buSzPts val="3200"/>
              <a:buNone/>
              <a:defRPr sz="3200">
                <a:solidFill>
                  <a:schemeClr val="dk2"/>
                </a:solidFill>
              </a:defRPr>
            </a:lvl4pPr>
            <a:lvl5pPr lvl="4">
              <a:lnSpc>
                <a:spcPct val="115000"/>
              </a:lnSpc>
              <a:spcBef>
                <a:spcPts val="0"/>
              </a:spcBef>
              <a:spcAft>
                <a:spcPts val="0"/>
              </a:spcAft>
              <a:buClr>
                <a:schemeClr val="dk2"/>
              </a:buClr>
              <a:buSzPts val="3200"/>
              <a:buNone/>
              <a:defRPr sz="3200">
                <a:solidFill>
                  <a:schemeClr val="dk2"/>
                </a:solidFill>
              </a:defRPr>
            </a:lvl5pPr>
            <a:lvl6pPr lvl="5">
              <a:lnSpc>
                <a:spcPct val="115000"/>
              </a:lnSpc>
              <a:spcBef>
                <a:spcPts val="0"/>
              </a:spcBef>
              <a:spcAft>
                <a:spcPts val="0"/>
              </a:spcAft>
              <a:buClr>
                <a:schemeClr val="dk2"/>
              </a:buClr>
              <a:buSzPts val="3200"/>
              <a:buNone/>
              <a:defRPr sz="3200">
                <a:solidFill>
                  <a:schemeClr val="dk2"/>
                </a:solidFill>
              </a:defRPr>
            </a:lvl6pPr>
            <a:lvl7pPr lvl="6">
              <a:lnSpc>
                <a:spcPct val="115000"/>
              </a:lnSpc>
              <a:spcBef>
                <a:spcPts val="0"/>
              </a:spcBef>
              <a:spcAft>
                <a:spcPts val="0"/>
              </a:spcAft>
              <a:buClr>
                <a:schemeClr val="dk2"/>
              </a:buClr>
              <a:buSzPts val="3200"/>
              <a:buNone/>
              <a:defRPr sz="3200">
                <a:solidFill>
                  <a:schemeClr val="dk2"/>
                </a:solidFill>
              </a:defRPr>
            </a:lvl7pPr>
            <a:lvl8pPr lvl="7">
              <a:lnSpc>
                <a:spcPct val="115000"/>
              </a:lnSpc>
              <a:spcBef>
                <a:spcPts val="0"/>
              </a:spcBef>
              <a:spcAft>
                <a:spcPts val="0"/>
              </a:spcAft>
              <a:buClr>
                <a:schemeClr val="dk2"/>
              </a:buClr>
              <a:buSzPts val="3200"/>
              <a:buNone/>
              <a:defRPr sz="3200">
                <a:solidFill>
                  <a:schemeClr val="dk2"/>
                </a:solidFill>
              </a:defRPr>
            </a:lvl8pPr>
            <a:lvl9pPr lvl="8">
              <a:lnSpc>
                <a:spcPct val="115000"/>
              </a:lnSpc>
              <a:spcBef>
                <a:spcPts val="0"/>
              </a:spcBef>
              <a:spcAft>
                <a:spcPts val="0"/>
              </a:spcAft>
              <a:buClr>
                <a:schemeClr val="dk2"/>
              </a:buClr>
              <a:buSzPts val="3200"/>
              <a:buNone/>
              <a:defRPr sz="3200">
                <a:solidFill>
                  <a:schemeClr val="dk2"/>
                </a:solidFill>
              </a:defRPr>
            </a:lvl9pPr>
          </a:lstStyle>
          <a:p/>
        </p:txBody>
      </p:sp>
      <p:sp>
        <p:nvSpPr>
          <p:cNvPr id="530" name="Google Shape;530;p37"/>
          <p:cNvSpPr txBox="1"/>
          <p:nvPr>
            <p:ph idx="2" type="subTitle"/>
          </p:nvPr>
        </p:nvSpPr>
        <p:spPr>
          <a:xfrm>
            <a:off x="8026325" y="4015338"/>
            <a:ext cx="4389000" cy="789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b="1"/>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531" name="Google Shape;531;p37"/>
          <p:cNvSpPr txBox="1"/>
          <p:nvPr>
            <p:ph idx="3" type="subTitle"/>
          </p:nvPr>
        </p:nvSpPr>
        <p:spPr>
          <a:xfrm>
            <a:off x="8026325" y="4526625"/>
            <a:ext cx="4389000" cy="5040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532" name="Google Shape;532;p37"/>
          <p:cNvSpPr txBox="1"/>
          <p:nvPr>
            <p:ph idx="4" type="subTitle"/>
          </p:nvPr>
        </p:nvSpPr>
        <p:spPr>
          <a:xfrm>
            <a:off x="13169825" y="3387413"/>
            <a:ext cx="4389000" cy="789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b="1" sz="3200">
                <a:solidFill>
                  <a:schemeClr val="dk2"/>
                </a:solidFill>
              </a:defRPr>
            </a:lvl1pPr>
            <a:lvl2pPr lvl="1">
              <a:lnSpc>
                <a:spcPct val="115000"/>
              </a:lnSpc>
              <a:spcBef>
                <a:spcPts val="0"/>
              </a:spcBef>
              <a:spcAft>
                <a:spcPts val="0"/>
              </a:spcAft>
              <a:buClr>
                <a:schemeClr val="dk2"/>
              </a:buClr>
              <a:buSzPts val="3200"/>
              <a:buNone/>
              <a:defRPr sz="3200">
                <a:solidFill>
                  <a:schemeClr val="dk2"/>
                </a:solidFill>
              </a:defRPr>
            </a:lvl2pPr>
            <a:lvl3pPr lvl="2">
              <a:lnSpc>
                <a:spcPct val="115000"/>
              </a:lnSpc>
              <a:spcBef>
                <a:spcPts val="0"/>
              </a:spcBef>
              <a:spcAft>
                <a:spcPts val="0"/>
              </a:spcAft>
              <a:buClr>
                <a:schemeClr val="dk2"/>
              </a:buClr>
              <a:buSzPts val="3200"/>
              <a:buNone/>
              <a:defRPr sz="3200">
                <a:solidFill>
                  <a:schemeClr val="dk2"/>
                </a:solidFill>
              </a:defRPr>
            </a:lvl3pPr>
            <a:lvl4pPr lvl="3">
              <a:lnSpc>
                <a:spcPct val="115000"/>
              </a:lnSpc>
              <a:spcBef>
                <a:spcPts val="0"/>
              </a:spcBef>
              <a:spcAft>
                <a:spcPts val="0"/>
              </a:spcAft>
              <a:buClr>
                <a:schemeClr val="dk2"/>
              </a:buClr>
              <a:buSzPts val="3200"/>
              <a:buNone/>
              <a:defRPr sz="3200">
                <a:solidFill>
                  <a:schemeClr val="dk2"/>
                </a:solidFill>
              </a:defRPr>
            </a:lvl4pPr>
            <a:lvl5pPr lvl="4">
              <a:lnSpc>
                <a:spcPct val="115000"/>
              </a:lnSpc>
              <a:spcBef>
                <a:spcPts val="0"/>
              </a:spcBef>
              <a:spcAft>
                <a:spcPts val="0"/>
              </a:spcAft>
              <a:buClr>
                <a:schemeClr val="dk2"/>
              </a:buClr>
              <a:buSzPts val="3200"/>
              <a:buNone/>
              <a:defRPr sz="3200">
                <a:solidFill>
                  <a:schemeClr val="dk2"/>
                </a:solidFill>
              </a:defRPr>
            </a:lvl5pPr>
            <a:lvl6pPr lvl="5">
              <a:lnSpc>
                <a:spcPct val="115000"/>
              </a:lnSpc>
              <a:spcBef>
                <a:spcPts val="0"/>
              </a:spcBef>
              <a:spcAft>
                <a:spcPts val="0"/>
              </a:spcAft>
              <a:buClr>
                <a:schemeClr val="dk2"/>
              </a:buClr>
              <a:buSzPts val="3200"/>
              <a:buNone/>
              <a:defRPr sz="3200">
                <a:solidFill>
                  <a:schemeClr val="dk2"/>
                </a:solidFill>
              </a:defRPr>
            </a:lvl6pPr>
            <a:lvl7pPr lvl="6">
              <a:lnSpc>
                <a:spcPct val="115000"/>
              </a:lnSpc>
              <a:spcBef>
                <a:spcPts val="0"/>
              </a:spcBef>
              <a:spcAft>
                <a:spcPts val="0"/>
              </a:spcAft>
              <a:buClr>
                <a:schemeClr val="dk2"/>
              </a:buClr>
              <a:buSzPts val="3200"/>
              <a:buNone/>
              <a:defRPr sz="3200">
                <a:solidFill>
                  <a:schemeClr val="dk2"/>
                </a:solidFill>
              </a:defRPr>
            </a:lvl7pPr>
            <a:lvl8pPr lvl="7">
              <a:lnSpc>
                <a:spcPct val="115000"/>
              </a:lnSpc>
              <a:spcBef>
                <a:spcPts val="0"/>
              </a:spcBef>
              <a:spcAft>
                <a:spcPts val="0"/>
              </a:spcAft>
              <a:buClr>
                <a:schemeClr val="dk2"/>
              </a:buClr>
              <a:buSzPts val="3200"/>
              <a:buNone/>
              <a:defRPr sz="3200">
                <a:solidFill>
                  <a:schemeClr val="dk2"/>
                </a:solidFill>
              </a:defRPr>
            </a:lvl8pPr>
            <a:lvl9pPr lvl="8">
              <a:lnSpc>
                <a:spcPct val="115000"/>
              </a:lnSpc>
              <a:spcBef>
                <a:spcPts val="0"/>
              </a:spcBef>
              <a:spcAft>
                <a:spcPts val="0"/>
              </a:spcAft>
              <a:buClr>
                <a:schemeClr val="dk2"/>
              </a:buClr>
              <a:buSzPts val="3200"/>
              <a:buNone/>
              <a:defRPr sz="3200">
                <a:solidFill>
                  <a:schemeClr val="dk2"/>
                </a:solidFill>
              </a:defRPr>
            </a:lvl9pPr>
          </a:lstStyle>
          <a:p/>
        </p:txBody>
      </p:sp>
      <p:sp>
        <p:nvSpPr>
          <p:cNvPr id="533" name="Google Shape;533;p37"/>
          <p:cNvSpPr txBox="1"/>
          <p:nvPr>
            <p:ph idx="5" type="subTitle"/>
          </p:nvPr>
        </p:nvSpPr>
        <p:spPr>
          <a:xfrm>
            <a:off x="13169825" y="4015338"/>
            <a:ext cx="4389000" cy="789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b="1"/>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534" name="Google Shape;534;p37"/>
          <p:cNvSpPr txBox="1"/>
          <p:nvPr>
            <p:ph idx="6" type="subTitle"/>
          </p:nvPr>
        </p:nvSpPr>
        <p:spPr>
          <a:xfrm>
            <a:off x="13169825" y="4526625"/>
            <a:ext cx="4389000" cy="5040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535" name="Google Shape;535;p37"/>
          <p:cNvSpPr txBox="1"/>
          <p:nvPr>
            <p:ph type="title"/>
          </p:nvPr>
        </p:nvSpPr>
        <p:spPr>
          <a:xfrm>
            <a:off x="733800" y="4313100"/>
            <a:ext cx="5689500" cy="16608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36" name="Google Shape;536;p37"/>
          <p:cNvSpPr txBox="1"/>
          <p:nvPr>
            <p:ph idx="7" type="subTitle"/>
          </p:nvPr>
        </p:nvSpPr>
        <p:spPr>
          <a:xfrm>
            <a:off x="741550" y="5222225"/>
            <a:ext cx="5689500" cy="4316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spcBef>
                <a:spcPts val="0"/>
              </a:spcBef>
              <a:spcAft>
                <a:spcPts val="0"/>
              </a:spcAft>
              <a:buClr>
                <a:schemeClr val="dk2"/>
              </a:buClr>
              <a:buSzPts val="3200"/>
              <a:buNone/>
              <a:defRPr sz="3200">
                <a:solidFill>
                  <a:schemeClr val="dk2"/>
                </a:solidFill>
              </a:defRPr>
            </a:lvl2pPr>
            <a:lvl3pPr lvl="2">
              <a:spcBef>
                <a:spcPts val="0"/>
              </a:spcBef>
              <a:spcAft>
                <a:spcPts val="0"/>
              </a:spcAft>
              <a:buClr>
                <a:schemeClr val="dk2"/>
              </a:buClr>
              <a:buSzPts val="3200"/>
              <a:buNone/>
              <a:defRPr sz="3200">
                <a:solidFill>
                  <a:schemeClr val="dk2"/>
                </a:solidFill>
              </a:defRPr>
            </a:lvl3pPr>
            <a:lvl4pPr lvl="3">
              <a:spcBef>
                <a:spcPts val="0"/>
              </a:spcBef>
              <a:spcAft>
                <a:spcPts val="0"/>
              </a:spcAft>
              <a:buClr>
                <a:schemeClr val="dk2"/>
              </a:buClr>
              <a:buSzPts val="3200"/>
              <a:buNone/>
              <a:defRPr sz="3200">
                <a:solidFill>
                  <a:schemeClr val="dk2"/>
                </a:solidFill>
              </a:defRPr>
            </a:lvl4pPr>
            <a:lvl5pPr lvl="4">
              <a:spcBef>
                <a:spcPts val="0"/>
              </a:spcBef>
              <a:spcAft>
                <a:spcPts val="0"/>
              </a:spcAft>
              <a:buClr>
                <a:schemeClr val="dk2"/>
              </a:buClr>
              <a:buSzPts val="3200"/>
              <a:buNone/>
              <a:defRPr sz="3200">
                <a:solidFill>
                  <a:schemeClr val="dk2"/>
                </a:solidFill>
              </a:defRPr>
            </a:lvl5pPr>
            <a:lvl6pPr lvl="5">
              <a:spcBef>
                <a:spcPts val="0"/>
              </a:spcBef>
              <a:spcAft>
                <a:spcPts val="0"/>
              </a:spcAft>
              <a:buClr>
                <a:schemeClr val="dk2"/>
              </a:buClr>
              <a:buSzPts val="3200"/>
              <a:buNone/>
              <a:defRPr sz="3200">
                <a:solidFill>
                  <a:schemeClr val="dk2"/>
                </a:solidFill>
              </a:defRPr>
            </a:lvl6pPr>
            <a:lvl7pPr lvl="6">
              <a:spcBef>
                <a:spcPts val="0"/>
              </a:spcBef>
              <a:spcAft>
                <a:spcPts val="0"/>
              </a:spcAft>
              <a:buClr>
                <a:schemeClr val="dk2"/>
              </a:buClr>
              <a:buSzPts val="3200"/>
              <a:buNone/>
              <a:defRPr sz="3200">
                <a:solidFill>
                  <a:schemeClr val="dk2"/>
                </a:solidFill>
              </a:defRPr>
            </a:lvl7pPr>
            <a:lvl8pPr lvl="7">
              <a:spcBef>
                <a:spcPts val="0"/>
              </a:spcBef>
              <a:spcAft>
                <a:spcPts val="0"/>
              </a:spcAft>
              <a:buClr>
                <a:schemeClr val="dk2"/>
              </a:buClr>
              <a:buSzPts val="3200"/>
              <a:buNone/>
              <a:defRPr sz="3200">
                <a:solidFill>
                  <a:schemeClr val="dk2"/>
                </a:solidFill>
              </a:defRPr>
            </a:lvl8pPr>
            <a:lvl9pPr lvl="8">
              <a:spcBef>
                <a:spcPts val="0"/>
              </a:spcBef>
              <a:spcAft>
                <a:spcPts val="0"/>
              </a:spcAft>
              <a:buClr>
                <a:schemeClr val="dk2"/>
              </a:buClr>
              <a:buSzPts val="3200"/>
              <a:buNone/>
              <a:defRPr sz="3200">
                <a:solidFill>
                  <a:schemeClr val="dk2"/>
                </a:solidFill>
              </a:defRPr>
            </a:lvl9pPr>
          </a:lstStyle>
          <a:p/>
        </p:txBody>
      </p:sp>
      <p:grpSp>
        <p:nvGrpSpPr>
          <p:cNvPr id="537" name="Google Shape;537;p37"/>
          <p:cNvGrpSpPr/>
          <p:nvPr/>
        </p:nvGrpSpPr>
        <p:grpSpPr>
          <a:xfrm>
            <a:off x="15787610" y="9816586"/>
            <a:ext cx="1463219" cy="234029"/>
            <a:chOff x="238125" y="2252900"/>
            <a:chExt cx="7144625" cy="1210075"/>
          </a:xfrm>
        </p:grpSpPr>
        <p:sp>
          <p:nvSpPr>
            <p:cNvPr id="538" name="Google Shape;538;p3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47" name="Google Shape;547;p37"/>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548" name="Google Shape;548;p37"/>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1 6">
  <p:cSld name="CUSTOM_27_2_1_1_6">
    <p:spTree>
      <p:nvGrpSpPr>
        <p:cNvPr id="549" name="Shape 549"/>
        <p:cNvGrpSpPr/>
        <p:nvPr/>
      </p:nvGrpSpPr>
      <p:grpSpPr>
        <a:xfrm>
          <a:off x="0" y="0"/>
          <a:ext cx="0" cy="0"/>
          <a:chOff x="0" y="0"/>
          <a:chExt cx="0" cy="0"/>
        </a:xfrm>
      </p:grpSpPr>
      <p:grpSp>
        <p:nvGrpSpPr>
          <p:cNvPr id="550" name="Google Shape;550;p38"/>
          <p:cNvGrpSpPr/>
          <p:nvPr/>
        </p:nvGrpSpPr>
        <p:grpSpPr>
          <a:xfrm>
            <a:off x="15787610" y="9816586"/>
            <a:ext cx="1463219" cy="234029"/>
            <a:chOff x="238125" y="2252900"/>
            <a:chExt cx="7144625" cy="1210075"/>
          </a:xfrm>
        </p:grpSpPr>
        <p:sp>
          <p:nvSpPr>
            <p:cNvPr id="551" name="Google Shape;551;p3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2" name="Google Shape;552;p3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3" name="Google Shape;553;p3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4" name="Google Shape;554;p3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5" name="Google Shape;555;p3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6" name="Google Shape;556;p3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7" name="Google Shape;557;p3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8" name="Google Shape;558;p3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59" name="Google Shape;559;p3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560" name="Google Shape;560;p38"/>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561" name="Google Shape;561;p38"/>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
        <p:nvSpPr>
          <p:cNvPr id="562" name="Google Shape;562;p38"/>
          <p:cNvSpPr txBox="1"/>
          <p:nvPr>
            <p:ph type="title"/>
          </p:nvPr>
        </p:nvSpPr>
        <p:spPr>
          <a:xfrm>
            <a:off x="733800" y="731400"/>
            <a:ext cx="16820400" cy="14460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563" name="Google Shape;563;p38"/>
          <p:cNvSpPr txBox="1"/>
          <p:nvPr>
            <p:ph idx="1" type="subTitle"/>
          </p:nvPr>
        </p:nvSpPr>
        <p:spPr>
          <a:xfrm>
            <a:off x="746925" y="1851849"/>
            <a:ext cx="16820400" cy="12156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200"/>
              <a:buNone/>
              <a:defRPr sz="3200"/>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564" name="Google Shape;564;p38"/>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p:cSld name="CUSTOM_27_2_26">
    <p:spTree>
      <p:nvGrpSpPr>
        <p:cNvPr id="565" name="Shape 565"/>
        <p:cNvGrpSpPr/>
        <p:nvPr/>
      </p:nvGrpSpPr>
      <p:grpSpPr>
        <a:xfrm>
          <a:off x="0" y="0"/>
          <a:ext cx="0" cy="0"/>
          <a:chOff x="0" y="0"/>
          <a:chExt cx="0" cy="0"/>
        </a:xfrm>
      </p:grpSpPr>
      <p:sp>
        <p:nvSpPr>
          <p:cNvPr id="566" name="Google Shape;566;p39"/>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567" name="Google Shape;567;p39"/>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568" name="Google Shape;568;p39"/>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39"/>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570" name="Google Shape;570;p39"/>
          <p:cNvGrpSpPr/>
          <p:nvPr/>
        </p:nvGrpSpPr>
        <p:grpSpPr>
          <a:xfrm>
            <a:off x="15787610" y="9816585"/>
            <a:ext cx="1463219" cy="234029"/>
            <a:chOff x="238125" y="2252900"/>
            <a:chExt cx="7144625" cy="1210075"/>
          </a:xfrm>
        </p:grpSpPr>
        <p:sp>
          <p:nvSpPr>
            <p:cNvPr id="571" name="Google Shape;571;p3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3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3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3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3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3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80" name="Google Shape;580;p39"/>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581" name="Google Shape;581;p39"/>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6 1">
  <p:cSld name="CUSTOM_27_2_29">
    <p:spTree>
      <p:nvGrpSpPr>
        <p:cNvPr id="582" name="Shape 582"/>
        <p:cNvGrpSpPr/>
        <p:nvPr/>
      </p:nvGrpSpPr>
      <p:grpSpPr>
        <a:xfrm>
          <a:off x="0" y="0"/>
          <a:ext cx="0" cy="0"/>
          <a:chOff x="0" y="0"/>
          <a:chExt cx="0" cy="0"/>
        </a:xfrm>
      </p:grpSpPr>
      <p:sp>
        <p:nvSpPr>
          <p:cNvPr id="583" name="Google Shape;583;p40"/>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584" name="Google Shape;584;p40"/>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585" name="Google Shape;585;p40"/>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0"/>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587" name="Google Shape;587;p40"/>
          <p:cNvGrpSpPr/>
          <p:nvPr/>
        </p:nvGrpSpPr>
        <p:grpSpPr>
          <a:xfrm>
            <a:off x="15787610" y="9816585"/>
            <a:ext cx="1463219" cy="234029"/>
            <a:chOff x="238125" y="2252900"/>
            <a:chExt cx="7144625" cy="1210075"/>
          </a:xfrm>
        </p:grpSpPr>
        <p:sp>
          <p:nvSpPr>
            <p:cNvPr id="588" name="Google Shape;588;p4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97" name="Google Shape;597;p40"/>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598" name="Google Shape;598;p40"/>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3 1">
  <p:cSld name="CUSTOM_27_2_2_2_5">
    <p:spTree>
      <p:nvGrpSpPr>
        <p:cNvPr id="599" name="Shape 599"/>
        <p:cNvGrpSpPr/>
        <p:nvPr/>
      </p:nvGrpSpPr>
      <p:grpSpPr>
        <a:xfrm>
          <a:off x="0" y="0"/>
          <a:ext cx="0" cy="0"/>
          <a:chOff x="0" y="0"/>
          <a:chExt cx="0" cy="0"/>
        </a:xfrm>
      </p:grpSpPr>
      <p:sp>
        <p:nvSpPr>
          <p:cNvPr id="600" name="Google Shape;600;p41"/>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6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601" name="Google Shape;601;p41"/>
          <p:cNvSpPr txBox="1"/>
          <p:nvPr>
            <p:ph idx="1" type="subTitle"/>
          </p:nvPr>
        </p:nvSpPr>
        <p:spPr>
          <a:xfrm>
            <a:off x="746925" y="1586850"/>
            <a:ext cx="16820400" cy="966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02" name="Google Shape;602;p41"/>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1"/>
          <p:cNvSpPr txBox="1"/>
          <p:nvPr>
            <p:ph idx="2" type="body"/>
          </p:nvPr>
        </p:nvSpPr>
        <p:spPr>
          <a:xfrm>
            <a:off x="762000" y="2552550"/>
            <a:ext cx="16820400" cy="70014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604" name="Google Shape;604;p41"/>
          <p:cNvGrpSpPr/>
          <p:nvPr/>
        </p:nvGrpSpPr>
        <p:grpSpPr>
          <a:xfrm>
            <a:off x="15787610" y="9816585"/>
            <a:ext cx="1463219" cy="234029"/>
            <a:chOff x="238125" y="2252900"/>
            <a:chExt cx="7144625" cy="1210075"/>
          </a:xfrm>
        </p:grpSpPr>
        <p:sp>
          <p:nvSpPr>
            <p:cNvPr id="605" name="Google Shape;605;p4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4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4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4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4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14" name="Google Shape;614;p41"/>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615" name="Google Shape;615;p41"/>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2">
  <p:cSld name="CUSTOM_27_2_30">
    <p:spTree>
      <p:nvGrpSpPr>
        <p:cNvPr id="616" name="Shape 616"/>
        <p:cNvGrpSpPr/>
        <p:nvPr/>
      </p:nvGrpSpPr>
      <p:grpSpPr>
        <a:xfrm>
          <a:off x="0" y="0"/>
          <a:ext cx="0" cy="0"/>
          <a:chOff x="0" y="0"/>
          <a:chExt cx="0" cy="0"/>
        </a:xfrm>
      </p:grpSpPr>
      <p:sp>
        <p:nvSpPr>
          <p:cNvPr id="617" name="Google Shape;617;p42"/>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618" name="Google Shape;618;p42"/>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19" name="Google Shape;619;p42"/>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42"/>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621" name="Google Shape;621;p42"/>
          <p:cNvGrpSpPr/>
          <p:nvPr/>
        </p:nvGrpSpPr>
        <p:grpSpPr>
          <a:xfrm>
            <a:off x="15787610" y="9816585"/>
            <a:ext cx="1463219" cy="234029"/>
            <a:chOff x="238125" y="2252900"/>
            <a:chExt cx="7144625" cy="1210075"/>
          </a:xfrm>
        </p:grpSpPr>
        <p:sp>
          <p:nvSpPr>
            <p:cNvPr id="622" name="Google Shape;622;p4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4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4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4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4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4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31" name="Google Shape;631;p42"/>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632" name="Google Shape;632;p42"/>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6 2">
  <p:cSld name="CUSTOM_27_25_1">
    <p:spTree>
      <p:nvGrpSpPr>
        <p:cNvPr id="633" name="Shape 633"/>
        <p:cNvGrpSpPr/>
        <p:nvPr/>
      </p:nvGrpSpPr>
      <p:grpSpPr>
        <a:xfrm>
          <a:off x="0" y="0"/>
          <a:ext cx="0" cy="0"/>
          <a:chOff x="0" y="0"/>
          <a:chExt cx="0" cy="0"/>
        </a:xfrm>
      </p:grpSpPr>
      <p:sp>
        <p:nvSpPr>
          <p:cNvPr id="634" name="Google Shape;634;p43"/>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635" name="Google Shape;635;p43"/>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636" name="Google Shape;636;p43"/>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37" name="Google Shape;637;p43"/>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638" name="Google Shape;638;p43"/>
          <p:cNvGrpSpPr/>
          <p:nvPr/>
        </p:nvGrpSpPr>
        <p:grpSpPr>
          <a:xfrm>
            <a:off x="15787610" y="9816586"/>
            <a:ext cx="1463219" cy="234029"/>
            <a:chOff x="238125" y="2252900"/>
            <a:chExt cx="7144625" cy="1210075"/>
          </a:xfrm>
        </p:grpSpPr>
        <p:sp>
          <p:nvSpPr>
            <p:cNvPr id="639" name="Google Shape;639;p4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0" name="Google Shape;640;p4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1" name="Google Shape;641;p4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2" name="Google Shape;642;p4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3" name="Google Shape;643;p4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4" name="Google Shape;644;p4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5" name="Google Shape;645;p4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6" name="Google Shape;646;p4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7" name="Google Shape;647;p4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648" name="Google Shape;648;p43"/>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649" name="Google Shape;649;p43"/>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7">
  <p:cSld name="CUSTOM_27_2_1_6">
    <p:spTree>
      <p:nvGrpSpPr>
        <p:cNvPr id="650" name="Shape 650"/>
        <p:cNvGrpSpPr/>
        <p:nvPr/>
      </p:nvGrpSpPr>
      <p:grpSpPr>
        <a:xfrm>
          <a:off x="0" y="0"/>
          <a:ext cx="0" cy="0"/>
          <a:chOff x="0" y="0"/>
          <a:chExt cx="0" cy="0"/>
        </a:xfrm>
      </p:grpSpPr>
      <p:sp>
        <p:nvSpPr>
          <p:cNvPr id="651" name="Google Shape;651;p44"/>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652" name="Google Shape;652;p44"/>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1600"/>
              <a:buNone/>
              <a:defRPr sz="1600"/>
            </a:lvl2pPr>
            <a:lvl3pPr lvl="2">
              <a:lnSpc>
                <a:spcPct val="115000"/>
              </a:lnSpc>
              <a:spcBef>
                <a:spcPts val="0"/>
              </a:spcBef>
              <a:spcAft>
                <a:spcPts val="0"/>
              </a:spcAft>
              <a:buSzPts val="1600"/>
              <a:buNone/>
              <a:defRPr sz="1600"/>
            </a:lvl3pPr>
            <a:lvl4pPr lvl="3">
              <a:lnSpc>
                <a:spcPct val="115000"/>
              </a:lnSpc>
              <a:spcBef>
                <a:spcPts val="0"/>
              </a:spcBef>
              <a:spcAft>
                <a:spcPts val="0"/>
              </a:spcAft>
              <a:buSzPts val="1600"/>
              <a:buNone/>
              <a:defRPr sz="1600"/>
            </a:lvl4pPr>
            <a:lvl5pPr lvl="4">
              <a:lnSpc>
                <a:spcPct val="115000"/>
              </a:lnSpc>
              <a:spcBef>
                <a:spcPts val="0"/>
              </a:spcBef>
              <a:spcAft>
                <a:spcPts val="0"/>
              </a:spcAft>
              <a:buSzPts val="1600"/>
              <a:buNone/>
              <a:defRPr sz="1600"/>
            </a:lvl5pPr>
            <a:lvl6pPr lvl="5">
              <a:lnSpc>
                <a:spcPct val="115000"/>
              </a:lnSpc>
              <a:spcBef>
                <a:spcPts val="0"/>
              </a:spcBef>
              <a:spcAft>
                <a:spcPts val="0"/>
              </a:spcAft>
              <a:buSzPts val="1600"/>
              <a:buNone/>
              <a:defRPr sz="1600"/>
            </a:lvl6pPr>
            <a:lvl7pPr lvl="6">
              <a:lnSpc>
                <a:spcPct val="115000"/>
              </a:lnSpc>
              <a:spcBef>
                <a:spcPts val="0"/>
              </a:spcBef>
              <a:spcAft>
                <a:spcPts val="0"/>
              </a:spcAft>
              <a:buSzPts val="1600"/>
              <a:buNone/>
              <a:defRPr sz="1600"/>
            </a:lvl7pPr>
            <a:lvl8pPr lvl="7">
              <a:lnSpc>
                <a:spcPct val="115000"/>
              </a:lnSpc>
              <a:spcBef>
                <a:spcPts val="0"/>
              </a:spcBef>
              <a:spcAft>
                <a:spcPts val="0"/>
              </a:spcAft>
              <a:buSzPts val="1600"/>
              <a:buNone/>
              <a:defRPr sz="1600"/>
            </a:lvl8pPr>
            <a:lvl9pPr lvl="8">
              <a:lnSpc>
                <a:spcPct val="115000"/>
              </a:lnSpc>
              <a:spcBef>
                <a:spcPts val="0"/>
              </a:spcBef>
              <a:spcAft>
                <a:spcPts val="0"/>
              </a:spcAft>
              <a:buSzPts val="1600"/>
              <a:buNone/>
              <a:defRPr sz="1600"/>
            </a:lvl9pPr>
          </a:lstStyle>
          <a:p/>
        </p:txBody>
      </p:sp>
      <p:sp>
        <p:nvSpPr>
          <p:cNvPr id="653" name="Google Shape;653;p44"/>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54" name="Google Shape;654;p44"/>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655" name="Google Shape;655;p44"/>
          <p:cNvGrpSpPr/>
          <p:nvPr/>
        </p:nvGrpSpPr>
        <p:grpSpPr>
          <a:xfrm>
            <a:off x="15787610" y="9816586"/>
            <a:ext cx="1463219" cy="234029"/>
            <a:chOff x="238125" y="2252900"/>
            <a:chExt cx="7144625" cy="1210075"/>
          </a:xfrm>
        </p:grpSpPr>
        <p:sp>
          <p:nvSpPr>
            <p:cNvPr id="656" name="Google Shape;656;p4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57" name="Google Shape;657;p4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58" name="Google Shape;658;p4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59" name="Google Shape;659;p4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60" name="Google Shape;660;p4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61" name="Google Shape;661;p4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62" name="Google Shape;662;p4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63" name="Google Shape;663;p4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64" name="Google Shape;664;p4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665" name="Google Shape;665;p44"/>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666" name="Google Shape;666;p44"/>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3 1">
  <p:cSld name="CUSTOM_27_40_2">
    <p:spTree>
      <p:nvGrpSpPr>
        <p:cNvPr id="667" name="Shape 667"/>
        <p:cNvGrpSpPr/>
        <p:nvPr/>
      </p:nvGrpSpPr>
      <p:grpSpPr>
        <a:xfrm>
          <a:off x="0" y="0"/>
          <a:ext cx="0" cy="0"/>
          <a:chOff x="0" y="0"/>
          <a:chExt cx="0" cy="0"/>
        </a:xfrm>
      </p:grpSpPr>
      <p:grpSp>
        <p:nvGrpSpPr>
          <p:cNvPr id="668" name="Google Shape;668;p45"/>
          <p:cNvGrpSpPr/>
          <p:nvPr/>
        </p:nvGrpSpPr>
        <p:grpSpPr>
          <a:xfrm>
            <a:off x="15787610" y="9816586"/>
            <a:ext cx="1463219" cy="234029"/>
            <a:chOff x="238125" y="2252900"/>
            <a:chExt cx="7144625" cy="1210075"/>
          </a:xfrm>
        </p:grpSpPr>
        <p:sp>
          <p:nvSpPr>
            <p:cNvPr id="669" name="Google Shape;669;p4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78" name="Google Shape;678;p45"/>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679" name="Google Shape;679;p45"/>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
        <p:nvSpPr>
          <p:cNvPr id="680" name="Google Shape;680;p45"/>
          <p:cNvSpPr txBox="1"/>
          <p:nvPr>
            <p:ph type="title"/>
          </p:nvPr>
        </p:nvSpPr>
        <p:spPr>
          <a:xfrm>
            <a:off x="733800" y="731400"/>
            <a:ext cx="168204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681" name="Google Shape;681;p45"/>
          <p:cNvSpPr txBox="1"/>
          <p:nvPr>
            <p:ph idx="1" type="subTitle"/>
          </p:nvPr>
        </p:nvSpPr>
        <p:spPr>
          <a:xfrm>
            <a:off x="746925" y="1851849"/>
            <a:ext cx="16820400" cy="12153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200"/>
              <a:buNone/>
              <a:defRPr sz="3200"/>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682" name="Google Shape;682;p45"/>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2 1">
  <p:cSld name="CUSTOM_27_2_1_3">
    <p:spTree>
      <p:nvGrpSpPr>
        <p:cNvPr id="683" name="Shape 683"/>
        <p:cNvGrpSpPr/>
        <p:nvPr/>
      </p:nvGrpSpPr>
      <p:grpSpPr>
        <a:xfrm>
          <a:off x="0" y="0"/>
          <a:ext cx="0" cy="0"/>
          <a:chOff x="0" y="0"/>
          <a:chExt cx="0" cy="0"/>
        </a:xfrm>
      </p:grpSpPr>
      <p:sp>
        <p:nvSpPr>
          <p:cNvPr id="684" name="Google Shape;684;p46"/>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685" name="Google Shape;685;p46"/>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86" name="Google Shape;686;p46"/>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46"/>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688" name="Google Shape;688;p46"/>
          <p:cNvGrpSpPr/>
          <p:nvPr/>
        </p:nvGrpSpPr>
        <p:grpSpPr>
          <a:xfrm>
            <a:off x="15787610" y="9816585"/>
            <a:ext cx="1463219" cy="234029"/>
            <a:chOff x="238125" y="2252900"/>
            <a:chExt cx="7144625" cy="1210075"/>
          </a:xfrm>
        </p:grpSpPr>
        <p:sp>
          <p:nvSpPr>
            <p:cNvPr id="689" name="Google Shape;689;p4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4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4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4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4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4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4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4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98" name="Google Shape;698;p46"/>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699" name="Google Shape;699;p4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3">
  <p:cSld name="CUSTOM_27_2_31">
    <p:spTree>
      <p:nvGrpSpPr>
        <p:cNvPr id="700" name="Shape 700"/>
        <p:cNvGrpSpPr/>
        <p:nvPr/>
      </p:nvGrpSpPr>
      <p:grpSpPr>
        <a:xfrm>
          <a:off x="0" y="0"/>
          <a:ext cx="0" cy="0"/>
          <a:chOff x="0" y="0"/>
          <a:chExt cx="0" cy="0"/>
        </a:xfrm>
      </p:grpSpPr>
      <p:sp>
        <p:nvSpPr>
          <p:cNvPr id="701" name="Google Shape;701;p47"/>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5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702" name="Google Shape;702;p47"/>
          <p:cNvSpPr txBox="1"/>
          <p:nvPr>
            <p:ph idx="1" type="subTitle"/>
          </p:nvPr>
        </p:nvSpPr>
        <p:spPr>
          <a:xfrm>
            <a:off x="746925" y="1586850"/>
            <a:ext cx="16820400" cy="9657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703" name="Google Shape;703;p47"/>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47"/>
          <p:cNvSpPr txBox="1"/>
          <p:nvPr>
            <p:ph idx="2" type="body"/>
          </p:nvPr>
        </p:nvSpPr>
        <p:spPr>
          <a:xfrm>
            <a:off x="762000" y="2552550"/>
            <a:ext cx="16820400" cy="70011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55600" lvl="1" marL="914400" algn="l">
              <a:lnSpc>
                <a:spcPct val="150000"/>
              </a:lnSpc>
              <a:spcBef>
                <a:spcPts val="0"/>
              </a:spcBef>
              <a:spcAft>
                <a:spcPts val="0"/>
              </a:spcAft>
              <a:buSzPts val="2000"/>
              <a:buChar char="○"/>
              <a:defRPr/>
            </a:lvl2pPr>
            <a:lvl3pPr indent="-355600" lvl="2" marL="1371600" algn="l">
              <a:lnSpc>
                <a:spcPct val="150000"/>
              </a:lnSpc>
              <a:spcBef>
                <a:spcPts val="0"/>
              </a:spcBef>
              <a:spcAft>
                <a:spcPts val="0"/>
              </a:spcAft>
              <a:buSzPts val="2000"/>
              <a:buChar char="■"/>
              <a:defRPr/>
            </a:lvl3pPr>
            <a:lvl4pPr indent="-355600" lvl="3" marL="1828800" algn="l">
              <a:lnSpc>
                <a:spcPct val="150000"/>
              </a:lnSpc>
              <a:spcBef>
                <a:spcPts val="0"/>
              </a:spcBef>
              <a:spcAft>
                <a:spcPts val="0"/>
              </a:spcAft>
              <a:buSzPts val="2000"/>
              <a:buChar char="●"/>
              <a:defRPr/>
            </a:lvl4pPr>
            <a:lvl5pPr indent="-355600" lvl="4" marL="2286000" algn="l">
              <a:lnSpc>
                <a:spcPct val="150000"/>
              </a:lnSpc>
              <a:spcBef>
                <a:spcPts val="0"/>
              </a:spcBef>
              <a:spcAft>
                <a:spcPts val="0"/>
              </a:spcAft>
              <a:buSzPts val="2000"/>
              <a:buChar char="○"/>
              <a:defRPr/>
            </a:lvl5pPr>
            <a:lvl6pPr indent="-355600" lvl="5" marL="2743200" algn="l">
              <a:lnSpc>
                <a:spcPct val="150000"/>
              </a:lnSpc>
              <a:spcBef>
                <a:spcPts val="0"/>
              </a:spcBef>
              <a:spcAft>
                <a:spcPts val="0"/>
              </a:spcAft>
              <a:buSzPts val="2000"/>
              <a:buChar char="■"/>
              <a:defRPr/>
            </a:lvl6pPr>
            <a:lvl7pPr indent="-355600" lvl="6" marL="3200400" algn="l">
              <a:lnSpc>
                <a:spcPct val="150000"/>
              </a:lnSpc>
              <a:spcBef>
                <a:spcPts val="0"/>
              </a:spcBef>
              <a:spcAft>
                <a:spcPts val="0"/>
              </a:spcAft>
              <a:buSzPts val="2000"/>
              <a:buChar char="●"/>
              <a:defRPr/>
            </a:lvl7pPr>
            <a:lvl8pPr indent="-355600" lvl="7" marL="3657600" algn="l">
              <a:lnSpc>
                <a:spcPct val="150000"/>
              </a:lnSpc>
              <a:spcBef>
                <a:spcPts val="0"/>
              </a:spcBef>
              <a:spcAft>
                <a:spcPts val="0"/>
              </a:spcAft>
              <a:buSzPts val="2000"/>
              <a:buChar char="○"/>
              <a:defRPr/>
            </a:lvl8pPr>
            <a:lvl9pPr indent="-355600" lvl="8" marL="4114800" algn="l">
              <a:lnSpc>
                <a:spcPct val="150000"/>
              </a:lnSpc>
              <a:spcBef>
                <a:spcPts val="0"/>
              </a:spcBef>
              <a:spcAft>
                <a:spcPts val="0"/>
              </a:spcAft>
              <a:buSzPts val="2000"/>
              <a:buChar char="■"/>
              <a:defRPr/>
            </a:lvl9pPr>
          </a:lstStyle>
          <a:p/>
        </p:txBody>
      </p:sp>
      <p:grpSp>
        <p:nvGrpSpPr>
          <p:cNvPr id="705" name="Google Shape;705;p47"/>
          <p:cNvGrpSpPr/>
          <p:nvPr/>
        </p:nvGrpSpPr>
        <p:grpSpPr>
          <a:xfrm>
            <a:off x="15787610" y="9816585"/>
            <a:ext cx="1463219" cy="234029"/>
            <a:chOff x="238125" y="2252900"/>
            <a:chExt cx="7144625" cy="1210075"/>
          </a:xfrm>
        </p:grpSpPr>
        <p:sp>
          <p:nvSpPr>
            <p:cNvPr id="706" name="Google Shape;706;p4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4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4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4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4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4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4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4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15" name="Google Shape;715;p47"/>
          <p:cNvCxnSpPr/>
          <p:nvPr/>
        </p:nvCxnSpPr>
        <p:spPr>
          <a:xfrm>
            <a:off x="17558825" y="9762900"/>
            <a:ext cx="0" cy="341400"/>
          </a:xfrm>
          <a:prstGeom prst="straightConnector1">
            <a:avLst/>
          </a:prstGeom>
          <a:noFill/>
          <a:ln cap="flat" cmpd="sng" w="9525">
            <a:solidFill>
              <a:schemeClr val="lt2"/>
            </a:solidFill>
            <a:prstDash val="solid"/>
            <a:round/>
            <a:headEnd len="sm" w="sm" type="none"/>
            <a:tailEnd len="sm" w="sm" type="none"/>
          </a:ln>
        </p:spPr>
      </p:cxnSp>
      <p:sp>
        <p:nvSpPr>
          <p:cNvPr id="716" name="Google Shape;716;p47"/>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3 2">
  <p:cSld name="CUSTOM_27_2_28">
    <p:spTree>
      <p:nvGrpSpPr>
        <p:cNvPr id="717" name="Shape 717"/>
        <p:cNvGrpSpPr/>
        <p:nvPr/>
      </p:nvGrpSpPr>
      <p:grpSpPr>
        <a:xfrm>
          <a:off x="0" y="0"/>
          <a:ext cx="0" cy="0"/>
          <a:chOff x="0" y="0"/>
          <a:chExt cx="0" cy="0"/>
        </a:xfrm>
      </p:grpSpPr>
      <p:grpSp>
        <p:nvGrpSpPr>
          <p:cNvPr id="718" name="Google Shape;718;p48"/>
          <p:cNvGrpSpPr/>
          <p:nvPr/>
        </p:nvGrpSpPr>
        <p:grpSpPr>
          <a:xfrm>
            <a:off x="15787610" y="9816586"/>
            <a:ext cx="1463219" cy="234029"/>
            <a:chOff x="238125" y="2252900"/>
            <a:chExt cx="7144625" cy="1210075"/>
          </a:xfrm>
        </p:grpSpPr>
        <p:sp>
          <p:nvSpPr>
            <p:cNvPr id="719" name="Google Shape;719;p4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28" name="Google Shape;728;p48"/>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729" name="Google Shape;729;p48"/>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
        <p:nvSpPr>
          <p:cNvPr id="730" name="Google Shape;730;p48"/>
          <p:cNvSpPr txBox="1"/>
          <p:nvPr>
            <p:ph type="title"/>
          </p:nvPr>
        </p:nvSpPr>
        <p:spPr>
          <a:xfrm>
            <a:off x="733800" y="731400"/>
            <a:ext cx="168204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731" name="Google Shape;731;p48"/>
          <p:cNvSpPr txBox="1"/>
          <p:nvPr>
            <p:ph idx="1" type="subTitle"/>
          </p:nvPr>
        </p:nvSpPr>
        <p:spPr>
          <a:xfrm>
            <a:off x="746925" y="1851849"/>
            <a:ext cx="16820400" cy="12153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200"/>
              <a:buNone/>
              <a:defRPr sz="3200"/>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732" name="Google Shape;732;p48"/>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20 1">
  <p:cSld name="CUSTOM_27_29_1">
    <p:spTree>
      <p:nvGrpSpPr>
        <p:cNvPr id="733" name="Shape 733"/>
        <p:cNvGrpSpPr/>
        <p:nvPr/>
      </p:nvGrpSpPr>
      <p:grpSpPr>
        <a:xfrm>
          <a:off x="0" y="0"/>
          <a:ext cx="0" cy="0"/>
          <a:chOff x="0" y="0"/>
          <a:chExt cx="0" cy="0"/>
        </a:xfrm>
      </p:grpSpPr>
      <p:sp>
        <p:nvSpPr>
          <p:cNvPr id="734" name="Google Shape;734;p49"/>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735" name="Google Shape;735;p49"/>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736" name="Google Shape;736;p49"/>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37" name="Google Shape;737;p49"/>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738" name="Google Shape;738;p49"/>
          <p:cNvGrpSpPr/>
          <p:nvPr/>
        </p:nvGrpSpPr>
        <p:grpSpPr>
          <a:xfrm>
            <a:off x="15787610" y="9816586"/>
            <a:ext cx="1463219" cy="234029"/>
            <a:chOff x="238125" y="2252900"/>
            <a:chExt cx="7144625" cy="1210075"/>
          </a:xfrm>
        </p:grpSpPr>
        <p:sp>
          <p:nvSpPr>
            <p:cNvPr id="739" name="Google Shape;739;p4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0" name="Google Shape;740;p4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1" name="Google Shape;741;p4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2" name="Google Shape;742;p4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3" name="Google Shape;743;p4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4" name="Google Shape;744;p4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5" name="Google Shape;745;p4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6" name="Google Shape;746;p4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7" name="Google Shape;747;p4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748" name="Google Shape;748;p49"/>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749" name="Google Shape;749;p49"/>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3 1 2">
  <p:cSld name="CUSTOM_27_4_1_3">
    <p:spTree>
      <p:nvGrpSpPr>
        <p:cNvPr id="750" name="Shape 750"/>
        <p:cNvGrpSpPr/>
        <p:nvPr/>
      </p:nvGrpSpPr>
      <p:grpSpPr>
        <a:xfrm>
          <a:off x="0" y="0"/>
          <a:ext cx="0" cy="0"/>
          <a:chOff x="0" y="0"/>
          <a:chExt cx="0" cy="0"/>
        </a:xfrm>
      </p:grpSpPr>
      <p:grpSp>
        <p:nvGrpSpPr>
          <p:cNvPr id="751" name="Google Shape;751;p50"/>
          <p:cNvGrpSpPr/>
          <p:nvPr/>
        </p:nvGrpSpPr>
        <p:grpSpPr>
          <a:xfrm>
            <a:off x="15787485" y="9818686"/>
            <a:ext cx="1463219" cy="234029"/>
            <a:chOff x="238125" y="2252900"/>
            <a:chExt cx="7144625" cy="1210075"/>
          </a:xfrm>
        </p:grpSpPr>
        <p:sp>
          <p:nvSpPr>
            <p:cNvPr id="752" name="Google Shape;752;p5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3" name="Google Shape;753;p5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4" name="Google Shape;754;p5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5" name="Google Shape;755;p5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6" name="Google Shape;756;p5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7" name="Google Shape;757;p5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8" name="Google Shape;758;p5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9" name="Google Shape;759;p5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60" name="Google Shape;760;p5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00000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761" name="Google Shape;761;p50"/>
          <p:cNvCxnSpPr/>
          <p:nvPr/>
        </p:nvCxnSpPr>
        <p:spPr>
          <a:xfrm>
            <a:off x="17558700" y="9765000"/>
            <a:ext cx="0" cy="341400"/>
          </a:xfrm>
          <a:prstGeom prst="straightConnector1">
            <a:avLst/>
          </a:prstGeom>
          <a:noFill/>
          <a:ln cap="flat" cmpd="sng" w="9525">
            <a:solidFill>
              <a:srgbClr val="000000"/>
            </a:solidFill>
            <a:prstDash val="solid"/>
            <a:round/>
            <a:headEnd len="med" w="med" type="none"/>
            <a:tailEnd len="med" w="med" type="none"/>
          </a:ln>
        </p:spPr>
      </p:cxnSp>
      <p:sp>
        <p:nvSpPr>
          <p:cNvPr id="762" name="Google Shape;762;p50"/>
          <p:cNvSpPr txBox="1"/>
          <p:nvPr/>
        </p:nvSpPr>
        <p:spPr>
          <a:xfrm>
            <a:off x="17558700" y="95556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00000"/>
                </a:solidFill>
                <a:latin typeface="Libre Franklin"/>
                <a:ea typeface="Libre Franklin"/>
                <a:cs typeface="Libre Franklin"/>
                <a:sym typeface="Libre Franklin"/>
              </a:rPr>
              <a:t>‹#›</a:t>
            </a:fld>
            <a:endParaRPr b="1" sz="1000">
              <a:solidFill>
                <a:srgbClr val="000000"/>
              </a:solidFill>
              <a:latin typeface="Libre Franklin"/>
              <a:ea typeface="Libre Franklin"/>
              <a:cs typeface="Libre Franklin"/>
              <a:sym typeface="Libre Franklin"/>
            </a:endParaRPr>
          </a:p>
        </p:txBody>
      </p:sp>
      <p:sp>
        <p:nvSpPr>
          <p:cNvPr id="763" name="Google Shape;763;p50"/>
          <p:cNvSpPr/>
          <p:nvPr/>
        </p:nvSpPr>
        <p:spPr>
          <a:xfrm>
            <a:off x="733800" y="0"/>
            <a:ext cx="1656000" cy="285000"/>
          </a:xfrm>
          <a:prstGeom prst="rect">
            <a:avLst/>
          </a:prstGeom>
          <a:solidFill>
            <a:srgbClr val="3366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Libre Franklin"/>
              <a:ea typeface="Libre Franklin"/>
              <a:cs typeface="Libre Franklin"/>
              <a:sym typeface="Libre Franklin"/>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5 3">
  <p:cSld name="CUSTOM_27_24_2">
    <p:spTree>
      <p:nvGrpSpPr>
        <p:cNvPr id="764" name="Shape 764"/>
        <p:cNvGrpSpPr/>
        <p:nvPr/>
      </p:nvGrpSpPr>
      <p:grpSpPr>
        <a:xfrm>
          <a:off x="0" y="0"/>
          <a:ext cx="0" cy="0"/>
          <a:chOff x="0" y="0"/>
          <a:chExt cx="0" cy="0"/>
        </a:xfrm>
      </p:grpSpPr>
      <p:sp>
        <p:nvSpPr>
          <p:cNvPr id="765" name="Google Shape;765;p51"/>
          <p:cNvSpPr txBox="1"/>
          <p:nvPr>
            <p:ph type="title"/>
          </p:nvPr>
        </p:nvSpPr>
        <p:spPr>
          <a:xfrm>
            <a:off x="733800" y="731400"/>
            <a:ext cx="16820400" cy="76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766" name="Google Shape;766;p51"/>
          <p:cNvSpPr txBox="1"/>
          <p:nvPr>
            <p:ph idx="1" type="subTitle"/>
          </p:nvPr>
        </p:nvSpPr>
        <p:spPr>
          <a:xfrm>
            <a:off x="746925" y="1586850"/>
            <a:ext cx="16820400" cy="966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3200"/>
              <a:buNone/>
              <a:defRPr sz="3200">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767" name="Google Shape;767;p51"/>
          <p:cNvSpPr/>
          <p:nvPr/>
        </p:nvSpPr>
        <p:spPr>
          <a:xfrm>
            <a:off x="0" y="969025"/>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68" name="Google Shape;768;p51"/>
          <p:cNvSpPr txBox="1"/>
          <p:nvPr>
            <p:ph idx="2" type="body"/>
          </p:nvPr>
        </p:nvSpPr>
        <p:spPr>
          <a:xfrm>
            <a:off x="762000" y="2552550"/>
            <a:ext cx="16820400" cy="70014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769" name="Google Shape;769;p51"/>
          <p:cNvGrpSpPr/>
          <p:nvPr/>
        </p:nvGrpSpPr>
        <p:grpSpPr>
          <a:xfrm>
            <a:off x="15787610" y="9816586"/>
            <a:ext cx="1463219" cy="234029"/>
            <a:chOff x="238125" y="2252900"/>
            <a:chExt cx="7144625" cy="1210075"/>
          </a:xfrm>
        </p:grpSpPr>
        <p:sp>
          <p:nvSpPr>
            <p:cNvPr id="770" name="Google Shape;770;p5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1" name="Google Shape;771;p5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2" name="Google Shape;772;p5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3" name="Google Shape;773;p5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4" name="Google Shape;774;p5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5" name="Google Shape;775;p5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6" name="Google Shape;776;p5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7" name="Google Shape;777;p5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78" name="Google Shape;778;p5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779" name="Google Shape;779;p51"/>
          <p:cNvCxnSpPr/>
          <p:nvPr/>
        </p:nvCxnSpPr>
        <p:spPr>
          <a:xfrm>
            <a:off x="17558825" y="9762900"/>
            <a:ext cx="0" cy="341400"/>
          </a:xfrm>
          <a:prstGeom prst="straightConnector1">
            <a:avLst/>
          </a:prstGeom>
          <a:noFill/>
          <a:ln cap="flat" cmpd="sng" w="9525">
            <a:solidFill>
              <a:schemeClr val="lt2"/>
            </a:solidFill>
            <a:prstDash val="solid"/>
            <a:round/>
            <a:headEnd len="med" w="med" type="none"/>
            <a:tailEnd len="med" w="med" type="none"/>
          </a:ln>
        </p:spPr>
      </p:cxnSp>
      <p:sp>
        <p:nvSpPr>
          <p:cNvPr id="780" name="Google Shape;780;p51"/>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Numbers">
  <p:cSld name="CUSTOM_14">
    <p:spTree>
      <p:nvGrpSpPr>
        <p:cNvPr id="781" name="Shape 781"/>
        <p:cNvGrpSpPr/>
        <p:nvPr/>
      </p:nvGrpSpPr>
      <p:grpSpPr>
        <a:xfrm>
          <a:off x="0" y="0"/>
          <a:ext cx="0" cy="0"/>
          <a:chOff x="0" y="0"/>
          <a:chExt cx="0" cy="0"/>
        </a:xfrm>
      </p:grpSpPr>
      <p:sp>
        <p:nvSpPr>
          <p:cNvPr id="782" name="Google Shape;782;p52"/>
          <p:cNvSpPr txBox="1"/>
          <p:nvPr>
            <p:ph idx="1" type="subTitle"/>
          </p:nvPr>
        </p:nvSpPr>
        <p:spPr>
          <a:xfrm>
            <a:off x="741675" y="4716017"/>
            <a:ext cx="4572000" cy="1075200"/>
          </a:xfrm>
          <a:prstGeom prst="rect">
            <a:avLst/>
          </a:prstGeom>
        </p:spPr>
        <p:txBody>
          <a:bodyPr anchorCtr="0" anchor="t" bIns="0" lIns="0" spcFirstLastPara="1" rIns="0" wrap="square" tIns="0">
            <a:spAutoFit/>
          </a:bodyPr>
          <a:lstStyle>
            <a:lvl1pPr lvl="0" algn="ctr">
              <a:lnSpc>
                <a:spcPct val="115000"/>
              </a:lnSpc>
              <a:spcBef>
                <a:spcPts val="0"/>
              </a:spcBef>
              <a:spcAft>
                <a:spcPts val="0"/>
              </a:spcAft>
              <a:buSzPts val="3200"/>
              <a:buNone/>
              <a:defRPr b="1" sz="3200"/>
            </a:lvl1pPr>
            <a:lvl2pPr lvl="1" algn="ctr">
              <a:lnSpc>
                <a:spcPct val="115000"/>
              </a:lnSpc>
              <a:spcBef>
                <a:spcPts val="0"/>
              </a:spcBef>
              <a:spcAft>
                <a:spcPts val="0"/>
              </a:spcAft>
              <a:buSzPts val="2400"/>
              <a:buNone/>
              <a:defRPr/>
            </a:lvl2pPr>
            <a:lvl3pPr lvl="2" algn="ctr">
              <a:lnSpc>
                <a:spcPct val="115000"/>
              </a:lnSpc>
              <a:spcBef>
                <a:spcPts val="0"/>
              </a:spcBef>
              <a:spcAft>
                <a:spcPts val="0"/>
              </a:spcAft>
              <a:buSzPts val="2400"/>
              <a:buNone/>
              <a:defRPr/>
            </a:lvl3pPr>
            <a:lvl4pPr lvl="3" algn="ctr">
              <a:lnSpc>
                <a:spcPct val="115000"/>
              </a:lnSpc>
              <a:spcBef>
                <a:spcPts val="0"/>
              </a:spcBef>
              <a:spcAft>
                <a:spcPts val="0"/>
              </a:spcAft>
              <a:buSzPts val="2400"/>
              <a:buNone/>
              <a:defRPr/>
            </a:lvl4pPr>
            <a:lvl5pPr lvl="4" algn="ctr">
              <a:lnSpc>
                <a:spcPct val="115000"/>
              </a:lnSpc>
              <a:spcBef>
                <a:spcPts val="0"/>
              </a:spcBef>
              <a:spcAft>
                <a:spcPts val="0"/>
              </a:spcAft>
              <a:buSzPts val="2400"/>
              <a:buNone/>
              <a:defRPr/>
            </a:lvl5pPr>
            <a:lvl6pPr lvl="5" algn="ctr">
              <a:lnSpc>
                <a:spcPct val="115000"/>
              </a:lnSpc>
              <a:spcBef>
                <a:spcPts val="0"/>
              </a:spcBef>
              <a:spcAft>
                <a:spcPts val="0"/>
              </a:spcAft>
              <a:buSzPts val="2400"/>
              <a:buNone/>
              <a:defRPr/>
            </a:lvl6pPr>
            <a:lvl7pPr lvl="6" algn="ctr">
              <a:lnSpc>
                <a:spcPct val="115000"/>
              </a:lnSpc>
              <a:spcBef>
                <a:spcPts val="0"/>
              </a:spcBef>
              <a:spcAft>
                <a:spcPts val="0"/>
              </a:spcAft>
              <a:buSzPts val="2400"/>
              <a:buNone/>
              <a:defRPr/>
            </a:lvl7pPr>
            <a:lvl8pPr lvl="7" algn="ctr">
              <a:lnSpc>
                <a:spcPct val="115000"/>
              </a:lnSpc>
              <a:spcBef>
                <a:spcPts val="0"/>
              </a:spcBef>
              <a:spcAft>
                <a:spcPts val="0"/>
              </a:spcAft>
              <a:buSzPts val="2400"/>
              <a:buNone/>
              <a:defRPr/>
            </a:lvl8pPr>
            <a:lvl9pPr lvl="8" algn="ctr">
              <a:lnSpc>
                <a:spcPct val="115000"/>
              </a:lnSpc>
              <a:spcBef>
                <a:spcPts val="0"/>
              </a:spcBef>
              <a:spcAft>
                <a:spcPts val="0"/>
              </a:spcAft>
              <a:buSzPts val="2400"/>
              <a:buNone/>
              <a:defRPr/>
            </a:lvl9pPr>
          </a:lstStyle>
          <a:p/>
        </p:txBody>
      </p:sp>
      <p:sp>
        <p:nvSpPr>
          <p:cNvPr id="783" name="Google Shape;783;p52"/>
          <p:cNvSpPr txBox="1"/>
          <p:nvPr>
            <p:ph idx="2" type="body"/>
          </p:nvPr>
        </p:nvSpPr>
        <p:spPr>
          <a:xfrm>
            <a:off x="741675" y="5983013"/>
            <a:ext cx="4572000" cy="3440400"/>
          </a:xfrm>
          <a:prstGeom prst="rect">
            <a:avLst/>
          </a:prstGeom>
        </p:spPr>
        <p:txBody>
          <a:bodyPr anchorCtr="0" anchor="t" bIns="0" lIns="0" spcFirstLastPara="1" rIns="0" wrap="square" tIns="0">
            <a:spAutoFit/>
          </a:bodyPr>
          <a:lstStyle>
            <a:lvl1pPr indent="-355600" lvl="0" marL="457200" algn="ctr">
              <a:lnSpc>
                <a:spcPct val="115000"/>
              </a:lnSpc>
              <a:spcBef>
                <a:spcPts val="0"/>
              </a:spcBef>
              <a:spcAft>
                <a:spcPts val="0"/>
              </a:spcAft>
              <a:buClr>
                <a:srgbClr val="677180"/>
              </a:buClr>
              <a:buSzPts val="2000"/>
              <a:buChar char="●"/>
              <a:defRPr sz="2000">
                <a:solidFill>
                  <a:srgbClr val="677180"/>
                </a:solidFill>
              </a:defRPr>
            </a:lvl1pPr>
            <a:lvl2pPr indent="-355600" lvl="1" marL="914400" algn="ctr">
              <a:lnSpc>
                <a:spcPct val="115000"/>
              </a:lnSpc>
              <a:spcBef>
                <a:spcPts val="0"/>
              </a:spcBef>
              <a:spcAft>
                <a:spcPts val="0"/>
              </a:spcAft>
              <a:buClr>
                <a:srgbClr val="677180"/>
              </a:buClr>
              <a:buSzPts val="2000"/>
              <a:buChar char="○"/>
              <a:defRPr sz="2000">
                <a:solidFill>
                  <a:srgbClr val="677180"/>
                </a:solidFill>
              </a:defRPr>
            </a:lvl2pPr>
            <a:lvl3pPr indent="-355600" lvl="2" marL="1371600" algn="ctr">
              <a:lnSpc>
                <a:spcPct val="115000"/>
              </a:lnSpc>
              <a:spcBef>
                <a:spcPts val="0"/>
              </a:spcBef>
              <a:spcAft>
                <a:spcPts val="0"/>
              </a:spcAft>
              <a:buClr>
                <a:srgbClr val="677180"/>
              </a:buClr>
              <a:buSzPts val="2000"/>
              <a:buChar char="■"/>
              <a:defRPr sz="2000">
                <a:solidFill>
                  <a:srgbClr val="677180"/>
                </a:solidFill>
              </a:defRPr>
            </a:lvl3pPr>
            <a:lvl4pPr indent="-355600" lvl="3" marL="1828800" algn="ctr">
              <a:lnSpc>
                <a:spcPct val="115000"/>
              </a:lnSpc>
              <a:spcBef>
                <a:spcPts val="0"/>
              </a:spcBef>
              <a:spcAft>
                <a:spcPts val="0"/>
              </a:spcAft>
              <a:buClr>
                <a:srgbClr val="677180"/>
              </a:buClr>
              <a:buSzPts val="2000"/>
              <a:buChar char="●"/>
              <a:defRPr sz="2000">
                <a:solidFill>
                  <a:srgbClr val="677180"/>
                </a:solidFill>
              </a:defRPr>
            </a:lvl4pPr>
            <a:lvl5pPr indent="-355600" lvl="4" marL="2286000" algn="ctr">
              <a:lnSpc>
                <a:spcPct val="115000"/>
              </a:lnSpc>
              <a:spcBef>
                <a:spcPts val="0"/>
              </a:spcBef>
              <a:spcAft>
                <a:spcPts val="0"/>
              </a:spcAft>
              <a:buClr>
                <a:srgbClr val="677180"/>
              </a:buClr>
              <a:buSzPts val="2000"/>
              <a:buChar char="○"/>
              <a:defRPr sz="2000">
                <a:solidFill>
                  <a:srgbClr val="677180"/>
                </a:solidFill>
              </a:defRPr>
            </a:lvl5pPr>
            <a:lvl6pPr indent="-355600" lvl="5" marL="2743200" algn="ctr">
              <a:lnSpc>
                <a:spcPct val="115000"/>
              </a:lnSpc>
              <a:spcBef>
                <a:spcPts val="0"/>
              </a:spcBef>
              <a:spcAft>
                <a:spcPts val="0"/>
              </a:spcAft>
              <a:buClr>
                <a:srgbClr val="677180"/>
              </a:buClr>
              <a:buSzPts val="2000"/>
              <a:buChar char="■"/>
              <a:defRPr sz="2000">
                <a:solidFill>
                  <a:srgbClr val="677180"/>
                </a:solidFill>
              </a:defRPr>
            </a:lvl6pPr>
            <a:lvl7pPr indent="-355600" lvl="6" marL="3200400" algn="ctr">
              <a:lnSpc>
                <a:spcPct val="115000"/>
              </a:lnSpc>
              <a:spcBef>
                <a:spcPts val="0"/>
              </a:spcBef>
              <a:spcAft>
                <a:spcPts val="0"/>
              </a:spcAft>
              <a:buClr>
                <a:srgbClr val="677180"/>
              </a:buClr>
              <a:buSzPts val="2000"/>
              <a:buChar char="●"/>
              <a:defRPr sz="2000">
                <a:solidFill>
                  <a:srgbClr val="677180"/>
                </a:solidFill>
              </a:defRPr>
            </a:lvl7pPr>
            <a:lvl8pPr indent="-355600" lvl="7" marL="3657600" algn="ctr">
              <a:lnSpc>
                <a:spcPct val="115000"/>
              </a:lnSpc>
              <a:spcBef>
                <a:spcPts val="0"/>
              </a:spcBef>
              <a:spcAft>
                <a:spcPts val="0"/>
              </a:spcAft>
              <a:buClr>
                <a:srgbClr val="677180"/>
              </a:buClr>
              <a:buSzPts val="2000"/>
              <a:buChar char="○"/>
              <a:defRPr sz="2000">
                <a:solidFill>
                  <a:srgbClr val="677180"/>
                </a:solidFill>
              </a:defRPr>
            </a:lvl8pPr>
            <a:lvl9pPr indent="-355600" lvl="8" marL="4114800" algn="ctr">
              <a:lnSpc>
                <a:spcPct val="115000"/>
              </a:lnSpc>
              <a:spcBef>
                <a:spcPts val="0"/>
              </a:spcBef>
              <a:spcAft>
                <a:spcPts val="0"/>
              </a:spcAft>
              <a:buClr>
                <a:srgbClr val="677180"/>
              </a:buClr>
              <a:buSzPts val="2000"/>
              <a:buChar char="■"/>
              <a:defRPr sz="2000">
                <a:solidFill>
                  <a:srgbClr val="677180"/>
                </a:solidFill>
              </a:defRPr>
            </a:lvl9pPr>
          </a:lstStyle>
          <a:p/>
        </p:txBody>
      </p:sp>
      <p:sp>
        <p:nvSpPr>
          <p:cNvPr id="784" name="Google Shape;784;p52"/>
          <p:cNvSpPr txBox="1"/>
          <p:nvPr>
            <p:ph type="title"/>
          </p:nvPr>
        </p:nvSpPr>
        <p:spPr>
          <a:xfrm>
            <a:off x="737250" y="3164554"/>
            <a:ext cx="4572000" cy="1720200"/>
          </a:xfrm>
          <a:prstGeom prst="rect">
            <a:avLst/>
          </a:prstGeom>
        </p:spPr>
        <p:txBody>
          <a:bodyPr anchorCtr="0" anchor="t" bIns="0" lIns="0" spcFirstLastPara="1" rIns="0" wrap="square" tIns="0">
            <a:spAutoFit/>
          </a:bodyPr>
          <a:lstStyle>
            <a:lvl1pPr lvl="0" algn="ctr">
              <a:spcBef>
                <a:spcPts val="0"/>
              </a:spcBef>
              <a:spcAft>
                <a:spcPts val="0"/>
              </a:spcAft>
              <a:buSzPts val="10000"/>
              <a:buNone/>
              <a:defRPr sz="10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5" name="Google Shape;785;p52"/>
          <p:cNvSpPr txBox="1"/>
          <p:nvPr>
            <p:ph idx="3" type="subTitle"/>
          </p:nvPr>
        </p:nvSpPr>
        <p:spPr>
          <a:xfrm>
            <a:off x="6860213" y="4716017"/>
            <a:ext cx="4572000" cy="1075200"/>
          </a:xfrm>
          <a:prstGeom prst="rect">
            <a:avLst/>
          </a:prstGeom>
        </p:spPr>
        <p:txBody>
          <a:bodyPr anchorCtr="0" anchor="t" bIns="0" lIns="0" spcFirstLastPara="1" rIns="0" wrap="square" tIns="0">
            <a:spAutoFit/>
          </a:bodyPr>
          <a:lstStyle>
            <a:lvl1pPr lvl="0" algn="ctr">
              <a:lnSpc>
                <a:spcPct val="115000"/>
              </a:lnSpc>
              <a:spcBef>
                <a:spcPts val="0"/>
              </a:spcBef>
              <a:spcAft>
                <a:spcPts val="0"/>
              </a:spcAft>
              <a:buSzPts val="3200"/>
              <a:buNone/>
              <a:defRPr b="1" sz="3200"/>
            </a:lvl1pPr>
            <a:lvl2pPr lvl="1" algn="ctr">
              <a:lnSpc>
                <a:spcPct val="115000"/>
              </a:lnSpc>
              <a:spcBef>
                <a:spcPts val="0"/>
              </a:spcBef>
              <a:spcAft>
                <a:spcPts val="0"/>
              </a:spcAft>
              <a:buSzPts val="2400"/>
              <a:buNone/>
              <a:defRPr/>
            </a:lvl2pPr>
            <a:lvl3pPr lvl="2" algn="ctr">
              <a:lnSpc>
                <a:spcPct val="115000"/>
              </a:lnSpc>
              <a:spcBef>
                <a:spcPts val="0"/>
              </a:spcBef>
              <a:spcAft>
                <a:spcPts val="0"/>
              </a:spcAft>
              <a:buSzPts val="2400"/>
              <a:buNone/>
              <a:defRPr/>
            </a:lvl3pPr>
            <a:lvl4pPr lvl="3" algn="ctr">
              <a:lnSpc>
                <a:spcPct val="115000"/>
              </a:lnSpc>
              <a:spcBef>
                <a:spcPts val="0"/>
              </a:spcBef>
              <a:spcAft>
                <a:spcPts val="0"/>
              </a:spcAft>
              <a:buSzPts val="2400"/>
              <a:buNone/>
              <a:defRPr/>
            </a:lvl4pPr>
            <a:lvl5pPr lvl="4" algn="ctr">
              <a:lnSpc>
                <a:spcPct val="115000"/>
              </a:lnSpc>
              <a:spcBef>
                <a:spcPts val="0"/>
              </a:spcBef>
              <a:spcAft>
                <a:spcPts val="0"/>
              </a:spcAft>
              <a:buSzPts val="2400"/>
              <a:buNone/>
              <a:defRPr/>
            </a:lvl5pPr>
            <a:lvl6pPr lvl="5" algn="ctr">
              <a:lnSpc>
                <a:spcPct val="115000"/>
              </a:lnSpc>
              <a:spcBef>
                <a:spcPts val="0"/>
              </a:spcBef>
              <a:spcAft>
                <a:spcPts val="0"/>
              </a:spcAft>
              <a:buSzPts val="2400"/>
              <a:buNone/>
              <a:defRPr/>
            </a:lvl6pPr>
            <a:lvl7pPr lvl="6" algn="ctr">
              <a:lnSpc>
                <a:spcPct val="115000"/>
              </a:lnSpc>
              <a:spcBef>
                <a:spcPts val="0"/>
              </a:spcBef>
              <a:spcAft>
                <a:spcPts val="0"/>
              </a:spcAft>
              <a:buSzPts val="2400"/>
              <a:buNone/>
              <a:defRPr/>
            </a:lvl7pPr>
            <a:lvl8pPr lvl="7" algn="ctr">
              <a:lnSpc>
                <a:spcPct val="115000"/>
              </a:lnSpc>
              <a:spcBef>
                <a:spcPts val="0"/>
              </a:spcBef>
              <a:spcAft>
                <a:spcPts val="0"/>
              </a:spcAft>
              <a:buSzPts val="2400"/>
              <a:buNone/>
              <a:defRPr/>
            </a:lvl8pPr>
            <a:lvl9pPr lvl="8" algn="ctr">
              <a:lnSpc>
                <a:spcPct val="115000"/>
              </a:lnSpc>
              <a:spcBef>
                <a:spcPts val="0"/>
              </a:spcBef>
              <a:spcAft>
                <a:spcPts val="0"/>
              </a:spcAft>
              <a:buSzPts val="2400"/>
              <a:buNone/>
              <a:defRPr/>
            </a:lvl9pPr>
          </a:lstStyle>
          <a:p/>
        </p:txBody>
      </p:sp>
      <p:sp>
        <p:nvSpPr>
          <p:cNvPr id="786" name="Google Shape;786;p52"/>
          <p:cNvSpPr txBox="1"/>
          <p:nvPr>
            <p:ph idx="4" type="body"/>
          </p:nvPr>
        </p:nvSpPr>
        <p:spPr>
          <a:xfrm>
            <a:off x="6860213" y="5983013"/>
            <a:ext cx="4572000" cy="3440400"/>
          </a:xfrm>
          <a:prstGeom prst="rect">
            <a:avLst/>
          </a:prstGeom>
        </p:spPr>
        <p:txBody>
          <a:bodyPr anchorCtr="0" anchor="t" bIns="0" lIns="0" spcFirstLastPara="1" rIns="0" wrap="square" tIns="0">
            <a:spAutoFit/>
          </a:bodyPr>
          <a:lstStyle>
            <a:lvl1pPr indent="-355600" lvl="0" marL="457200" algn="ctr">
              <a:lnSpc>
                <a:spcPct val="115000"/>
              </a:lnSpc>
              <a:spcBef>
                <a:spcPts val="0"/>
              </a:spcBef>
              <a:spcAft>
                <a:spcPts val="0"/>
              </a:spcAft>
              <a:buClr>
                <a:srgbClr val="677180"/>
              </a:buClr>
              <a:buSzPts val="2000"/>
              <a:buChar char="●"/>
              <a:defRPr sz="2000">
                <a:solidFill>
                  <a:srgbClr val="677180"/>
                </a:solidFill>
              </a:defRPr>
            </a:lvl1pPr>
            <a:lvl2pPr indent="-355600" lvl="1" marL="914400" algn="ctr">
              <a:lnSpc>
                <a:spcPct val="115000"/>
              </a:lnSpc>
              <a:spcBef>
                <a:spcPts val="0"/>
              </a:spcBef>
              <a:spcAft>
                <a:spcPts val="0"/>
              </a:spcAft>
              <a:buClr>
                <a:srgbClr val="677180"/>
              </a:buClr>
              <a:buSzPts val="2000"/>
              <a:buChar char="○"/>
              <a:defRPr sz="2000">
                <a:solidFill>
                  <a:srgbClr val="677180"/>
                </a:solidFill>
              </a:defRPr>
            </a:lvl2pPr>
            <a:lvl3pPr indent="-355600" lvl="2" marL="1371600" algn="ctr">
              <a:lnSpc>
                <a:spcPct val="115000"/>
              </a:lnSpc>
              <a:spcBef>
                <a:spcPts val="0"/>
              </a:spcBef>
              <a:spcAft>
                <a:spcPts val="0"/>
              </a:spcAft>
              <a:buClr>
                <a:srgbClr val="677180"/>
              </a:buClr>
              <a:buSzPts val="2000"/>
              <a:buChar char="■"/>
              <a:defRPr sz="2000">
                <a:solidFill>
                  <a:srgbClr val="677180"/>
                </a:solidFill>
              </a:defRPr>
            </a:lvl3pPr>
            <a:lvl4pPr indent="-355600" lvl="3" marL="1828800" algn="ctr">
              <a:lnSpc>
                <a:spcPct val="115000"/>
              </a:lnSpc>
              <a:spcBef>
                <a:spcPts val="0"/>
              </a:spcBef>
              <a:spcAft>
                <a:spcPts val="0"/>
              </a:spcAft>
              <a:buClr>
                <a:srgbClr val="677180"/>
              </a:buClr>
              <a:buSzPts val="2000"/>
              <a:buChar char="●"/>
              <a:defRPr sz="2000">
                <a:solidFill>
                  <a:srgbClr val="677180"/>
                </a:solidFill>
              </a:defRPr>
            </a:lvl4pPr>
            <a:lvl5pPr indent="-355600" lvl="4" marL="2286000" algn="ctr">
              <a:lnSpc>
                <a:spcPct val="115000"/>
              </a:lnSpc>
              <a:spcBef>
                <a:spcPts val="0"/>
              </a:spcBef>
              <a:spcAft>
                <a:spcPts val="0"/>
              </a:spcAft>
              <a:buClr>
                <a:srgbClr val="677180"/>
              </a:buClr>
              <a:buSzPts val="2000"/>
              <a:buChar char="○"/>
              <a:defRPr sz="2000">
                <a:solidFill>
                  <a:srgbClr val="677180"/>
                </a:solidFill>
              </a:defRPr>
            </a:lvl5pPr>
            <a:lvl6pPr indent="-355600" lvl="5" marL="2743200" algn="ctr">
              <a:lnSpc>
                <a:spcPct val="115000"/>
              </a:lnSpc>
              <a:spcBef>
                <a:spcPts val="0"/>
              </a:spcBef>
              <a:spcAft>
                <a:spcPts val="0"/>
              </a:spcAft>
              <a:buClr>
                <a:srgbClr val="677180"/>
              </a:buClr>
              <a:buSzPts val="2000"/>
              <a:buChar char="■"/>
              <a:defRPr sz="2000">
                <a:solidFill>
                  <a:srgbClr val="677180"/>
                </a:solidFill>
              </a:defRPr>
            </a:lvl6pPr>
            <a:lvl7pPr indent="-355600" lvl="6" marL="3200400" algn="ctr">
              <a:lnSpc>
                <a:spcPct val="115000"/>
              </a:lnSpc>
              <a:spcBef>
                <a:spcPts val="0"/>
              </a:spcBef>
              <a:spcAft>
                <a:spcPts val="0"/>
              </a:spcAft>
              <a:buClr>
                <a:srgbClr val="677180"/>
              </a:buClr>
              <a:buSzPts val="2000"/>
              <a:buChar char="●"/>
              <a:defRPr sz="2000">
                <a:solidFill>
                  <a:srgbClr val="677180"/>
                </a:solidFill>
              </a:defRPr>
            </a:lvl7pPr>
            <a:lvl8pPr indent="-355600" lvl="7" marL="3657600" algn="ctr">
              <a:lnSpc>
                <a:spcPct val="115000"/>
              </a:lnSpc>
              <a:spcBef>
                <a:spcPts val="0"/>
              </a:spcBef>
              <a:spcAft>
                <a:spcPts val="0"/>
              </a:spcAft>
              <a:buClr>
                <a:srgbClr val="677180"/>
              </a:buClr>
              <a:buSzPts val="2000"/>
              <a:buChar char="○"/>
              <a:defRPr sz="2000">
                <a:solidFill>
                  <a:srgbClr val="677180"/>
                </a:solidFill>
              </a:defRPr>
            </a:lvl8pPr>
            <a:lvl9pPr indent="-355600" lvl="8" marL="4114800" algn="ctr">
              <a:lnSpc>
                <a:spcPct val="115000"/>
              </a:lnSpc>
              <a:spcBef>
                <a:spcPts val="0"/>
              </a:spcBef>
              <a:spcAft>
                <a:spcPts val="0"/>
              </a:spcAft>
              <a:buClr>
                <a:srgbClr val="677180"/>
              </a:buClr>
              <a:buSzPts val="2000"/>
              <a:buChar char="■"/>
              <a:defRPr sz="2000">
                <a:solidFill>
                  <a:srgbClr val="677180"/>
                </a:solidFill>
              </a:defRPr>
            </a:lvl9pPr>
          </a:lstStyle>
          <a:p/>
        </p:txBody>
      </p:sp>
      <p:sp>
        <p:nvSpPr>
          <p:cNvPr id="787" name="Google Shape;787;p52"/>
          <p:cNvSpPr txBox="1"/>
          <p:nvPr>
            <p:ph idx="5" type="title"/>
          </p:nvPr>
        </p:nvSpPr>
        <p:spPr>
          <a:xfrm>
            <a:off x="6855788" y="3164554"/>
            <a:ext cx="4572000" cy="1720200"/>
          </a:xfrm>
          <a:prstGeom prst="rect">
            <a:avLst/>
          </a:prstGeom>
        </p:spPr>
        <p:txBody>
          <a:bodyPr anchorCtr="0" anchor="t" bIns="0" lIns="0" spcFirstLastPara="1" rIns="0" wrap="square" tIns="0">
            <a:spAutoFit/>
          </a:bodyPr>
          <a:lstStyle>
            <a:lvl1pPr lvl="0" algn="ctr">
              <a:spcBef>
                <a:spcPts val="0"/>
              </a:spcBef>
              <a:spcAft>
                <a:spcPts val="0"/>
              </a:spcAft>
              <a:buClr>
                <a:schemeClr val="dk2"/>
              </a:buClr>
              <a:buSzPts val="10000"/>
              <a:buNone/>
              <a:defRPr sz="10000">
                <a:solidFill>
                  <a:schemeClr val="dk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8" name="Google Shape;788;p52"/>
          <p:cNvSpPr txBox="1"/>
          <p:nvPr>
            <p:ph idx="6" type="subTitle"/>
          </p:nvPr>
        </p:nvSpPr>
        <p:spPr>
          <a:xfrm>
            <a:off x="12974350" y="4716017"/>
            <a:ext cx="4572000" cy="1075200"/>
          </a:xfrm>
          <a:prstGeom prst="rect">
            <a:avLst/>
          </a:prstGeom>
        </p:spPr>
        <p:txBody>
          <a:bodyPr anchorCtr="0" anchor="t" bIns="0" lIns="0" spcFirstLastPara="1" rIns="0" wrap="square" tIns="0">
            <a:spAutoFit/>
          </a:bodyPr>
          <a:lstStyle>
            <a:lvl1pPr lvl="0" algn="ctr">
              <a:lnSpc>
                <a:spcPct val="115000"/>
              </a:lnSpc>
              <a:spcBef>
                <a:spcPts val="0"/>
              </a:spcBef>
              <a:spcAft>
                <a:spcPts val="0"/>
              </a:spcAft>
              <a:buSzPts val="3200"/>
              <a:buNone/>
              <a:defRPr b="1" sz="3200"/>
            </a:lvl1pPr>
            <a:lvl2pPr lvl="1" algn="ctr">
              <a:lnSpc>
                <a:spcPct val="115000"/>
              </a:lnSpc>
              <a:spcBef>
                <a:spcPts val="0"/>
              </a:spcBef>
              <a:spcAft>
                <a:spcPts val="0"/>
              </a:spcAft>
              <a:buSzPts val="2400"/>
              <a:buNone/>
              <a:defRPr/>
            </a:lvl2pPr>
            <a:lvl3pPr lvl="2" algn="ctr">
              <a:lnSpc>
                <a:spcPct val="115000"/>
              </a:lnSpc>
              <a:spcBef>
                <a:spcPts val="0"/>
              </a:spcBef>
              <a:spcAft>
                <a:spcPts val="0"/>
              </a:spcAft>
              <a:buSzPts val="2400"/>
              <a:buNone/>
              <a:defRPr/>
            </a:lvl3pPr>
            <a:lvl4pPr lvl="3" algn="ctr">
              <a:lnSpc>
                <a:spcPct val="115000"/>
              </a:lnSpc>
              <a:spcBef>
                <a:spcPts val="0"/>
              </a:spcBef>
              <a:spcAft>
                <a:spcPts val="0"/>
              </a:spcAft>
              <a:buSzPts val="2400"/>
              <a:buNone/>
              <a:defRPr/>
            </a:lvl4pPr>
            <a:lvl5pPr lvl="4" algn="ctr">
              <a:lnSpc>
                <a:spcPct val="115000"/>
              </a:lnSpc>
              <a:spcBef>
                <a:spcPts val="0"/>
              </a:spcBef>
              <a:spcAft>
                <a:spcPts val="0"/>
              </a:spcAft>
              <a:buSzPts val="2400"/>
              <a:buNone/>
              <a:defRPr/>
            </a:lvl5pPr>
            <a:lvl6pPr lvl="5" algn="ctr">
              <a:lnSpc>
                <a:spcPct val="115000"/>
              </a:lnSpc>
              <a:spcBef>
                <a:spcPts val="0"/>
              </a:spcBef>
              <a:spcAft>
                <a:spcPts val="0"/>
              </a:spcAft>
              <a:buSzPts val="2400"/>
              <a:buNone/>
              <a:defRPr/>
            </a:lvl6pPr>
            <a:lvl7pPr lvl="6" algn="ctr">
              <a:lnSpc>
                <a:spcPct val="115000"/>
              </a:lnSpc>
              <a:spcBef>
                <a:spcPts val="0"/>
              </a:spcBef>
              <a:spcAft>
                <a:spcPts val="0"/>
              </a:spcAft>
              <a:buSzPts val="2400"/>
              <a:buNone/>
              <a:defRPr/>
            </a:lvl7pPr>
            <a:lvl8pPr lvl="7" algn="ctr">
              <a:lnSpc>
                <a:spcPct val="115000"/>
              </a:lnSpc>
              <a:spcBef>
                <a:spcPts val="0"/>
              </a:spcBef>
              <a:spcAft>
                <a:spcPts val="0"/>
              </a:spcAft>
              <a:buSzPts val="2400"/>
              <a:buNone/>
              <a:defRPr/>
            </a:lvl8pPr>
            <a:lvl9pPr lvl="8" algn="ctr">
              <a:lnSpc>
                <a:spcPct val="115000"/>
              </a:lnSpc>
              <a:spcBef>
                <a:spcPts val="0"/>
              </a:spcBef>
              <a:spcAft>
                <a:spcPts val="0"/>
              </a:spcAft>
              <a:buSzPts val="2400"/>
              <a:buNone/>
              <a:defRPr/>
            </a:lvl9pPr>
          </a:lstStyle>
          <a:p/>
        </p:txBody>
      </p:sp>
      <p:sp>
        <p:nvSpPr>
          <p:cNvPr id="789" name="Google Shape;789;p52"/>
          <p:cNvSpPr txBox="1"/>
          <p:nvPr>
            <p:ph idx="7" type="body"/>
          </p:nvPr>
        </p:nvSpPr>
        <p:spPr>
          <a:xfrm>
            <a:off x="12974350" y="5983013"/>
            <a:ext cx="4572000" cy="3440400"/>
          </a:xfrm>
          <a:prstGeom prst="rect">
            <a:avLst/>
          </a:prstGeom>
        </p:spPr>
        <p:txBody>
          <a:bodyPr anchorCtr="0" anchor="t" bIns="0" lIns="0" spcFirstLastPara="1" rIns="0" wrap="square" tIns="0">
            <a:spAutoFit/>
          </a:bodyPr>
          <a:lstStyle>
            <a:lvl1pPr indent="-355600" lvl="0" marL="457200" algn="ctr">
              <a:lnSpc>
                <a:spcPct val="115000"/>
              </a:lnSpc>
              <a:spcBef>
                <a:spcPts val="0"/>
              </a:spcBef>
              <a:spcAft>
                <a:spcPts val="0"/>
              </a:spcAft>
              <a:buClr>
                <a:srgbClr val="677180"/>
              </a:buClr>
              <a:buSzPts val="2000"/>
              <a:buChar char="●"/>
              <a:defRPr sz="2000">
                <a:solidFill>
                  <a:srgbClr val="677180"/>
                </a:solidFill>
              </a:defRPr>
            </a:lvl1pPr>
            <a:lvl2pPr indent="-355600" lvl="1" marL="914400" algn="ctr">
              <a:lnSpc>
                <a:spcPct val="115000"/>
              </a:lnSpc>
              <a:spcBef>
                <a:spcPts val="0"/>
              </a:spcBef>
              <a:spcAft>
                <a:spcPts val="0"/>
              </a:spcAft>
              <a:buClr>
                <a:srgbClr val="677180"/>
              </a:buClr>
              <a:buSzPts val="2000"/>
              <a:buChar char="○"/>
              <a:defRPr sz="2000">
                <a:solidFill>
                  <a:srgbClr val="677180"/>
                </a:solidFill>
              </a:defRPr>
            </a:lvl2pPr>
            <a:lvl3pPr indent="-355600" lvl="2" marL="1371600" algn="ctr">
              <a:lnSpc>
                <a:spcPct val="115000"/>
              </a:lnSpc>
              <a:spcBef>
                <a:spcPts val="0"/>
              </a:spcBef>
              <a:spcAft>
                <a:spcPts val="0"/>
              </a:spcAft>
              <a:buClr>
                <a:srgbClr val="677180"/>
              </a:buClr>
              <a:buSzPts val="2000"/>
              <a:buChar char="■"/>
              <a:defRPr sz="2000">
                <a:solidFill>
                  <a:srgbClr val="677180"/>
                </a:solidFill>
              </a:defRPr>
            </a:lvl3pPr>
            <a:lvl4pPr indent="-355600" lvl="3" marL="1828800" algn="ctr">
              <a:lnSpc>
                <a:spcPct val="115000"/>
              </a:lnSpc>
              <a:spcBef>
                <a:spcPts val="0"/>
              </a:spcBef>
              <a:spcAft>
                <a:spcPts val="0"/>
              </a:spcAft>
              <a:buClr>
                <a:srgbClr val="677180"/>
              </a:buClr>
              <a:buSzPts val="2000"/>
              <a:buChar char="●"/>
              <a:defRPr sz="2000">
                <a:solidFill>
                  <a:srgbClr val="677180"/>
                </a:solidFill>
              </a:defRPr>
            </a:lvl4pPr>
            <a:lvl5pPr indent="-355600" lvl="4" marL="2286000" algn="ctr">
              <a:lnSpc>
                <a:spcPct val="115000"/>
              </a:lnSpc>
              <a:spcBef>
                <a:spcPts val="0"/>
              </a:spcBef>
              <a:spcAft>
                <a:spcPts val="0"/>
              </a:spcAft>
              <a:buClr>
                <a:srgbClr val="677180"/>
              </a:buClr>
              <a:buSzPts val="2000"/>
              <a:buChar char="○"/>
              <a:defRPr sz="2000">
                <a:solidFill>
                  <a:srgbClr val="677180"/>
                </a:solidFill>
              </a:defRPr>
            </a:lvl5pPr>
            <a:lvl6pPr indent="-355600" lvl="5" marL="2743200" algn="ctr">
              <a:lnSpc>
                <a:spcPct val="115000"/>
              </a:lnSpc>
              <a:spcBef>
                <a:spcPts val="0"/>
              </a:spcBef>
              <a:spcAft>
                <a:spcPts val="0"/>
              </a:spcAft>
              <a:buClr>
                <a:srgbClr val="677180"/>
              </a:buClr>
              <a:buSzPts val="2000"/>
              <a:buChar char="■"/>
              <a:defRPr sz="2000">
                <a:solidFill>
                  <a:srgbClr val="677180"/>
                </a:solidFill>
              </a:defRPr>
            </a:lvl6pPr>
            <a:lvl7pPr indent="-355600" lvl="6" marL="3200400" algn="ctr">
              <a:lnSpc>
                <a:spcPct val="115000"/>
              </a:lnSpc>
              <a:spcBef>
                <a:spcPts val="0"/>
              </a:spcBef>
              <a:spcAft>
                <a:spcPts val="0"/>
              </a:spcAft>
              <a:buClr>
                <a:srgbClr val="677180"/>
              </a:buClr>
              <a:buSzPts val="2000"/>
              <a:buChar char="●"/>
              <a:defRPr sz="2000">
                <a:solidFill>
                  <a:srgbClr val="677180"/>
                </a:solidFill>
              </a:defRPr>
            </a:lvl7pPr>
            <a:lvl8pPr indent="-355600" lvl="7" marL="3657600" algn="ctr">
              <a:lnSpc>
                <a:spcPct val="115000"/>
              </a:lnSpc>
              <a:spcBef>
                <a:spcPts val="0"/>
              </a:spcBef>
              <a:spcAft>
                <a:spcPts val="0"/>
              </a:spcAft>
              <a:buClr>
                <a:srgbClr val="677180"/>
              </a:buClr>
              <a:buSzPts val="2000"/>
              <a:buChar char="○"/>
              <a:defRPr sz="2000">
                <a:solidFill>
                  <a:srgbClr val="677180"/>
                </a:solidFill>
              </a:defRPr>
            </a:lvl8pPr>
            <a:lvl9pPr indent="-355600" lvl="8" marL="4114800" algn="ctr">
              <a:lnSpc>
                <a:spcPct val="115000"/>
              </a:lnSpc>
              <a:spcBef>
                <a:spcPts val="0"/>
              </a:spcBef>
              <a:spcAft>
                <a:spcPts val="0"/>
              </a:spcAft>
              <a:buClr>
                <a:srgbClr val="677180"/>
              </a:buClr>
              <a:buSzPts val="2000"/>
              <a:buChar char="■"/>
              <a:defRPr sz="2000">
                <a:solidFill>
                  <a:srgbClr val="677180"/>
                </a:solidFill>
              </a:defRPr>
            </a:lvl9pPr>
          </a:lstStyle>
          <a:p/>
        </p:txBody>
      </p:sp>
      <p:sp>
        <p:nvSpPr>
          <p:cNvPr id="790" name="Google Shape;790;p52"/>
          <p:cNvSpPr txBox="1"/>
          <p:nvPr>
            <p:ph idx="8" type="title"/>
          </p:nvPr>
        </p:nvSpPr>
        <p:spPr>
          <a:xfrm>
            <a:off x="12969925" y="3164554"/>
            <a:ext cx="4572000" cy="1720200"/>
          </a:xfrm>
          <a:prstGeom prst="rect">
            <a:avLst/>
          </a:prstGeom>
        </p:spPr>
        <p:txBody>
          <a:bodyPr anchorCtr="0" anchor="t" bIns="0" lIns="0" spcFirstLastPara="1" rIns="0" wrap="square" tIns="0">
            <a:spAutoFit/>
          </a:bodyPr>
          <a:lstStyle>
            <a:lvl1pPr lvl="0" algn="ctr">
              <a:spcBef>
                <a:spcPts val="0"/>
              </a:spcBef>
              <a:spcAft>
                <a:spcPts val="0"/>
              </a:spcAft>
              <a:buSzPts val="10000"/>
              <a:buNone/>
              <a:defRPr sz="10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791" name="Google Shape;791;p52"/>
          <p:cNvGrpSpPr/>
          <p:nvPr/>
        </p:nvGrpSpPr>
        <p:grpSpPr>
          <a:xfrm>
            <a:off x="15787610" y="9816586"/>
            <a:ext cx="1463219" cy="234029"/>
            <a:chOff x="238125" y="2252900"/>
            <a:chExt cx="7144625" cy="1210075"/>
          </a:xfrm>
        </p:grpSpPr>
        <p:sp>
          <p:nvSpPr>
            <p:cNvPr id="792" name="Google Shape;792;p5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01" name="Google Shape;801;p52"/>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802" name="Google Shape;802;p52"/>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803" name="Shape 803"/>
        <p:cNvGrpSpPr/>
        <p:nvPr/>
      </p:nvGrpSpPr>
      <p:grpSpPr>
        <a:xfrm>
          <a:off x="0" y="0"/>
          <a:ext cx="0" cy="0"/>
          <a:chOff x="0" y="0"/>
          <a:chExt cx="0" cy="0"/>
        </a:xfrm>
      </p:grpSpPr>
      <p:sp>
        <p:nvSpPr>
          <p:cNvPr id="804" name="Google Shape;804;p53"/>
          <p:cNvSpPr txBox="1"/>
          <p:nvPr>
            <p:ph type="ctrTitle"/>
          </p:nvPr>
        </p:nvSpPr>
        <p:spPr>
          <a:xfrm>
            <a:off x="623417" y="1489150"/>
            <a:ext cx="17041200" cy="4105200"/>
          </a:xfrm>
          <a:prstGeom prst="rect">
            <a:avLst/>
          </a:prstGeom>
        </p:spPr>
        <p:txBody>
          <a:bodyPr anchorCtr="0" anchor="b" bIns="0" lIns="0" spcFirstLastPara="1" rIns="0" wrap="square" tIns="0">
            <a:sp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805" name="Google Shape;805;p53"/>
          <p:cNvSpPr txBox="1"/>
          <p:nvPr>
            <p:ph idx="1" type="subTitle"/>
          </p:nvPr>
        </p:nvSpPr>
        <p:spPr>
          <a:xfrm>
            <a:off x="623400" y="5668250"/>
            <a:ext cx="17041200" cy="1585200"/>
          </a:xfrm>
          <a:prstGeom prst="rect">
            <a:avLst/>
          </a:prstGeom>
        </p:spPr>
        <p:txBody>
          <a:bodyPr anchorCtr="0" anchor="t" bIns="0" lIns="0" spcFirstLastPara="1" rIns="0" wrap="square" tIns="0">
            <a:sp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806" name="Google Shape;806;p5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lvl="0">
              <a:buNone/>
              <a:defRPr sz="2800"/>
            </a:lvl1pPr>
            <a:lvl2pPr lvl="1">
              <a:buNone/>
              <a:defRPr sz="2800"/>
            </a:lvl2pPr>
            <a:lvl3pPr lvl="2">
              <a:buNone/>
              <a:defRPr sz="2800"/>
            </a:lvl3pPr>
            <a:lvl4pPr lvl="3">
              <a:buNone/>
              <a:defRPr sz="2800"/>
            </a:lvl4pPr>
            <a:lvl5pPr lvl="4">
              <a:buNone/>
              <a:defRPr sz="2800"/>
            </a:lvl5pPr>
            <a:lvl6pPr lvl="5">
              <a:buNone/>
              <a:defRPr sz="2800"/>
            </a:lvl6pPr>
            <a:lvl7pPr lvl="6">
              <a:buNone/>
              <a:defRPr sz="2800"/>
            </a:lvl7pPr>
            <a:lvl8pPr lvl="7">
              <a:buNone/>
              <a:defRPr sz="2800"/>
            </a:lvl8pPr>
            <a:lvl9pPr lvl="8">
              <a:buNone/>
              <a:defRPr sz="28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1">
  <p:cSld name="CUSTOM_60_1_2">
    <p:spTree>
      <p:nvGrpSpPr>
        <p:cNvPr id="807" name="Shape 807"/>
        <p:cNvGrpSpPr/>
        <p:nvPr/>
      </p:nvGrpSpPr>
      <p:grpSpPr>
        <a:xfrm>
          <a:off x="0" y="0"/>
          <a:ext cx="0" cy="0"/>
          <a:chOff x="0" y="0"/>
          <a:chExt cx="0" cy="0"/>
        </a:xfrm>
      </p:grpSpPr>
      <p:pic>
        <p:nvPicPr>
          <p:cNvPr id="808" name="Google Shape;808;p54"/>
          <p:cNvPicPr preferRelativeResize="0"/>
          <p:nvPr/>
        </p:nvPicPr>
        <p:blipFill>
          <a:blip r:embed="rId2">
            <a:alphaModFix/>
          </a:blip>
          <a:stretch>
            <a:fillRect/>
          </a:stretch>
        </p:blipFill>
        <p:spPr>
          <a:xfrm>
            <a:off x="-1" y="-2090"/>
            <a:ext cx="18288002" cy="10291179"/>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1 2">
  <p:cSld name="CUSTOM_60_1_3">
    <p:spTree>
      <p:nvGrpSpPr>
        <p:cNvPr id="809" name="Shape 809"/>
        <p:cNvGrpSpPr/>
        <p:nvPr/>
      </p:nvGrpSpPr>
      <p:grpSpPr>
        <a:xfrm>
          <a:off x="0" y="0"/>
          <a:ext cx="0" cy="0"/>
          <a:chOff x="0" y="0"/>
          <a:chExt cx="0" cy="0"/>
        </a:xfrm>
      </p:grpSpPr>
      <p:pic>
        <p:nvPicPr>
          <p:cNvPr id="810" name="Google Shape;810;p55"/>
          <p:cNvPicPr preferRelativeResize="0"/>
          <p:nvPr/>
        </p:nvPicPr>
        <p:blipFill>
          <a:blip r:embed="rId2">
            <a:alphaModFix/>
          </a:blip>
          <a:stretch>
            <a:fillRect/>
          </a:stretch>
        </p:blipFill>
        <p:spPr>
          <a:xfrm>
            <a:off x="-1" y="-2090"/>
            <a:ext cx="18288002" cy="10291179"/>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1 1 2">
  <p:cSld name="CUSTOM_27_2_1_7">
    <p:spTree>
      <p:nvGrpSpPr>
        <p:cNvPr id="811" name="Shape 811"/>
        <p:cNvGrpSpPr/>
        <p:nvPr/>
      </p:nvGrpSpPr>
      <p:grpSpPr>
        <a:xfrm>
          <a:off x="0" y="0"/>
          <a:ext cx="0" cy="0"/>
          <a:chOff x="0" y="0"/>
          <a:chExt cx="0" cy="0"/>
        </a:xfrm>
      </p:grpSpPr>
      <p:grpSp>
        <p:nvGrpSpPr>
          <p:cNvPr id="812" name="Google Shape;812;p56"/>
          <p:cNvGrpSpPr/>
          <p:nvPr/>
        </p:nvGrpSpPr>
        <p:grpSpPr>
          <a:xfrm>
            <a:off x="15787610" y="9816586"/>
            <a:ext cx="1463219" cy="234029"/>
            <a:chOff x="238125" y="2252900"/>
            <a:chExt cx="7144625" cy="1210075"/>
          </a:xfrm>
        </p:grpSpPr>
        <p:sp>
          <p:nvSpPr>
            <p:cNvPr id="813" name="Google Shape;813;p5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5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5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22" name="Google Shape;822;p56"/>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823" name="Google Shape;823;p5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
        <p:nvSpPr>
          <p:cNvPr id="824" name="Google Shape;824;p56"/>
          <p:cNvSpPr txBox="1"/>
          <p:nvPr>
            <p:ph type="title"/>
          </p:nvPr>
        </p:nvSpPr>
        <p:spPr>
          <a:xfrm>
            <a:off x="733800" y="731400"/>
            <a:ext cx="168204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lnSpc>
                <a:spcPct val="115000"/>
              </a:lnSpc>
              <a:spcBef>
                <a:spcPts val="0"/>
              </a:spcBef>
              <a:spcAft>
                <a:spcPts val="0"/>
              </a:spcAft>
              <a:buSzPts val="5600"/>
              <a:buNone/>
              <a:defRPr/>
            </a:lvl2pPr>
            <a:lvl3pPr lvl="2">
              <a:lnSpc>
                <a:spcPct val="115000"/>
              </a:lnSpc>
              <a:spcBef>
                <a:spcPts val="0"/>
              </a:spcBef>
              <a:spcAft>
                <a:spcPts val="0"/>
              </a:spcAft>
              <a:buSzPts val="5600"/>
              <a:buNone/>
              <a:defRPr/>
            </a:lvl3pPr>
            <a:lvl4pPr lvl="3">
              <a:lnSpc>
                <a:spcPct val="115000"/>
              </a:lnSpc>
              <a:spcBef>
                <a:spcPts val="0"/>
              </a:spcBef>
              <a:spcAft>
                <a:spcPts val="0"/>
              </a:spcAft>
              <a:buSzPts val="5600"/>
              <a:buNone/>
              <a:defRPr/>
            </a:lvl4pPr>
            <a:lvl5pPr lvl="4">
              <a:lnSpc>
                <a:spcPct val="115000"/>
              </a:lnSpc>
              <a:spcBef>
                <a:spcPts val="0"/>
              </a:spcBef>
              <a:spcAft>
                <a:spcPts val="0"/>
              </a:spcAft>
              <a:buSzPts val="5600"/>
              <a:buNone/>
              <a:defRPr/>
            </a:lvl5pPr>
            <a:lvl6pPr lvl="5">
              <a:lnSpc>
                <a:spcPct val="115000"/>
              </a:lnSpc>
              <a:spcBef>
                <a:spcPts val="0"/>
              </a:spcBef>
              <a:spcAft>
                <a:spcPts val="0"/>
              </a:spcAft>
              <a:buSzPts val="5600"/>
              <a:buNone/>
              <a:defRPr/>
            </a:lvl6pPr>
            <a:lvl7pPr lvl="6">
              <a:lnSpc>
                <a:spcPct val="115000"/>
              </a:lnSpc>
              <a:spcBef>
                <a:spcPts val="0"/>
              </a:spcBef>
              <a:spcAft>
                <a:spcPts val="0"/>
              </a:spcAft>
              <a:buSzPts val="5600"/>
              <a:buNone/>
              <a:defRPr/>
            </a:lvl7pPr>
            <a:lvl8pPr lvl="7">
              <a:lnSpc>
                <a:spcPct val="115000"/>
              </a:lnSpc>
              <a:spcBef>
                <a:spcPts val="0"/>
              </a:spcBef>
              <a:spcAft>
                <a:spcPts val="0"/>
              </a:spcAft>
              <a:buSzPts val="5600"/>
              <a:buNone/>
              <a:defRPr/>
            </a:lvl8pPr>
            <a:lvl9pPr lvl="8">
              <a:lnSpc>
                <a:spcPct val="115000"/>
              </a:lnSpc>
              <a:spcBef>
                <a:spcPts val="0"/>
              </a:spcBef>
              <a:spcAft>
                <a:spcPts val="0"/>
              </a:spcAft>
              <a:buSzPts val="5600"/>
              <a:buNone/>
              <a:defRPr/>
            </a:lvl9pPr>
          </a:lstStyle>
          <a:p/>
        </p:txBody>
      </p:sp>
      <p:sp>
        <p:nvSpPr>
          <p:cNvPr id="825" name="Google Shape;825;p56"/>
          <p:cNvSpPr txBox="1"/>
          <p:nvPr>
            <p:ph idx="1" type="subTitle"/>
          </p:nvPr>
        </p:nvSpPr>
        <p:spPr>
          <a:xfrm>
            <a:off x="746925" y="1851849"/>
            <a:ext cx="16820400" cy="12153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200"/>
              <a:buNone/>
              <a:defRPr sz="3200"/>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826" name="Google Shape;826;p56"/>
          <p:cNvSpPr/>
          <p:nvPr/>
        </p:nvSpPr>
        <p:spPr>
          <a:xfrm>
            <a:off x="0" y="96902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3 2">
  <p:cSld name="05 - Standard Presentation Slide Light">
    <p:spTree>
      <p:nvGrpSpPr>
        <p:cNvPr id="827" name="Shape 827"/>
        <p:cNvGrpSpPr/>
        <p:nvPr/>
      </p:nvGrpSpPr>
      <p:grpSpPr>
        <a:xfrm>
          <a:off x="0" y="0"/>
          <a:ext cx="0" cy="0"/>
          <a:chOff x="0" y="0"/>
          <a:chExt cx="0" cy="0"/>
        </a:xfrm>
      </p:grpSpPr>
      <p:sp>
        <p:nvSpPr>
          <p:cNvPr id="828" name="Google Shape;828;p57"/>
          <p:cNvSpPr txBox="1"/>
          <p:nvPr>
            <p:ph type="title"/>
          </p:nvPr>
        </p:nvSpPr>
        <p:spPr>
          <a:xfrm>
            <a:off x="733800" y="731400"/>
            <a:ext cx="16820400" cy="508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2900"/>
              <a:buNone/>
              <a:defRPr/>
            </a:lvl1pPr>
            <a:lvl2pPr lvl="1" algn="l">
              <a:lnSpc>
                <a:spcPct val="115000"/>
              </a:lnSpc>
              <a:spcBef>
                <a:spcPts val="0"/>
              </a:spcBef>
              <a:spcAft>
                <a:spcPts val="0"/>
              </a:spcAft>
              <a:buSzPts val="3500"/>
              <a:buNone/>
              <a:defRPr/>
            </a:lvl2pPr>
            <a:lvl3pPr lvl="2" algn="l">
              <a:lnSpc>
                <a:spcPct val="115000"/>
              </a:lnSpc>
              <a:spcBef>
                <a:spcPts val="0"/>
              </a:spcBef>
              <a:spcAft>
                <a:spcPts val="0"/>
              </a:spcAft>
              <a:buSzPts val="3500"/>
              <a:buNone/>
              <a:defRPr/>
            </a:lvl3pPr>
            <a:lvl4pPr lvl="3" algn="l">
              <a:lnSpc>
                <a:spcPct val="115000"/>
              </a:lnSpc>
              <a:spcBef>
                <a:spcPts val="0"/>
              </a:spcBef>
              <a:spcAft>
                <a:spcPts val="0"/>
              </a:spcAft>
              <a:buSzPts val="3500"/>
              <a:buNone/>
              <a:defRPr/>
            </a:lvl4pPr>
            <a:lvl5pPr lvl="4" algn="l">
              <a:lnSpc>
                <a:spcPct val="115000"/>
              </a:lnSpc>
              <a:spcBef>
                <a:spcPts val="0"/>
              </a:spcBef>
              <a:spcAft>
                <a:spcPts val="0"/>
              </a:spcAft>
              <a:buSzPts val="3500"/>
              <a:buNone/>
              <a:defRPr/>
            </a:lvl5pPr>
            <a:lvl6pPr lvl="5" algn="l">
              <a:lnSpc>
                <a:spcPct val="115000"/>
              </a:lnSpc>
              <a:spcBef>
                <a:spcPts val="0"/>
              </a:spcBef>
              <a:spcAft>
                <a:spcPts val="0"/>
              </a:spcAft>
              <a:buSzPts val="3500"/>
              <a:buNone/>
              <a:defRPr/>
            </a:lvl6pPr>
            <a:lvl7pPr lvl="6" algn="l">
              <a:lnSpc>
                <a:spcPct val="115000"/>
              </a:lnSpc>
              <a:spcBef>
                <a:spcPts val="0"/>
              </a:spcBef>
              <a:spcAft>
                <a:spcPts val="0"/>
              </a:spcAft>
              <a:buSzPts val="3500"/>
              <a:buNone/>
              <a:defRPr/>
            </a:lvl7pPr>
            <a:lvl8pPr lvl="7" algn="l">
              <a:lnSpc>
                <a:spcPct val="115000"/>
              </a:lnSpc>
              <a:spcBef>
                <a:spcPts val="0"/>
              </a:spcBef>
              <a:spcAft>
                <a:spcPts val="0"/>
              </a:spcAft>
              <a:buSzPts val="3500"/>
              <a:buNone/>
              <a:defRPr/>
            </a:lvl8pPr>
            <a:lvl9pPr lvl="8" algn="l">
              <a:lnSpc>
                <a:spcPct val="115000"/>
              </a:lnSpc>
              <a:spcBef>
                <a:spcPts val="0"/>
              </a:spcBef>
              <a:spcAft>
                <a:spcPts val="0"/>
              </a:spcAft>
              <a:buSzPts val="3500"/>
              <a:buNone/>
              <a:defRPr/>
            </a:lvl9pPr>
          </a:lstStyle>
          <a:p/>
        </p:txBody>
      </p:sp>
      <p:sp>
        <p:nvSpPr>
          <p:cNvPr id="829" name="Google Shape;829;p57"/>
          <p:cNvSpPr txBox="1"/>
          <p:nvPr>
            <p:ph idx="1" type="subTitle"/>
          </p:nvPr>
        </p:nvSpPr>
        <p:spPr>
          <a:xfrm>
            <a:off x="746926" y="1586850"/>
            <a:ext cx="16820400" cy="2655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1500"/>
              <a:buNone/>
              <a:defRPr>
                <a:solidFill>
                  <a:schemeClr val="dk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830" name="Google Shape;830;p57"/>
          <p:cNvSpPr/>
          <p:nvPr/>
        </p:nvSpPr>
        <p:spPr>
          <a:xfrm>
            <a:off x="0" y="969026"/>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1" name="Google Shape;831;p57"/>
          <p:cNvSpPr txBox="1"/>
          <p:nvPr>
            <p:ph idx="2" type="body"/>
          </p:nvPr>
        </p:nvSpPr>
        <p:spPr>
          <a:xfrm>
            <a:off x="762000" y="2552550"/>
            <a:ext cx="16820400" cy="346200"/>
          </a:xfrm>
          <a:prstGeom prst="rect">
            <a:avLst/>
          </a:prstGeom>
          <a:noFill/>
          <a:ln>
            <a:noFill/>
          </a:ln>
        </p:spPr>
        <p:txBody>
          <a:bodyPr anchorCtr="0" anchor="t" bIns="0" lIns="0" spcFirstLastPara="1" rIns="0" wrap="square" tIns="0">
            <a:spAutoFit/>
          </a:bodyPr>
          <a:lstStyle>
            <a:lvl1pPr indent="-323850" lvl="0" marL="457200" algn="l">
              <a:lnSpc>
                <a:spcPct val="150000"/>
              </a:lnSpc>
              <a:spcBef>
                <a:spcPts val="0"/>
              </a:spcBef>
              <a:spcAft>
                <a:spcPts val="0"/>
              </a:spcAft>
              <a:buSzPts val="1500"/>
              <a:buChar char="●"/>
              <a:defRPr/>
            </a:lvl1pPr>
            <a:lvl2pPr indent="-323850" lvl="1" marL="914400" algn="l">
              <a:lnSpc>
                <a:spcPct val="150000"/>
              </a:lnSpc>
              <a:spcBef>
                <a:spcPts val="0"/>
              </a:spcBef>
              <a:spcAft>
                <a:spcPts val="0"/>
              </a:spcAft>
              <a:buSzPts val="1500"/>
              <a:buChar char="○"/>
              <a:defRPr/>
            </a:lvl2pPr>
            <a:lvl3pPr indent="-323850" lvl="2" marL="1371600" algn="l">
              <a:lnSpc>
                <a:spcPct val="150000"/>
              </a:lnSpc>
              <a:spcBef>
                <a:spcPts val="0"/>
              </a:spcBef>
              <a:spcAft>
                <a:spcPts val="0"/>
              </a:spcAft>
              <a:buSzPts val="1500"/>
              <a:buChar char="■"/>
              <a:defRPr/>
            </a:lvl3pPr>
            <a:lvl4pPr indent="-323850" lvl="3" marL="1828800" algn="l">
              <a:lnSpc>
                <a:spcPct val="150000"/>
              </a:lnSpc>
              <a:spcBef>
                <a:spcPts val="0"/>
              </a:spcBef>
              <a:spcAft>
                <a:spcPts val="0"/>
              </a:spcAft>
              <a:buSzPts val="1500"/>
              <a:buChar char="●"/>
              <a:defRPr/>
            </a:lvl4pPr>
            <a:lvl5pPr indent="-323850" lvl="4" marL="2286000" algn="l">
              <a:lnSpc>
                <a:spcPct val="150000"/>
              </a:lnSpc>
              <a:spcBef>
                <a:spcPts val="0"/>
              </a:spcBef>
              <a:spcAft>
                <a:spcPts val="0"/>
              </a:spcAft>
              <a:buSzPts val="1500"/>
              <a:buChar char="○"/>
              <a:defRPr/>
            </a:lvl5pPr>
            <a:lvl6pPr indent="-323850" lvl="5" marL="2743200" algn="l">
              <a:lnSpc>
                <a:spcPct val="150000"/>
              </a:lnSpc>
              <a:spcBef>
                <a:spcPts val="0"/>
              </a:spcBef>
              <a:spcAft>
                <a:spcPts val="0"/>
              </a:spcAft>
              <a:buSzPts val="1500"/>
              <a:buChar char="■"/>
              <a:defRPr/>
            </a:lvl6pPr>
            <a:lvl7pPr indent="-323850" lvl="6" marL="3200400" algn="l">
              <a:lnSpc>
                <a:spcPct val="150000"/>
              </a:lnSpc>
              <a:spcBef>
                <a:spcPts val="0"/>
              </a:spcBef>
              <a:spcAft>
                <a:spcPts val="0"/>
              </a:spcAft>
              <a:buSzPts val="1500"/>
              <a:buChar char="●"/>
              <a:defRPr/>
            </a:lvl7pPr>
            <a:lvl8pPr indent="-323850" lvl="7" marL="3657600" algn="l">
              <a:lnSpc>
                <a:spcPct val="150000"/>
              </a:lnSpc>
              <a:spcBef>
                <a:spcPts val="0"/>
              </a:spcBef>
              <a:spcAft>
                <a:spcPts val="0"/>
              </a:spcAft>
              <a:buSzPts val="1500"/>
              <a:buChar char="○"/>
              <a:defRPr/>
            </a:lvl8pPr>
            <a:lvl9pPr indent="-323850" lvl="8" marL="4114800" algn="l">
              <a:lnSpc>
                <a:spcPct val="150000"/>
              </a:lnSpc>
              <a:spcBef>
                <a:spcPts val="0"/>
              </a:spcBef>
              <a:spcAft>
                <a:spcPts val="0"/>
              </a:spcAft>
              <a:buSzPts val="1500"/>
              <a:buChar char="■"/>
              <a:defRPr/>
            </a:lvl9pPr>
          </a:lstStyle>
          <a:p/>
        </p:txBody>
      </p:sp>
      <p:grpSp>
        <p:nvGrpSpPr>
          <p:cNvPr id="832" name="Google Shape;832;p57"/>
          <p:cNvGrpSpPr/>
          <p:nvPr/>
        </p:nvGrpSpPr>
        <p:grpSpPr>
          <a:xfrm>
            <a:off x="15787586" y="9816588"/>
            <a:ext cx="1462505" cy="234029"/>
            <a:chOff x="238125" y="2252900"/>
            <a:chExt cx="7144625" cy="1210075"/>
          </a:xfrm>
        </p:grpSpPr>
        <p:sp>
          <p:nvSpPr>
            <p:cNvPr id="833" name="Google Shape;833;p5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4" name="Google Shape;834;p5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5" name="Google Shape;835;p5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6" name="Google Shape;836;p5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7" name="Google Shape;837;p5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8" name="Google Shape;838;p5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39" name="Google Shape;839;p5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40" name="Google Shape;840;p5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841" name="Google Shape;841;p5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57150" lIns="57150" spcFirstLastPara="1" rIns="57150" wrap="square" tIns="5715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grpSp>
      <p:cxnSp>
        <p:nvCxnSpPr>
          <p:cNvPr id="842" name="Google Shape;842;p57"/>
          <p:cNvCxnSpPr/>
          <p:nvPr/>
        </p:nvCxnSpPr>
        <p:spPr>
          <a:xfrm>
            <a:off x="17558826" y="9762900"/>
            <a:ext cx="0" cy="341400"/>
          </a:xfrm>
          <a:prstGeom prst="straightConnector1">
            <a:avLst/>
          </a:prstGeom>
          <a:noFill/>
          <a:ln cap="flat" cmpd="sng" w="9525">
            <a:solidFill>
              <a:schemeClr val="lt2"/>
            </a:solidFill>
            <a:prstDash val="solid"/>
            <a:round/>
            <a:headEnd len="sm" w="sm" type="none"/>
            <a:tailEnd len="sm" w="sm" type="none"/>
          </a:ln>
        </p:spPr>
      </p:cxnSp>
      <p:sp>
        <p:nvSpPr>
          <p:cNvPr id="843" name="Google Shape;843;p57"/>
          <p:cNvSpPr txBox="1"/>
          <p:nvPr/>
        </p:nvSpPr>
        <p:spPr>
          <a:xfrm>
            <a:off x="17558826" y="9553500"/>
            <a:ext cx="729900" cy="76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2"/>
              </a:buClr>
              <a:buSzPts val="1000"/>
              <a:buFont typeface="Libre Franklin"/>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44" name="Shape 844"/>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Full bleed Image 4">
  <p:cSld name="CUSTOM_62">
    <p:spTree>
      <p:nvGrpSpPr>
        <p:cNvPr id="845" name="Shape 845"/>
        <p:cNvGrpSpPr/>
        <p:nvPr/>
      </p:nvGrpSpPr>
      <p:grpSpPr>
        <a:xfrm>
          <a:off x="0" y="0"/>
          <a:ext cx="0" cy="0"/>
          <a:chOff x="0" y="0"/>
          <a:chExt cx="0" cy="0"/>
        </a:xfrm>
      </p:grpSpPr>
      <p:pic>
        <p:nvPicPr>
          <p:cNvPr id="846" name="Google Shape;846;p59"/>
          <p:cNvPicPr preferRelativeResize="0"/>
          <p:nvPr/>
        </p:nvPicPr>
        <p:blipFill rotWithShape="1">
          <a:blip r:embed="rId2">
            <a:alphaModFix/>
          </a:blip>
          <a:srcRect b="8131" l="0" r="0" t="8131"/>
          <a:stretch/>
        </p:blipFill>
        <p:spPr>
          <a:xfrm>
            <a:off x="-114300" y="-133350"/>
            <a:ext cx="18909850" cy="10553699"/>
          </a:xfrm>
          <a:prstGeom prst="rect">
            <a:avLst/>
          </a:prstGeom>
          <a:noFill/>
          <a:ln>
            <a:noFill/>
          </a:ln>
        </p:spPr>
      </p:pic>
      <p:sp>
        <p:nvSpPr>
          <p:cNvPr id="847" name="Google Shape;847;p59"/>
          <p:cNvSpPr txBox="1"/>
          <p:nvPr/>
        </p:nvSpPr>
        <p:spPr>
          <a:xfrm>
            <a:off x="1644300" y="4219950"/>
            <a:ext cx="14999400" cy="1385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None/>
            </a:pPr>
            <a:r>
              <a:rPr lang="en" sz="9000">
                <a:solidFill>
                  <a:srgbClr val="FFFFFF"/>
                </a:solidFill>
                <a:latin typeface="Libre Franklin Medium"/>
                <a:ea typeface="Libre Franklin Medium"/>
                <a:cs typeface="Libre Franklin Medium"/>
                <a:sym typeface="Libre Franklin Medium"/>
              </a:rPr>
              <a:t>Let’s</a:t>
            </a:r>
            <a:r>
              <a:rPr lang="en" sz="9000">
                <a:solidFill>
                  <a:srgbClr val="FFFFFF"/>
                </a:solidFill>
                <a:latin typeface="Libre Franklin Medium"/>
                <a:ea typeface="Libre Franklin Medium"/>
                <a:cs typeface="Libre Franklin Medium"/>
                <a:sym typeface="Libre Franklin Medium"/>
              </a:rPr>
              <a:t> make it happen</a:t>
            </a:r>
            <a:endParaRPr sz="9000">
              <a:solidFill>
                <a:srgbClr val="FFFFFF"/>
              </a:solidFill>
              <a:latin typeface="Libre Franklin Medium"/>
              <a:ea typeface="Libre Franklin Medium"/>
              <a:cs typeface="Libre Franklin Medium"/>
              <a:sym typeface="Libre Franklin Medium"/>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Full bleed Image 4.2">
  <p:cSld name="CUSTOM_63">
    <p:spTree>
      <p:nvGrpSpPr>
        <p:cNvPr id="848" name="Shape 848"/>
        <p:cNvGrpSpPr/>
        <p:nvPr/>
      </p:nvGrpSpPr>
      <p:grpSpPr>
        <a:xfrm>
          <a:off x="0" y="0"/>
          <a:ext cx="0" cy="0"/>
          <a:chOff x="0" y="0"/>
          <a:chExt cx="0" cy="0"/>
        </a:xfrm>
      </p:grpSpPr>
      <p:pic>
        <p:nvPicPr>
          <p:cNvPr id="849" name="Google Shape;849;p60"/>
          <p:cNvPicPr preferRelativeResize="0"/>
          <p:nvPr/>
        </p:nvPicPr>
        <p:blipFill rotWithShape="1">
          <a:blip r:embed="rId2">
            <a:alphaModFix/>
          </a:blip>
          <a:srcRect b="8131" l="0" r="0" t="8131"/>
          <a:stretch/>
        </p:blipFill>
        <p:spPr>
          <a:xfrm>
            <a:off x="-114300" y="-133350"/>
            <a:ext cx="18909850" cy="10553699"/>
          </a:xfrm>
          <a:prstGeom prst="rect">
            <a:avLst/>
          </a:prstGeom>
          <a:noFill/>
          <a:ln>
            <a:noFill/>
          </a:ln>
        </p:spPr>
      </p:pic>
      <p:sp>
        <p:nvSpPr>
          <p:cNvPr id="850" name="Google Shape;850;p60"/>
          <p:cNvSpPr txBox="1"/>
          <p:nvPr/>
        </p:nvSpPr>
        <p:spPr>
          <a:xfrm>
            <a:off x="1644300" y="4219950"/>
            <a:ext cx="14999400" cy="13854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None/>
            </a:pPr>
            <a:r>
              <a:rPr b="1" lang="en" sz="9000">
                <a:solidFill>
                  <a:srgbClr val="FFFFFF"/>
                </a:solidFill>
                <a:latin typeface="Libre Franklin"/>
                <a:ea typeface="Libre Franklin"/>
                <a:cs typeface="Libre Franklin"/>
                <a:sym typeface="Libre Franklin"/>
              </a:rPr>
              <a:t>together</a:t>
            </a:r>
            <a:endParaRPr b="1" sz="9000">
              <a:solidFill>
                <a:srgbClr val="FFFFFF"/>
              </a:solidFill>
              <a:latin typeface="Libre Franklin"/>
              <a:ea typeface="Libre Franklin"/>
              <a:cs typeface="Libre Franklin"/>
              <a:sym typeface="Libre Franklin"/>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Standard Presentation Slide Light 2">
  <p:cSld name="CUSTOM_27_41">
    <p:spTree>
      <p:nvGrpSpPr>
        <p:cNvPr id="851" name="Shape 851"/>
        <p:cNvGrpSpPr/>
        <p:nvPr/>
      </p:nvGrpSpPr>
      <p:grpSpPr>
        <a:xfrm>
          <a:off x="0" y="0"/>
          <a:ext cx="0" cy="0"/>
          <a:chOff x="0" y="0"/>
          <a:chExt cx="0" cy="0"/>
        </a:xfrm>
      </p:grpSpPr>
      <p:sp>
        <p:nvSpPr>
          <p:cNvPr id="852" name="Google Shape;852;p61"/>
          <p:cNvSpPr txBox="1"/>
          <p:nvPr>
            <p:ph type="title"/>
          </p:nvPr>
        </p:nvSpPr>
        <p:spPr>
          <a:xfrm>
            <a:off x="733800" y="731400"/>
            <a:ext cx="16820400" cy="760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4600"/>
              <a:buNone/>
              <a:defRPr/>
            </a:lvl1pPr>
            <a:lvl2pPr lvl="1" algn="l">
              <a:lnSpc>
                <a:spcPct val="115000"/>
              </a:lnSpc>
              <a:spcBef>
                <a:spcPts val="0"/>
              </a:spcBef>
              <a:spcAft>
                <a:spcPts val="0"/>
              </a:spcAft>
              <a:buSzPts val="5600"/>
              <a:buNone/>
              <a:defRPr/>
            </a:lvl2pPr>
            <a:lvl3pPr lvl="2" algn="l">
              <a:lnSpc>
                <a:spcPct val="115000"/>
              </a:lnSpc>
              <a:spcBef>
                <a:spcPts val="0"/>
              </a:spcBef>
              <a:spcAft>
                <a:spcPts val="0"/>
              </a:spcAft>
              <a:buSzPts val="5600"/>
              <a:buNone/>
              <a:defRPr/>
            </a:lvl3pPr>
            <a:lvl4pPr lvl="3" algn="l">
              <a:lnSpc>
                <a:spcPct val="115000"/>
              </a:lnSpc>
              <a:spcBef>
                <a:spcPts val="0"/>
              </a:spcBef>
              <a:spcAft>
                <a:spcPts val="0"/>
              </a:spcAft>
              <a:buSzPts val="5600"/>
              <a:buNone/>
              <a:defRPr/>
            </a:lvl4pPr>
            <a:lvl5pPr lvl="4" algn="l">
              <a:lnSpc>
                <a:spcPct val="115000"/>
              </a:lnSpc>
              <a:spcBef>
                <a:spcPts val="0"/>
              </a:spcBef>
              <a:spcAft>
                <a:spcPts val="0"/>
              </a:spcAft>
              <a:buSzPts val="5600"/>
              <a:buNone/>
              <a:defRPr/>
            </a:lvl5pPr>
            <a:lvl6pPr lvl="5" algn="l">
              <a:lnSpc>
                <a:spcPct val="115000"/>
              </a:lnSpc>
              <a:spcBef>
                <a:spcPts val="0"/>
              </a:spcBef>
              <a:spcAft>
                <a:spcPts val="0"/>
              </a:spcAft>
              <a:buSzPts val="5600"/>
              <a:buNone/>
              <a:defRPr/>
            </a:lvl6pPr>
            <a:lvl7pPr lvl="6" algn="l">
              <a:lnSpc>
                <a:spcPct val="115000"/>
              </a:lnSpc>
              <a:spcBef>
                <a:spcPts val="0"/>
              </a:spcBef>
              <a:spcAft>
                <a:spcPts val="0"/>
              </a:spcAft>
              <a:buSzPts val="5600"/>
              <a:buNone/>
              <a:defRPr/>
            </a:lvl7pPr>
            <a:lvl8pPr lvl="7" algn="l">
              <a:lnSpc>
                <a:spcPct val="115000"/>
              </a:lnSpc>
              <a:spcBef>
                <a:spcPts val="0"/>
              </a:spcBef>
              <a:spcAft>
                <a:spcPts val="0"/>
              </a:spcAft>
              <a:buSzPts val="5600"/>
              <a:buNone/>
              <a:defRPr/>
            </a:lvl8pPr>
            <a:lvl9pPr lvl="8" algn="l">
              <a:lnSpc>
                <a:spcPct val="115000"/>
              </a:lnSpc>
              <a:spcBef>
                <a:spcPts val="0"/>
              </a:spcBef>
              <a:spcAft>
                <a:spcPts val="0"/>
              </a:spcAft>
              <a:buSzPts val="5600"/>
              <a:buNone/>
              <a:defRPr/>
            </a:lvl9pPr>
          </a:lstStyle>
          <a:p/>
        </p:txBody>
      </p:sp>
      <p:sp>
        <p:nvSpPr>
          <p:cNvPr id="853" name="Google Shape;853;p61"/>
          <p:cNvSpPr txBox="1"/>
          <p:nvPr>
            <p:ph idx="1" type="subTitle"/>
          </p:nvPr>
        </p:nvSpPr>
        <p:spPr>
          <a:xfrm>
            <a:off x="746926" y="1586850"/>
            <a:ext cx="16820400" cy="966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2"/>
              </a:buClr>
              <a:buSzPts val="2400"/>
              <a:buNone/>
              <a:defRPr>
                <a:solidFill>
                  <a:schemeClr val="dk2"/>
                </a:solidFill>
              </a:defRPr>
            </a:lvl1pPr>
            <a:lvl2pPr lvl="1" algn="l">
              <a:lnSpc>
                <a:spcPct val="115000"/>
              </a:lnSpc>
              <a:spcBef>
                <a:spcPts val="0"/>
              </a:spcBef>
              <a:spcAft>
                <a:spcPts val="0"/>
              </a:spcAft>
              <a:buSzPts val="2400"/>
              <a:buNone/>
              <a:defRPr/>
            </a:lvl2pPr>
            <a:lvl3pPr lvl="2" algn="l">
              <a:lnSpc>
                <a:spcPct val="115000"/>
              </a:lnSpc>
              <a:spcBef>
                <a:spcPts val="0"/>
              </a:spcBef>
              <a:spcAft>
                <a:spcPts val="0"/>
              </a:spcAft>
              <a:buSzPts val="2400"/>
              <a:buNone/>
              <a:defRPr/>
            </a:lvl3pPr>
            <a:lvl4pPr lvl="3" algn="l">
              <a:lnSpc>
                <a:spcPct val="115000"/>
              </a:lnSpc>
              <a:spcBef>
                <a:spcPts val="0"/>
              </a:spcBef>
              <a:spcAft>
                <a:spcPts val="0"/>
              </a:spcAft>
              <a:buSzPts val="2400"/>
              <a:buNone/>
              <a:defRPr/>
            </a:lvl4pPr>
            <a:lvl5pPr lvl="4" algn="l">
              <a:lnSpc>
                <a:spcPct val="115000"/>
              </a:lnSpc>
              <a:spcBef>
                <a:spcPts val="0"/>
              </a:spcBef>
              <a:spcAft>
                <a:spcPts val="0"/>
              </a:spcAft>
              <a:buSzPts val="2400"/>
              <a:buNone/>
              <a:defRPr/>
            </a:lvl5pPr>
            <a:lvl6pPr lvl="5" algn="l">
              <a:lnSpc>
                <a:spcPct val="115000"/>
              </a:lnSpc>
              <a:spcBef>
                <a:spcPts val="0"/>
              </a:spcBef>
              <a:spcAft>
                <a:spcPts val="0"/>
              </a:spcAft>
              <a:buSzPts val="2400"/>
              <a:buNone/>
              <a:defRPr/>
            </a:lvl6pPr>
            <a:lvl7pPr lvl="6" algn="l">
              <a:lnSpc>
                <a:spcPct val="115000"/>
              </a:lnSpc>
              <a:spcBef>
                <a:spcPts val="0"/>
              </a:spcBef>
              <a:spcAft>
                <a:spcPts val="0"/>
              </a:spcAft>
              <a:buSzPts val="2400"/>
              <a:buNone/>
              <a:defRPr/>
            </a:lvl7pPr>
            <a:lvl8pPr lvl="7" algn="l">
              <a:lnSpc>
                <a:spcPct val="115000"/>
              </a:lnSpc>
              <a:spcBef>
                <a:spcPts val="0"/>
              </a:spcBef>
              <a:spcAft>
                <a:spcPts val="0"/>
              </a:spcAft>
              <a:buSzPts val="2400"/>
              <a:buNone/>
              <a:defRPr/>
            </a:lvl8pPr>
            <a:lvl9pPr lvl="8" algn="l">
              <a:lnSpc>
                <a:spcPct val="115000"/>
              </a:lnSpc>
              <a:spcBef>
                <a:spcPts val="0"/>
              </a:spcBef>
              <a:spcAft>
                <a:spcPts val="0"/>
              </a:spcAft>
              <a:buSzPts val="2400"/>
              <a:buNone/>
              <a:defRPr/>
            </a:lvl9pPr>
          </a:lstStyle>
          <a:p/>
        </p:txBody>
      </p:sp>
      <p:sp>
        <p:nvSpPr>
          <p:cNvPr id="854" name="Google Shape;854;p61"/>
          <p:cNvSpPr/>
          <p:nvPr/>
        </p:nvSpPr>
        <p:spPr>
          <a:xfrm>
            <a:off x="0" y="969026"/>
            <a:ext cx="214200" cy="214200"/>
          </a:xfrm>
          <a:prstGeom prst="rect">
            <a:avLst/>
          </a:prstGeom>
          <a:solidFill>
            <a:srgbClr val="3366FF"/>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55" name="Google Shape;855;p61"/>
          <p:cNvSpPr txBox="1"/>
          <p:nvPr>
            <p:ph idx="2" type="body"/>
          </p:nvPr>
        </p:nvSpPr>
        <p:spPr>
          <a:xfrm>
            <a:off x="762000" y="2552550"/>
            <a:ext cx="16820400" cy="7001400"/>
          </a:xfrm>
          <a:prstGeom prst="rect">
            <a:avLst/>
          </a:prstGeom>
          <a:noFill/>
          <a:ln>
            <a:noFill/>
          </a:ln>
        </p:spPr>
        <p:txBody>
          <a:bodyPr anchorCtr="0" anchor="t" bIns="0" lIns="0" spcFirstLastPara="1" rIns="0" wrap="square" tIns="0">
            <a:spAutoFit/>
          </a:bodyPr>
          <a:lstStyle>
            <a:lvl1pPr indent="-381000" lvl="0" marL="457200" algn="l">
              <a:lnSpc>
                <a:spcPct val="150000"/>
              </a:lnSpc>
              <a:spcBef>
                <a:spcPts val="0"/>
              </a:spcBef>
              <a:spcAft>
                <a:spcPts val="0"/>
              </a:spcAft>
              <a:buSzPts val="2400"/>
              <a:buChar char="●"/>
              <a:defRPr/>
            </a:lvl1pPr>
            <a:lvl2pPr indent="-381000" lvl="1" marL="914400" algn="l">
              <a:lnSpc>
                <a:spcPct val="150000"/>
              </a:lnSpc>
              <a:spcBef>
                <a:spcPts val="0"/>
              </a:spcBef>
              <a:spcAft>
                <a:spcPts val="0"/>
              </a:spcAft>
              <a:buSzPts val="2400"/>
              <a:buChar char="○"/>
              <a:defRPr/>
            </a:lvl2pPr>
            <a:lvl3pPr indent="-381000" lvl="2" marL="1371600" algn="l">
              <a:lnSpc>
                <a:spcPct val="150000"/>
              </a:lnSpc>
              <a:spcBef>
                <a:spcPts val="0"/>
              </a:spcBef>
              <a:spcAft>
                <a:spcPts val="0"/>
              </a:spcAft>
              <a:buSzPts val="2400"/>
              <a:buChar char="■"/>
              <a:defRPr/>
            </a:lvl3pPr>
            <a:lvl4pPr indent="-381000" lvl="3" marL="1828800" algn="l">
              <a:lnSpc>
                <a:spcPct val="150000"/>
              </a:lnSpc>
              <a:spcBef>
                <a:spcPts val="0"/>
              </a:spcBef>
              <a:spcAft>
                <a:spcPts val="0"/>
              </a:spcAft>
              <a:buSzPts val="2400"/>
              <a:buChar char="●"/>
              <a:defRPr/>
            </a:lvl4pPr>
            <a:lvl5pPr indent="-381000" lvl="4" marL="2286000" algn="l">
              <a:lnSpc>
                <a:spcPct val="150000"/>
              </a:lnSpc>
              <a:spcBef>
                <a:spcPts val="0"/>
              </a:spcBef>
              <a:spcAft>
                <a:spcPts val="0"/>
              </a:spcAft>
              <a:buSzPts val="2400"/>
              <a:buChar char="○"/>
              <a:defRPr/>
            </a:lvl5pPr>
            <a:lvl6pPr indent="-381000" lvl="5" marL="2743200" algn="l">
              <a:lnSpc>
                <a:spcPct val="150000"/>
              </a:lnSpc>
              <a:spcBef>
                <a:spcPts val="0"/>
              </a:spcBef>
              <a:spcAft>
                <a:spcPts val="0"/>
              </a:spcAft>
              <a:buSzPts val="2400"/>
              <a:buChar char="■"/>
              <a:defRPr/>
            </a:lvl6pPr>
            <a:lvl7pPr indent="-381000" lvl="6" marL="3200400" algn="l">
              <a:lnSpc>
                <a:spcPct val="150000"/>
              </a:lnSpc>
              <a:spcBef>
                <a:spcPts val="0"/>
              </a:spcBef>
              <a:spcAft>
                <a:spcPts val="0"/>
              </a:spcAft>
              <a:buSzPts val="2400"/>
              <a:buChar char="●"/>
              <a:defRPr/>
            </a:lvl7pPr>
            <a:lvl8pPr indent="-381000" lvl="7" marL="3657600" algn="l">
              <a:lnSpc>
                <a:spcPct val="150000"/>
              </a:lnSpc>
              <a:spcBef>
                <a:spcPts val="0"/>
              </a:spcBef>
              <a:spcAft>
                <a:spcPts val="0"/>
              </a:spcAft>
              <a:buSzPts val="2400"/>
              <a:buChar char="○"/>
              <a:defRPr/>
            </a:lvl8pPr>
            <a:lvl9pPr indent="-381000" lvl="8" marL="4114800" algn="l">
              <a:lnSpc>
                <a:spcPct val="150000"/>
              </a:lnSpc>
              <a:spcBef>
                <a:spcPts val="0"/>
              </a:spcBef>
              <a:spcAft>
                <a:spcPts val="0"/>
              </a:spcAft>
              <a:buSzPts val="2400"/>
              <a:buChar char="■"/>
              <a:defRPr/>
            </a:lvl9pPr>
          </a:lstStyle>
          <a:p/>
        </p:txBody>
      </p:sp>
      <p:grpSp>
        <p:nvGrpSpPr>
          <p:cNvPr id="856" name="Google Shape;856;p61"/>
          <p:cNvGrpSpPr/>
          <p:nvPr/>
        </p:nvGrpSpPr>
        <p:grpSpPr>
          <a:xfrm>
            <a:off x="15787610" y="9816587"/>
            <a:ext cx="1463219" cy="234029"/>
            <a:chOff x="238125" y="2252900"/>
            <a:chExt cx="7144625" cy="1210075"/>
          </a:xfrm>
        </p:grpSpPr>
        <p:sp>
          <p:nvSpPr>
            <p:cNvPr id="857" name="Google Shape;857;p6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58" name="Google Shape;858;p6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59" name="Google Shape;859;p6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0" name="Google Shape;860;p6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1" name="Google Shape;861;p6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2" name="Google Shape;862;p6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3" name="Google Shape;863;p6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4" name="Google Shape;864;p6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5" name="Google Shape;865;p6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cxnSp>
        <p:nvCxnSpPr>
          <p:cNvPr id="866" name="Google Shape;866;p61"/>
          <p:cNvCxnSpPr/>
          <p:nvPr/>
        </p:nvCxnSpPr>
        <p:spPr>
          <a:xfrm>
            <a:off x="17558826" y="9762900"/>
            <a:ext cx="0" cy="341400"/>
          </a:xfrm>
          <a:prstGeom prst="straightConnector1">
            <a:avLst/>
          </a:prstGeom>
          <a:noFill/>
          <a:ln cap="flat" cmpd="sng" w="9550">
            <a:solidFill>
              <a:schemeClr val="lt2"/>
            </a:solidFill>
            <a:prstDash val="solid"/>
            <a:round/>
            <a:headEnd len="sm" w="sm" type="none"/>
            <a:tailEnd len="sm" w="sm" type="none"/>
          </a:ln>
        </p:spPr>
      </p:cxnSp>
      <p:sp>
        <p:nvSpPr>
          <p:cNvPr id="867" name="Google Shape;867;p61"/>
          <p:cNvSpPr txBox="1"/>
          <p:nvPr/>
        </p:nvSpPr>
        <p:spPr>
          <a:xfrm>
            <a:off x="17558826" y="9553500"/>
            <a:ext cx="7296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2"/>
                </a:solidFill>
                <a:latin typeface="Libre Franklin"/>
                <a:ea typeface="Libre Franklin"/>
                <a:cs typeface="Libre Franklin"/>
                <a:sym typeface="Libre Franklin"/>
              </a:rPr>
              <a:t>‹#›</a:t>
            </a:fld>
            <a:endParaRPr b="1" i="0" sz="1000" u="none" cap="none" strike="noStrike">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p:cSld name="CUSTOM_68_1">
    <p:bg>
      <p:bgPr>
        <a:solidFill>
          <a:schemeClr val="lt1"/>
        </a:solidFill>
      </p:bgPr>
    </p:bg>
    <p:spTree>
      <p:nvGrpSpPr>
        <p:cNvPr id="868" name="Shape 868"/>
        <p:cNvGrpSpPr/>
        <p:nvPr/>
      </p:nvGrpSpPr>
      <p:grpSpPr>
        <a:xfrm>
          <a:off x="0" y="0"/>
          <a:ext cx="0" cy="0"/>
          <a:chOff x="0" y="0"/>
          <a:chExt cx="0" cy="0"/>
        </a:xfrm>
      </p:grpSpPr>
      <p:grpSp>
        <p:nvGrpSpPr>
          <p:cNvPr id="869" name="Google Shape;869;p62"/>
          <p:cNvGrpSpPr/>
          <p:nvPr/>
        </p:nvGrpSpPr>
        <p:grpSpPr>
          <a:xfrm>
            <a:off x="15787610" y="9816586"/>
            <a:ext cx="1463219" cy="234029"/>
            <a:chOff x="238125" y="2252900"/>
            <a:chExt cx="7144625" cy="1210075"/>
          </a:xfrm>
        </p:grpSpPr>
        <p:sp>
          <p:nvSpPr>
            <p:cNvPr id="870" name="Google Shape;870;p6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6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6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6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6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9" name="Google Shape;879;p62"/>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880" name="Google Shape;880;p62"/>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grpSp>
        <p:nvGrpSpPr>
          <p:cNvPr id="881" name="Google Shape;881;p62"/>
          <p:cNvGrpSpPr/>
          <p:nvPr/>
        </p:nvGrpSpPr>
        <p:grpSpPr>
          <a:xfrm>
            <a:off x="15787610" y="9816586"/>
            <a:ext cx="1463219" cy="234029"/>
            <a:chOff x="238125" y="2252900"/>
            <a:chExt cx="7144625" cy="1210075"/>
          </a:xfrm>
        </p:grpSpPr>
        <p:sp>
          <p:nvSpPr>
            <p:cNvPr id="882" name="Google Shape;882;p6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6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rgbClr val="2C2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91" name="Google Shape;891;p62"/>
          <p:cNvCxnSpPr/>
          <p:nvPr/>
        </p:nvCxnSpPr>
        <p:spPr>
          <a:xfrm>
            <a:off x="17558825" y="9762900"/>
            <a:ext cx="0" cy="341400"/>
          </a:xfrm>
          <a:prstGeom prst="straightConnector1">
            <a:avLst/>
          </a:prstGeom>
          <a:noFill/>
          <a:ln cap="flat" cmpd="sng" w="9525">
            <a:solidFill>
              <a:srgbClr val="2C2E3C"/>
            </a:solidFill>
            <a:prstDash val="solid"/>
            <a:round/>
            <a:headEnd len="med" w="med" type="none"/>
            <a:tailEnd len="med" w="med" type="none"/>
          </a:ln>
        </p:spPr>
      </p:cxnSp>
      <p:sp>
        <p:nvSpPr>
          <p:cNvPr id="892" name="Google Shape;892;p62"/>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1">
  <p:cSld name="CUSTOM_68_1_1_1">
    <p:bg>
      <p:bgPr>
        <a:solidFill>
          <a:schemeClr val="dk2"/>
        </a:solidFill>
      </p:bgPr>
    </p:bg>
    <p:spTree>
      <p:nvGrpSpPr>
        <p:cNvPr id="893" name="Shape 893"/>
        <p:cNvGrpSpPr/>
        <p:nvPr/>
      </p:nvGrpSpPr>
      <p:grpSpPr>
        <a:xfrm>
          <a:off x="0" y="0"/>
          <a:ext cx="0" cy="0"/>
          <a:chOff x="0" y="0"/>
          <a:chExt cx="0" cy="0"/>
        </a:xfrm>
      </p:grpSpPr>
      <p:graphicFrame>
        <p:nvGraphicFramePr>
          <p:cNvPr id="894" name="Google Shape;894;p63"/>
          <p:cNvGraphicFramePr/>
          <p:nvPr/>
        </p:nvGraphicFramePr>
        <p:xfrm>
          <a:off x="75" y="0"/>
          <a:ext cx="3000000" cy="3000000"/>
        </p:xfrm>
        <a:graphic>
          <a:graphicData uri="http://schemas.openxmlformats.org/drawingml/2006/table">
            <a:tbl>
              <a:tblPr>
                <a:noFill/>
                <a:tableStyleId>{F28DDB04-4A88-4E71-B34A-B21B5DAED532}</a:tableStyleId>
              </a:tblPr>
              <a:tblGrid>
                <a:gridCol w="1306275"/>
                <a:gridCol w="1306275"/>
                <a:gridCol w="1306275"/>
                <a:gridCol w="1306275"/>
                <a:gridCol w="1306275"/>
                <a:gridCol w="1306275"/>
                <a:gridCol w="1306275"/>
                <a:gridCol w="1306275"/>
                <a:gridCol w="1306275"/>
                <a:gridCol w="1306275"/>
                <a:gridCol w="1306275"/>
                <a:gridCol w="1306275"/>
                <a:gridCol w="1306275"/>
                <a:gridCol w="1306275"/>
              </a:tblGrid>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grpSp>
        <p:nvGrpSpPr>
          <p:cNvPr id="895" name="Google Shape;895;p63"/>
          <p:cNvGrpSpPr/>
          <p:nvPr/>
        </p:nvGrpSpPr>
        <p:grpSpPr>
          <a:xfrm>
            <a:off x="15787610" y="9816586"/>
            <a:ext cx="1463219" cy="234029"/>
            <a:chOff x="238125" y="2252900"/>
            <a:chExt cx="7144625" cy="1210075"/>
          </a:xfrm>
        </p:grpSpPr>
        <p:sp>
          <p:nvSpPr>
            <p:cNvPr id="896" name="Google Shape;896;p6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05" name="Google Shape;905;p63"/>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906" name="Google Shape;906;p63"/>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1 1">
  <p:cSld name="CUSTOM_68_1_1_1_1">
    <p:bg>
      <p:bgPr>
        <a:solidFill>
          <a:schemeClr val="lt2"/>
        </a:solidFill>
      </p:bgPr>
    </p:bg>
    <p:spTree>
      <p:nvGrpSpPr>
        <p:cNvPr id="907" name="Shape 907"/>
        <p:cNvGrpSpPr/>
        <p:nvPr/>
      </p:nvGrpSpPr>
      <p:grpSpPr>
        <a:xfrm>
          <a:off x="0" y="0"/>
          <a:ext cx="0" cy="0"/>
          <a:chOff x="0" y="0"/>
          <a:chExt cx="0" cy="0"/>
        </a:xfrm>
      </p:grpSpPr>
      <p:graphicFrame>
        <p:nvGraphicFramePr>
          <p:cNvPr id="908" name="Google Shape;908;p64"/>
          <p:cNvGraphicFramePr/>
          <p:nvPr/>
        </p:nvGraphicFramePr>
        <p:xfrm>
          <a:off x="75" y="0"/>
          <a:ext cx="3000000" cy="3000000"/>
        </p:xfrm>
        <a:graphic>
          <a:graphicData uri="http://schemas.openxmlformats.org/drawingml/2006/table">
            <a:tbl>
              <a:tblPr>
                <a:noFill/>
                <a:tableStyleId>{F28DDB04-4A88-4E71-B34A-B21B5DAED532}</a:tableStyleId>
              </a:tblPr>
              <a:tblGrid>
                <a:gridCol w="1306275"/>
                <a:gridCol w="1306275"/>
                <a:gridCol w="1306275"/>
                <a:gridCol w="1306275"/>
                <a:gridCol w="1306275"/>
                <a:gridCol w="1306275"/>
                <a:gridCol w="1306275"/>
                <a:gridCol w="1306275"/>
                <a:gridCol w="1306275"/>
                <a:gridCol w="1306275"/>
                <a:gridCol w="1306275"/>
                <a:gridCol w="1306275"/>
                <a:gridCol w="1306275"/>
                <a:gridCol w="1306275"/>
              </a:tblGrid>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909" name="Google Shape;909;p64"/>
          <p:cNvSpPr/>
          <p:nvPr/>
        </p:nvSpPr>
        <p:spPr>
          <a:xfrm>
            <a:off x="75" y="575"/>
            <a:ext cx="18288000" cy="10287000"/>
          </a:xfrm>
          <a:prstGeom prst="rect">
            <a:avLst/>
          </a:prstGeom>
          <a:solidFill>
            <a:srgbClr val="000000">
              <a:alpha val="474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nvGrpSpPr>
          <p:cNvPr id="910" name="Google Shape;910;p64"/>
          <p:cNvGrpSpPr/>
          <p:nvPr/>
        </p:nvGrpSpPr>
        <p:grpSpPr>
          <a:xfrm>
            <a:off x="7237088" y="7996434"/>
            <a:ext cx="3813801" cy="609878"/>
            <a:chOff x="238125" y="2252900"/>
            <a:chExt cx="7144625" cy="1210075"/>
          </a:xfrm>
        </p:grpSpPr>
        <p:sp>
          <p:nvSpPr>
            <p:cNvPr id="911" name="Google Shape;911;p6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0" name="Google Shape;920;p64"/>
          <p:cNvSpPr txBox="1"/>
          <p:nvPr/>
        </p:nvSpPr>
        <p:spPr>
          <a:xfrm>
            <a:off x="75" y="3981300"/>
            <a:ext cx="18288000" cy="2324400"/>
          </a:xfrm>
          <a:prstGeom prst="rect">
            <a:avLst/>
          </a:prstGeom>
          <a:noFill/>
          <a:ln>
            <a:noFill/>
          </a:ln>
        </p:spPr>
        <p:txBody>
          <a:bodyPr anchorCtr="0" anchor="ctr" bIns="0" lIns="91425" spcFirstLastPara="1" rIns="0" wrap="square" tIns="0">
            <a:noAutofit/>
          </a:bodyPr>
          <a:lstStyle/>
          <a:p>
            <a:pPr indent="0" lvl="0" marL="0" rtl="0" algn="ctr">
              <a:lnSpc>
                <a:spcPct val="100000"/>
              </a:lnSpc>
              <a:spcBef>
                <a:spcPts val="0"/>
              </a:spcBef>
              <a:spcAft>
                <a:spcPts val="0"/>
              </a:spcAft>
              <a:buClr>
                <a:schemeClr val="lt2"/>
              </a:buClr>
              <a:buSzPts val="1100"/>
              <a:buFont typeface="Arial"/>
              <a:buNone/>
            </a:pPr>
            <a:r>
              <a:rPr lang="en" sz="17000">
                <a:solidFill>
                  <a:schemeClr val="lt1"/>
                </a:solidFill>
                <a:latin typeface="Libre Franklin Light"/>
                <a:ea typeface="Libre Franklin Light"/>
                <a:cs typeface="Libre Franklin Light"/>
                <a:sym typeface="Libre Franklin Light"/>
              </a:rPr>
              <a:t>Thank</a:t>
            </a:r>
            <a:r>
              <a:rPr lang="en" sz="17000">
                <a:solidFill>
                  <a:schemeClr val="dk2"/>
                </a:solidFill>
                <a:latin typeface="Libre Franklin Light"/>
                <a:ea typeface="Libre Franklin Light"/>
                <a:cs typeface="Libre Franklin Light"/>
                <a:sym typeface="Libre Franklin Light"/>
              </a:rPr>
              <a:t> you</a:t>
            </a:r>
            <a:endParaRPr b="0" sz="17000">
              <a:solidFill>
                <a:schemeClr val="dk2"/>
              </a:solidFill>
              <a:latin typeface="Libre Franklin Light"/>
              <a:ea typeface="Libre Franklin Light"/>
              <a:cs typeface="Libre Franklin Light"/>
              <a:sym typeface="Libre Franklin Light"/>
            </a:endParaRPr>
          </a:p>
        </p:txBody>
      </p:sp>
      <p:sp>
        <p:nvSpPr>
          <p:cNvPr id="921" name="Google Shape;921;p64"/>
          <p:cNvSpPr/>
          <p:nvPr/>
        </p:nvSpPr>
        <p:spPr>
          <a:xfrm rot="10800000">
            <a:off x="3684950" y="3593800"/>
            <a:ext cx="233950" cy="234038"/>
          </a:xfrm>
          <a:custGeom>
            <a:rect b="b" l="l" r="r" t="t"/>
            <a:pathLst>
              <a:path extrusionOk="0" h="10694" w="9358">
                <a:moveTo>
                  <a:pt x="9358" y="0"/>
                </a:moveTo>
                <a:lnTo>
                  <a:pt x="0" y="0"/>
                </a:lnTo>
                <a:lnTo>
                  <a:pt x="0" y="10694"/>
                </a:lnTo>
              </a:path>
            </a:pathLst>
          </a:custGeom>
          <a:noFill/>
          <a:ln cap="flat" cmpd="sng" w="38100">
            <a:solidFill>
              <a:srgbClr val="306BFF"/>
            </a:solidFill>
            <a:prstDash val="solid"/>
            <a:round/>
            <a:headEnd len="med" w="med" type="none"/>
            <a:tailEnd len="med" w="med" type="none"/>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p:cSld name="CUSTOM_68_1_1_2">
    <p:bg>
      <p:bgPr>
        <a:solidFill>
          <a:schemeClr val="lt2"/>
        </a:solidFill>
      </p:bgPr>
    </p:bg>
    <p:spTree>
      <p:nvGrpSpPr>
        <p:cNvPr id="922" name="Shape 922"/>
        <p:cNvGrpSpPr/>
        <p:nvPr/>
      </p:nvGrpSpPr>
      <p:grpSpPr>
        <a:xfrm>
          <a:off x="0" y="0"/>
          <a:ext cx="0" cy="0"/>
          <a:chOff x="0" y="0"/>
          <a:chExt cx="0" cy="0"/>
        </a:xfrm>
      </p:grpSpPr>
      <p:graphicFrame>
        <p:nvGraphicFramePr>
          <p:cNvPr id="923" name="Google Shape;923;p65"/>
          <p:cNvGraphicFramePr/>
          <p:nvPr/>
        </p:nvGraphicFramePr>
        <p:xfrm>
          <a:off x="75" y="0"/>
          <a:ext cx="3000000" cy="3000000"/>
        </p:xfrm>
        <a:graphic>
          <a:graphicData uri="http://schemas.openxmlformats.org/drawingml/2006/table">
            <a:tbl>
              <a:tblPr>
                <a:noFill/>
                <a:tableStyleId>{F28DDB04-4A88-4E71-B34A-B21B5DAED532}</a:tableStyleId>
              </a:tblPr>
              <a:tblGrid>
                <a:gridCol w="1289275"/>
                <a:gridCol w="1289275"/>
                <a:gridCol w="1289275"/>
                <a:gridCol w="1289275"/>
                <a:gridCol w="1289275"/>
                <a:gridCol w="1289275"/>
                <a:gridCol w="1289275"/>
              </a:tblGrid>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924" name="Google Shape;924;p65"/>
          <p:cNvSpPr/>
          <p:nvPr/>
        </p:nvSpPr>
        <p:spPr>
          <a:xfrm>
            <a:off x="75" y="575"/>
            <a:ext cx="15787500" cy="10287000"/>
          </a:xfrm>
          <a:prstGeom prst="rect">
            <a:avLst/>
          </a:prstGeom>
          <a:gradFill>
            <a:gsLst>
              <a:gs pos="0">
                <a:schemeClr val="lt2"/>
              </a:gs>
              <a:gs pos="100000">
                <a:srgbClr val="000000">
                  <a:alpha val="0"/>
                </a:srgbClr>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nvGrpSpPr>
          <p:cNvPr id="925" name="Google Shape;925;p65"/>
          <p:cNvGrpSpPr/>
          <p:nvPr/>
        </p:nvGrpSpPr>
        <p:grpSpPr>
          <a:xfrm>
            <a:off x="15787610" y="9816586"/>
            <a:ext cx="1463219" cy="234029"/>
            <a:chOff x="238125" y="2252900"/>
            <a:chExt cx="7144625" cy="1210075"/>
          </a:xfrm>
        </p:grpSpPr>
        <p:sp>
          <p:nvSpPr>
            <p:cNvPr id="926" name="Google Shape;926;p6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6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6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6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35" name="Google Shape;935;p65"/>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936" name="Google Shape;936;p65"/>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cxnSp>
        <p:nvCxnSpPr>
          <p:cNvPr id="937" name="Google Shape;937;p65"/>
          <p:cNvCxnSpPr/>
          <p:nvPr/>
        </p:nvCxnSpPr>
        <p:spPr>
          <a:xfrm rot="10800000">
            <a:off x="8929050" y="5143500"/>
            <a:ext cx="9649800" cy="0"/>
          </a:xfrm>
          <a:prstGeom prst="straightConnector1">
            <a:avLst/>
          </a:prstGeom>
          <a:noFill/>
          <a:ln cap="flat" cmpd="sng" w="19050">
            <a:solidFill>
              <a:schemeClr val="dk2"/>
            </a:solidFill>
            <a:prstDash val="solid"/>
            <a:round/>
            <a:headEnd len="med" w="med" type="none"/>
            <a:tailEnd len="med" w="med" type="oval"/>
          </a:ln>
        </p:spPr>
      </p:cxnSp>
      <p:sp>
        <p:nvSpPr>
          <p:cNvPr id="938" name="Google Shape;938;p65"/>
          <p:cNvSpPr/>
          <p:nvPr/>
        </p:nvSpPr>
        <p:spPr>
          <a:xfrm>
            <a:off x="15181100" y="2954700"/>
            <a:ext cx="4377600" cy="4377600"/>
          </a:xfrm>
          <a:prstGeom prst="ellipse">
            <a:avLst/>
          </a:pr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39" name="Google Shape;939;p65"/>
          <p:cNvSpPr/>
          <p:nvPr/>
        </p:nvSpPr>
        <p:spPr>
          <a:xfrm>
            <a:off x="13913254" y="3866100"/>
            <a:ext cx="2554800" cy="2554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40" name="Google Shape;940;p65"/>
          <p:cNvSpPr/>
          <p:nvPr/>
        </p:nvSpPr>
        <p:spPr>
          <a:xfrm>
            <a:off x="9458150" y="4842900"/>
            <a:ext cx="601200" cy="6012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41" name="Google Shape;941;p65"/>
          <p:cNvSpPr/>
          <p:nvPr/>
        </p:nvSpPr>
        <p:spPr>
          <a:xfrm>
            <a:off x="11568975" y="4471165"/>
            <a:ext cx="1344300" cy="1344900"/>
          </a:xfrm>
          <a:prstGeom prst="ellipse">
            <a:avLst/>
          </a:prstGeom>
          <a:gradFill>
            <a:gsLst>
              <a:gs pos="0">
                <a:srgbClr val="7598FF"/>
              </a:gs>
              <a:gs pos="100000">
                <a:srgbClr val="0941E9"/>
              </a:gs>
            </a:gsLst>
            <a:path path="circle">
              <a:fillToRect b="50%" l="50%" r="50%" t="50%"/>
            </a:path>
            <a:tileRect/>
          </a:gradFill>
          <a:ln>
            <a:noFill/>
          </a:ln>
          <a:effectLst>
            <a:outerShdw blurRad="714375" rotWithShape="0" algn="bl">
              <a:schemeClr val="dk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42" name="Google Shape;942;p65"/>
          <p:cNvSpPr/>
          <p:nvPr/>
        </p:nvSpPr>
        <p:spPr>
          <a:xfrm>
            <a:off x="17069300" y="4842825"/>
            <a:ext cx="601200" cy="601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43" name="Google Shape;943;p65"/>
          <p:cNvSpPr/>
          <p:nvPr/>
        </p:nvSpPr>
        <p:spPr>
          <a:xfrm>
            <a:off x="14890054" y="4842900"/>
            <a:ext cx="601200" cy="601200"/>
          </a:xfrm>
          <a:prstGeom prst="ellipse">
            <a:avLst/>
          </a:prstGeom>
          <a:solidFill>
            <a:srgbClr val="3366FF">
              <a:alpha val="435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44" name="Google Shape;944;p65"/>
          <p:cNvSpPr/>
          <p:nvPr/>
        </p:nvSpPr>
        <p:spPr>
          <a:xfrm>
            <a:off x="10614858" y="5026550"/>
            <a:ext cx="234000" cy="234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4">
  <p:cSld name="CUSTOM_68_1_1_2_3">
    <p:bg>
      <p:bgPr>
        <a:solidFill>
          <a:schemeClr val="lt2"/>
        </a:solidFill>
      </p:bgPr>
    </p:bg>
    <p:spTree>
      <p:nvGrpSpPr>
        <p:cNvPr id="945" name="Shape 945"/>
        <p:cNvGrpSpPr/>
        <p:nvPr/>
      </p:nvGrpSpPr>
      <p:grpSpPr>
        <a:xfrm>
          <a:off x="0" y="0"/>
          <a:ext cx="0" cy="0"/>
          <a:chOff x="0" y="0"/>
          <a:chExt cx="0" cy="0"/>
        </a:xfrm>
      </p:grpSpPr>
      <p:graphicFrame>
        <p:nvGraphicFramePr>
          <p:cNvPr id="946" name="Google Shape;946;p66"/>
          <p:cNvGraphicFramePr/>
          <p:nvPr/>
        </p:nvGraphicFramePr>
        <p:xfrm>
          <a:off x="75" y="0"/>
          <a:ext cx="3000000" cy="3000000"/>
        </p:xfrm>
        <a:graphic>
          <a:graphicData uri="http://schemas.openxmlformats.org/drawingml/2006/table">
            <a:tbl>
              <a:tblPr>
                <a:noFill/>
                <a:tableStyleId>{F28DDB04-4A88-4E71-B34A-B21B5DAED532}</a:tableStyleId>
              </a:tblPr>
              <a:tblGrid>
                <a:gridCol w="1289275"/>
                <a:gridCol w="1289275"/>
                <a:gridCol w="1289275"/>
                <a:gridCol w="1289275"/>
                <a:gridCol w="1289275"/>
                <a:gridCol w="1289275"/>
                <a:gridCol w="1289275"/>
              </a:tblGrid>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947" name="Google Shape;947;p66"/>
          <p:cNvSpPr/>
          <p:nvPr/>
        </p:nvSpPr>
        <p:spPr>
          <a:xfrm>
            <a:off x="75" y="575"/>
            <a:ext cx="15787500" cy="10287000"/>
          </a:xfrm>
          <a:prstGeom prst="rect">
            <a:avLst/>
          </a:prstGeom>
          <a:gradFill>
            <a:gsLst>
              <a:gs pos="0">
                <a:schemeClr val="lt2"/>
              </a:gs>
              <a:gs pos="100000">
                <a:srgbClr val="000000">
                  <a:alpha val="0"/>
                </a:srgbClr>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nvGrpSpPr>
          <p:cNvPr id="948" name="Google Shape;948;p66"/>
          <p:cNvGrpSpPr/>
          <p:nvPr/>
        </p:nvGrpSpPr>
        <p:grpSpPr>
          <a:xfrm>
            <a:off x="15787610" y="9816586"/>
            <a:ext cx="1463219" cy="234029"/>
            <a:chOff x="238125" y="2252900"/>
            <a:chExt cx="7144625" cy="1210075"/>
          </a:xfrm>
        </p:grpSpPr>
        <p:sp>
          <p:nvSpPr>
            <p:cNvPr id="949" name="Google Shape;949;p6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6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6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6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6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6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6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8" name="Google Shape;958;p66"/>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959" name="Google Shape;959;p6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grpSp>
        <p:nvGrpSpPr>
          <p:cNvPr id="960" name="Google Shape;960;p66"/>
          <p:cNvGrpSpPr/>
          <p:nvPr/>
        </p:nvGrpSpPr>
        <p:grpSpPr>
          <a:xfrm>
            <a:off x="9971471" y="2259708"/>
            <a:ext cx="7582708" cy="5768723"/>
            <a:chOff x="9510900" y="2415200"/>
            <a:chExt cx="7739826" cy="5888255"/>
          </a:xfrm>
        </p:grpSpPr>
        <p:grpSp>
          <p:nvGrpSpPr>
            <p:cNvPr id="961" name="Google Shape;961;p66"/>
            <p:cNvGrpSpPr/>
            <p:nvPr/>
          </p:nvGrpSpPr>
          <p:grpSpPr>
            <a:xfrm>
              <a:off x="9510900" y="2415200"/>
              <a:ext cx="7739826" cy="5888255"/>
              <a:chOff x="9510900" y="2415200"/>
              <a:chExt cx="7739826" cy="5888255"/>
            </a:xfrm>
          </p:grpSpPr>
          <p:sp>
            <p:nvSpPr>
              <p:cNvPr id="962" name="Google Shape;962;p66"/>
              <p:cNvSpPr/>
              <p:nvPr/>
            </p:nvSpPr>
            <p:spPr>
              <a:xfrm>
                <a:off x="11270842" y="2415200"/>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3" name="Google Shape;963;p66"/>
              <p:cNvSpPr/>
              <p:nvPr/>
            </p:nvSpPr>
            <p:spPr>
              <a:xfrm>
                <a:off x="13030784" y="2415200"/>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4" name="Google Shape;964;p66"/>
              <p:cNvSpPr/>
              <p:nvPr/>
            </p:nvSpPr>
            <p:spPr>
              <a:xfrm>
                <a:off x="14790726" y="2415200"/>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5" name="Google Shape;965;p66"/>
              <p:cNvSpPr/>
              <p:nvPr/>
            </p:nvSpPr>
            <p:spPr>
              <a:xfrm>
                <a:off x="9510900" y="2415200"/>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6" name="Google Shape;966;p66"/>
              <p:cNvSpPr/>
              <p:nvPr/>
            </p:nvSpPr>
            <p:spPr>
              <a:xfrm>
                <a:off x="9510900" y="4145587"/>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7" name="Google Shape;967;p66"/>
              <p:cNvSpPr/>
              <p:nvPr/>
            </p:nvSpPr>
            <p:spPr>
              <a:xfrm>
                <a:off x="14790726" y="4145587"/>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8" name="Google Shape;968;p66"/>
              <p:cNvSpPr/>
              <p:nvPr/>
            </p:nvSpPr>
            <p:spPr>
              <a:xfrm>
                <a:off x="9510900" y="5843455"/>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69" name="Google Shape;969;p66"/>
              <p:cNvSpPr/>
              <p:nvPr/>
            </p:nvSpPr>
            <p:spPr>
              <a:xfrm>
                <a:off x="11270842" y="5843455"/>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0" name="Google Shape;970;p66"/>
              <p:cNvSpPr/>
              <p:nvPr/>
            </p:nvSpPr>
            <p:spPr>
              <a:xfrm>
                <a:off x="13030784" y="5843455"/>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1" name="Google Shape;971;p66"/>
              <p:cNvSpPr/>
              <p:nvPr/>
            </p:nvSpPr>
            <p:spPr>
              <a:xfrm>
                <a:off x="14790726" y="5843455"/>
                <a:ext cx="2460000" cy="2460000"/>
              </a:xfrm>
              <a:prstGeom prst="ellipse">
                <a:avLst/>
              </a:prstGeom>
              <a:noFill/>
              <a:ln cap="flat" cmpd="sng" w="19050">
                <a:solidFill>
                  <a:schemeClr val="l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sp>
          <p:nvSpPr>
            <p:cNvPr id="972" name="Google Shape;972;p66"/>
            <p:cNvSpPr/>
            <p:nvPr/>
          </p:nvSpPr>
          <p:spPr>
            <a:xfrm>
              <a:off x="13030767" y="4145587"/>
              <a:ext cx="2460000" cy="2460000"/>
            </a:xfrm>
            <a:prstGeom prst="ellipse">
              <a:avLst/>
            </a:prstGeom>
            <a:solidFill>
              <a:schemeClr val="lt2"/>
            </a:solidFill>
            <a:ln>
              <a:noFill/>
            </a:ln>
            <a:effectLst>
              <a:outerShdw blurRad="1057275" rotWithShape="0" algn="bl" dir="5400000" dist="9525">
                <a:schemeClr val="dk2">
                  <a:alpha val="8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3" name="Google Shape;973;p66"/>
            <p:cNvSpPr/>
            <p:nvPr/>
          </p:nvSpPr>
          <p:spPr>
            <a:xfrm>
              <a:off x="13030784" y="4145587"/>
              <a:ext cx="2460000" cy="24600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4" name="Google Shape;974;p66"/>
            <p:cNvSpPr/>
            <p:nvPr/>
          </p:nvSpPr>
          <p:spPr>
            <a:xfrm>
              <a:off x="11270842" y="4145587"/>
              <a:ext cx="2460000" cy="2460000"/>
            </a:xfrm>
            <a:prstGeom prst="ellipse">
              <a:avLst/>
            </a:prstGeom>
            <a:solidFill>
              <a:schemeClr val="lt2"/>
            </a:solidFill>
            <a:ln cap="flat" cmpd="sng" w="19050">
              <a:solidFill>
                <a:schemeClr val="dk2"/>
              </a:solidFill>
              <a:prstDash val="solid"/>
              <a:round/>
              <a:headEnd len="sm" w="sm" type="none"/>
              <a:tailEnd len="sm" w="sm" type="none"/>
            </a:ln>
            <a:effectLst>
              <a:outerShdw blurRad="1057275" rotWithShape="0" algn="bl" dir="5400000" dist="9525">
                <a:schemeClr val="dk2">
                  <a:alpha val="8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5" name="Google Shape;975;p66"/>
            <p:cNvSpPr/>
            <p:nvPr/>
          </p:nvSpPr>
          <p:spPr>
            <a:xfrm>
              <a:off x="13030767" y="4145587"/>
              <a:ext cx="2460000" cy="24600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6" name="Google Shape;976;p66"/>
            <p:cNvSpPr/>
            <p:nvPr/>
          </p:nvSpPr>
          <p:spPr>
            <a:xfrm>
              <a:off x="11270850" y="2415200"/>
              <a:ext cx="2460000" cy="2460000"/>
            </a:xfrm>
            <a:prstGeom prst="arc">
              <a:avLst>
                <a:gd fmla="val 2722613" name="adj1"/>
                <a:gd fmla="val 8196215"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7" name="Google Shape;977;p66"/>
            <p:cNvSpPr/>
            <p:nvPr/>
          </p:nvSpPr>
          <p:spPr>
            <a:xfrm>
              <a:off x="13030775" y="2415200"/>
              <a:ext cx="2460000" cy="2460000"/>
            </a:xfrm>
            <a:prstGeom prst="arc">
              <a:avLst>
                <a:gd fmla="val 2722613" name="adj1"/>
                <a:gd fmla="val 8196215"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8" name="Google Shape;978;p66"/>
            <p:cNvSpPr/>
            <p:nvPr/>
          </p:nvSpPr>
          <p:spPr>
            <a:xfrm flipH="1" rot="10800000">
              <a:off x="13030775" y="5843450"/>
              <a:ext cx="2460000" cy="2460000"/>
            </a:xfrm>
            <a:prstGeom prst="arc">
              <a:avLst>
                <a:gd fmla="val 2722613" name="adj1"/>
                <a:gd fmla="val 8196215"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79" name="Google Shape;979;p66"/>
            <p:cNvSpPr/>
            <p:nvPr/>
          </p:nvSpPr>
          <p:spPr>
            <a:xfrm flipH="1" rot="10800000">
              <a:off x="11270850" y="5843450"/>
              <a:ext cx="2460000" cy="2460000"/>
            </a:xfrm>
            <a:prstGeom prst="arc">
              <a:avLst>
                <a:gd fmla="val 2722613" name="adj1"/>
                <a:gd fmla="val 8196215"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0" name="Google Shape;980;p66"/>
            <p:cNvSpPr/>
            <p:nvPr/>
          </p:nvSpPr>
          <p:spPr>
            <a:xfrm>
              <a:off x="11270850"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1" name="Google Shape;981;p66"/>
            <p:cNvSpPr/>
            <p:nvPr/>
          </p:nvSpPr>
          <p:spPr>
            <a:xfrm>
              <a:off x="13030775"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2" name="Google Shape;982;p66"/>
            <p:cNvSpPr/>
            <p:nvPr/>
          </p:nvSpPr>
          <p:spPr>
            <a:xfrm>
              <a:off x="14790725"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3" name="Google Shape;983;p66"/>
            <p:cNvSpPr/>
            <p:nvPr/>
          </p:nvSpPr>
          <p:spPr>
            <a:xfrm flipH="1">
              <a:off x="11270850"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4" name="Google Shape;984;p66"/>
            <p:cNvSpPr/>
            <p:nvPr/>
          </p:nvSpPr>
          <p:spPr>
            <a:xfrm flipH="1">
              <a:off x="9510900"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5" name="Google Shape;985;p66"/>
            <p:cNvSpPr/>
            <p:nvPr/>
          </p:nvSpPr>
          <p:spPr>
            <a:xfrm flipH="1">
              <a:off x="13030775" y="4145575"/>
              <a:ext cx="2460000" cy="2460000"/>
            </a:xfrm>
            <a:prstGeom prst="arc">
              <a:avLst>
                <a:gd fmla="val 8099703" name="adj1"/>
                <a:gd fmla="val 1353956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86" name="Google Shape;986;p66"/>
            <p:cNvSpPr/>
            <p:nvPr/>
          </p:nvSpPr>
          <p:spPr>
            <a:xfrm>
              <a:off x="11270850" y="2415200"/>
              <a:ext cx="2460000" cy="2460000"/>
            </a:xfrm>
            <a:prstGeom prst="arc">
              <a:avLst>
                <a:gd fmla="val 2722613" name="adj1"/>
                <a:gd fmla="val 8196215"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4 1">
  <p:cSld name="CUSTOM_68_1_1_2_3_1">
    <p:bg>
      <p:bgPr>
        <a:solidFill>
          <a:schemeClr val="lt2"/>
        </a:solidFill>
      </p:bgPr>
    </p:bg>
    <p:spTree>
      <p:nvGrpSpPr>
        <p:cNvPr id="987" name="Shape 987"/>
        <p:cNvGrpSpPr/>
        <p:nvPr/>
      </p:nvGrpSpPr>
      <p:grpSpPr>
        <a:xfrm>
          <a:off x="0" y="0"/>
          <a:ext cx="0" cy="0"/>
          <a:chOff x="0" y="0"/>
          <a:chExt cx="0" cy="0"/>
        </a:xfrm>
      </p:grpSpPr>
      <p:graphicFrame>
        <p:nvGraphicFramePr>
          <p:cNvPr id="988" name="Google Shape;988;p67"/>
          <p:cNvGraphicFramePr/>
          <p:nvPr/>
        </p:nvGraphicFramePr>
        <p:xfrm>
          <a:off x="75" y="0"/>
          <a:ext cx="3000000" cy="3000000"/>
        </p:xfrm>
        <a:graphic>
          <a:graphicData uri="http://schemas.openxmlformats.org/drawingml/2006/table">
            <a:tbl>
              <a:tblPr>
                <a:noFill/>
                <a:tableStyleId>{F28DDB04-4A88-4E71-B34A-B21B5DAED532}</a:tableStyleId>
              </a:tblPr>
              <a:tblGrid>
                <a:gridCol w="1289275"/>
                <a:gridCol w="1289275"/>
                <a:gridCol w="1289275"/>
                <a:gridCol w="1289275"/>
                <a:gridCol w="1289275"/>
                <a:gridCol w="1289275"/>
                <a:gridCol w="1289275"/>
              </a:tblGrid>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989" name="Google Shape;989;p67"/>
          <p:cNvSpPr/>
          <p:nvPr/>
        </p:nvSpPr>
        <p:spPr>
          <a:xfrm>
            <a:off x="75" y="575"/>
            <a:ext cx="15787500" cy="10287000"/>
          </a:xfrm>
          <a:prstGeom prst="rect">
            <a:avLst/>
          </a:prstGeom>
          <a:gradFill>
            <a:gsLst>
              <a:gs pos="0">
                <a:schemeClr val="lt2"/>
              </a:gs>
              <a:gs pos="100000">
                <a:srgbClr val="000000">
                  <a:alpha val="0"/>
                </a:srgbClr>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0" name="Google Shape;990;p67"/>
          <p:cNvSpPr/>
          <p:nvPr/>
        </p:nvSpPr>
        <p:spPr>
          <a:xfrm flipH="1" rot="-1800149">
            <a:off x="10586292" y="654691"/>
            <a:ext cx="5164412" cy="8977624"/>
          </a:xfrm>
          <a:prstGeom prst="ellipse">
            <a:avLst/>
          </a:pr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1" name="Google Shape;991;p67"/>
          <p:cNvSpPr/>
          <p:nvPr/>
        </p:nvSpPr>
        <p:spPr>
          <a:xfrm rot="3600096">
            <a:off x="10742288" y="654730"/>
            <a:ext cx="4852435" cy="8977624"/>
          </a:xfrm>
          <a:prstGeom prst="ellipse">
            <a:avLst/>
          </a:prstGeom>
          <a:noFill/>
          <a:ln cap="flat" cmpd="sng" w="19050">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2" name="Google Shape;992;p67"/>
          <p:cNvSpPr/>
          <p:nvPr/>
        </p:nvSpPr>
        <p:spPr>
          <a:xfrm flipH="1" rot="-518">
            <a:off x="12179945" y="3183093"/>
            <a:ext cx="1991700" cy="40167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3" name="Google Shape;993;p67"/>
          <p:cNvSpPr/>
          <p:nvPr/>
        </p:nvSpPr>
        <p:spPr>
          <a:xfrm rot="5400000">
            <a:off x="13160945" y="440643"/>
            <a:ext cx="29700" cy="9501600"/>
          </a:xfrm>
          <a:prstGeom prst="rect">
            <a:avLst/>
          </a:prstGeom>
          <a:gradFill>
            <a:gsLst>
              <a:gs pos="0">
                <a:srgbClr val="96AEF5"/>
              </a:gs>
              <a:gs pos="100000">
                <a:srgbClr val="FFFFFF">
                  <a:alpha val="0"/>
                </a:srgbClr>
              </a:gs>
            </a:gsLst>
            <a:path path="circle">
              <a:fillToRect b="50%" l="50%" r="50%" t="50%"/>
            </a:path>
            <a:tileRect/>
          </a:gradFill>
          <a:ln>
            <a:noFill/>
          </a:ln>
        </p:spPr>
        <p:txBody>
          <a:bodyPr anchorCtr="0" anchor="ctr" bIns="91425" lIns="91425" spcFirstLastPara="1" rIns="91425" wrap="square" tIns="274300">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4" name="Google Shape;994;p67"/>
          <p:cNvSpPr/>
          <p:nvPr/>
        </p:nvSpPr>
        <p:spPr>
          <a:xfrm>
            <a:off x="12783687" y="4799043"/>
            <a:ext cx="784200" cy="784800"/>
          </a:xfrm>
          <a:prstGeom prst="ellipse">
            <a:avLst/>
          </a:prstGeom>
          <a:gradFill>
            <a:gsLst>
              <a:gs pos="0">
                <a:srgbClr val="7598FF"/>
              </a:gs>
              <a:gs pos="100000">
                <a:srgbClr val="0941E9"/>
              </a:gs>
            </a:gsLst>
            <a:path path="circle">
              <a:fillToRect b="50%" l="50%" r="50%" t="50%"/>
            </a:path>
            <a:tileRect/>
          </a:gradFill>
          <a:ln>
            <a:noFill/>
          </a:ln>
          <a:effectLst>
            <a:outerShdw blurRad="714375" rotWithShape="0" algn="bl">
              <a:schemeClr val="dk2"/>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5" name="Google Shape;995;p67"/>
          <p:cNvSpPr/>
          <p:nvPr/>
        </p:nvSpPr>
        <p:spPr>
          <a:xfrm>
            <a:off x="12550132" y="4565793"/>
            <a:ext cx="1251300" cy="12513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996" name="Google Shape;996;p67"/>
          <p:cNvSpPr/>
          <p:nvPr/>
        </p:nvSpPr>
        <p:spPr>
          <a:xfrm flipH="1" rot="-3600343">
            <a:off x="12179923" y="3183083"/>
            <a:ext cx="1991744" cy="4016719"/>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nvGrpSpPr>
          <p:cNvPr id="997" name="Google Shape;997;p67"/>
          <p:cNvGrpSpPr/>
          <p:nvPr/>
        </p:nvGrpSpPr>
        <p:grpSpPr>
          <a:xfrm>
            <a:off x="15787610" y="9816586"/>
            <a:ext cx="1463219" cy="234029"/>
            <a:chOff x="238125" y="2252900"/>
            <a:chExt cx="7144625" cy="1210075"/>
          </a:xfrm>
        </p:grpSpPr>
        <p:sp>
          <p:nvSpPr>
            <p:cNvPr id="998" name="Google Shape;998;p6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6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6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6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07" name="Google Shape;1007;p67"/>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1008" name="Google Shape;1008;p67"/>
          <p:cNvSpPr txBox="1"/>
          <p:nvPr/>
        </p:nvSpPr>
        <p:spPr>
          <a:xfrm>
            <a:off x="17988000" y="9527375"/>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sp>
        <p:nvSpPr>
          <p:cNvPr id="1009" name="Google Shape;1009;p67"/>
          <p:cNvSpPr/>
          <p:nvPr/>
        </p:nvSpPr>
        <p:spPr>
          <a:xfrm>
            <a:off x="13991050" y="5933551"/>
            <a:ext cx="180600" cy="180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10" name="Google Shape;1010;p67"/>
          <p:cNvSpPr/>
          <p:nvPr/>
        </p:nvSpPr>
        <p:spPr>
          <a:xfrm>
            <a:off x="16053879" y="5705824"/>
            <a:ext cx="251700" cy="251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11" name="Google Shape;1011;p67"/>
          <p:cNvSpPr/>
          <p:nvPr/>
        </p:nvSpPr>
        <p:spPr>
          <a:xfrm>
            <a:off x="9051890" y="6031249"/>
            <a:ext cx="251700" cy="251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12" name="Google Shape;1012;p67"/>
          <p:cNvSpPr/>
          <p:nvPr/>
        </p:nvSpPr>
        <p:spPr>
          <a:xfrm>
            <a:off x="10840481" y="1115666"/>
            <a:ext cx="251700" cy="251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13" name="Google Shape;1013;p67"/>
          <p:cNvSpPr/>
          <p:nvPr/>
        </p:nvSpPr>
        <p:spPr>
          <a:xfrm>
            <a:off x="11724350" y="3827901"/>
            <a:ext cx="180600" cy="180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3">
  <p:cSld name="CUSTOM_68_1_1_2_2">
    <p:bg>
      <p:bgPr>
        <a:solidFill>
          <a:schemeClr val="lt2"/>
        </a:solidFill>
      </p:bgPr>
    </p:bg>
    <p:spTree>
      <p:nvGrpSpPr>
        <p:cNvPr id="1014" name="Shape 1014"/>
        <p:cNvGrpSpPr/>
        <p:nvPr/>
      </p:nvGrpSpPr>
      <p:grpSpPr>
        <a:xfrm>
          <a:off x="0" y="0"/>
          <a:ext cx="0" cy="0"/>
          <a:chOff x="0" y="0"/>
          <a:chExt cx="0" cy="0"/>
        </a:xfrm>
      </p:grpSpPr>
      <p:graphicFrame>
        <p:nvGraphicFramePr>
          <p:cNvPr id="1015" name="Google Shape;1015;p68"/>
          <p:cNvGraphicFramePr/>
          <p:nvPr/>
        </p:nvGraphicFramePr>
        <p:xfrm>
          <a:off x="75" y="0"/>
          <a:ext cx="3000000" cy="3000000"/>
        </p:xfrm>
        <a:graphic>
          <a:graphicData uri="http://schemas.openxmlformats.org/drawingml/2006/table">
            <a:tbl>
              <a:tblPr>
                <a:noFill/>
                <a:tableStyleId>{F28DDB04-4A88-4E71-B34A-B21B5DAED532}</a:tableStyleId>
              </a:tblPr>
              <a:tblGrid>
                <a:gridCol w="1289275"/>
                <a:gridCol w="1289275"/>
                <a:gridCol w="1289275"/>
                <a:gridCol w="1289275"/>
                <a:gridCol w="1289275"/>
                <a:gridCol w="1289275"/>
                <a:gridCol w="1289275"/>
              </a:tblGrid>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15389F"/>
                      </a:solidFill>
                      <a:prstDash val="solid"/>
                      <a:round/>
                      <a:headEnd len="sm" w="sm" type="none"/>
                      <a:tailEnd len="sm" w="sm" type="none"/>
                    </a:lnB>
                  </a:tcPr>
                </a:tc>
              </a:tr>
              <a:tr h="1285875">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15389F"/>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15389F"/>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15389F"/>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1016" name="Google Shape;1016;p68"/>
          <p:cNvSpPr/>
          <p:nvPr/>
        </p:nvSpPr>
        <p:spPr>
          <a:xfrm>
            <a:off x="75" y="0"/>
            <a:ext cx="15787500" cy="10287000"/>
          </a:xfrm>
          <a:prstGeom prst="rect">
            <a:avLst/>
          </a:prstGeom>
          <a:gradFill>
            <a:gsLst>
              <a:gs pos="0">
                <a:schemeClr val="lt2"/>
              </a:gs>
              <a:gs pos="100000">
                <a:srgbClr val="000000">
                  <a:alpha val="0"/>
                </a:srgbClr>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nvGrpSpPr>
          <p:cNvPr id="1017" name="Google Shape;1017;p68"/>
          <p:cNvGrpSpPr/>
          <p:nvPr/>
        </p:nvGrpSpPr>
        <p:grpSpPr>
          <a:xfrm>
            <a:off x="15787610" y="9816586"/>
            <a:ext cx="1463219" cy="234029"/>
            <a:chOff x="238125" y="2252900"/>
            <a:chExt cx="7144625" cy="1210075"/>
          </a:xfrm>
        </p:grpSpPr>
        <p:sp>
          <p:nvSpPr>
            <p:cNvPr id="1018" name="Google Shape;1018;p6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6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27" name="Google Shape;1027;p68"/>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1028" name="Google Shape;1028;p68"/>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grpSp>
        <p:nvGrpSpPr>
          <p:cNvPr id="1029" name="Google Shape;1029;p68"/>
          <p:cNvGrpSpPr/>
          <p:nvPr/>
        </p:nvGrpSpPr>
        <p:grpSpPr>
          <a:xfrm>
            <a:off x="10663775" y="1119225"/>
            <a:ext cx="6474938" cy="7735250"/>
            <a:chOff x="10685375" y="1258625"/>
            <a:chExt cx="6474938" cy="7735250"/>
          </a:xfrm>
        </p:grpSpPr>
        <p:sp>
          <p:nvSpPr>
            <p:cNvPr id="1030" name="Google Shape;1030;p68"/>
            <p:cNvSpPr/>
            <p:nvPr/>
          </p:nvSpPr>
          <p:spPr>
            <a:xfrm rot="5400000">
              <a:off x="11343725" y="184797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1" name="Google Shape;1031;p68"/>
            <p:cNvSpPr/>
            <p:nvPr/>
          </p:nvSpPr>
          <p:spPr>
            <a:xfrm flipH="1" rot="10800000">
              <a:off x="11967575" y="1258625"/>
              <a:ext cx="1282200" cy="2598900"/>
            </a:xfrm>
            <a:prstGeom prst="rect">
              <a:avLst/>
            </a:prstGeom>
            <a:gradFill>
              <a:gsLst>
                <a:gs pos="0">
                  <a:schemeClr val="lt2"/>
                </a:gs>
                <a:gs pos="100000">
                  <a:schemeClr val="dk2"/>
                </a:gs>
              </a:gsLst>
              <a:lin ang="5400012" scaled="0"/>
            </a:gradFill>
            <a:ln>
              <a:noFill/>
            </a:ln>
            <a:effectLst>
              <a:outerShdw blurRad="1428750" rotWithShape="0" algn="bl" dir="5400000" dist="19050">
                <a:schemeClr val="dk2">
                  <a:alpha val="8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2" name="Google Shape;1032;p68"/>
            <p:cNvSpPr/>
            <p:nvPr/>
          </p:nvSpPr>
          <p:spPr>
            <a:xfrm>
              <a:off x="13249775" y="12586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3" name="Google Shape;1033;p68"/>
            <p:cNvSpPr/>
            <p:nvPr/>
          </p:nvSpPr>
          <p:spPr>
            <a:xfrm flipH="1" rot="10800000">
              <a:off x="14531975" y="12586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4" name="Google Shape;1034;p68"/>
            <p:cNvSpPr/>
            <p:nvPr/>
          </p:nvSpPr>
          <p:spPr>
            <a:xfrm flipH="1" rot="10800000">
              <a:off x="13249775" y="25063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5" name="Google Shape;1035;p68"/>
            <p:cNvSpPr/>
            <p:nvPr/>
          </p:nvSpPr>
          <p:spPr>
            <a:xfrm>
              <a:off x="14531975" y="25063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6" name="Google Shape;1036;p68"/>
            <p:cNvSpPr/>
            <p:nvPr/>
          </p:nvSpPr>
          <p:spPr>
            <a:xfrm>
              <a:off x="10685375" y="37885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7" name="Google Shape;1037;p68"/>
            <p:cNvSpPr/>
            <p:nvPr/>
          </p:nvSpPr>
          <p:spPr>
            <a:xfrm rot="10800000">
              <a:off x="10685375" y="510900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8" name="Google Shape;1038;p68"/>
            <p:cNvSpPr/>
            <p:nvPr/>
          </p:nvSpPr>
          <p:spPr>
            <a:xfrm>
              <a:off x="11967575" y="510900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39" name="Google Shape;1039;p68"/>
            <p:cNvSpPr/>
            <p:nvPr/>
          </p:nvSpPr>
          <p:spPr>
            <a:xfrm flipH="1" rot="10800000">
              <a:off x="13249775" y="510900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0" name="Google Shape;1040;p68"/>
            <p:cNvSpPr/>
            <p:nvPr/>
          </p:nvSpPr>
          <p:spPr>
            <a:xfrm flipH="1" rot="-5400000">
              <a:off x="12625925" y="701505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1" name="Google Shape;1041;p68"/>
            <p:cNvSpPr/>
            <p:nvPr/>
          </p:nvSpPr>
          <p:spPr>
            <a:xfrm flipH="1" rot="10800000">
              <a:off x="15814175" y="250632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2" name="Google Shape;1042;p68"/>
            <p:cNvSpPr/>
            <p:nvPr/>
          </p:nvSpPr>
          <p:spPr>
            <a:xfrm rot="10800000">
              <a:off x="13249775" y="6394975"/>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3" name="Google Shape;1043;p68"/>
            <p:cNvSpPr/>
            <p:nvPr/>
          </p:nvSpPr>
          <p:spPr>
            <a:xfrm flipH="1">
              <a:off x="15878113" y="635670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4" name="Google Shape;1044;p68"/>
            <p:cNvSpPr/>
            <p:nvPr/>
          </p:nvSpPr>
          <p:spPr>
            <a:xfrm flipH="1" rot="-5400000">
              <a:off x="15190325" y="7015050"/>
              <a:ext cx="1282200" cy="2598900"/>
            </a:xfrm>
            <a:prstGeom prst="rect">
              <a:avLst/>
            </a:prstGeom>
            <a:gradFill>
              <a:gsLst>
                <a:gs pos="0">
                  <a:schemeClr val="lt2"/>
                </a:gs>
                <a:gs pos="100000">
                  <a:schemeClr val="dk2"/>
                </a:gs>
              </a:gsLst>
              <a:lin ang="5400012" scaled="0"/>
            </a:gradFill>
            <a:ln>
              <a:noFill/>
            </a:ln>
            <a:effectLst>
              <a:outerShdw blurRad="1428750" rotWithShape="0" algn="bl" dir="5400000" dist="19050">
                <a:schemeClr val="dk2">
                  <a:alpha val="9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045" name="Google Shape;1045;p68"/>
            <p:cNvSpPr/>
            <p:nvPr/>
          </p:nvSpPr>
          <p:spPr>
            <a:xfrm flipH="1" rot="-5400000">
              <a:off x="15190325" y="4450650"/>
              <a:ext cx="1282200" cy="2598900"/>
            </a:xfrm>
            <a:prstGeom prst="rect">
              <a:avLst/>
            </a:pr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Section Start - Image 1 1 1 2">
  <p:cSld name="CUSTOM_68_1_1_2_1">
    <p:bg>
      <p:bgPr>
        <a:solidFill>
          <a:schemeClr val="lt2"/>
        </a:solidFill>
      </p:bgPr>
    </p:bg>
    <p:spTree>
      <p:nvGrpSpPr>
        <p:cNvPr id="1046" name="Shape 1046"/>
        <p:cNvGrpSpPr/>
        <p:nvPr/>
      </p:nvGrpSpPr>
      <p:grpSpPr>
        <a:xfrm>
          <a:off x="0" y="0"/>
          <a:ext cx="0" cy="0"/>
          <a:chOff x="0" y="0"/>
          <a:chExt cx="0" cy="0"/>
        </a:xfrm>
      </p:grpSpPr>
      <p:graphicFrame>
        <p:nvGraphicFramePr>
          <p:cNvPr id="1047" name="Google Shape;1047;p69"/>
          <p:cNvGraphicFramePr/>
          <p:nvPr/>
        </p:nvGraphicFramePr>
        <p:xfrm>
          <a:off x="75" y="0"/>
          <a:ext cx="3000000" cy="3000000"/>
        </p:xfrm>
        <a:graphic>
          <a:graphicData uri="http://schemas.openxmlformats.org/drawingml/2006/table">
            <a:tbl>
              <a:tblPr>
                <a:noFill/>
                <a:tableStyleId>{F28DDB04-4A88-4E71-B34A-B21B5DAED532}</a:tableStyleId>
              </a:tblPr>
              <a:tblGrid>
                <a:gridCol w="1306275"/>
                <a:gridCol w="1306275"/>
                <a:gridCol w="1306275"/>
                <a:gridCol w="1306275"/>
                <a:gridCol w="1306275"/>
                <a:gridCol w="1306275"/>
                <a:gridCol w="1306275"/>
                <a:gridCol w="1306275"/>
                <a:gridCol w="1306275"/>
                <a:gridCol w="1306275"/>
                <a:gridCol w="1306275"/>
                <a:gridCol w="1306275"/>
                <a:gridCol w="1306275"/>
                <a:gridCol w="1306275"/>
              </a:tblGrid>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030662">
                          <a:alpha val="0"/>
                        </a:srgbClr>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557EFE"/>
                      </a:solidFill>
                      <a:prstDash val="solid"/>
                      <a:round/>
                      <a:headEnd len="sm" w="sm" type="none"/>
                      <a:tailEnd len="sm" w="sm" type="none"/>
                    </a:lnB>
                  </a:tcPr>
                </a:tc>
              </a:tr>
              <a:tr h="1275950">
                <a:tc>
                  <a:txBody>
                    <a:bodyPr/>
                    <a:lstStyle/>
                    <a:p>
                      <a:pPr indent="0" lvl="0" marL="0" rtl="0" algn="l">
                        <a:spcBef>
                          <a:spcPts val="0"/>
                        </a:spcBef>
                        <a:spcAft>
                          <a:spcPts val="0"/>
                        </a:spcAft>
                        <a:buNone/>
                      </a:pPr>
                      <a:r>
                        <a:t/>
                      </a:r>
                      <a:endParaRPr/>
                    </a:p>
                  </a:txBody>
                  <a:tcPr marT="91425" marB="91425" marR="91425" marL="91425">
                    <a:lnL cap="flat" cmpd="sng" w="9525">
                      <a:solidFill>
                        <a:srgbClr val="030662">
                          <a:alpha val="0"/>
                        </a:srgbClr>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557EFE"/>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557EFE"/>
                      </a:solidFill>
                      <a:prstDash val="solid"/>
                      <a:round/>
                      <a:headEnd len="sm" w="sm" type="none"/>
                      <a:tailEnd len="sm" w="sm" type="none"/>
                    </a:lnL>
                    <a:lnR cap="flat" cmpd="sng" w="9525">
                      <a:solidFill>
                        <a:srgbClr val="030662">
                          <a:alpha val="0"/>
                        </a:srgbClr>
                      </a:solidFill>
                      <a:prstDash val="solid"/>
                      <a:round/>
                      <a:headEnd len="sm" w="sm" type="none"/>
                      <a:tailEnd len="sm" w="sm" type="none"/>
                    </a:lnR>
                    <a:lnT cap="flat" cmpd="sng" w="9525">
                      <a:solidFill>
                        <a:srgbClr val="557EFE"/>
                      </a:solidFill>
                      <a:prstDash val="solid"/>
                      <a:round/>
                      <a:headEnd len="sm" w="sm" type="none"/>
                      <a:tailEnd len="sm" w="sm" type="none"/>
                    </a:lnT>
                    <a:lnB cap="flat" cmpd="sng" w="9525">
                      <a:solidFill>
                        <a:srgbClr val="030662">
                          <a:alpha val="0"/>
                        </a:srgbClr>
                      </a:solidFill>
                      <a:prstDash val="solid"/>
                      <a:round/>
                      <a:headEnd len="sm" w="sm" type="none"/>
                      <a:tailEnd len="sm" w="sm" type="none"/>
                    </a:lnB>
                  </a:tcPr>
                </a:tc>
              </a:tr>
            </a:tbl>
          </a:graphicData>
        </a:graphic>
      </p:graphicFrame>
      <p:sp>
        <p:nvSpPr>
          <p:cNvPr id="1048" name="Google Shape;1048;p69"/>
          <p:cNvSpPr/>
          <p:nvPr/>
        </p:nvSpPr>
        <p:spPr>
          <a:xfrm>
            <a:off x="75" y="575"/>
            <a:ext cx="18288000" cy="10287000"/>
          </a:xfrm>
          <a:prstGeom prst="rect">
            <a:avLst/>
          </a:prstGeom>
          <a:solidFill>
            <a:srgbClr val="000000">
              <a:alpha val="474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69">
    <p:bg>
      <p:bgPr>
        <a:solidFill>
          <a:schemeClr val="lt2"/>
        </a:solidFill>
      </p:bgPr>
    </p:bg>
    <p:spTree>
      <p:nvGrpSpPr>
        <p:cNvPr id="1049" name="Shape 1049"/>
        <p:cNvGrpSpPr/>
        <p:nvPr/>
      </p:nvGrpSpPr>
      <p:grpSpPr>
        <a:xfrm>
          <a:off x="0" y="0"/>
          <a:ext cx="0" cy="0"/>
          <a:chOff x="0" y="0"/>
          <a:chExt cx="0" cy="0"/>
        </a:xfrm>
      </p:grpSpPr>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1 3">
  <p:cSld name="CUSTOM_60_1_4">
    <p:spTree>
      <p:nvGrpSpPr>
        <p:cNvPr id="1050" name="Shape 1050"/>
        <p:cNvGrpSpPr/>
        <p:nvPr/>
      </p:nvGrpSpPr>
      <p:grpSpPr>
        <a:xfrm>
          <a:off x="0" y="0"/>
          <a:ext cx="0" cy="0"/>
          <a:chOff x="0" y="0"/>
          <a:chExt cx="0" cy="0"/>
        </a:xfrm>
      </p:grpSpPr>
      <p:grpSp>
        <p:nvGrpSpPr>
          <p:cNvPr id="1051" name="Google Shape;1051;p71"/>
          <p:cNvGrpSpPr/>
          <p:nvPr/>
        </p:nvGrpSpPr>
        <p:grpSpPr>
          <a:xfrm>
            <a:off x="15787485" y="9818686"/>
            <a:ext cx="1463219" cy="234029"/>
            <a:chOff x="238125" y="2252900"/>
            <a:chExt cx="7144625" cy="1210075"/>
          </a:xfrm>
        </p:grpSpPr>
        <p:sp>
          <p:nvSpPr>
            <p:cNvPr id="1052" name="Google Shape;1052;p7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3" name="Google Shape;1053;p7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4" name="Google Shape;1054;p7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5" name="Google Shape;1055;p7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6" name="Google Shape;1056;p7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7" name="Google Shape;1057;p7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8" name="Google Shape;1058;p7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59" name="Google Shape;1059;p7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60" name="Google Shape;1060;p7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grpSp>
      <p:cxnSp>
        <p:nvCxnSpPr>
          <p:cNvPr id="1061" name="Google Shape;1061;p71"/>
          <p:cNvCxnSpPr/>
          <p:nvPr/>
        </p:nvCxnSpPr>
        <p:spPr>
          <a:xfrm>
            <a:off x="17558700" y="9765000"/>
            <a:ext cx="0" cy="341400"/>
          </a:xfrm>
          <a:prstGeom prst="straightConnector1">
            <a:avLst/>
          </a:prstGeom>
          <a:noFill/>
          <a:ln cap="flat" cmpd="sng" w="9550">
            <a:solidFill>
              <a:schemeClr val="lt2"/>
            </a:solidFill>
            <a:prstDash val="solid"/>
            <a:round/>
            <a:headEnd len="med" w="med" type="none"/>
            <a:tailEnd len="med" w="med" type="none"/>
          </a:ln>
        </p:spPr>
      </p:cxnSp>
      <p:sp>
        <p:nvSpPr>
          <p:cNvPr id="1062" name="Google Shape;1062;p71"/>
          <p:cNvSpPr txBox="1"/>
          <p:nvPr/>
        </p:nvSpPr>
        <p:spPr>
          <a:xfrm>
            <a:off x="17558700" y="9555600"/>
            <a:ext cx="7296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Blank Slide 1 4">
  <p:cSld name="CUSTOM_60_1_5">
    <p:spTree>
      <p:nvGrpSpPr>
        <p:cNvPr id="1063" name="Shape 1063"/>
        <p:cNvGrpSpPr/>
        <p:nvPr/>
      </p:nvGrpSpPr>
      <p:grpSpPr>
        <a:xfrm>
          <a:off x="0" y="0"/>
          <a:ext cx="0" cy="0"/>
          <a:chOff x="0" y="0"/>
          <a:chExt cx="0" cy="0"/>
        </a:xfrm>
      </p:grpSpPr>
      <p:grpSp>
        <p:nvGrpSpPr>
          <p:cNvPr id="1064" name="Google Shape;1064;p72"/>
          <p:cNvGrpSpPr/>
          <p:nvPr/>
        </p:nvGrpSpPr>
        <p:grpSpPr>
          <a:xfrm>
            <a:off x="15787485" y="9818686"/>
            <a:ext cx="1463219" cy="234029"/>
            <a:chOff x="238125" y="2252900"/>
            <a:chExt cx="7144625" cy="1210075"/>
          </a:xfrm>
        </p:grpSpPr>
        <p:sp>
          <p:nvSpPr>
            <p:cNvPr id="1065" name="Google Shape;1065;p7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74" name="Google Shape;1074;p72"/>
          <p:cNvCxnSpPr/>
          <p:nvPr/>
        </p:nvCxnSpPr>
        <p:spPr>
          <a:xfrm>
            <a:off x="17558700" y="9765000"/>
            <a:ext cx="0" cy="341400"/>
          </a:xfrm>
          <a:prstGeom prst="straightConnector1">
            <a:avLst/>
          </a:prstGeom>
          <a:noFill/>
          <a:ln cap="flat" cmpd="sng" w="9525">
            <a:solidFill>
              <a:schemeClr val="lt2"/>
            </a:solidFill>
            <a:prstDash val="solid"/>
            <a:round/>
            <a:headEnd len="med" w="med" type="none"/>
            <a:tailEnd len="med" w="med" type="none"/>
          </a:ln>
        </p:spPr>
      </p:cxnSp>
      <p:sp>
        <p:nvSpPr>
          <p:cNvPr id="1075" name="Google Shape;1075;p72"/>
          <p:cNvSpPr txBox="1"/>
          <p:nvPr/>
        </p:nvSpPr>
        <p:spPr>
          <a:xfrm>
            <a:off x="17558700" y="95556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2"/>
                </a:solidFill>
                <a:latin typeface="Libre Franklin"/>
                <a:ea typeface="Libre Franklin"/>
                <a:cs typeface="Libre Franklin"/>
                <a:sym typeface="Libre Franklin"/>
              </a:rPr>
              <a:t>‹#›</a:t>
            </a:fld>
            <a:endParaRPr b="1" sz="1000">
              <a:solidFill>
                <a:schemeClr val="lt2"/>
              </a:solidFill>
              <a:latin typeface="Libre Franklin"/>
              <a:ea typeface="Libre Franklin"/>
              <a:cs typeface="Libre Franklin"/>
              <a:sym typeface="Libre Franklin"/>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1 1">
  <p:cSld name="Speaker 1">
    <p:bg>
      <p:bgPr>
        <a:solidFill>
          <a:schemeClr val="dk1"/>
        </a:solidFill>
      </p:bgPr>
    </p:bg>
    <p:spTree>
      <p:nvGrpSpPr>
        <p:cNvPr id="1076" name="Shape 1076"/>
        <p:cNvGrpSpPr/>
        <p:nvPr/>
      </p:nvGrpSpPr>
      <p:grpSpPr>
        <a:xfrm>
          <a:off x="0" y="0"/>
          <a:ext cx="0" cy="0"/>
          <a:chOff x="0" y="0"/>
          <a:chExt cx="0" cy="0"/>
        </a:xfrm>
      </p:grpSpPr>
      <p:grpSp>
        <p:nvGrpSpPr>
          <p:cNvPr id="1077" name="Google Shape;1077;p73"/>
          <p:cNvGrpSpPr/>
          <p:nvPr/>
        </p:nvGrpSpPr>
        <p:grpSpPr>
          <a:xfrm>
            <a:off x="15787610" y="9816585"/>
            <a:ext cx="1463219" cy="234029"/>
            <a:chOff x="238125" y="2252900"/>
            <a:chExt cx="7144625" cy="1210075"/>
          </a:xfrm>
        </p:grpSpPr>
        <p:sp>
          <p:nvSpPr>
            <p:cNvPr id="1078" name="Google Shape;1078;p7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7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7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7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7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7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7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7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7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87" name="Google Shape;1087;p73"/>
          <p:cNvCxnSpPr/>
          <p:nvPr/>
        </p:nvCxnSpPr>
        <p:spPr>
          <a:xfrm>
            <a:off x="17558825" y="9762900"/>
            <a:ext cx="0" cy="341400"/>
          </a:xfrm>
          <a:prstGeom prst="straightConnector1">
            <a:avLst/>
          </a:prstGeom>
          <a:noFill/>
          <a:ln cap="flat" cmpd="sng" w="19050">
            <a:solidFill>
              <a:schemeClr val="lt1"/>
            </a:solidFill>
            <a:prstDash val="solid"/>
            <a:round/>
            <a:headEnd len="sm" w="sm" type="none"/>
            <a:tailEnd len="sm" w="sm" type="none"/>
          </a:ln>
        </p:spPr>
      </p:cxnSp>
      <p:sp>
        <p:nvSpPr>
          <p:cNvPr id="1088" name="Google Shape;1088;p73"/>
          <p:cNvSpPr txBox="1"/>
          <p:nvPr/>
        </p:nvSpPr>
        <p:spPr>
          <a:xfrm>
            <a:off x="17558825" y="9553500"/>
            <a:ext cx="729600" cy="76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fld id="{00000000-1234-1234-1234-123412341234}" type="slidenum">
              <a:rPr b="1" i="0" lang="en" sz="1000" u="none" cap="none" strike="noStrike">
                <a:solidFill>
                  <a:schemeClr val="lt1"/>
                </a:solidFill>
                <a:latin typeface="Libre Franklin"/>
                <a:ea typeface="Libre Franklin"/>
                <a:cs typeface="Libre Franklin"/>
                <a:sym typeface="Libre Franklin"/>
              </a:rPr>
              <a:t>‹#›</a:t>
            </a:fld>
            <a:endParaRPr b="1" i="0" sz="1000" u="none" cap="none" strike="noStrike">
              <a:solidFill>
                <a:schemeClr val="lt1"/>
              </a:solidFill>
              <a:latin typeface="Libre Franklin"/>
              <a:ea typeface="Libre Franklin"/>
              <a:cs typeface="Libre Franklin"/>
              <a:sym typeface="Libre Franklin"/>
            </a:endParaRPr>
          </a:p>
        </p:txBody>
      </p:sp>
      <p:sp>
        <p:nvSpPr>
          <p:cNvPr id="1089" name="Google Shape;1089;p73"/>
          <p:cNvSpPr txBox="1"/>
          <p:nvPr>
            <p:ph type="title"/>
          </p:nvPr>
        </p:nvSpPr>
        <p:spPr>
          <a:xfrm>
            <a:off x="7276925" y="4420650"/>
            <a:ext cx="8500800" cy="14460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1"/>
              </a:buClr>
              <a:buSzPts val="4600"/>
              <a:buNone/>
              <a:defRPr>
                <a:solidFill>
                  <a:schemeClr val="lt1"/>
                </a:solidFill>
              </a:defRPr>
            </a:lvl1pPr>
            <a:lvl2pPr lvl="1" algn="l">
              <a:lnSpc>
                <a:spcPct val="100000"/>
              </a:lnSpc>
              <a:spcBef>
                <a:spcPts val="0"/>
              </a:spcBef>
              <a:spcAft>
                <a:spcPts val="0"/>
              </a:spcAft>
              <a:buClr>
                <a:schemeClr val="lt1"/>
              </a:buClr>
              <a:buSzPts val="5600"/>
              <a:buNone/>
              <a:defRPr>
                <a:solidFill>
                  <a:schemeClr val="lt1"/>
                </a:solidFill>
              </a:defRPr>
            </a:lvl2pPr>
            <a:lvl3pPr lvl="2" algn="l">
              <a:lnSpc>
                <a:spcPct val="100000"/>
              </a:lnSpc>
              <a:spcBef>
                <a:spcPts val="0"/>
              </a:spcBef>
              <a:spcAft>
                <a:spcPts val="0"/>
              </a:spcAft>
              <a:buClr>
                <a:schemeClr val="lt1"/>
              </a:buClr>
              <a:buSzPts val="5600"/>
              <a:buNone/>
              <a:defRPr>
                <a:solidFill>
                  <a:schemeClr val="lt1"/>
                </a:solidFill>
              </a:defRPr>
            </a:lvl3pPr>
            <a:lvl4pPr lvl="3" algn="l">
              <a:lnSpc>
                <a:spcPct val="100000"/>
              </a:lnSpc>
              <a:spcBef>
                <a:spcPts val="0"/>
              </a:spcBef>
              <a:spcAft>
                <a:spcPts val="0"/>
              </a:spcAft>
              <a:buClr>
                <a:schemeClr val="lt1"/>
              </a:buClr>
              <a:buSzPts val="5600"/>
              <a:buNone/>
              <a:defRPr>
                <a:solidFill>
                  <a:schemeClr val="lt1"/>
                </a:solidFill>
              </a:defRPr>
            </a:lvl4pPr>
            <a:lvl5pPr lvl="4" algn="l">
              <a:lnSpc>
                <a:spcPct val="100000"/>
              </a:lnSpc>
              <a:spcBef>
                <a:spcPts val="0"/>
              </a:spcBef>
              <a:spcAft>
                <a:spcPts val="0"/>
              </a:spcAft>
              <a:buClr>
                <a:schemeClr val="lt1"/>
              </a:buClr>
              <a:buSzPts val="5600"/>
              <a:buNone/>
              <a:defRPr>
                <a:solidFill>
                  <a:schemeClr val="lt1"/>
                </a:solidFill>
              </a:defRPr>
            </a:lvl5pPr>
            <a:lvl6pPr lvl="5" algn="l">
              <a:lnSpc>
                <a:spcPct val="100000"/>
              </a:lnSpc>
              <a:spcBef>
                <a:spcPts val="0"/>
              </a:spcBef>
              <a:spcAft>
                <a:spcPts val="0"/>
              </a:spcAft>
              <a:buClr>
                <a:schemeClr val="lt1"/>
              </a:buClr>
              <a:buSzPts val="5600"/>
              <a:buNone/>
              <a:defRPr>
                <a:solidFill>
                  <a:schemeClr val="lt1"/>
                </a:solidFill>
              </a:defRPr>
            </a:lvl6pPr>
            <a:lvl7pPr lvl="6" algn="l">
              <a:lnSpc>
                <a:spcPct val="100000"/>
              </a:lnSpc>
              <a:spcBef>
                <a:spcPts val="0"/>
              </a:spcBef>
              <a:spcAft>
                <a:spcPts val="0"/>
              </a:spcAft>
              <a:buClr>
                <a:schemeClr val="lt1"/>
              </a:buClr>
              <a:buSzPts val="5600"/>
              <a:buNone/>
              <a:defRPr>
                <a:solidFill>
                  <a:schemeClr val="lt1"/>
                </a:solidFill>
              </a:defRPr>
            </a:lvl7pPr>
            <a:lvl8pPr lvl="7" algn="l">
              <a:lnSpc>
                <a:spcPct val="100000"/>
              </a:lnSpc>
              <a:spcBef>
                <a:spcPts val="0"/>
              </a:spcBef>
              <a:spcAft>
                <a:spcPts val="0"/>
              </a:spcAft>
              <a:buClr>
                <a:schemeClr val="lt1"/>
              </a:buClr>
              <a:buSzPts val="5600"/>
              <a:buNone/>
              <a:defRPr>
                <a:solidFill>
                  <a:schemeClr val="lt1"/>
                </a:solidFill>
              </a:defRPr>
            </a:lvl8pPr>
            <a:lvl9pPr lvl="8" algn="l">
              <a:lnSpc>
                <a:spcPct val="100000"/>
              </a:lnSpc>
              <a:spcBef>
                <a:spcPts val="0"/>
              </a:spcBef>
              <a:spcAft>
                <a:spcPts val="0"/>
              </a:spcAft>
              <a:buClr>
                <a:schemeClr val="lt1"/>
              </a:buClr>
              <a:buSzPts val="5600"/>
              <a:buNone/>
              <a:defRPr>
                <a:solidFill>
                  <a:schemeClr val="lt1"/>
                </a:solidFill>
              </a:defRPr>
            </a:lvl9pPr>
          </a:lstStyle>
          <a:p/>
        </p:txBody>
      </p:sp>
      <p:sp>
        <p:nvSpPr>
          <p:cNvPr id="1090" name="Google Shape;1090;p73"/>
          <p:cNvSpPr txBox="1"/>
          <p:nvPr>
            <p:ph idx="1" type="subTitle"/>
          </p:nvPr>
        </p:nvSpPr>
        <p:spPr>
          <a:xfrm>
            <a:off x="7286875" y="6286950"/>
            <a:ext cx="8500800" cy="1138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accent1"/>
              </a:buClr>
              <a:buSzPts val="2400"/>
              <a:buNone/>
              <a:defRPr sz="2400">
                <a:solidFill>
                  <a:schemeClr val="accent1"/>
                </a:solidFill>
              </a:defRPr>
            </a:lvl1pPr>
            <a:lvl2pPr lvl="1" algn="l">
              <a:lnSpc>
                <a:spcPct val="150000"/>
              </a:lnSpc>
              <a:spcBef>
                <a:spcPts val="0"/>
              </a:spcBef>
              <a:spcAft>
                <a:spcPts val="0"/>
              </a:spcAft>
              <a:buClr>
                <a:schemeClr val="lt1"/>
              </a:buClr>
              <a:buSzPts val="2400"/>
              <a:buNone/>
              <a:defRPr>
                <a:solidFill>
                  <a:schemeClr val="lt1"/>
                </a:solidFill>
              </a:defRPr>
            </a:lvl2pPr>
            <a:lvl3pPr lvl="2" algn="l">
              <a:lnSpc>
                <a:spcPct val="150000"/>
              </a:lnSpc>
              <a:spcBef>
                <a:spcPts val="0"/>
              </a:spcBef>
              <a:spcAft>
                <a:spcPts val="0"/>
              </a:spcAft>
              <a:buClr>
                <a:schemeClr val="lt1"/>
              </a:buClr>
              <a:buSzPts val="2400"/>
              <a:buNone/>
              <a:defRPr>
                <a:solidFill>
                  <a:schemeClr val="lt1"/>
                </a:solidFill>
              </a:defRPr>
            </a:lvl3pPr>
            <a:lvl4pPr lvl="3" algn="l">
              <a:lnSpc>
                <a:spcPct val="150000"/>
              </a:lnSpc>
              <a:spcBef>
                <a:spcPts val="0"/>
              </a:spcBef>
              <a:spcAft>
                <a:spcPts val="0"/>
              </a:spcAft>
              <a:buClr>
                <a:schemeClr val="lt1"/>
              </a:buClr>
              <a:buSzPts val="2400"/>
              <a:buNone/>
              <a:defRPr>
                <a:solidFill>
                  <a:schemeClr val="lt1"/>
                </a:solidFill>
              </a:defRPr>
            </a:lvl4pPr>
            <a:lvl5pPr lvl="4" algn="l">
              <a:lnSpc>
                <a:spcPct val="150000"/>
              </a:lnSpc>
              <a:spcBef>
                <a:spcPts val="0"/>
              </a:spcBef>
              <a:spcAft>
                <a:spcPts val="0"/>
              </a:spcAft>
              <a:buClr>
                <a:schemeClr val="lt1"/>
              </a:buClr>
              <a:buSzPts val="2400"/>
              <a:buNone/>
              <a:defRPr>
                <a:solidFill>
                  <a:schemeClr val="lt1"/>
                </a:solidFill>
              </a:defRPr>
            </a:lvl5pPr>
            <a:lvl6pPr lvl="5" algn="l">
              <a:lnSpc>
                <a:spcPct val="150000"/>
              </a:lnSpc>
              <a:spcBef>
                <a:spcPts val="0"/>
              </a:spcBef>
              <a:spcAft>
                <a:spcPts val="0"/>
              </a:spcAft>
              <a:buClr>
                <a:schemeClr val="lt1"/>
              </a:buClr>
              <a:buSzPts val="2400"/>
              <a:buNone/>
              <a:defRPr>
                <a:solidFill>
                  <a:schemeClr val="lt1"/>
                </a:solidFill>
              </a:defRPr>
            </a:lvl6pPr>
            <a:lvl7pPr lvl="6" algn="l">
              <a:lnSpc>
                <a:spcPct val="150000"/>
              </a:lnSpc>
              <a:spcBef>
                <a:spcPts val="0"/>
              </a:spcBef>
              <a:spcAft>
                <a:spcPts val="0"/>
              </a:spcAft>
              <a:buClr>
                <a:schemeClr val="lt1"/>
              </a:buClr>
              <a:buSzPts val="2400"/>
              <a:buNone/>
              <a:defRPr>
                <a:solidFill>
                  <a:schemeClr val="lt1"/>
                </a:solidFill>
              </a:defRPr>
            </a:lvl7pPr>
            <a:lvl8pPr lvl="7" algn="l">
              <a:lnSpc>
                <a:spcPct val="150000"/>
              </a:lnSpc>
              <a:spcBef>
                <a:spcPts val="0"/>
              </a:spcBef>
              <a:spcAft>
                <a:spcPts val="0"/>
              </a:spcAft>
              <a:buClr>
                <a:schemeClr val="lt1"/>
              </a:buClr>
              <a:buSzPts val="2400"/>
              <a:buNone/>
              <a:defRPr>
                <a:solidFill>
                  <a:schemeClr val="lt1"/>
                </a:solidFill>
              </a:defRPr>
            </a:lvl8pPr>
            <a:lvl9pPr lvl="8" algn="l">
              <a:lnSpc>
                <a:spcPct val="150000"/>
              </a:lnSpc>
              <a:spcBef>
                <a:spcPts val="0"/>
              </a:spcBef>
              <a:spcAft>
                <a:spcPts val="0"/>
              </a:spcAft>
              <a:buClr>
                <a:schemeClr val="lt1"/>
              </a:buClr>
              <a:buSzPts val="2400"/>
              <a:buNone/>
              <a:defRPr>
                <a:solidFill>
                  <a:schemeClr val="lt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Key Numbers_2">
  <p:cSld name="CUSTOM_45">
    <p:spTree>
      <p:nvGrpSpPr>
        <p:cNvPr id="1091" name="Shape 1091"/>
        <p:cNvGrpSpPr/>
        <p:nvPr/>
      </p:nvGrpSpPr>
      <p:grpSpPr>
        <a:xfrm>
          <a:off x="0" y="0"/>
          <a:ext cx="0" cy="0"/>
          <a:chOff x="0" y="0"/>
          <a:chExt cx="0" cy="0"/>
        </a:xfrm>
      </p:grpSpPr>
      <p:pic>
        <p:nvPicPr>
          <p:cNvPr id="1092" name="Google Shape;1092;p74"/>
          <p:cNvPicPr preferRelativeResize="0"/>
          <p:nvPr/>
        </p:nvPicPr>
        <p:blipFill>
          <a:blip r:embed="rId2">
            <a:alphaModFix/>
          </a:blip>
          <a:stretch>
            <a:fillRect/>
          </a:stretch>
        </p:blipFill>
        <p:spPr>
          <a:xfrm>
            <a:off x="-79975" y="-79975"/>
            <a:ext cx="18608302" cy="10467176"/>
          </a:xfrm>
          <a:prstGeom prst="rect">
            <a:avLst/>
          </a:prstGeom>
          <a:noFill/>
          <a:ln>
            <a:noFill/>
          </a:ln>
        </p:spPr>
      </p:pic>
      <p:sp>
        <p:nvSpPr>
          <p:cNvPr id="1093" name="Google Shape;1093;p74"/>
          <p:cNvSpPr txBox="1"/>
          <p:nvPr>
            <p:ph idx="1" type="subTitle"/>
          </p:nvPr>
        </p:nvSpPr>
        <p:spPr>
          <a:xfrm>
            <a:off x="5767350" y="5249425"/>
            <a:ext cx="6757800" cy="1075200"/>
          </a:xfrm>
          <a:prstGeom prst="rect">
            <a:avLst/>
          </a:prstGeom>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4500"/>
              <a:buNone/>
              <a:defRPr b="1" sz="4500">
                <a:solidFill>
                  <a:schemeClr val="lt1"/>
                </a:solidFill>
              </a:defRPr>
            </a:lvl1pPr>
            <a:lvl2pPr lvl="1" algn="ctr">
              <a:lnSpc>
                <a:spcPct val="100000"/>
              </a:lnSpc>
              <a:spcBef>
                <a:spcPts val="0"/>
              </a:spcBef>
              <a:spcAft>
                <a:spcPts val="0"/>
              </a:spcAft>
              <a:buClr>
                <a:schemeClr val="lt1"/>
              </a:buClr>
              <a:buSzPts val="2400"/>
              <a:buNone/>
              <a:defRPr>
                <a:solidFill>
                  <a:schemeClr val="lt1"/>
                </a:solidFill>
              </a:defRPr>
            </a:lvl2pPr>
            <a:lvl3pPr lvl="2" algn="ctr">
              <a:lnSpc>
                <a:spcPct val="100000"/>
              </a:lnSpc>
              <a:spcBef>
                <a:spcPts val="0"/>
              </a:spcBef>
              <a:spcAft>
                <a:spcPts val="0"/>
              </a:spcAft>
              <a:buClr>
                <a:schemeClr val="lt1"/>
              </a:buClr>
              <a:buSzPts val="2400"/>
              <a:buNone/>
              <a:defRPr>
                <a:solidFill>
                  <a:schemeClr val="lt1"/>
                </a:solidFill>
              </a:defRPr>
            </a:lvl3pPr>
            <a:lvl4pPr lvl="3" algn="ctr">
              <a:lnSpc>
                <a:spcPct val="100000"/>
              </a:lnSpc>
              <a:spcBef>
                <a:spcPts val="0"/>
              </a:spcBef>
              <a:spcAft>
                <a:spcPts val="0"/>
              </a:spcAft>
              <a:buClr>
                <a:schemeClr val="lt1"/>
              </a:buClr>
              <a:buSzPts val="2400"/>
              <a:buNone/>
              <a:defRPr>
                <a:solidFill>
                  <a:schemeClr val="lt1"/>
                </a:solidFill>
              </a:defRPr>
            </a:lvl4pPr>
            <a:lvl5pPr lvl="4" algn="ctr">
              <a:lnSpc>
                <a:spcPct val="100000"/>
              </a:lnSpc>
              <a:spcBef>
                <a:spcPts val="0"/>
              </a:spcBef>
              <a:spcAft>
                <a:spcPts val="0"/>
              </a:spcAft>
              <a:buClr>
                <a:schemeClr val="lt1"/>
              </a:buClr>
              <a:buSzPts val="2400"/>
              <a:buNone/>
              <a:defRPr>
                <a:solidFill>
                  <a:schemeClr val="lt1"/>
                </a:solidFill>
              </a:defRPr>
            </a:lvl5pPr>
            <a:lvl6pPr lvl="5" algn="ctr">
              <a:lnSpc>
                <a:spcPct val="100000"/>
              </a:lnSpc>
              <a:spcBef>
                <a:spcPts val="0"/>
              </a:spcBef>
              <a:spcAft>
                <a:spcPts val="0"/>
              </a:spcAft>
              <a:buClr>
                <a:schemeClr val="lt1"/>
              </a:buClr>
              <a:buSzPts val="2400"/>
              <a:buNone/>
              <a:defRPr>
                <a:solidFill>
                  <a:schemeClr val="lt1"/>
                </a:solidFill>
              </a:defRPr>
            </a:lvl6pPr>
            <a:lvl7pPr lvl="6" algn="ctr">
              <a:lnSpc>
                <a:spcPct val="100000"/>
              </a:lnSpc>
              <a:spcBef>
                <a:spcPts val="0"/>
              </a:spcBef>
              <a:spcAft>
                <a:spcPts val="0"/>
              </a:spcAft>
              <a:buClr>
                <a:schemeClr val="lt1"/>
              </a:buClr>
              <a:buSzPts val="2400"/>
              <a:buNone/>
              <a:defRPr>
                <a:solidFill>
                  <a:schemeClr val="lt1"/>
                </a:solidFill>
              </a:defRPr>
            </a:lvl7pPr>
            <a:lvl8pPr lvl="7" algn="ctr">
              <a:lnSpc>
                <a:spcPct val="100000"/>
              </a:lnSpc>
              <a:spcBef>
                <a:spcPts val="0"/>
              </a:spcBef>
              <a:spcAft>
                <a:spcPts val="0"/>
              </a:spcAft>
              <a:buClr>
                <a:schemeClr val="lt1"/>
              </a:buClr>
              <a:buSzPts val="2400"/>
              <a:buNone/>
              <a:defRPr>
                <a:solidFill>
                  <a:schemeClr val="lt1"/>
                </a:solidFill>
              </a:defRPr>
            </a:lvl8pPr>
            <a:lvl9pPr lvl="8" algn="ctr">
              <a:lnSpc>
                <a:spcPct val="100000"/>
              </a:lnSpc>
              <a:spcBef>
                <a:spcPts val="0"/>
              </a:spcBef>
              <a:spcAft>
                <a:spcPts val="0"/>
              </a:spcAft>
              <a:buClr>
                <a:schemeClr val="lt1"/>
              </a:buClr>
              <a:buSzPts val="2400"/>
              <a:buNone/>
              <a:defRPr>
                <a:solidFill>
                  <a:schemeClr val="lt1"/>
                </a:solidFill>
              </a:defRPr>
            </a:lvl9pPr>
          </a:lstStyle>
          <a:p/>
        </p:txBody>
      </p:sp>
      <p:sp>
        <p:nvSpPr>
          <p:cNvPr id="1094" name="Google Shape;1094;p74"/>
          <p:cNvSpPr txBox="1"/>
          <p:nvPr>
            <p:ph idx="2" type="body"/>
          </p:nvPr>
        </p:nvSpPr>
        <p:spPr>
          <a:xfrm>
            <a:off x="5906775" y="6098800"/>
            <a:ext cx="6478800" cy="3858000"/>
          </a:xfrm>
          <a:prstGeom prst="rect">
            <a:avLst/>
          </a:prstGeom>
        </p:spPr>
        <p:txBody>
          <a:bodyPr anchorCtr="0" anchor="t" bIns="0" lIns="0" spcFirstLastPara="1" rIns="0" wrap="square" tIns="0">
            <a:spAutoFit/>
          </a:bodyPr>
          <a:lstStyle>
            <a:lvl1pPr indent="-381000" lvl="0" marL="457200" algn="ctr">
              <a:lnSpc>
                <a:spcPct val="100000"/>
              </a:lnSpc>
              <a:spcBef>
                <a:spcPts val="0"/>
              </a:spcBef>
              <a:spcAft>
                <a:spcPts val="0"/>
              </a:spcAft>
              <a:buClr>
                <a:schemeClr val="lt1"/>
              </a:buClr>
              <a:buSzPts val="2400"/>
              <a:buChar char="●"/>
              <a:defRPr>
                <a:solidFill>
                  <a:schemeClr val="lt1"/>
                </a:solidFill>
              </a:defRPr>
            </a:lvl1pPr>
            <a:lvl2pPr indent="-381000" lvl="1" marL="914400" algn="ctr">
              <a:lnSpc>
                <a:spcPct val="100000"/>
              </a:lnSpc>
              <a:spcBef>
                <a:spcPts val="0"/>
              </a:spcBef>
              <a:spcAft>
                <a:spcPts val="0"/>
              </a:spcAft>
              <a:buClr>
                <a:schemeClr val="lt1"/>
              </a:buClr>
              <a:buSzPts val="2400"/>
              <a:buChar char="○"/>
              <a:defRPr sz="2400">
                <a:solidFill>
                  <a:schemeClr val="lt1"/>
                </a:solidFill>
              </a:defRPr>
            </a:lvl2pPr>
            <a:lvl3pPr indent="-381000" lvl="2" marL="1371600" algn="ctr">
              <a:lnSpc>
                <a:spcPct val="100000"/>
              </a:lnSpc>
              <a:spcBef>
                <a:spcPts val="0"/>
              </a:spcBef>
              <a:spcAft>
                <a:spcPts val="0"/>
              </a:spcAft>
              <a:buClr>
                <a:schemeClr val="lt1"/>
              </a:buClr>
              <a:buSzPts val="2400"/>
              <a:buChar char="■"/>
              <a:defRPr sz="2400">
                <a:solidFill>
                  <a:schemeClr val="lt1"/>
                </a:solidFill>
              </a:defRPr>
            </a:lvl3pPr>
            <a:lvl4pPr indent="-381000" lvl="3" marL="1828800" algn="ctr">
              <a:lnSpc>
                <a:spcPct val="100000"/>
              </a:lnSpc>
              <a:spcBef>
                <a:spcPts val="0"/>
              </a:spcBef>
              <a:spcAft>
                <a:spcPts val="0"/>
              </a:spcAft>
              <a:buClr>
                <a:schemeClr val="lt1"/>
              </a:buClr>
              <a:buSzPts val="2400"/>
              <a:buChar char="●"/>
              <a:defRPr sz="2400">
                <a:solidFill>
                  <a:schemeClr val="lt1"/>
                </a:solidFill>
              </a:defRPr>
            </a:lvl4pPr>
            <a:lvl5pPr indent="-381000" lvl="4" marL="2286000" algn="ctr">
              <a:lnSpc>
                <a:spcPct val="100000"/>
              </a:lnSpc>
              <a:spcBef>
                <a:spcPts val="0"/>
              </a:spcBef>
              <a:spcAft>
                <a:spcPts val="0"/>
              </a:spcAft>
              <a:buClr>
                <a:schemeClr val="lt1"/>
              </a:buClr>
              <a:buSzPts val="2400"/>
              <a:buChar char="○"/>
              <a:defRPr sz="2400">
                <a:solidFill>
                  <a:schemeClr val="lt1"/>
                </a:solidFill>
              </a:defRPr>
            </a:lvl5pPr>
            <a:lvl6pPr indent="-381000" lvl="5" marL="2743200" algn="ctr">
              <a:lnSpc>
                <a:spcPct val="100000"/>
              </a:lnSpc>
              <a:spcBef>
                <a:spcPts val="0"/>
              </a:spcBef>
              <a:spcAft>
                <a:spcPts val="0"/>
              </a:spcAft>
              <a:buClr>
                <a:schemeClr val="lt1"/>
              </a:buClr>
              <a:buSzPts val="2400"/>
              <a:buChar char="■"/>
              <a:defRPr sz="2400">
                <a:solidFill>
                  <a:schemeClr val="lt1"/>
                </a:solidFill>
              </a:defRPr>
            </a:lvl6pPr>
            <a:lvl7pPr indent="-381000" lvl="6" marL="3200400" algn="ctr">
              <a:lnSpc>
                <a:spcPct val="100000"/>
              </a:lnSpc>
              <a:spcBef>
                <a:spcPts val="0"/>
              </a:spcBef>
              <a:spcAft>
                <a:spcPts val="0"/>
              </a:spcAft>
              <a:buClr>
                <a:schemeClr val="lt1"/>
              </a:buClr>
              <a:buSzPts val="2400"/>
              <a:buChar char="●"/>
              <a:defRPr sz="2400">
                <a:solidFill>
                  <a:schemeClr val="lt1"/>
                </a:solidFill>
              </a:defRPr>
            </a:lvl7pPr>
            <a:lvl8pPr indent="-381000" lvl="7" marL="3657600" algn="ctr">
              <a:lnSpc>
                <a:spcPct val="100000"/>
              </a:lnSpc>
              <a:spcBef>
                <a:spcPts val="0"/>
              </a:spcBef>
              <a:spcAft>
                <a:spcPts val="0"/>
              </a:spcAft>
              <a:buClr>
                <a:schemeClr val="lt1"/>
              </a:buClr>
              <a:buSzPts val="2400"/>
              <a:buChar char="○"/>
              <a:defRPr sz="2400">
                <a:solidFill>
                  <a:schemeClr val="lt1"/>
                </a:solidFill>
              </a:defRPr>
            </a:lvl8pPr>
            <a:lvl9pPr indent="-381000" lvl="8" marL="4114800" algn="ctr">
              <a:lnSpc>
                <a:spcPct val="100000"/>
              </a:lnSpc>
              <a:spcBef>
                <a:spcPts val="0"/>
              </a:spcBef>
              <a:spcAft>
                <a:spcPts val="0"/>
              </a:spcAft>
              <a:buClr>
                <a:schemeClr val="lt1"/>
              </a:buClr>
              <a:buSzPts val="2400"/>
              <a:buChar char="■"/>
              <a:defRPr sz="2400">
                <a:solidFill>
                  <a:schemeClr val="lt1"/>
                </a:solidFill>
              </a:defRPr>
            </a:lvl9pPr>
          </a:lstStyle>
          <a:p/>
        </p:txBody>
      </p:sp>
      <p:sp>
        <p:nvSpPr>
          <p:cNvPr id="1095" name="Google Shape;1095;p74"/>
          <p:cNvSpPr txBox="1"/>
          <p:nvPr>
            <p:ph type="title"/>
          </p:nvPr>
        </p:nvSpPr>
        <p:spPr>
          <a:xfrm>
            <a:off x="5115110" y="3164550"/>
            <a:ext cx="8053500" cy="1720200"/>
          </a:xfrm>
          <a:prstGeom prst="rect">
            <a:avLst/>
          </a:prstGeom>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15000"/>
              <a:buNone/>
              <a:defRPr sz="15000">
                <a:solidFill>
                  <a:schemeClr val="lt1"/>
                </a:solidFill>
              </a:defRPr>
            </a:lvl1pPr>
            <a:lvl2pPr lvl="1">
              <a:lnSpc>
                <a:spcPct val="100000"/>
              </a:lnSpc>
              <a:spcBef>
                <a:spcPts val="0"/>
              </a:spcBef>
              <a:spcAft>
                <a:spcPts val="0"/>
              </a:spcAft>
              <a:buClr>
                <a:schemeClr val="lt1"/>
              </a:buClr>
              <a:buSzPts val="5600"/>
              <a:buNone/>
              <a:defRPr>
                <a:solidFill>
                  <a:schemeClr val="lt1"/>
                </a:solidFill>
              </a:defRPr>
            </a:lvl2pPr>
            <a:lvl3pPr lvl="2">
              <a:lnSpc>
                <a:spcPct val="100000"/>
              </a:lnSpc>
              <a:spcBef>
                <a:spcPts val="0"/>
              </a:spcBef>
              <a:spcAft>
                <a:spcPts val="0"/>
              </a:spcAft>
              <a:buClr>
                <a:schemeClr val="lt1"/>
              </a:buClr>
              <a:buSzPts val="5600"/>
              <a:buNone/>
              <a:defRPr>
                <a:solidFill>
                  <a:schemeClr val="lt1"/>
                </a:solidFill>
              </a:defRPr>
            </a:lvl3pPr>
            <a:lvl4pPr lvl="3">
              <a:lnSpc>
                <a:spcPct val="100000"/>
              </a:lnSpc>
              <a:spcBef>
                <a:spcPts val="0"/>
              </a:spcBef>
              <a:spcAft>
                <a:spcPts val="0"/>
              </a:spcAft>
              <a:buClr>
                <a:schemeClr val="lt1"/>
              </a:buClr>
              <a:buSzPts val="5600"/>
              <a:buNone/>
              <a:defRPr>
                <a:solidFill>
                  <a:schemeClr val="lt1"/>
                </a:solidFill>
              </a:defRPr>
            </a:lvl4pPr>
            <a:lvl5pPr lvl="4">
              <a:lnSpc>
                <a:spcPct val="100000"/>
              </a:lnSpc>
              <a:spcBef>
                <a:spcPts val="0"/>
              </a:spcBef>
              <a:spcAft>
                <a:spcPts val="0"/>
              </a:spcAft>
              <a:buClr>
                <a:schemeClr val="lt1"/>
              </a:buClr>
              <a:buSzPts val="5600"/>
              <a:buNone/>
              <a:defRPr>
                <a:solidFill>
                  <a:schemeClr val="lt1"/>
                </a:solidFill>
              </a:defRPr>
            </a:lvl5pPr>
            <a:lvl6pPr lvl="5">
              <a:lnSpc>
                <a:spcPct val="100000"/>
              </a:lnSpc>
              <a:spcBef>
                <a:spcPts val="0"/>
              </a:spcBef>
              <a:spcAft>
                <a:spcPts val="0"/>
              </a:spcAft>
              <a:buClr>
                <a:schemeClr val="lt1"/>
              </a:buClr>
              <a:buSzPts val="5600"/>
              <a:buNone/>
              <a:defRPr>
                <a:solidFill>
                  <a:schemeClr val="lt1"/>
                </a:solidFill>
              </a:defRPr>
            </a:lvl6pPr>
            <a:lvl7pPr lvl="6">
              <a:lnSpc>
                <a:spcPct val="100000"/>
              </a:lnSpc>
              <a:spcBef>
                <a:spcPts val="0"/>
              </a:spcBef>
              <a:spcAft>
                <a:spcPts val="0"/>
              </a:spcAft>
              <a:buClr>
                <a:schemeClr val="lt1"/>
              </a:buClr>
              <a:buSzPts val="5600"/>
              <a:buNone/>
              <a:defRPr>
                <a:solidFill>
                  <a:schemeClr val="lt1"/>
                </a:solidFill>
              </a:defRPr>
            </a:lvl7pPr>
            <a:lvl8pPr lvl="7">
              <a:lnSpc>
                <a:spcPct val="100000"/>
              </a:lnSpc>
              <a:spcBef>
                <a:spcPts val="0"/>
              </a:spcBef>
              <a:spcAft>
                <a:spcPts val="0"/>
              </a:spcAft>
              <a:buClr>
                <a:schemeClr val="lt1"/>
              </a:buClr>
              <a:buSzPts val="5600"/>
              <a:buNone/>
              <a:defRPr>
                <a:solidFill>
                  <a:schemeClr val="lt1"/>
                </a:solidFill>
              </a:defRPr>
            </a:lvl8pPr>
            <a:lvl9pPr lvl="8">
              <a:lnSpc>
                <a:spcPct val="100000"/>
              </a:lnSpc>
              <a:spcBef>
                <a:spcPts val="0"/>
              </a:spcBef>
              <a:spcAft>
                <a:spcPts val="0"/>
              </a:spcAft>
              <a:buClr>
                <a:schemeClr val="lt1"/>
              </a:buClr>
              <a:buSzPts val="5600"/>
              <a:buNone/>
              <a:defRPr>
                <a:solidFill>
                  <a:schemeClr val="lt1"/>
                </a:solidFill>
              </a:defRPr>
            </a:lvl9pPr>
          </a:lstStyle>
          <a:p/>
        </p:txBody>
      </p:sp>
      <p:grpSp>
        <p:nvGrpSpPr>
          <p:cNvPr id="1096" name="Google Shape;1096;p74"/>
          <p:cNvGrpSpPr/>
          <p:nvPr/>
        </p:nvGrpSpPr>
        <p:grpSpPr>
          <a:xfrm>
            <a:off x="15787610" y="9816586"/>
            <a:ext cx="1463219" cy="234029"/>
            <a:chOff x="238125" y="2252900"/>
            <a:chExt cx="7144625" cy="1210075"/>
          </a:xfrm>
        </p:grpSpPr>
        <p:sp>
          <p:nvSpPr>
            <p:cNvPr id="1097" name="Google Shape;1097;p7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7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7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7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7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6" name="Google Shape;1106;p74"/>
          <p:cNvCxnSpPr/>
          <p:nvPr/>
        </p:nvCxnSpPr>
        <p:spPr>
          <a:xfrm>
            <a:off x="17558825" y="9762900"/>
            <a:ext cx="0" cy="341400"/>
          </a:xfrm>
          <a:prstGeom prst="straightConnector1">
            <a:avLst/>
          </a:prstGeom>
          <a:noFill/>
          <a:ln cap="flat" cmpd="sng" w="9525">
            <a:solidFill>
              <a:schemeClr val="lt1"/>
            </a:solidFill>
            <a:prstDash val="solid"/>
            <a:round/>
            <a:headEnd len="med" w="med" type="none"/>
            <a:tailEnd len="med" w="med" type="none"/>
          </a:ln>
        </p:spPr>
      </p:cxnSp>
      <p:sp>
        <p:nvSpPr>
          <p:cNvPr id="1107" name="Google Shape;1107;p74"/>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Split Slide Title &amp; Visual 1 1">
  <p:cSld name="CUSTOM_46_1">
    <p:spTree>
      <p:nvGrpSpPr>
        <p:cNvPr id="1108" name="Shape 1108"/>
        <p:cNvGrpSpPr/>
        <p:nvPr/>
      </p:nvGrpSpPr>
      <p:grpSpPr>
        <a:xfrm>
          <a:off x="0" y="0"/>
          <a:ext cx="0" cy="0"/>
          <a:chOff x="0" y="0"/>
          <a:chExt cx="0" cy="0"/>
        </a:xfrm>
      </p:grpSpPr>
      <p:sp>
        <p:nvSpPr>
          <p:cNvPr id="1109" name="Google Shape;1109;p75"/>
          <p:cNvSpPr txBox="1"/>
          <p:nvPr>
            <p:ph type="title"/>
          </p:nvPr>
        </p:nvSpPr>
        <p:spPr>
          <a:xfrm>
            <a:off x="733800" y="4420650"/>
            <a:ext cx="6474900" cy="14457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4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10" name="Google Shape;1110;p75"/>
          <p:cNvSpPr/>
          <p:nvPr/>
        </p:nvSpPr>
        <p:spPr>
          <a:xfrm>
            <a:off x="0" y="4658275"/>
            <a:ext cx="214200" cy="214200"/>
          </a:xfrm>
          <a:prstGeom prst="rect">
            <a:avLst/>
          </a:prstGeom>
          <a:solidFill>
            <a:srgbClr val="3366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5"/>
          <p:cNvSpPr/>
          <p:nvPr>
            <p:ph idx="2" type="pic"/>
          </p:nvPr>
        </p:nvSpPr>
        <p:spPr>
          <a:xfrm>
            <a:off x="8047800" y="0"/>
            <a:ext cx="10240200" cy="10287000"/>
          </a:xfrm>
          <a:prstGeom prst="rect">
            <a:avLst/>
          </a:prstGeom>
          <a:noFill/>
          <a:ln>
            <a:noFill/>
          </a:ln>
        </p:spPr>
      </p:sp>
      <p:sp>
        <p:nvSpPr>
          <p:cNvPr id="1112" name="Google Shape;1112;p75"/>
          <p:cNvSpPr txBox="1"/>
          <p:nvPr>
            <p:ph idx="1" type="body"/>
          </p:nvPr>
        </p:nvSpPr>
        <p:spPr>
          <a:xfrm>
            <a:off x="762000" y="5295900"/>
            <a:ext cx="6474900" cy="4259700"/>
          </a:xfrm>
          <a:prstGeom prst="rect">
            <a:avLst/>
          </a:prstGeom>
        </p:spPr>
        <p:txBody>
          <a:bodyPr anchorCtr="0" anchor="t" bIns="0" lIns="0" spcFirstLastPara="1" rIns="0" wrap="square" tIns="0">
            <a:spAutoFit/>
          </a:bodyPr>
          <a:lstStyle>
            <a:lvl1pPr indent="-381000" lvl="0" marL="457200">
              <a:spcBef>
                <a:spcPts val="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rimary">
  <p:cSld name="CUSTOM_1">
    <p:bg>
      <p:bgPr>
        <a:blipFill>
          <a:blip r:embed="rId2">
            <a:alphaModFix/>
          </a:blip>
          <a:stretch>
            <a:fillRect/>
          </a:stretch>
        </a:blipFill>
      </p:bgPr>
    </p:bg>
    <p:spTree>
      <p:nvGrpSpPr>
        <p:cNvPr id="1116" name="Shape 1116"/>
        <p:cNvGrpSpPr/>
        <p:nvPr/>
      </p:nvGrpSpPr>
      <p:grpSpPr>
        <a:xfrm>
          <a:off x="0" y="0"/>
          <a:ext cx="0" cy="0"/>
          <a:chOff x="0" y="0"/>
          <a:chExt cx="0" cy="0"/>
        </a:xfrm>
      </p:grpSpPr>
      <p:cxnSp>
        <p:nvCxnSpPr>
          <p:cNvPr id="1117" name="Google Shape;1117;p77"/>
          <p:cNvCxnSpPr/>
          <p:nvPr/>
        </p:nvCxnSpPr>
        <p:spPr>
          <a:xfrm>
            <a:off x="755700" y="2215625"/>
            <a:ext cx="16787400" cy="0"/>
          </a:xfrm>
          <a:prstGeom prst="straightConnector1">
            <a:avLst/>
          </a:prstGeom>
          <a:noFill/>
          <a:ln cap="flat" cmpd="sng" w="9525">
            <a:solidFill>
              <a:srgbClr val="6B7786"/>
            </a:solidFill>
            <a:prstDash val="solid"/>
            <a:round/>
            <a:headEnd len="med" w="med" type="none"/>
            <a:tailEnd len="med" w="med" type="none"/>
          </a:ln>
        </p:spPr>
      </p:cxnSp>
      <p:cxnSp>
        <p:nvCxnSpPr>
          <p:cNvPr id="1118" name="Google Shape;1118;p77"/>
          <p:cNvCxnSpPr/>
          <p:nvPr/>
        </p:nvCxnSpPr>
        <p:spPr>
          <a:xfrm rot="10800000">
            <a:off x="11852325" y="-6600"/>
            <a:ext cx="0" cy="10300200"/>
          </a:xfrm>
          <a:prstGeom prst="straightConnector1">
            <a:avLst/>
          </a:prstGeom>
          <a:noFill/>
          <a:ln cap="flat" cmpd="sng" w="9525">
            <a:solidFill>
              <a:srgbClr val="6B7786"/>
            </a:solidFill>
            <a:prstDash val="solid"/>
            <a:round/>
            <a:headEnd len="med" w="med" type="none"/>
            <a:tailEnd len="med" w="med" type="none"/>
          </a:ln>
        </p:spPr>
      </p:cxnSp>
      <p:sp>
        <p:nvSpPr>
          <p:cNvPr id="1119" name="Google Shape;1119;p77"/>
          <p:cNvSpPr/>
          <p:nvPr/>
        </p:nvSpPr>
        <p:spPr>
          <a:xfrm rot="-5400000">
            <a:off x="11624025"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120" name="Google Shape;1120;p77"/>
          <p:cNvCxnSpPr/>
          <p:nvPr/>
        </p:nvCxnSpPr>
        <p:spPr>
          <a:xfrm>
            <a:off x="755700" y="7128900"/>
            <a:ext cx="11099400" cy="0"/>
          </a:xfrm>
          <a:prstGeom prst="straightConnector1">
            <a:avLst/>
          </a:prstGeom>
          <a:noFill/>
          <a:ln cap="flat" cmpd="sng" w="9525">
            <a:solidFill>
              <a:srgbClr val="6B7786"/>
            </a:solidFill>
            <a:prstDash val="solid"/>
            <a:round/>
            <a:headEnd len="med" w="med" type="none"/>
            <a:tailEnd len="med" w="med" type="none"/>
          </a:ln>
        </p:spPr>
      </p:cxnSp>
      <p:cxnSp>
        <p:nvCxnSpPr>
          <p:cNvPr id="1121" name="Google Shape;1121;p77"/>
          <p:cNvCxnSpPr/>
          <p:nvPr/>
        </p:nvCxnSpPr>
        <p:spPr>
          <a:xfrm rot="10800000">
            <a:off x="755850" y="-6600"/>
            <a:ext cx="0" cy="10300200"/>
          </a:xfrm>
          <a:prstGeom prst="straightConnector1">
            <a:avLst/>
          </a:prstGeom>
          <a:noFill/>
          <a:ln cap="flat" cmpd="sng" w="9525">
            <a:solidFill>
              <a:srgbClr val="6B7786"/>
            </a:solidFill>
            <a:prstDash val="solid"/>
            <a:round/>
            <a:headEnd len="med" w="med" type="none"/>
            <a:tailEnd len="med" w="med" type="none"/>
          </a:ln>
        </p:spPr>
      </p:cxnSp>
      <p:cxnSp>
        <p:nvCxnSpPr>
          <p:cNvPr id="1122" name="Google Shape;1122;p77"/>
          <p:cNvCxnSpPr/>
          <p:nvPr/>
        </p:nvCxnSpPr>
        <p:spPr>
          <a:xfrm rot="10800000">
            <a:off x="17530200" y="-6600"/>
            <a:ext cx="0" cy="10300200"/>
          </a:xfrm>
          <a:prstGeom prst="straightConnector1">
            <a:avLst/>
          </a:prstGeom>
          <a:noFill/>
          <a:ln cap="flat" cmpd="sng" w="9525">
            <a:solidFill>
              <a:srgbClr val="6B7786"/>
            </a:solidFill>
            <a:prstDash val="solid"/>
            <a:round/>
            <a:headEnd len="med" w="med" type="none"/>
            <a:tailEnd len="med" w="med" type="none"/>
          </a:ln>
        </p:spPr>
      </p:cxnSp>
      <p:grpSp>
        <p:nvGrpSpPr>
          <p:cNvPr id="1123" name="Google Shape;1123;p77"/>
          <p:cNvGrpSpPr/>
          <p:nvPr/>
        </p:nvGrpSpPr>
        <p:grpSpPr>
          <a:xfrm>
            <a:off x="1481967" y="920173"/>
            <a:ext cx="3234372" cy="517428"/>
            <a:chOff x="238125" y="2252900"/>
            <a:chExt cx="7144625" cy="1210075"/>
          </a:xfrm>
        </p:grpSpPr>
        <p:sp>
          <p:nvSpPr>
            <p:cNvPr id="1124" name="Google Shape;1124;p7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25" name="Google Shape;1125;p7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26" name="Google Shape;1126;p7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27" name="Google Shape;1127;p7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28" name="Google Shape;1128;p7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29" name="Google Shape;1129;p7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30" name="Google Shape;1130;p7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31" name="Google Shape;1131;p7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32" name="Google Shape;1132;p7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133" name="Google Shape;1133;p77"/>
          <p:cNvSpPr txBox="1"/>
          <p:nvPr>
            <p:ph idx="1"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134" name="Google Shape;1134;p77"/>
          <p:cNvSpPr txBox="1"/>
          <p:nvPr>
            <p:ph type="title"/>
          </p:nvPr>
        </p:nvSpPr>
        <p:spPr>
          <a:xfrm>
            <a:off x="1459975" y="4120558"/>
            <a:ext cx="9249600" cy="2723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35" name="Google Shape;1135;p77"/>
          <p:cNvSpPr txBox="1"/>
          <p:nvPr>
            <p:ph idx="2" type="body"/>
          </p:nvPr>
        </p:nvSpPr>
        <p:spPr>
          <a:xfrm>
            <a:off x="1373525" y="7827480"/>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artner">
  <p:cSld name="CUSTOM_1_2">
    <p:bg>
      <p:bgPr>
        <a:blipFill>
          <a:blip r:embed="rId2">
            <a:alphaModFix/>
          </a:blip>
          <a:stretch>
            <a:fillRect/>
          </a:stretch>
        </a:blipFill>
      </p:bgPr>
    </p:bg>
    <p:spTree>
      <p:nvGrpSpPr>
        <p:cNvPr id="1136" name="Shape 1136"/>
        <p:cNvGrpSpPr/>
        <p:nvPr/>
      </p:nvGrpSpPr>
      <p:grpSpPr>
        <a:xfrm>
          <a:off x="0" y="0"/>
          <a:ext cx="0" cy="0"/>
          <a:chOff x="0" y="0"/>
          <a:chExt cx="0" cy="0"/>
        </a:xfrm>
      </p:grpSpPr>
      <p:cxnSp>
        <p:nvCxnSpPr>
          <p:cNvPr id="1137" name="Google Shape;1137;p78"/>
          <p:cNvCxnSpPr/>
          <p:nvPr/>
        </p:nvCxnSpPr>
        <p:spPr>
          <a:xfrm>
            <a:off x="755700" y="2215625"/>
            <a:ext cx="16787400" cy="0"/>
          </a:xfrm>
          <a:prstGeom prst="straightConnector1">
            <a:avLst/>
          </a:prstGeom>
          <a:noFill/>
          <a:ln cap="flat" cmpd="sng" w="9525">
            <a:solidFill>
              <a:srgbClr val="6B7786"/>
            </a:solidFill>
            <a:prstDash val="solid"/>
            <a:round/>
            <a:headEnd len="med" w="med" type="none"/>
            <a:tailEnd len="med" w="med" type="none"/>
          </a:ln>
        </p:spPr>
      </p:cxnSp>
      <p:cxnSp>
        <p:nvCxnSpPr>
          <p:cNvPr id="1138" name="Google Shape;1138;p78"/>
          <p:cNvCxnSpPr/>
          <p:nvPr/>
        </p:nvCxnSpPr>
        <p:spPr>
          <a:xfrm rot="10800000">
            <a:off x="11852325" y="-6600"/>
            <a:ext cx="0" cy="10300200"/>
          </a:xfrm>
          <a:prstGeom prst="straightConnector1">
            <a:avLst/>
          </a:prstGeom>
          <a:noFill/>
          <a:ln cap="flat" cmpd="sng" w="9525">
            <a:solidFill>
              <a:srgbClr val="6B7786"/>
            </a:solidFill>
            <a:prstDash val="solid"/>
            <a:round/>
            <a:headEnd len="med" w="med" type="none"/>
            <a:tailEnd len="med" w="med" type="none"/>
          </a:ln>
        </p:spPr>
      </p:cxnSp>
      <p:sp>
        <p:nvSpPr>
          <p:cNvPr id="1139" name="Google Shape;1139;p78"/>
          <p:cNvSpPr/>
          <p:nvPr/>
        </p:nvSpPr>
        <p:spPr>
          <a:xfrm rot="-5400000">
            <a:off x="11624025"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140" name="Google Shape;1140;p78"/>
          <p:cNvCxnSpPr/>
          <p:nvPr/>
        </p:nvCxnSpPr>
        <p:spPr>
          <a:xfrm>
            <a:off x="755700" y="7128900"/>
            <a:ext cx="11099400" cy="0"/>
          </a:xfrm>
          <a:prstGeom prst="straightConnector1">
            <a:avLst/>
          </a:prstGeom>
          <a:noFill/>
          <a:ln cap="flat" cmpd="sng" w="9525">
            <a:solidFill>
              <a:srgbClr val="6B7786"/>
            </a:solidFill>
            <a:prstDash val="solid"/>
            <a:round/>
            <a:headEnd len="med" w="med" type="none"/>
            <a:tailEnd len="med" w="med" type="none"/>
          </a:ln>
        </p:spPr>
      </p:cxnSp>
      <p:cxnSp>
        <p:nvCxnSpPr>
          <p:cNvPr id="1141" name="Google Shape;1141;p78"/>
          <p:cNvCxnSpPr/>
          <p:nvPr/>
        </p:nvCxnSpPr>
        <p:spPr>
          <a:xfrm rot="10800000">
            <a:off x="755850" y="-6600"/>
            <a:ext cx="0" cy="10300200"/>
          </a:xfrm>
          <a:prstGeom prst="straightConnector1">
            <a:avLst/>
          </a:prstGeom>
          <a:noFill/>
          <a:ln cap="flat" cmpd="sng" w="9525">
            <a:solidFill>
              <a:srgbClr val="6B7786"/>
            </a:solidFill>
            <a:prstDash val="solid"/>
            <a:round/>
            <a:headEnd len="med" w="med" type="none"/>
            <a:tailEnd len="med" w="med" type="none"/>
          </a:ln>
        </p:spPr>
      </p:cxnSp>
      <p:cxnSp>
        <p:nvCxnSpPr>
          <p:cNvPr id="1142" name="Google Shape;1142;p78"/>
          <p:cNvCxnSpPr/>
          <p:nvPr/>
        </p:nvCxnSpPr>
        <p:spPr>
          <a:xfrm rot="10800000">
            <a:off x="17530200" y="-6600"/>
            <a:ext cx="0" cy="10300200"/>
          </a:xfrm>
          <a:prstGeom prst="straightConnector1">
            <a:avLst/>
          </a:prstGeom>
          <a:noFill/>
          <a:ln cap="flat" cmpd="sng" w="9525">
            <a:solidFill>
              <a:srgbClr val="6B7786"/>
            </a:solidFill>
            <a:prstDash val="solid"/>
            <a:round/>
            <a:headEnd len="med" w="med" type="none"/>
            <a:tailEnd len="med" w="med" type="none"/>
          </a:ln>
        </p:spPr>
      </p:cxnSp>
      <p:grpSp>
        <p:nvGrpSpPr>
          <p:cNvPr id="1143" name="Google Shape;1143;p78"/>
          <p:cNvGrpSpPr/>
          <p:nvPr/>
        </p:nvGrpSpPr>
        <p:grpSpPr>
          <a:xfrm>
            <a:off x="1481967" y="920173"/>
            <a:ext cx="3234372" cy="517428"/>
            <a:chOff x="238125" y="2252900"/>
            <a:chExt cx="7144625" cy="1210075"/>
          </a:xfrm>
        </p:grpSpPr>
        <p:sp>
          <p:nvSpPr>
            <p:cNvPr id="1144" name="Google Shape;1144;p7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45" name="Google Shape;1145;p7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46" name="Google Shape;1146;p7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47" name="Google Shape;1147;p7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48" name="Google Shape;1148;p7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49" name="Google Shape;1149;p7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50" name="Google Shape;1150;p7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51" name="Google Shape;1151;p7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52" name="Google Shape;1152;p7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153" name="Google Shape;1153;p78"/>
          <p:cNvSpPr txBox="1"/>
          <p:nvPr>
            <p:ph idx="1" type="body"/>
          </p:nvPr>
        </p:nvSpPr>
        <p:spPr>
          <a:xfrm>
            <a:off x="1373525" y="7827480"/>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
        <p:nvSpPr>
          <p:cNvPr id="1154" name="Google Shape;1154;p78"/>
          <p:cNvSpPr/>
          <p:nvPr>
            <p:ph idx="2" type="pic"/>
          </p:nvPr>
        </p:nvSpPr>
        <p:spPr>
          <a:xfrm>
            <a:off x="12899663" y="657638"/>
            <a:ext cx="3583200" cy="1042500"/>
          </a:xfrm>
          <a:prstGeom prst="rect">
            <a:avLst/>
          </a:prstGeom>
          <a:noFill/>
          <a:ln>
            <a:noFill/>
          </a:ln>
        </p:spPr>
      </p:sp>
      <p:sp>
        <p:nvSpPr>
          <p:cNvPr id="1155" name="Google Shape;1155;p78"/>
          <p:cNvSpPr txBox="1"/>
          <p:nvPr>
            <p:ph idx="3"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156" name="Google Shape;1156;p78"/>
          <p:cNvSpPr txBox="1"/>
          <p:nvPr>
            <p:ph type="title"/>
          </p:nvPr>
        </p:nvSpPr>
        <p:spPr>
          <a:xfrm>
            <a:off x="1459975" y="4120558"/>
            <a:ext cx="9249600" cy="2723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A">
  <p:cSld name="CUSTOM_1_1">
    <p:spTree>
      <p:nvGrpSpPr>
        <p:cNvPr id="1157" name="Shape 1157"/>
        <p:cNvGrpSpPr/>
        <p:nvPr/>
      </p:nvGrpSpPr>
      <p:grpSpPr>
        <a:xfrm>
          <a:off x="0" y="0"/>
          <a:ext cx="0" cy="0"/>
          <a:chOff x="0" y="0"/>
          <a:chExt cx="0" cy="0"/>
        </a:xfrm>
      </p:grpSpPr>
      <p:pic>
        <p:nvPicPr>
          <p:cNvPr id="1158" name="Google Shape;1158;p79" title="4d7629558b1fc0cc6fe8be4a0fc73171298ff37e.jpg"/>
          <p:cNvPicPr preferRelativeResize="0"/>
          <p:nvPr/>
        </p:nvPicPr>
        <p:blipFill rotWithShape="1">
          <a:blip r:embed="rId2">
            <a:alphaModFix/>
          </a:blip>
          <a:srcRect b="13929" l="23153" r="11811" t="11744"/>
          <a:stretch/>
        </p:blipFill>
        <p:spPr>
          <a:xfrm>
            <a:off x="-60600" y="-8825"/>
            <a:ext cx="18348900" cy="10300200"/>
          </a:xfrm>
          <a:prstGeom prst="rect">
            <a:avLst/>
          </a:prstGeom>
          <a:noFill/>
          <a:ln>
            <a:noFill/>
          </a:ln>
        </p:spPr>
      </p:pic>
      <p:sp>
        <p:nvSpPr>
          <p:cNvPr id="1159" name="Google Shape;1159;p79"/>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160" name="Google Shape;1160;p79"/>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161" name="Google Shape;1161;p79"/>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162" name="Google Shape;1162;p79"/>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163" name="Google Shape;1163;p79"/>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164" name="Google Shape;1164;p79"/>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165" name="Google Shape;1165;p79"/>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166" name="Google Shape;1166;p79"/>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167" name="Google Shape;1167;p79"/>
          <p:cNvGrpSpPr/>
          <p:nvPr/>
        </p:nvGrpSpPr>
        <p:grpSpPr>
          <a:xfrm>
            <a:off x="1481967" y="920173"/>
            <a:ext cx="3234372" cy="517428"/>
            <a:chOff x="238125" y="2252900"/>
            <a:chExt cx="7144625" cy="1210075"/>
          </a:xfrm>
        </p:grpSpPr>
        <p:sp>
          <p:nvSpPr>
            <p:cNvPr id="1168" name="Google Shape;1168;p7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69" name="Google Shape;1169;p7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0" name="Google Shape;1170;p7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1" name="Google Shape;1171;p7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2" name="Google Shape;1172;p7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3" name="Google Shape;1173;p7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4" name="Google Shape;1174;p7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5" name="Google Shape;1175;p7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76" name="Google Shape;1176;p7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177" name="Google Shape;1177;p79"/>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1178" name="Google Shape;1178;p79"/>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179" name="Google Shape;1179;p79"/>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B">
  <p:cSld name="CUSTOM_1_1_1">
    <p:spTree>
      <p:nvGrpSpPr>
        <p:cNvPr id="1180" name="Shape 1180"/>
        <p:cNvGrpSpPr/>
        <p:nvPr/>
      </p:nvGrpSpPr>
      <p:grpSpPr>
        <a:xfrm>
          <a:off x="0" y="0"/>
          <a:ext cx="0" cy="0"/>
          <a:chOff x="0" y="0"/>
          <a:chExt cx="0" cy="0"/>
        </a:xfrm>
      </p:grpSpPr>
      <p:pic>
        <p:nvPicPr>
          <p:cNvPr id="1181" name="Google Shape;1181;p80" title="AdobeStock_983618043.jpg"/>
          <p:cNvPicPr preferRelativeResize="0"/>
          <p:nvPr/>
        </p:nvPicPr>
        <p:blipFill rotWithShape="1">
          <a:blip r:embed="rId2">
            <a:alphaModFix/>
          </a:blip>
          <a:srcRect b="0" l="3858" r="3858" t="0"/>
          <a:stretch/>
        </p:blipFill>
        <p:spPr>
          <a:xfrm>
            <a:off x="-60600" y="-8825"/>
            <a:ext cx="18348900" cy="10300200"/>
          </a:xfrm>
          <a:prstGeom prst="rect">
            <a:avLst/>
          </a:prstGeom>
          <a:noFill/>
          <a:ln>
            <a:noFill/>
          </a:ln>
        </p:spPr>
      </p:pic>
      <p:sp>
        <p:nvSpPr>
          <p:cNvPr id="1182" name="Google Shape;1182;p80"/>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183" name="Google Shape;1183;p80"/>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184" name="Google Shape;1184;p80"/>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185" name="Google Shape;1185;p80"/>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186" name="Google Shape;1186;p80"/>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187" name="Google Shape;1187;p80"/>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188" name="Google Shape;1188;p80"/>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189" name="Google Shape;1189;p80"/>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190" name="Google Shape;1190;p80"/>
          <p:cNvGrpSpPr/>
          <p:nvPr/>
        </p:nvGrpSpPr>
        <p:grpSpPr>
          <a:xfrm>
            <a:off x="1481967" y="920173"/>
            <a:ext cx="3234372" cy="517428"/>
            <a:chOff x="238125" y="2252900"/>
            <a:chExt cx="7144625" cy="1210075"/>
          </a:xfrm>
        </p:grpSpPr>
        <p:sp>
          <p:nvSpPr>
            <p:cNvPr id="1191" name="Google Shape;1191;p8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2" name="Google Shape;1192;p8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3" name="Google Shape;1193;p8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4" name="Google Shape;1194;p8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5" name="Google Shape;1195;p8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6" name="Google Shape;1196;p8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7" name="Google Shape;1197;p8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8" name="Google Shape;1198;p8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199" name="Google Shape;1199;p8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dk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200" name="Google Shape;1200;p80"/>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1201" name="Google Shape;1201;p80"/>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202" name="Google Shape;1202;p80"/>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C">
  <p:cSld name="CUSTOM_1_1_1_1">
    <p:spTree>
      <p:nvGrpSpPr>
        <p:cNvPr id="1203" name="Shape 1203"/>
        <p:cNvGrpSpPr/>
        <p:nvPr/>
      </p:nvGrpSpPr>
      <p:grpSpPr>
        <a:xfrm>
          <a:off x="0" y="0"/>
          <a:ext cx="0" cy="0"/>
          <a:chOff x="0" y="0"/>
          <a:chExt cx="0" cy="0"/>
        </a:xfrm>
      </p:grpSpPr>
      <p:pic>
        <p:nvPicPr>
          <p:cNvPr id="1204" name="Google Shape;1204;p81" title="AdobeStock_514174332.jpg"/>
          <p:cNvPicPr preferRelativeResize="0"/>
          <p:nvPr/>
        </p:nvPicPr>
        <p:blipFill rotWithShape="1">
          <a:blip r:embed="rId2">
            <a:alphaModFix/>
          </a:blip>
          <a:srcRect b="6612" l="1162" r="5849" t="6612"/>
          <a:stretch/>
        </p:blipFill>
        <p:spPr>
          <a:xfrm>
            <a:off x="-60600" y="-8825"/>
            <a:ext cx="18348900" cy="10300200"/>
          </a:xfrm>
          <a:prstGeom prst="rect">
            <a:avLst/>
          </a:prstGeom>
          <a:noFill/>
          <a:ln>
            <a:noFill/>
          </a:ln>
        </p:spPr>
      </p:pic>
      <p:sp>
        <p:nvSpPr>
          <p:cNvPr id="1205" name="Google Shape;1205;p81"/>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06" name="Google Shape;1206;p81"/>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207" name="Google Shape;1207;p81"/>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08" name="Google Shape;1208;p81"/>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209" name="Google Shape;1209;p81"/>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210" name="Google Shape;1210;p81"/>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211" name="Google Shape;1211;p81"/>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212" name="Google Shape;1212;p81"/>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213" name="Google Shape;1213;p81"/>
          <p:cNvGrpSpPr/>
          <p:nvPr/>
        </p:nvGrpSpPr>
        <p:grpSpPr>
          <a:xfrm>
            <a:off x="1481967" y="920173"/>
            <a:ext cx="3234372" cy="517428"/>
            <a:chOff x="238125" y="2252900"/>
            <a:chExt cx="7144625" cy="1210075"/>
          </a:xfrm>
        </p:grpSpPr>
        <p:sp>
          <p:nvSpPr>
            <p:cNvPr id="1214" name="Google Shape;1214;p8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15" name="Google Shape;1215;p8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16" name="Google Shape;1216;p8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17" name="Google Shape;1217;p8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18" name="Google Shape;1218;p8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19" name="Google Shape;1219;p8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20" name="Google Shape;1220;p8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21" name="Google Shape;1221;p8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22" name="Google Shape;1222;p8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223" name="Google Shape;1223;p81"/>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1224" name="Google Shape;1224;p81"/>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225" name="Google Shape;1225;p81"/>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D">
  <p:cSld name="CUSTOM_1_1_1_1_1">
    <p:spTree>
      <p:nvGrpSpPr>
        <p:cNvPr id="1226" name="Shape 1226"/>
        <p:cNvGrpSpPr/>
        <p:nvPr/>
      </p:nvGrpSpPr>
      <p:grpSpPr>
        <a:xfrm>
          <a:off x="0" y="0"/>
          <a:ext cx="0" cy="0"/>
          <a:chOff x="0" y="0"/>
          <a:chExt cx="0" cy="0"/>
        </a:xfrm>
      </p:grpSpPr>
      <p:pic>
        <p:nvPicPr>
          <p:cNvPr id="1227" name="Google Shape;1227;p82" title="AdobeStock_1647179252.jpg"/>
          <p:cNvPicPr preferRelativeResize="0"/>
          <p:nvPr/>
        </p:nvPicPr>
        <p:blipFill rotWithShape="1">
          <a:blip r:embed="rId2">
            <a:alphaModFix/>
          </a:blip>
          <a:srcRect b="0" l="7171" r="4193" t="0"/>
          <a:stretch/>
        </p:blipFill>
        <p:spPr>
          <a:xfrm>
            <a:off x="-60600" y="-8825"/>
            <a:ext cx="18348900" cy="10300200"/>
          </a:xfrm>
          <a:prstGeom prst="rect">
            <a:avLst/>
          </a:prstGeom>
          <a:noFill/>
          <a:ln>
            <a:noFill/>
          </a:ln>
        </p:spPr>
      </p:pic>
      <p:sp>
        <p:nvSpPr>
          <p:cNvPr id="1228" name="Google Shape;1228;p82"/>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29" name="Google Shape;1229;p82"/>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230" name="Google Shape;1230;p82"/>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31" name="Google Shape;1231;p82"/>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232" name="Google Shape;1232;p82"/>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233" name="Google Shape;1233;p82"/>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234" name="Google Shape;1234;p82"/>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235" name="Google Shape;1235;p82"/>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236" name="Google Shape;1236;p82"/>
          <p:cNvGrpSpPr/>
          <p:nvPr/>
        </p:nvGrpSpPr>
        <p:grpSpPr>
          <a:xfrm>
            <a:off x="1481967" y="920173"/>
            <a:ext cx="3234372" cy="517428"/>
            <a:chOff x="238125" y="2252900"/>
            <a:chExt cx="7144625" cy="1210075"/>
          </a:xfrm>
        </p:grpSpPr>
        <p:sp>
          <p:nvSpPr>
            <p:cNvPr id="1237" name="Google Shape;1237;p8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38" name="Google Shape;1238;p8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39" name="Google Shape;1239;p8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0" name="Google Shape;1240;p8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1" name="Google Shape;1241;p8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2" name="Google Shape;1242;p8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3" name="Google Shape;1243;p8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4" name="Google Shape;1244;p8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45" name="Google Shape;1245;p8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246" name="Google Shape;1246;p82"/>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1247" name="Google Shape;1247;p82"/>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248" name="Google Shape;1248;p82"/>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E">
  <p:cSld name="CUSTOM_1_1_1_1_1_1">
    <p:spTree>
      <p:nvGrpSpPr>
        <p:cNvPr id="1249" name="Shape 1249"/>
        <p:cNvGrpSpPr/>
        <p:nvPr/>
      </p:nvGrpSpPr>
      <p:grpSpPr>
        <a:xfrm>
          <a:off x="0" y="0"/>
          <a:ext cx="0" cy="0"/>
          <a:chOff x="0" y="0"/>
          <a:chExt cx="0" cy="0"/>
        </a:xfrm>
      </p:grpSpPr>
      <p:pic>
        <p:nvPicPr>
          <p:cNvPr id="1250" name="Google Shape;1250;p83" title="AdobeStock_533409938.jpg"/>
          <p:cNvPicPr preferRelativeResize="0"/>
          <p:nvPr/>
        </p:nvPicPr>
        <p:blipFill rotWithShape="1">
          <a:blip r:embed="rId2">
            <a:alphaModFix/>
          </a:blip>
          <a:srcRect b="7075" l="1464" r="14854" t="683"/>
          <a:stretch/>
        </p:blipFill>
        <p:spPr>
          <a:xfrm>
            <a:off x="-60600" y="-8825"/>
            <a:ext cx="18348900" cy="10300200"/>
          </a:xfrm>
          <a:prstGeom prst="rect">
            <a:avLst/>
          </a:prstGeom>
          <a:noFill/>
          <a:ln>
            <a:noFill/>
          </a:ln>
        </p:spPr>
      </p:pic>
      <p:cxnSp>
        <p:nvCxnSpPr>
          <p:cNvPr id="1251" name="Google Shape;1251;p83"/>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252" name="Google Shape;1252;p83"/>
          <p:cNvSpPr/>
          <p:nvPr/>
        </p:nvSpPr>
        <p:spPr>
          <a:xfrm>
            <a:off x="-60800" y="-22800"/>
            <a:ext cx="163062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253" name="Google Shape;1253;p83"/>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54" name="Google Shape;1254;p83"/>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255" name="Google Shape;1255;p83"/>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256" name="Google Shape;1256;p83"/>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257" name="Google Shape;1257;p83"/>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258" name="Google Shape;1258;p83"/>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259" name="Google Shape;1259;p83"/>
          <p:cNvGrpSpPr/>
          <p:nvPr/>
        </p:nvGrpSpPr>
        <p:grpSpPr>
          <a:xfrm>
            <a:off x="1481967" y="920173"/>
            <a:ext cx="3234372" cy="517428"/>
            <a:chOff x="238125" y="2252900"/>
            <a:chExt cx="7144625" cy="1210075"/>
          </a:xfrm>
        </p:grpSpPr>
        <p:sp>
          <p:nvSpPr>
            <p:cNvPr id="1260" name="Google Shape;1260;p8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1" name="Google Shape;1261;p8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2" name="Google Shape;1262;p8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3" name="Google Shape;1263;p8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4" name="Google Shape;1264;p8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5" name="Google Shape;1265;p8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6" name="Google Shape;1266;p8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7" name="Google Shape;1267;p8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68" name="Google Shape;1268;p8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269" name="Google Shape;1269;p83"/>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sp>
        <p:nvSpPr>
          <p:cNvPr id="1270" name="Google Shape;1270;p83"/>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271" name="Google Shape;1271;p83"/>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F">
  <p:cSld name="CUSTOM_1_1_1_1_1_1_1">
    <p:spTree>
      <p:nvGrpSpPr>
        <p:cNvPr id="1272" name="Shape 1272"/>
        <p:cNvGrpSpPr/>
        <p:nvPr/>
      </p:nvGrpSpPr>
      <p:grpSpPr>
        <a:xfrm>
          <a:off x="0" y="0"/>
          <a:ext cx="0" cy="0"/>
          <a:chOff x="0" y="0"/>
          <a:chExt cx="0" cy="0"/>
        </a:xfrm>
      </p:grpSpPr>
      <p:pic>
        <p:nvPicPr>
          <p:cNvPr id="1273" name="Google Shape;1273;p84" title="AdobeStock_1840908832.jpg"/>
          <p:cNvPicPr preferRelativeResize="0"/>
          <p:nvPr/>
        </p:nvPicPr>
        <p:blipFill rotWithShape="1">
          <a:blip r:embed="rId2">
            <a:alphaModFix/>
          </a:blip>
          <a:srcRect b="0" l="5643" r="5634" t="0"/>
          <a:stretch/>
        </p:blipFill>
        <p:spPr>
          <a:xfrm>
            <a:off x="-60600" y="-8825"/>
            <a:ext cx="18348900" cy="10300200"/>
          </a:xfrm>
          <a:prstGeom prst="rect">
            <a:avLst/>
          </a:prstGeom>
          <a:noFill/>
          <a:ln>
            <a:noFill/>
          </a:ln>
        </p:spPr>
      </p:pic>
      <p:sp>
        <p:nvSpPr>
          <p:cNvPr id="1274" name="Google Shape;1274;p84"/>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275" name="Google Shape;1275;p84"/>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76" name="Google Shape;1276;p84"/>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277" name="Google Shape;1277;p84"/>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278" name="Google Shape;1278;p84"/>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279" name="Google Shape;1279;p84"/>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280" name="Google Shape;1280;p84"/>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281" name="Google Shape;1281;p84"/>
          <p:cNvGrpSpPr/>
          <p:nvPr/>
        </p:nvGrpSpPr>
        <p:grpSpPr>
          <a:xfrm>
            <a:off x="1481967" y="920173"/>
            <a:ext cx="3234372" cy="517428"/>
            <a:chOff x="238125" y="2252900"/>
            <a:chExt cx="7144625" cy="1210075"/>
          </a:xfrm>
        </p:grpSpPr>
        <p:sp>
          <p:nvSpPr>
            <p:cNvPr id="1282" name="Google Shape;1282;p8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3" name="Google Shape;1283;p8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4" name="Google Shape;1284;p8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5" name="Google Shape;1285;p8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6" name="Google Shape;1286;p8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7" name="Google Shape;1287;p8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8" name="Google Shape;1288;p8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89" name="Google Shape;1289;p8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290" name="Google Shape;1290;p8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291" name="Google Shape;1291;p84"/>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cxnSp>
        <p:nvCxnSpPr>
          <p:cNvPr id="1292" name="Google Shape;1292;p84"/>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293" name="Google Shape;1293;p84"/>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294" name="Google Shape;1294;p84"/>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G">
  <p:cSld name="CUSTOM_1_1_1_1_1_1_1_2">
    <p:spTree>
      <p:nvGrpSpPr>
        <p:cNvPr id="1295" name="Shape 1295"/>
        <p:cNvGrpSpPr/>
        <p:nvPr/>
      </p:nvGrpSpPr>
      <p:grpSpPr>
        <a:xfrm>
          <a:off x="0" y="0"/>
          <a:ext cx="0" cy="0"/>
          <a:chOff x="0" y="0"/>
          <a:chExt cx="0" cy="0"/>
        </a:xfrm>
      </p:grpSpPr>
      <p:pic>
        <p:nvPicPr>
          <p:cNvPr id="1296" name="Google Shape;1296;p85" title="AdobeStock_1157192833.jpg"/>
          <p:cNvPicPr preferRelativeResize="0"/>
          <p:nvPr/>
        </p:nvPicPr>
        <p:blipFill rotWithShape="1">
          <a:blip r:embed="rId2">
            <a:alphaModFix/>
          </a:blip>
          <a:srcRect b="5508" l="4574" r="3013" t="5517"/>
          <a:stretch/>
        </p:blipFill>
        <p:spPr>
          <a:xfrm>
            <a:off x="-60600" y="-8825"/>
            <a:ext cx="18348900" cy="10300200"/>
          </a:xfrm>
          <a:prstGeom prst="rect">
            <a:avLst/>
          </a:prstGeom>
          <a:noFill/>
          <a:ln>
            <a:noFill/>
          </a:ln>
        </p:spPr>
      </p:pic>
      <p:sp>
        <p:nvSpPr>
          <p:cNvPr id="1297" name="Google Shape;1297;p85"/>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298" name="Google Shape;1298;p85"/>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299" name="Google Shape;1299;p85"/>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300" name="Google Shape;1300;p85"/>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301" name="Google Shape;1301;p85"/>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1"/>
          </a:solidFill>
          <a:ln>
            <a:noFill/>
          </a:ln>
        </p:spPr>
      </p:sp>
      <p:cxnSp>
        <p:nvCxnSpPr>
          <p:cNvPr id="1302" name="Google Shape;1302;p85"/>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303" name="Google Shape;1303;p85"/>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304" name="Google Shape;1304;p85"/>
          <p:cNvGrpSpPr/>
          <p:nvPr/>
        </p:nvGrpSpPr>
        <p:grpSpPr>
          <a:xfrm>
            <a:off x="1481967" y="920173"/>
            <a:ext cx="3234372" cy="517428"/>
            <a:chOff x="238125" y="2252900"/>
            <a:chExt cx="7144625" cy="1210075"/>
          </a:xfrm>
        </p:grpSpPr>
        <p:sp>
          <p:nvSpPr>
            <p:cNvPr id="1305" name="Google Shape;1305;p8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06" name="Google Shape;1306;p8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07" name="Google Shape;1307;p8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08" name="Google Shape;1308;p8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09" name="Google Shape;1309;p8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10" name="Google Shape;1310;p8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11" name="Google Shape;1311;p8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12" name="Google Shape;1312;p8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13" name="Google Shape;1313;p8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314" name="Google Shape;1314;p85"/>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cxnSp>
        <p:nvCxnSpPr>
          <p:cNvPr id="1315" name="Google Shape;1315;p85"/>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316" name="Google Shape;1316;p85"/>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317" name="Google Shape;1317;p85"/>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H">
  <p:cSld name="CUSTOM_1_1_1_1_1_1_1_2_1">
    <p:spTree>
      <p:nvGrpSpPr>
        <p:cNvPr id="1318" name="Shape 1318"/>
        <p:cNvGrpSpPr/>
        <p:nvPr/>
      </p:nvGrpSpPr>
      <p:grpSpPr>
        <a:xfrm>
          <a:off x="0" y="0"/>
          <a:ext cx="0" cy="0"/>
          <a:chOff x="0" y="0"/>
          <a:chExt cx="0" cy="0"/>
        </a:xfrm>
      </p:grpSpPr>
      <p:pic>
        <p:nvPicPr>
          <p:cNvPr id="1319" name="Google Shape;1319;p86" title="AdobeStock_1569712230.jpg"/>
          <p:cNvPicPr preferRelativeResize="0"/>
          <p:nvPr/>
        </p:nvPicPr>
        <p:blipFill rotWithShape="1">
          <a:blip r:embed="rId2">
            <a:alphaModFix/>
          </a:blip>
          <a:srcRect b="3976" l="0" r="0" t="3976"/>
          <a:stretch/>
        </p:blipFill>
        <p:spPr>
          <a:xfrm>
            <a:off x="-60600" y="-8825"/>
            <a:ext cx="18348900" cy="10300200"/>
          </a:xfrm>
          <a:prstGeom prst="rect">
            <a:avLst/>
          </a:prstGeom>
          <a:noFill/>
          <a:ln>
            <a:noFill/>
          </a:ln>
        </p:spPr>
      </p:pic>
      <p:sp>
        <p:nvSpPr>
          <p:cNvPr id="1320" name="Google Shape;1320;p86"/>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321" name="Google Shape;1321;p86"/>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322" name="Google Shape;1322;p86"/>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323" name="Google Shape;1323;p86"/>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324" name="Google Shape;1324;p86"/>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325" name="Google Shape;1325;p86"/>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326" name="Google Shape;1326;p86"/>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327" name="Google Shape;1327;p86"/>
          <p:cNvGrpSpPr/>
          <p:nvPr/>
        </p:nvGrpSpPr>
        <p:grpSpPr>
          <a:xfrm>
            <a:off x="1481967" y="920173"/>
            <a:ext cx="3234372" cy="517428"/>
            <a:chOff x="238125" y="2252900"/>
            <a:chExt cx="7144625" cy="1210075"/>
          </a:xfrm>
        </p:grpSpPr>
        <p:sp>
          <p:nvSpPr>
            <p:cNvPr id="1328" name="Google Shape;1328;p8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29" name="Google Shape;1329;p8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0" name="Google Shape;1330;p8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1" name="Google Shape;1331;p8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2" name="Google Shape;1332;p8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3" name="Google Shape;1333;p8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4" name="Google Shape;1334;p8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5" name="Google Shape;1335;p8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36" name="Google Shape;1336;p8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337" name="Google Shape;1337;p86"/>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cxnSp>
        <p:nvCxnSpPr>
          <p:cNvPr id="1338" name="Google Shape;1338;p86"/>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339" name="Google Shape;1339;p86"/>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340" name="Google Shape;1340;p86"/>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I">
  <p:cSld name="CUSTOM_1_1_1_1_1_1_1_1">
    <p:spTree>
      <p:nvGrpSpPr>
        <p:cNvPr id="1341" name="Shape 1341"/>
        <p:cNvGrpSpPr/>
        <p:nvPr/>
      </p:nvGrpSpPr>
      <p:grpSpPr>
        <a:xfrm>
          <a:off x="0" y="0"/>
          <a:ext cx="0" cy="0"/>
          <a:chOff x="0" y="0"/>
          <a:chExt cx="0" cy="0"/>
        </a:xfrm>
      </p:grpSpPr>
      <p:pic>
        <p:nvPicPr>
          <p:cNvPr id="1342" name="Google Shape;1342;p87" title="AdobeStock_1730983027.jpg"/>
          <p:cNvPicPr preferRelativeResize="0"/>
          <p:nvPr/>
        </p:nvPicPr>
        <p:blipFill rotWithShape="1">
          <a:blip r:embed="rId2">
            <a:alphaModFix/>
          </a:blip>
          <a:srcRect b="6765" l="8068" r="14574" t="10433"/>
          <a:stretch/>
        </p:blipFill>
        <p:spPr>
          <a:xfrm>
            <a:off x="-60600" y="-8825"/>
            <a:ext cx="18348900" cy="10300200"/>
          </a:xfrm>
          <a:prstGeom prst="rect">
            <a:avLst/>
          </a:prstGeom>
          <a:noFill/>
          <a:ln>
            <a:noFill/>
          </a:ln>
        </p:spPr>
      </p:pic>
      <p:sp>
        <p:nvSpPr>
          <p:cNvPr id="1343" name="Google Shape;1343;p87"/>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344" name="Google Shape;1344;p87"/>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345" name="Google Shape;1345;p87"/>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346" name="Google Shape;1346;p87"/>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347" name="Google Shape;1347;p87"/>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348" name="Google Shape;1348;p87"/>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349" name="Google Shape;1349;p87"/>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350" name="Google Shape;1350;p87"/>
          <p:cNvGrpSpPr/>
          <p:nvPr/>
        </p:nvGrpSpPr>
        <p:grpSpPr>
          <a:xfrm>
            <a:off x="1481967" y="920173"/>
            <a:ext cx="3234372" cy="517428"/>
            <a:chOff x="238125" y="2252900"/>
            <a:chExt cx="7144625" cy="1210075"/>
          </a:xfrm>
        </p:grpSpPr>
        <p:sp>
          <p:nvSpPr>
            <p:cNvPr id="1351" name="Google Shape;1351;p8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2" name="Google Shape;1352;p8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3" name="Google Shape;1353;p8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4" name="Google Shape;1354;p8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5" name="Google Shape;1355;p8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6" name="Google Shape;1356;p8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7" name="Google Shape;1357;p8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8" name="Google Shape;1358;p8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59" name="Google Shape;1359;p8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360" name="Google Shape;1360;p87"/>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cxnSp>
        <p:nvCxnSpPr>
          <p:cNvPr id="1361" name="Google Shape;1361;p87"/>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362" name="Google Shape;1362;p87"/>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363" name="Google Shape;1363;p87"/>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 Photo J">
  <p:cSld name="CUSTOM_1_1_1_1_1_1_1_1_1">
    <p:spTree>
      <p:nvGrpSpPr>
        <p:cNvPr id="1364" name="Shape 1364"/>
        <p:cNvGrpSpPr/>
        <p:nvPr/>
      </p:nvGrpSpPr>
      <p:grpSpPr>
        <a:xfrm>
          <a:off x="0" y="0"/>
          <a:ext cx="0" cy="0"/>
          <a:chOff x="0" y="0"/>
          <a:chExt cx="0" cy="0"/>
        </a:xfrm>
      </p:grpSpPr>
      <p:pic>
        <p:nvPicPr>
          <p:cNvPr id="1365" name="Google Shape;1365;p88" title="AdobeStock_1456530788.jpg"/>
          <p:cNvPicPr preferRelativeResize="0"/>
          <p:nvPr/>
        </p:nvPicPr>
        <p:blipFill rotWithShape="1">
          <a:blip r:embed="rId2">
            <a:alphaModFix/>
          </a:blip>
          <a:srcRect b="4846" l="5385" r="11003" t="15447"/>
          <a:stretch/>
        </p:blipFill>
        <p:spPr>
          <a:xfrm>
            <a:off x="-60600" y="-8825"/>
            <a:ext cx="18348900" cy="10300200"/>
          </a:xfrm>
          <a:prstGeom prst="rect">
            <a:avLst/>
          </a:prstGeom>
          <a:noFill/>
          <a:ln>
            <a:noFill/>
          </a:ln>
        </p:spPr>
      </p:pic>
      <p:sp>
        <p:nvSpPr>
          <p:cNvPr id="1366" name="Google Shape;1366;p88"/>
          <p:cNvSpPr/>
          <p:nvPr/>
        </p:nvSpPr>
        <p:spPr>
          <a:xfrm>
            <a:off x="-60800" y="-22800"/>
            <a:ext cx="18348900" cy="10300200"/>
          </a:xfrm>
          <a:prstGeom prst="rect">
            <a:avLst/>
          </a:prstGeom>
          <a:solidFill>
            <a:srgbClr val="041326">
              <a:alpha val="1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sp>
        <p:nvSpPr>
          <p:cNvPr id="1367" name="Google Shape;1367;p88"/>
          <p:cNvSpPr/>
          <p:nvPr/>
        </p:nvSpPr>
        <p:spPr>
          <a:xfrm>
            <a:off x="755700" y="2215625"/>
            <a:ext cx="9137100" cy="7315800"/>
          </a:xfrm>
          <a:prstGeom prst="rect">
            <a:avLst/>
          </a:prstGeom>
          <a:solidFill>
            <a:srgbClr val="FFFFFF">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ibre Franklin"/>
              <a:ea typeface="Libre Franklin"/>
              <a:cs typeface="Libre Franklin"/>
              <a:sym typeface="Libre Franklin"/>
            </a:endParaRPr>
          </a:p>
        </p:txBody>
      </p:sp>
      <p:cxnSp>
        <p:nvCxnSpPr>
          <p:cNvPr id="1368" name="Google Shape;1368;p88"/>
          <p:cNvCxnSpPr/>
          <p:nvPr/>
        </p:nvCxnSpPr>
        <p:spPr>
          <a:xfrm>
            <a:off x="755700" y="2215625"/>
            <a:ext cx="9117000" cy="0"/>
          </a:xfrm>
          <a:prstGeom prst="straightConnector1">
            <a:avLst/>
          </a:prstGeom>
          <a:noFill/>
          <a:ln cap="flat" cmpd="sng" w="9525">
            <a:solidFill>
              <a:schemeClr val="lt1"/>
            </a:solidFill>
            <a:prstDash val="solid"/>
            <a:round/>
            <a:headEnd len="med" w="med" type="none"/>
            <a:tailEnd len="med" w="med" type="none"/>
          </a:ln>
        </p:spPr>
      </p:cxnSp>
      <p:cxnSp>
        <p:nvCxnSpPr>
          <p:cNvPr id="1369" name="Google Shape;1369;p88"/>
          <p:cNvCxnSpPr/>
          <p:nvPr/>
        </p:nvCxnSpPr>
        <p:spPr>
          <a:xfrm rot="10800000">
            <a:off x="9892900" y="-6600"/>
            <a:ext cx="0" cy="9537900"/>
          </a:xfrm>
          <a:prstGeom prst="straightConnector1">
            <a:avLst/>
          </a:prstGeom>
          <a:noFill/>
          <a:ln cap="flat" cmpd="sng" w="9525">
            <a:solidFill>
              <a:schemeClr val="lt1"/>
            </a:solidFill>
            <a:prstDash val="solid"/>
            <a:round/>
            <a:headEnd len="med" w="med" type="none"/>
            <a:tailEnd len="med" w="med" type="none"/>
          </a:ln>
        </p:spPr>
      </p:cxnSp>
      <p:sp>
        <p:nvSpPr>
          <p:cNvPr id="1370" name="Google Shape;1370;p88"/>
          <p:cNvSpPr/>
          <p:nvPr/>
        </p:nvSpPr>
        <p:spPr>
          <a:xfrm rot="-5400000">
            <a:off x="9664600" y="22165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371" name="Google Shape;1371;p88"/>
          <p:cNvCxnSpPr/>
          <p:nvPr/>
        </p:nvCxnSpPr>
        <p:spPr>
          <a:xfrm rot="10800000">
            <a:off x="755850" y="-6600"/>
            <a:ext cx="0" cy="9537900"/>
          </a:xfrm>
          <a:prstGeom prst="straightConnector1">
            <a:avLst/>
          </a:prstGeom>
          <a:noFill/>
          <a:ln cap="flat" cmpd="sng" w="9525">
            <a:solidFill>
              <a:schemeClr val="lt1"/>
            </a:solidFill>
            <a:prstDash val="solid"/>
            <a:round/>
            <a:headEnd len="med" w="med" type="none"/>
            <a:tailEnd len="med" w="med" type="none"/>
          </a:ln>
        </p:spPr>
      </p:cxnSp>
      <p:cxnSp>
        <p:nvCxnSpPr>
          <p:cNvPr id="1372" name="Google Shape;1372;p88"/>
          <p:cNvCxnSpPr/>
          <p:nvPr/>
        </p:nvCxnSpPr>
        <p:spPr>
          <a:xfrm rot="10800000">
            <a:off x="17530200" y="-6600"/>
            <a:ext cx="0" cy="9537900"/>
          </a:xfrm>
          <a:prstGeom prst="straightConnector1">
            <a:avLst/>
          </a:prstGeom>
          <a:noFill/>
          <a:ln cap="flat" cmpd="sng" w="9525">
            <a:solidFill>
              <a:schemeClr val="lt1"/>
            </a:solidFill>
            <a:prstDash val="solid"/>
            <a:round/>
            <a:headEnd len="med" w="med" type="none"/>
            <a:tailEnd len="med" w="med" type="none"/>
          </a:ln>
        </p:spPr>
      </p:cxnSp>
      <p:grpSp>
        <p:nvGrpSpPr>
          <p:cNvPr id="1373" name="Google Shape;1373;p88"/>
          <p:cNvGrpSpPr/>
          <p:nvPr/>
        </p:nvGrpSpPr>
        <p:grpSpPr>
          <a:xfrm>
            <a:off x="1481967" y="920173"/>
            <a:ext cx="3234372" cy="517428"/>
            <a:chOff x="238125" y="2252900"/>
            <a:chExt cx="7144625" cy="1210075"/>
          </a:xfrm>
        </p:grpSpPr>
        <p:sp>
          <p:nvSpPr>
            <p:cNvPr id="1374" name="Google Shape;1374;p8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75" name="Google Shape;1375;p8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76" name="Google Shape;1376;p8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77" name="Google Shape;1377;p8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78" name="Google Shape;1378;p8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79" name="Google Shape;1379;p8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80" name="Google Shape;1380;p8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81" name="Google Shape;1381;p8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1382" name="Google Shape;1382;p8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1383" name="Google Shape;1383;p88"/>
          <p:cNvSpPr txBox="1"/>
          <p:nvPr>
            <p:ph idx="1" type="body"/>
          </p:nvPr>
        </p:nvSpPr>
        <p:spPr>
          <a:xfrm>
            <a:off x="1373525" y="6684475"/>
            <a:ext cx="7761600" cy="1837800"/>
          </a:xfrm>
          <a:prstGeom prst="rect">
            <a:avLst/>
          </a:prstGeom>
          <a:noFill/>
        </p:spPr>
        <p:txBody>
          <a:bodyPr anchorCtr="0" anchor="t" bIns="0" lIns="0" spcFirstLastPara="1" rIns="0" wrap="square" tIns="0">
            <a:spAutoFit/>
          </a:bodyPr>
          <a:lstStyle>
            <a:lvl1pPr indent="-381000" lvl="0" marL="457200">
              <a:lnSpc>
                <a:spcPct val="115000"/>
              </a:lnSpc>
              <a:spcBef>
                <a:spcPts val="0"/>
              </a:spcBef>
              <a:spcAft>
                <a:spcPts val="0"/>
              </a:spcAft>
              <a:buSzPts val="2400"/>
              <a:buChar char="●"/>
              <a:defRPr/>
            </a:lvl1pPr>
            <a:lvl2pPr indent="-381000" lvl="1" marL="914400">
              <a:lnSpc>
                <a:spcPct val="115000"/>
              </a:lnSpc>
              <a:spcBef>
                <a:spcPts val="0"/>
              </a:spcBef>
              <a:spcAft>
                <a:spcPts val="0"/>
              </a:spcAft>
              <a:buSzPts val="2400"/>
              <a:buChar char="○"/>
              <a:defRPr/>
            </a:lvl2pPr>
            <a:lvl3pPr indent="-381000" lvl="2" marL="1371600">
              <a:lnSpc>
                <a:spcPct val="115000"/>
              </a:lnSpc>
              <a:spcBef>
                <a:spcPts val="0"/>
              </a:spcBef>
              <a:spcAft>
                <a:spcPts val="0"/>
              </a:spcAft>
              <a:buSzPts val="2400"/>
              <a:buChar char="■"/>
              <a:defRPr/>
            </a:lvl3pPr>
            <a:lvl4pPr indent="-381000" lvl="3" marL="1828800">
              <a:lnSpc>
                <a:spcPct val="115000"/>
              </a:lnSpc>
              <a:spcBef>
                <a:spcPts val="0"/>
              </a:spcBef>
              <a:spcAft>
                <a:spcPts val="0"/>
              </a:spcAft>
              <a:buSzPts val="2400"/>
              <a:buChar char="●"/>
              <a:defRPr/>
            </a:lvl4pPr>
            <a:lvl5pPr indent="-381000" lvl="4" marL="2286000">
              <a:lnSpc>
                <a:spcPct val="115000"/>
              </a:lnSpc>
              <a:spcBef>
                <a:spcPts val="0"/>
              </a:spcBef>
              <a:spcAft>
                <a:spcPts val="0"/>
              </a:spcAft>
              <a:buSzPts val="2400"/>
              <a:buChar char="○"/>
              <a:defRPr/>
            </a:lvl5pPr>
            <a:lvl6pPr indent="-381000" lvl="5" marL="2743200">
              <a:lnSpc>
                <a:spcPct val="115000"/>
              </a:lnSpc>
              <a:spcBef>
                <a:spcPts val="0"/>
              </a:spcBef>
              <a:spcAft>
                <a:spcPts val="0"/>
              </a:spcAft>
              <a:buSzPts val="2400"/>
              <a:buChar char="■"/>
              <a:defRPr/>
            </a:lvl6pPr>
            <a:lvl7pPr indent="-381000" lvl="6" marL="3200400">
              <a:lnSpc>
                <a:spcPct val="115000"/>
              </a:lnSpc>
              <a:spcBef>
                <a:spcPts val="0"/>
              </a:spcBef>
              <a:spcAft>
                <a:spcPts val="0"/>
              </a:spcAft>
              <a:buSzPts val="2400"/>
              <a:buChar char="●"/>
              <a:defRPr/>
            </a:lvl7pPr>
            <a:lvl8pPr indent="-381000" lvl="7" marL="3657600">
              <a:lnSpc>
                <a:spcPct val="115000"/>
              </a:lnSpc>
              <a:spcBef>
                <a:spcPts val="0"/>
              </a:spcBef>
              <a:spcAft>
                <a:spcPts val="0"/>
              </a:spcAft>
              <a:buSzPts val="2400"/>
              <a:buChar char="○"/>
              <a:defRPr/>
            </a:lvl8pPr>
            <a:lvl9pPr indent="-381000" lvl="8" marL="4114800">
              <a:lnSpc>
                <a:spcPct val="115000"/>
              </a:lnSpc>
              <a:spcBef>
                <a:spcPts val="0"/>
              </a:spcBef>
              <a:spcAft>
                <a:spcPts val="0"/>
              </a:spcAft>
              <a:buSzPts val="2400"/>
              <a:buChar char="■"/>
              <a:defRPr/>
            </a:lvl9pPr>
          </a:lstStyle>
          <a:p/>
        </p:txBody>
      </p:sp>
      <p:cxnSp>
        <p:nvCxnSpPr>
          <p:cNvPr id="1384" name="Google Shape;1384;p88"/>
          <p:cNvCxnSpPr/>
          <p:nvPr/>
        </p:nvCxnSpPr>
        <p:spPr>
          <a:xfrm>
            <a:off x="-56500" y="9531300"/>
            <a:ext cx="18344700" cy="0"/>
          </a:xfrm>
          <a:prstGeom prst="straightConnector1">
            <a:avLst/>
          </a:prstGeom>
          <a:noFill/>
          <a:ln cap="flat" cmpd="sng" w="9525">
            <a:solidFill>
              <a:schemeClr val="lt1"/>
            </a:solidFill>
            <a:prstDash val="solid"/>
            <a:round/>
            <a:headEnd len="med" w="med" type="none"/>
            <a:tailEnd len="med" w="med" type="none"/>
          </a:ln>
        </p:spPr>
      </p:cxnSp>
      <p:sp>
        <p:nvSpPr>
          <p:cNvPr id="1385" name="Google Shape;1385;p88"/>
          <p:cNvSpPr txBox="1"/>
          <p:nvPr>
            <p:ph idx="2" type="body"/>
          </p:nvPr>
        </p:nvSpPr>
        <p:spPr>
          <a:xfrm>
            <a:off x="1495918" y="3356965"/>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49250" lvl="1" marL="914400">
              <a:lnSpc>
                <a:spcPct val="115000"/>
              </a:lnSpc>
              <a:spcBef>
                <a:spcPts val="0"/>
              </a:spcBef>
              <a:spcAft>
                <a:spcPts val="0"/>
              </a:spcAft>
              <a:buSzPts val="1900"/>
              <a:buChar char="○"/>
              <a:defRPr sz="1900"/>
            </a:lvl2pPr>
            <a:lvl3pPr indent="-349250" lvl="2" marL="1371600">
              <a:lnSpc>
                <a:spcPct val="115000"/>
              </a:lnSpc>
              <a:spcBef>
                <a:spcPts val="0"/>
              </a:spcBef>
              <a:spcAft>
                <a:spcPts val="0"/>
              </a:spcAft>
              <a:buSzPts val="1900"/>
              <a:buChar char="■"/>
              <a:defRPr sz="1900"/>
            </a:lvl3pPr>
            <a:lvl4pPr indent="-349250" lvl="3" marL="1828800">
              <a:lnSpc>
                <a:spcPct val="115000"/>
              </a:lnSpc>
              <a:spcBef>
                <a:spcPts val="0"/>
              </a:spcBef>
              <a:spcAft>
                <a:spcPts val="0"/>
              </a:spcAft>
              <a:buSzPts val="1900"/>
              <a:buChar char="●"/>
              <a:defRPr sz="1900"/>
            </a:lvl4pPr>
            <a:lvl5pPr indent="-349250" lvl="4" marL="2286000">
              <a:lnSpc>
                <a:spcPct val="115000"/>
              </a:lnSpc>
              <a:spcBef>
                <a:spcPts val="0"/>
              </a:spcBef>
              <a:spcAft>
                <a:spcPts val="0"/>
              </a:spcAft>
              <a:buSzPts val="1900"/>
              <a:buChar char="○"/>
              <a:defRPr sz="1900"/>
            </a:lvl5pPr>
            <a:lvl6pPr indent="-349250" lvl="5" marL="2743200">
              <a:lnSpc>
                <a:spcPct val="115000"/>
              </a:lnSpc>
              <a:spcBef>
                <a:spcPts val="0"/>
              </a:spcBef>
              <a:spcAft>
                <a:spcPts val="0"/>
              </a:spcAft>
              <a:buSzPts val="1900"/>
              <a:buChar char="■"/>
              <a:defRPr sz="1900"/>
            </a:lvl6pPr>
            <a:lvl7pPr indent="-349250" lvl="6" marL="3200400">
              <a:lnSpc>
                <a:spcPct val="115000"/>
              </a:lnSpc>
              <a:spcBef>
                <a:spcPts val="0"/>
              </a:spcBef>
              <a:spcAft>
                <a:spcPts val="0"/>
              </a:spcAft>
              <a:buSzPts val="1900"/>
              <a:buChar char="●"/>
              <a:defRPr sz="1900"/>
            </a:lvl7pPr>
            <a:lvl8pPr indent="-349250" lvl="7" marL="3657600">
              <a:lnSpc>
                <a:spcPct val="115000"/>
              </a:lnSpc>
              <a:spcBef>
                <a:spcPts val="0"/>
              </a:spcBef>
              <a:spcAft>
                <a:spcPts val="0"/>
              </a:spcAft>
              <a:buSzPts val="1900"/>
              <a:buChar char="○"/>
              <a:defRPr sz="1900"/>
            </a:lvl8pPr>
            <a:lvl9pPr indent="-349250" lvl="8" marL="4114800">
              <a:lnSpc>
                <a:spcPct val="115000"/>
              </a:lnSpc>
              <a:spcBef>
                <a:spcPts val="0"/>
              </a:spcBef>
              <a:spcAft>
                <a:spcPts val="0"/>
              </a:spcAft>
              <a:buSzPts val="1900"/>
              <a:buChar char="■"/>
              <a:defRPr sz="1900"/>
            </a:lvl9pPr>
          </a:lstStyle>
          <a:p/>
        </p:txBody>
      </p:sp>
      <p:sp>
        <p:nvSpPr>
          <p:cNvPr id="1386" name="Google Shape;1386;p88"/>
          <p:cNvSpPr txBox="1"/>
          <p:nvPr>
            <p:ph type="title"/>
          </p:nvPr>
        </p:nvSpPr>
        <p:spPr>
          <a:xfrm>
            <a:off x="1459975" y="4120550"/>
            <a:ext cx="7761600" cy="2723100"/>
          </a:xfrm>
          <a:prstGeom prst="rect">
            <a:avLst/>
          </a:prstGeom>
        </p:spPr>
        <p:txBody>
          <a:bodyPr anchorCtr="0" anchor="t" bIns="0" lIns="0" spcFirstLastPara="1" rIns="0" wrap="square" tIns="0">
            <a:spAutoFit/>
          </a:bodyPr>
          <a:lstStyle>
            <a:lvl1pPr lvl="0">
              <a:spcBef>
                <a:spcPts val="0"/>
              </a:spcBef>
              <a:spcAft>
                <a:spcPts val="0"/>
              </a:spcAft>
              <a:buSzPts val="6000"/>
              <a:buNone/>
              <a:defRPr b="0"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Title Numbered A">
  <p:cSld name="CUSTOM_2">
    <p:bg>
      <p:bgPr>
        <a:solidFill>
          <a:schemeClr val="dk1"/>
        </a:solidFill>
      </p:bgPr>
    </p:bg>
    <p:spTree>
      <p:nvGrpSpPr>
        <p:cNvPr id="1387" name="Shape 1387"/>
        <p:cNvGrpSpPr/>
        <p:nvPr/>
      </p:nvGrpSpPr>
      <p:grpSpPr>
        <a:xfrm>
          <a:off x="0" y="0"/>
          <a:ext cx="0" cy="0"/>
          <a:chOff x="0" y="0"/>
          <a:chExt cx="0" cy="0"/>
        </a:xfrm>
      </p:grpSpPr>
      <p:sp>
        <p:nvSpPr>
          <p:cNvPr id="1388" name="Google Shape;1388;p89"/>
          <p:cNvSpPr txBox="1"/>
          <p:nvPr>
            <p:ph type="title"/>
          </p:nvPr>
        </p:nvSpPr>
        <p:spPr>
          <a:xfrm>
            <a:off x="733800" y="731400"/>
            <a:ext cx="16930800" cy="787200"/>
          </a:xfrm>
          <a:prstGeom prst="rect">
            <a:avLst/>
          </a:prstGeom>
        </p:spPr>
        <p:txBody>
          <a:bodyPr anchorCtr="0" anchor="t" bIns="0" lIns="0" spcFirstLastPara="1" rIns="0" wrap="square" tIns="0">
            <a:spAutoFit/>
          </a:bodyPr>
          <a:lstStyle>
            <a:lvl1pPr lvl="0">
              <a:spcBef>
                <a:spcPts val="0"/>
              </a:spcBef>
              <a:spcAft>
                <a:spcPts val="0"/>
              </a:spcAft>
              <a:buSzPts val="4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cxnSp>
        <p:nvCxnSpPr>
          <p:cNvPr id="1389" name="Google Shape;1389;p89"/>
          <p:cNvCxnSpPr/>
          <p:nvPr/>
        </p:nvCxnSpPr>
        <p:spPr>
          <a:xfrm>
            <a:off x="-117775" y="2215625"/>
            <a:ext cx="17661000" cy="0"/>
          </a:xfrm>
          <a:prstGeom prst="straightConnector1">
            <a:avLst/>
          </a:prstGeom>
          <a:noFill/>
          <a:ln cap="flat" cmpd="sng" w="9525">
            <a:solidFill>
              <a:srgbClr val="6B7786"/>
            </a:solidFill>
            <a:prstDash val="solid"/>
            <a:round/>
            <a:headEnd len="med" w="med" type="none"/>
            <a:tailEnd len="med" w="med" type="none"/>
          </a:ln>
        </p:spPr>
      </p:cxnSp>
      <p:cxnSp>
        <p:nvCxnSpPr>
          <p:cNvPr id="1390" name="Google Shape;1390;p89"/>
          <p:cNvCxnSpPr/>
          <p:nvPr/>
        </p:nvCxnSpPr>
        <p:spPr>
          <a:xfrm>
            <a:off x="755700" y="6671700"/>
            <a:ext cx="16783200" cy="0"/>
          </a:xfrm>
          <a:prstGeom prst="straightConnector1">
            <a:avLst/>
          </a:prstGeom>
          <a:noFill/>
          <a:ln cap="flat" cmpd="sng" w="9525">
            <a:solidFill>
              <a:srgbClr val="6B7786"/>
            </a:solidFill>
            <a:prstDash val="solid"/>
            <a:round/>
            <a:headEnd len="med" w="med" type="none"/>
            <a:tailEnd len="med" w="med" type="none"/>
          </a:ln>
        </p:spPr>
      </p:cxnSp>
      <p:cxnSp>
        <p:nvCxnSpPr>
          <p:cNvPr id="1391" name="Google Shape;1391;p89"/>
          <p:cNvCxnSpPr/>
          <p:nvPr/>
        </p:nvCxnSpPr>
        <p:spPr>
          <a:xfrm rot="10800000">
            <a:off x="755850" y="-6600"/>
            <a:ext cx="0" cy="10300200"/>
          </a:xfrm>
          <a:prstGeom prst="straightConnector1">
            <a:avLst/>
          </a:prstGeom>
          <a:noFill/>
          <a:ln cap="flat" cmpd="sng" w="9525">
            <a:solidFill>
              <a:srgbClr val="6B7786"/>
            </a:solidFill>
            <a:prstDash val="solid"/>
            <a:round/>
            <a:headEnd len="med" w="med" type="none"/>
            <a:tailEnd len="med" w="med" type="none"/>
          </a:ln>
        </p:spPr>
      </p:cxnSp>
      <p:cxnSp>
        <p:nvCxnSpPr>
          <p:cNvPr id="1392" name="Google Shape;1392;p89"/>
          <p:cNvCxnSpPr/>
          <p:nvPr/>
        </p:nvCxnSpPr>
        <p:spPr>
          <a:xfrm rot="10800000">
            <a:off x="17530200" y="-6600"/>
            <a:ext cx="0" cy="10300200"/>
          </a:xfrm>
          <a:prstGeom prst="straightConnector1">
            <a:avLst/>
          </a:prstGeom>
          <a:noFill/>
          <a:ln cap="flat" cmpd="sng" w="9525">
            <a:solidFill>
              <a:srgbClr val="6B7786"/>
            </a:solidFill>
            <a:prstDash val="solid"/>
            <a:round/>
            <a:headEnd len="med" w="med" type="none"/>
            <a:tailEnd len="med" w="med" type="none"/>
          </a:ln>
        </p:spPr>
      </p:cxnSp>
      <p:sp>
        <p:nvSpPr>
          <p:cNvPr id="1393" name="Google Shape;1393;p89"/>
          <p:cNvSpPr txBox="1"/>
          <p:nvPr>
            <p:ph idx="1" type="body"/>
          </p:nvPr>
        </p:nvSpPr>
        <p:spPr>
          <a:xfrm>
            <a:off x="5305800" y="3416541"/>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394" name="Google Shape;1394;p89"/>
          <p:cNvSpPr txBox="1"/>
          <p:nvPr>
            <p:ph idx="2" type="title"/>
          </p:nvPr>
        </p:nvSpPr>
        <p:spPr>
          <a:xfrm>
            <a:off x="5305800" y="4180125"/>
            <a:ext cx="11566200" cy="2023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95" name="Google Shape;1395;p89"/>
          <p:cNvSpPr txBox="1"/>
          <p:nvPr>
            <p:ph idx="3" type="body"/>
          </p:nvPr>
        </p:nvSpPr>
        <p:spPr>
          <a:xfrm>
            <a:off x="1525925" y="7529405"/>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
        <p:nvSpPr>
          <p:cNvPr id="1396" name="Google Shape;1396;p89"/>
          <p:cNvSpPr txBox="1"/>
          <p:nvPr>
            <p:ph idx="4" type="body"/>
          </p:nvPr>
        </p:nvSpPr>
        <p:spPr>
          <a:xfrm>
            <a:off x="1333708" y="3160583"/>
            <a:ext cx="2449200" cy="3422400"/>
          </a:xfrm>
          <a:prstGeom prst="rect">
            <a:avLst/>
          </a:prstGeom>
        </p:spPr>
        <p:txBody>
          <a:bodyPr anchorCtr="0" anchor="t" bIns="0" lIns="0" spcFirstLastPara="1" rIns="0" wrap="square" tIns="0">
            <a:spAutoFit/>
          </a:bodyPr>
          <a:lstStyle>
            <a:lvl1pPr indent="-1181100" lvl="0" marL="457200">
              <a:spcBef>
                <a:spcPts val="0"/>
              </a:spcBef>
              <a:spcAft>
                <a:spcPts val="0"/>
              </a:spcAft>
              <a:buClr>
                <a:schemeClr val="dk2"/>
              </a:buClr>
              <a:buSzPts val="15000"/>
              <a:buChar char="●"/>
              <a:defRPr sz="15000">
                <a:solidFill>
                  <a:schemeClr val="dk2"/>
                </a:solidFill>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cxnSp>
        <p:nvCxnSpPr>
          <p:cNvPr id="1397" name="Google Shape;1397;p89"/>
          <p:cNvCxnSpPr/>
          <p:nvPr/>
        </p:nvCxnSpPr>
        <p:spPr>
          <a:xfrm rot="10800000">
            <a:off x="4588275" y="2218950"/>
            <a:ext cx="0" cy="4457700"/>
          </a:xfrm>
          <a:prstGeom prst="straightConnector1">
            <a:avLst/>
          </a:prstGeom>
          <a:noFill/>
          <a:ln cap="flat" cmpd="sng" w="9525">
            <a:solidFill>
              <a:srgbClr val="6B7786"/>
            </a:solidFill>
            <a:prstDash val="solid"/>
            <a:round/>
            <a:headEnd len="med" w="med" type="none"/>
            <a:tailEnd len="med" w="med" type="none"/>
          </a:ln>
        </p:spPr>
      </p:cxnSp>
      <p:sp>
        <p:nvSpPr>
          <p:cNvPr id="1398" name="Google Shape;1398;p89"/>
          <p:cNvSpPr/>
          <p:nvPr/>
        </p:nvSpPr>
        <p:spPr>
          <a:xfrm>
            <a:off x="526650" y="19882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2"/>
          </a:solid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Title Numbered B">
  <p:cSld name="CUSTOM_2_1">
    <p:bg>
      <p:bgPr>
        <a:solidFill>
          <a:schemeClr val="dk2"/>
        </a:solidFill>
      </p:bgPr>
    </p:bg>
    <p:spTree>
      <p:nvGrpSpPr>
        <p:cNvPr id="1399" name="Shape 1399"/>
        <p:cNvGrpSpPr/>
        <p:nvPr/>
      </p:nvGrpSpPr>
      <p:grpSpPr>
        <a:xfrm>
          <a:off x="0" y="0"/>
          <a:ext cx="0" cy="0"/>
          <a:chOff x="0" y="0"/>
          <a:chExt cx="0" cy="0"/>
        </a:xfrm>
      </p:grpSpPr>
      <p:cxnSp>
        <p:nvCxnSpPr>
          <p:cNvPr id="1400" name="Google Shape;1400;p90"/>
          <p:cNvCxnSpPr/>
          <p:nvPr/>
        </p:nvCxnSpPr>
        <p:spPr>
          <a:xfrm>
            <a:off x="5125" y="2215625"/>
            <a:ext cx="17538000" cy="0"/>
          </a:xfrm>
          <a:prstGeom prst="straightConnector1">
            <a:avLst/>
          </a:prstGeom>
          <a:noFill/>
          <a:ln cap="flat" cmpd="sng" w="9525">
            <a:solidFill>
              <a:schemeClr val="lt1"/>
            </a:solidFill>
            <a:prstDash val="solid"/>
            <a:round/>
            <a:headEnd len="med" w="med" type="none"/>
            <a:tailEnd len="med" w="med" type="none"/>
          </a:ln>
        </p:spPr>
      </p:cxnSp>
      <p:cxnSp>
        <p:nvCxnSpPr>
          <p:cNvPr id="1401" name="Google Shape;1401;p90"/>
          <p:cNvCxnSpPr/>
          <p:nvPr/>
        </p:nvCxnSpPr>
        <p:spPr>
          <a:xfrm>
            <a:off x="755700" y="6671700"/>
            <a:ext cx="16783200" cy="0"/>
          </a:xfrm>
          <a:prstGeom prst="straightConnector1">
            <a:avLst/>
          </a:prstGeom>
          <a:noFill/>
          <a:ln cap="flat" cmpd="sng" w="9525">
            <a:solidFill>
              <a:schemeClr val="lt1"/>
            </a:solidFill>
            <a:prstDash val="solid"/>
            <a:round/>
            <a:headEnd len="med" w="med" type="none"/>
            <a:tailEnd len="med" w="med" type="none"/>
          </a:ln>
        </p:spPr>
      </p:cxnSp>
      <p:cxnSp>
        <p:nvCxnSpPr>
          <p:cNvPr id="1402" name="Google Shape;1402;p90"/>
          <p:cNvCxnSpPr/>
          <p:nvPr/>
        </p:nvCxnSpPr>
        <p:spPr>
          <a:xfrm rot="10800000">
            <a:off x="755850" y="-6600"/>
            <a:ext cx="0" cy="10300200"/>
          </a:xfrm>
          <a:prstGeom prst="straightConnector1">
            <a:avLst/>
          </a:prstGeom>
          <a:noFill/>
          <a:ln cap="flat" cmpd="sng" w="9525">
            <a:solidFill>
              <a:schemeClr val="lt1"/>
            </a:solidFill>
            <a:prstDash val="solid"/>
            <a:round/>
            <a:headEnd len="med" w="med" type="none"/>
            <a:tailEnd len="med" w="med" type="none"/>
          </a:ln>
        </p:spPr>
      </p:cxnSp>
      <p:cxnSp>
        <p:nvCxnSpPr>
          <p:cNvPr id="1403" name="Google Shape;1403;p90"/>
          <p:cNvCxnSpPr/>
          <p:nvPr/>
        </p:nvCxnSpPr>
        <p:spPr>
          <a:xfrm rot="10800000">
            <a:off x="17530200" y="-6600"/>
            <a:ext cx="0" cy="10300200"/>
          </a:xfrm>
          <a:prstGeom prst="straightConnector1">
            <a:avLst/>
          </a:prstGeom>
          <a:noFill/>
          <a:ln cap="flat" cmpd="sng" w="9525">
            <a:solidFill>
              <a:schemeClr val="lt1"/>
            </a:solidFill>
            <a:prstDash val="solid"/>
            <a:round/>
            <a:headEnd len="med" w="med" type="none"/>
            <a:tailEnd len="med" w="med" type="none"/>
          </a:ln>
        </p:spPr>
      </p:cxnSp>
      <p:sp>
        <p:nvSpPr>
          <p:cNvPr id="1404" name="Google Shape;1404;p90"/>
          <p:cNvSpPr txBox="1"/>
          <p:nvPr>
            <p:ph idx="1" type="body"/>
          </p:nvPr>
        </p:nvSpPr>
        <p:spPr>
          <a:xfrm>
            <a:off x="5305800" y="3416541"/>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405" name="Google Shape;1405;p90"/>
          <p:cNvSpPr txBox="1"/>
          <p:nvPr>
            <p:ph type="title"/>
          </p:nvPr>
        </p:nvSpPr>
        <p:spPr>
          <a:xfrm>
            <a:off x="5305800" y="4180125"/>
            <a:ext cx="11566200" cy="2023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06" name="Google Shape;1406;p90"/>
          <p:cNvSpPr txBox="1"/>
          <p:nvPr>
            <p:ph idx="2" type="body"/>
          </p:nvPr>
        </p:nvSpPr>
        <p:spPr>
          <a:xfrm>
            <a:off x="1525925" y="7529405"/>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
        <p:nvSpPr>
          <p:cNvPr id="1407" name="Google Shape;1407;p90"/>
          <p:cNvSpPr txBox="1"/>
          <p:nvPr>
            <p:ph idx="3" type="body"/>
          </p:nvPr>
        </p:nvSpPr>
        <p:spPr>
          <a:xfrm>
            <a:off x="1333708" y="3160583"/>
            <a:ext cx="2449200" cy="3422400"/>
          </a:xfrm>
          <a:prstGeom prst="rect">
            <a:avLst/>
          </a:prstGeom>
        </p:spPr>
        <p:txBody>
          <a:bodyPr anchorCtr="0" anchor="t" bIns="0" lIns="0" spcFirstLastPara="1" rIns="0" wrap="square" tIns="0">
            <a:spAutoFit/>
          </a:bodyPr>
          <a:lstStyle>
            <a:lvl1pPr indent="-1181100" lvl="0" marL="457200">
              <a:spcBef>
                <a:spcPts val="0"/>
              </a:spcBef>
              <a:spcAft>
                <a:spcPts val="0"/>
              </a:spcAft>
              <a:buClr>
                <a:schemeClr val="lt1"/>
              </a:buClr>
              <a:buSzPts val="15000"/>
              <a:buChar char="●"/>
              <a:defRPr sz="15000">
                <a:solidFill>
                  <a:schemeClr val="lt1"/>
                </a:solidFill>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cxnSp>
        <p:nvCxnSpPr>
          <p:cNvPr id="1408" name="Google Shape;1408;p90"/>
          <p:cNvCxnSpPr/>
          <p:nvPr/>
        </p:nvCxnSpPr>
        <p:spPr>
          <a:xfrm rot="10800000">
            <a:off x="4588275" y="2218950"/>
            <a:ext cx="0" cy="4457700"/>
          </a:xfrm>
          <a:prstGeom prst="straightConnector1">
            <a:avLst/>
          </a:prstGeom>
          <a:noFill/>
          <a:ln cap="flat" cmpd="sng" w="9525">
            <a:solidFill>
              <a:schemeClr val="lt1"/>
            </a:solidFill>
            <a:prstDash val="solid"/>
            <a:round/>
            <a:headEnd len="med" w="med" type="none"/>
            <a:tailEnd len="med" w="med" type="none"/>
          </a:ln>
        </p:spPr>
      </p:cxnSp>
      <p:sp>
        <p:nvSpPr>
          <p:cNvPr id="1409" name="Google Shape;1409;p90"/>
          <p:cNvSpPr/>
          <p:nvPr/>
        </p:nvSpPr>
        <p:spPr>
          <a:xfrm>
            <a:off x="526650" y="19882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Title Standard A">
  <p:cSld name="CUSTOM_3">
    <p:bg>
      <p:bgPr>
        <a:solidFill>
          <a:schemeClr val="dk1"/>
        </a:solidFill>
      </p:bgPr>
    </p:bg>
    <p:spTree>
      <p:nvGrpSpPr>
        <p:cNvPr id="1410" name="Shape 1410"/>
        <p:cNvGrpSpPr/>
        <p:nvPr/>
      </p:nvGrpSpPr>
      <p:grpSpPr>
        <a:xfrm>
          <a:off x="0" y="0"/>
          <a:ext cx="0" cy="0"/>
          <a:chOff x="0" y="0"/>
          <a:chExt cx="0" cy="0"/>
        </a:xfrm>
      </p:grpSpPr>
      <p:cxnSp>
        <p:nvCxnSpPr>
          <p:cNvPr id="1411" name="Google Shape;1411;p91"/>
          <p:cNvCxnSpPr/>
          <p:nvPr/>
        </p:nvCxnSpPr>
        <p:spPr>
          <a:xfrm>
            <a:off x="-10250" y="2215625"/>
            <a:ext cx="17553300" cy="0"/>
          </a:xfrm>
          <a:prstGeom prst="straightConnector1">
            <a:avLst/>
          </a:prstGeom>
          <a:noFill/>
          <a:ln cap="flat" cmpd="sng" w="9525">
            <a:solidFill>
              <a:srgbClr val="6B7786"/>
            </a:solidFill>
            <a:prstDash val="solid"/>
            <a:round/>
            <a:headEnd len="med" w="med" type="none"/>
            <a:tailEnd len="med" w="med" type="none"/>
          </a:ln>
        </p:spPr>
      </p:cxnSp>
      <p:cxnSp>
        <p:nvCxnSpPr>
          <p:cNvPr id="1412" name="Google Shape;1412;p91"/>
          <p:cNvCxnSpPr/>
          <p:nvPr/>
        </p:nvCxnSpPr>
        <p:spPr>
          <a:xfrm>
            <a:off x="755700" y="6671700"/>
            <a:ext cx="16783200" cy="0"/>
          </a:xfrm>
          <a:prstGeom prst="straightConnector1">
            <a:avLst/>
          </a:prstGeom>
          <a:noFill/>
          <a:ln cap="flat" cmpd="sng" w="9525">
            <a:solidFill>
              <a:srgbClr val="6B7786"/>
            </a:solidFill>
            <a:prstDash val="solid"/>
            <a:round/>
            <a:headEnd len="med" w="med" type="none"/>
            <a:tailEnd len="med" w="med" type="none"/>
          </a:ln>
        </p:spPr>
      </p:cxnSp>
      <p:cxnSp>
        <p:nvCxnSpPr>
          <p:cNvPr id="1413" name="Google Shape;1413;p91"/>
          <p:cNvCxnSpPr/>
          <p:nvPr/>
        </p:nvCxnSpPr>
        <p:spPr>
          <a:xfrm rot="10800000">
            <a:off x="755850" y="-6600"/>
            <a:ext cx="0" cy="10300200"/>
          </a:xfrm>
          <a:prstGeom prst="straightConnector1">
            <a:avLst/>
          </a:prstGeom>
          <a:noFill/>
          <a:ln cap="flat" cmpd="sng" w="9525">
            <a:solidFill>
              <a:srgbClr val="6B7786"/>
            </a:solidFill>
            <a:prstDash val="solid"/>
            <a:round/>
            <a:headEnd len="med" w="med" type="none"/>
            <a:tailEnd len="med" w="med" type="none"/>
          </a:ln>
        </p:spPr>
      </p:cxnSp>
      <p:cxnSp>
        <p:nvCxnSpPr>
          <p:cNvPr id="1414" name="Google Shape;1414;p91"/>
          <p:cNvCxnSpPr/>
          <p:nvPr/>
        </p:nvCxnSpPr>
        <p:spPr>
          <a:xfrm rot="10800000">
            <a:off x="17530200" y="-6600"/>
            <a:ext cx="0" cy="10300200"/>
          </a:xfrm>
          <a:prstGeom prst="straightConnector1">
            <a:avLst/>
          </a:prstGeom>
          <a:noFill/>
          <a:ln cap="flat" cmpd="sng" w="9525">
            <a:solidFill>
              <a:srgbClr val="6B7786"/>
            </a:solidFill>
            <a:prstDash val="solid"/>
            <a:round/>
            <a:headEnd len="med" w="med" type="none"/>
            <a:tailEnd len="med" w="med" type="none"/>
          </a:ln>
        </p:spPr>
      </p:cxnSp>
      <p:sp>
        <p:nvSpPr>
          <p:cNvPr id="1415" name="Google Shape;1415;p91"/>
          <p:cNvSpPr txBox="1"/>
          <p:nvPr>
            <p:ph idx="1" type="body"/>
          </p:nvPr>
        </p:nvSpPr>
        <p:spPr>
          <a:xfrm>
            <a:off x="1525925" y="3035541"/>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416" name="Google Shape;1416;p91"/>
          <p:cNvSpPr txBox="1"/>
          <p:nvPr>
            <p:ph type="title"/>
          </p:nvPr>
        </p:nvSpPr>
        <p:spPr>
          <a:xfrm>
            <a:off x="1525925" y="3799125"/>
            <a:ext cx="11566200" cy="2023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17" name="Google Shape;1417;p91"/>
          <p:cNvSpPr txBox="1"/>
          <p:nvPr>
            <p:ph idx="2" type="body"/>
          </p:nvPr>
        </p:nvSpPr>
        <p:spPr>
          <a:xfrm>
            <a:off x="1525925" y="7529405"/>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
        <p:nvSpPr>
          <p:cNvPr id="1418" name="Google Shape;1418;p91"/>
          <p:cNvSpPr/>
          <p:nvPr/>
        </p:nvSpPr>
        <p:spPr>
          <a:xfrm>
            <a:off x="526650" y="19882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dk2"/>
          </a:solid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 Title Standard B">
  <p:cSld name="CUSTOM_3_1">
    <p:bg>
      <p:bgPr>
        <a:solidFill>
          <a:schemeClr val="dk2"/>
        </a:solidFill>
      </p:bgPr>
    </p:bg>
    <p:spTree>
      <p:nvGrpSpPr>
        <p:cNvPr id="1419" name="Shape 1419"/>
        <p:cNvGrpSpPr/>
        <p:nvPr/>
      </p:nvGrpSpPr>
      <p:grpSpPr>
        <a:xfrm>
          <a:off x="0" y="0"/>
          <a:ext cx="0" cy="0"/>
          <a:chOff x="0" y="0"/>
          <a:chExt cx="0" cy="0"/>
        </a:xfrm>
      </p:grpSpPr>
      <p:cxnSp>
        <p:nvCxnSpPr>
          <p:cNvPr id="1420" name="Google Shape;1420;p92"/>
          <p:cNvCxnSpPr/>
          <p:nvPr/>
        </p:nvCxnSpPr>
        <p:spPr>
          <a:xfrm>
            <a:off x="-10250" y="2215625"/>
            <a:ext cx="17553300" cy="0"/>
          </a:xfrm>
          <a:prstGeom prst="straightConnector1">
            <a:avLst/>
          </a:prstGeom>
          <a:noFill/>
          <a:ln cap="flat" cmpd="sng" w="9525">
            <a:solidFill>
              <a:schemeClr val="lt1"/>
            </a:solidFill>
            <a:prstDash val="solid"/>
            <a:round/>
            <a:headEnd len="med" w="med" type="none"/>
            <a:tailEnd len="med" w="med" type="none"/>
          </a:ln>
        </p:spPr>
      </p:cxnSp>
      <p:sp>
        <p:nvSpPr>
          <p:cNvPr id="1421" name="Google Shape;1421;p92"/>
          <p:cNvSpPr/>
          <p:nvPr/>
        </p:nvSpPr>
        <p:spPr>
          <a:xfrm>
            <a:off x="526650" y="198821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cxnSp>
        <p:nvCxnSpPr>
          <p:cNvPr id="1422" name="Google Shape;1422;p92"/>
          <p:cNvCxnSpPr/>
          <p:nvPr/>
        </p:nvCxnSpPr>
        <p:spPr>
          <a:xfrm>
            <a:off x="755700" y="6671700"/>
            <a:ext cx="16783200" cy="0"/>
          </a:xfrm>
          <a:prstGeom prst="straightConnector1">
            <a:avLst/>
          </a:prstGeom>
          <a:noFill/>
          <a:ln cap="flat" cmpd="sng" w="9525">
            <a:solidFill>
              <a:schemeClr val="lt1"/>
            </a:solidFill>
            <a:prstDash val="solid"/>
            <a:round/>
            <a:headEnd len="med" w="med" type="none"/>
            <a:tailEnd len="med" w="med" type="none"/>
          </a:ln>
        </p:spPr>
      </p:cxnSp>
      <p:cxnSp>
        <p:nvCxnSpPr>
          <p:cNvPr id="1423" name="Google Shape;1423;p92"/>
          <p:cNvCxnSpPr/>
          <p:nvPr/>
        </p:nvCxnSpPr>
        <p:spPr>
          <a:xfrm rot="10800000">
            <a:off x="755850" y="-6600"/>
            <a:ext cx="0" cy="10300200"/>
          </a:xfrm>
          <a:prstGeom prst="straightConnector1">
            <a:avLst/>
          </a:prstGeom>
          <a:noFill/>
          <a:ln cap="flat" cmpd="sng" w="9525">
            <a:solidFill>
              <a:schemeClr val="lt1"/>
            </a:solidFill>
            <a:prstDash val="solid"/>
            <a:round/>
            <a:headEnd len="med" w="med" type="none"/>
            <a:tailEnd len="med" w="med" type="none"/>
          </a:ln>
        </p:spPr>
      </p:cxnSp>
      <p:cxnSp>
        <p:nvCxnSpPr>
          <p:cNvPr id="1424" name="Google Shape;1424;p92"/>
          <p:cNvCxnSpPr/>
          <p:nvPr/>
        </p:nvCxnSpPr>
        <p:spPr>
          <a:xfrm rot="10800000">
            <a:off x="17530200" y="-6600"/>
            <a:ext cx="0" cy="10300200"/>
          </a:xfrm>
          <a:prstGeom prst="straightConnector1">
            <a:avLst/>
          </a:prstGeom>
          <a:noFill/>
          <a:ln cap="flat" cmpd="sng" w="9525">
            <a:solidFill>
              <a:schemeClr val="lt1"/>
            </a:solidFill>
            <a:prstDash val="solid"/>
            <a:round/>
            <a:headEnd len="med" w="med" type="none"/>
            <a:tailEnd len="med" w="med" type="none"/>
          </a:ln>
        </p:spPr>
      </p:cxnSp>
      <p:sp>
        <p:nvSpPr>
          <p:cNvPr id="1425" name="Google Shape;1425;p92"/>
          <p:cNvSpPr txBox="1"/>
          <p:nvPr>
            <p:ph idx="1" type="body"/>
          </p:nvPr>
        </p:nvSpPr>
        <p:spPr>
          <a:xfrm>
            <a:off x="1525925" y="3035541"/>
            <a:ext cx="5763000" cy="365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49250" lvl="1" marL="914400">
              <a:lnSpc>
                <a:spcPct val="115000"/>
              </a:lnSpc>
              <a:spcBef>
                <a:spcPts val="0"/>
              </a:spcBef>
              <a:spcAft>
                <a:spcPts val="0"/>
              </a:spcAft>
              <a:buClr>
                <a:schemeClr val="lt1"/>
              </a:buClr>
              <a:buSzPts val="1900"/>
              <a:buChar char="○"/>
              <a:defRPr sz="1900">
                <a:solidFill>
                  <a:schemeClr val="lt1"/>
                </a:solidFill>
              </a:defRPr>
            </a:lvl2pPr>
            <a:lvl3pPr indent="-349250" lvl="2" marL="1371600">
              <a:lnSpc>
                <a:spcPct val="115000"/>
              </a:lnSpc>
              <a:spcBef>
                <a:spcPts val="0"/>
              </a:spcBef>
              <a:spcAft>
                <a:spcPts val="0"/>
              </a:spcAft>
              <a:buClr>
                <a:schemeClr val="lt1"/>
              </a:buClr>
              <a:buSzPts val="1900"/>
              <a:buChar char="■"/>
              <a:defRPr sz="1900">
                <a:solidFill>
                  <a:schemeClr val="lt1"/>
                </a:solidFill>
              </a:defRPr>
            </a:lvl3pPr>
            <a:lvl4pPr indent="-349250" lvl="3" marL="1828800">
              <a:lnSpc>
                <a:spcPct val="115000"/>
              </a:lnSpc>
              <a:spcBef>
                <a:spcPts val="0"/>
              </a:spcBef>
              <a:spcAft>
                <a:spcPts val="0"/>
              </a:spcAft>
              <a:buClr>
                <a:schemeClr val="lt1"/>
              </a:buClr>
              <a:buSzPts val="1900"/>
              <a:buChar char="●"/>
              <a:defRPr sz="1900">
                <a:solidFill>
                  <a:schemeClr val="lt1"/>
                </a:solidFill>
              </a:defRPr>
            </a:lvl4pPr>
            <a:lvl5pPr indent="-349250" lvl="4" marL="2286000">
              <a:lnSpc>
                <a:spcPct val="115000"/>
              </a:lnSpc>
              <a:spcBef>
                <a:spcPts val="0"/>
              </a:spcBef>
              <a:spcAft>
                <a:spcPts val="0"/>
              </a:spcAft>
              <a:buClr>
                <a:schemeClr val="lt1"/>
              </a:buClr>
              <a:buSzPts val="1900"/>
              <a:buChar char="○"/>
              <a:defRPr sz="1900">
                <a:solidFill>
                  <a:schemeClr val="lt1"/>
                </a:solidFill>
              </a:defRPr>
            </a:lvl5pPr>
            <a:lvl6pPr indent="-349250" lvl="5" marL="2743200">
              <a:lnSpc>
                <a:spcPct val="115000"/>
              </a:lnSpc>
              <a:spcBef>
                <a:spcPts val="0"/>
              </a:spcBef>
              <a:spcAft>
                <a:spcPts val="0"/>
              </a:spcAft>
              <a:buClr>
                <a:schemeClr val="lt1"/>
              </a:buClr>
              <a:buSzPts val="1900"/>
              <a:buChar char="■"/>
              <a:defRPr sz="1900">
                <a:solidFill>
                  <a:schemeClr val="lt1"/>
                </a:solidFill>
              </a:defRPr>
            </a:lvl6pPr>
            <a:lvl7pPr indent="-349250" lvl="6" marL="3200400">
              <a:lnSpc>
                <a:spcPct val="115000"/>
              </a:lnSpc>
              <a:spcBef>
                <a:spcPts val="0"/>
              </a:spcBef>
              <a:spcAft>
                <a:spcPts val="0"/>
              </a:spcAft>
              <a:buClr>
                <a:schemeClr val="lt1"/>
              </a:buClr>
              <a:buSzPts val="1900"/>
              <a:buChar char="●"/>
              <a:defRPr sz="1900">
                <a:solidFill>
                  <a:schemeClr val="lt1"/>
                </a:solidFill>
              </a:defRPr>
            </a:lvl7pPr>
            <a:lvl8pPr indent="-349250" lvl="7" marL="3657600">
              <a:lnSpc>
                <a:spcPct val="115000"/>
              </a:lnSpc>
              <a:spcBef>
                <a:spcPts val="0"/>
              </a:spcBef>
              <a:spcAft>
                <a:spcPts val="0"/>
              </a:spcAft>
              <a:buClr>
                <a:schemeClr val="lt1"/>
              </a:buClr>
              <a:buSzPts val="1900"/>
              <a:buChar char="○"/>
              <a:defRPr sz="1900">
                <a:solidFill>
                  <a:schemeClr val="lt1"/>
                </a:solidFill>
              </a:defRPr>
            </a:lvl8pPr>
            <a:lvl9pPr indent="-349250" lvl="8" marL="4114800">
              <a:lnSpc>
                <a:spcPct val="115000"/>
              </a:lnSpc>
              <a:spcBef>
                <a:spcPts val="0"/>
              </a:spcBef>
              <a:spcAft>
                <a:spcPts val="0"/>
              </a:spcAft>
              <a:buClr>
                <a:schemeClr val="lt1"/>
              </a:buClr>
              <a:buSzPts val="1900"/>
              <a:buChar char="■"/>
              <a:defRPr sz="1900">
                <a:solidFill>
                  <a:schemeClr val="lt1"/>
                </a:solidFill>
              </a:defRPr>
            </a:lvl9pPr>
          </a:lstStyle>
          <a:p/>
        </p:txBody>
      </p:sp>
      <p:sp>
        <p:nvSpPr>
          <p:cNvPr id="1426" name="Google Shape;1426;p92"/>
          <p:cNvSpPr txBox="1"/>
          <p:nvPr>
            <p:ph type="title"/>
          </p:nvPr>
        </p:nvSpPr>
        <p:spPr>
          <a:xfrm>
            <a:off x="1525925" y="3799125"/>
            <a:ext cx="11566200" cy="20232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6000"/>
              <a:buNone/>
              <a:defRPr b="0" sz="6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27" name="Google Shape;1427;p92"/>
          <p:cNvSpPr txBox="1"/>
          <p:nvPr>
            <p:ph idx="2" type="body"/>
          </p:nvPr>
        </p:nvSpPr>
        <p:spPr>
          <a:xfrm>
            <a:off x="1525925" y="7529405"/>
            <a:ext cx="9062400" cy="1837800"/>
          </a:xfrm>
          <a:prstGeom prst="rect">
            <a:avLst/>
          </a:prstGeom>
        </p:spPr>
        <p:txBody>
          <a:bodyPr anchorCtr="0" anchor="t" bIns="0" lIns="0" spcFirstLastPara="1" rIns="0" wrap="square" tIns="0">
            <a:spAutoFit/>
          </a:bodyPr>
          <a:lstStyle>
            <a:lvl1pPr indent="-381000" lvl="0" marL="457200">
              <a:lnSpc>
                <a:spcPct val="115000"/>
              </a:lnSpc>
              <a:spcBef>
                <a:spcPts val="0"/>
              </a:spcBef>
              <a:spcAft>
                <a:spcPts val="0"/>
              </a:spcAft>
              <a:buClr>
                <a:schemeClr val="lt1"/>
              </a:buClr>
              <a:buSzPts val="2400"/>
              <a:buChar char="●"/>
              <a:defRPr>
                <a:solidFill>
                  <a:schemeClr val="lt1"/>
                </a:solidFill>
              </a:defRPr>
            </a:lvl1pPr>
            <a:lvl2pPr indent="-381000" lvl="1" marL="914400">
              <a:lnSpc>
                <a:spcPct val="115000"/>
              </a:lnSpc>
              <a:spcBef>
                <a:spcPts val="0"/>
              </a:spcBef>
              <a:spcAft>
                <a:spcPts val="0"/>
              </a:spcAft>
              <a:buClr>
                <a:schemeClr val="lt1"/>
              </a:buClr>
              <a:buSzPts val="2400"/>
              <a:buChar char="○"/>
              <a:defRPr>
                <a:solidFill>
                  <a:schemeClr val="lt1"/>
                </a:solidFill>
              </a:defRPr>
            </a:lvl2pPr>
            <a:lvl3pPr indent="-381000" lvl="2" marL="1371600">
              <a:lnSpc>
                <a:spcPct val="115000"/>
              </a:lnSpc>
              <a:spcBef>
                <a:spcPts val="0"/>
              </a:spcBef>
              <a:spcAft>
                <a:spcPts val="0"/>
              </a:spcAft>
              <a:buClr>
                <a:schemeClr val="lt1"/>
              </a:buClr>
              <a:buSzPts val="2400"/>
              <a:buChar char="■"/>
              <a:defRPr>
                <a:solidFill>
                  <a:schemeClr val="lt1"/>
                </a:solidFill>
              </a:defRPr>
            </a:lvl3pPr>
            <a:lvl4pPr indent="-381000" lvl="3" marL="1828800">
              <a:lnSpc>
                <a:spcPct val="115000"/>
              </a:lnSpc>
              <a:spcBef>
                <a:spcPts val="0"/>
              </a:spcBef>
              <a:spcAft>
                <a:spcPts val="0"/>
              </a:spcAft>
              <a:buClr>
                <a:schemeClr val="lt1"/>
              </a:buClr>
              <a:buSzPts val="2400"/>
              <a:buChar char="●"/>
              <a:defRPr>
                <a:solidFill>
                  <a:schemeClr val="lt1"/>
                </a:solidFill>
              </a:defRPr>
            </a:lvl4pPr>
            <a:lvl5pPr indent="-381000" lvl="4" marL="2286000">
              <a:lnSpc>
                <a:spcPct val="115000"/>
              </a:lnSpc>
              <a:spcBef>
                <a:spcPts val="0"/>
              </a:spcBef>
              <a:spcAft>
                <a:spcPts val="0"/>
              </a:spcAft>
              <a:buClr>
                <a:schemeClr val="lt1"/>
              </a:buClr>
              <a:buSzPts val="2400"/>
              <a:buChar char="○"/>
              <a:defRPr>
                <a:solidFill>
                  <a:schemeClr val="lt1"/>
                </a:solidFill>
              </a:defRPr>
            </a:lvl5pPr>
            <a:lvl6pPr indent="-381000" lvl="5" marL="2743200">
              <a:lnSpc>
                <a:spcPct val="115000"/>
              </a:lnSpc>
              <a:spcBef>
                <a:spcPts val="0"/>
              </a:spcBef>
              <a:spcAft>
                <a:spcPts val="0"/>
              </a:spcAft>
              <a:buClr>
                <a:schemeClr val="lt1"/>
              </a:buClr>
              <a:buSzPts val="2400"/>
              <a:buChar char="■"/>
              <a:defRPr>
                <a:solidFill>
                  <a:schemeClr val="lt1"/>
                </a:solidFill>
              </a:defRPr>
            </a:lvl6pPr>
            <a:lvl7pPr indent="-381000" lvl="6" marL="3200400">
              <a:lnSpc>
                <a:spcPct val="115000"/>
              </a:lnSpc>
              <a:spcBef>
                <a:spcPts val="0"/>
              </a:spcBef>
              <a:spcAft>
                <a:spcPts val="0"/>
              </a:spcAft>
              <a:buClr>
                <a:schemeClr val="lt1"/>
              </a:buClr>
              <a:buSzPts val="2400"/>
              <a:buChar char="●"/>
              <a:defRPr>
                <a:solidFill>
                  <a:schemeClr val="lt1"/>
                </a:solidFill>
              </a:defRPr>
            </a:lvl7pPr>
            <a:lvl8pPr indent="-381000" lvl="7" marL="3657600">
              <a:lnSpc>
                <a:spcPct val="115000"/>
              </a:lnSpc>
              <a:spcBef>
                <a:spcPts val="0"/>
              </a:spcBef>
              <a:spcAft>
                <a:spcPts val="0"/>
              </a:spcAft>
              <a:buClr>
                <a:schemeClr val="lt1"/>
              </a:buClr>
              <a:buSzPts val="2400"/>
              <a:buChar char="○"/>
              <a:defRPr>
                <a:solidFill>
                  <a:schemeClr val="lt1"/>
                </a:solidFill>
              </a:defRPr>
            </a:lvl8pPr>
            <a:lvl9pPr indent="-381000" lvl="8" marL="4114800">
              <a:lnSpc>
                <a:spcPct val="115000"/>
              </a:lnSpc>
              <a:spcBef>
                <a:spcPts val="0"/>
              </a:spcBef>
              <a:spcAft>
                <a:spcPts val="0"/>
              </a:spcAft>
              <a:buClr>
                <a:schemeClr val="lt1"/>
              </a:buClr>
              <a:buSzPts val="2400"/>
              <a:buChar char="■"/>
              <a:defRPr>
                <a:solidFill>
                  <a:schemeClr val="lt1"/>
                </a:solidFill>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5 Rows (Numbered)">
  <p:cSld name="CUSTOM_4">
    <p:spTree>
      <p:nvGrpSpPr>
        <p:cNvPr id="1428" name="Shape 1428"/>
        <p:cNvGrpSpPr/>
        <p:nvPr/>
      </p:nvGrpSpPr>
      <p:grpSpPr>
        <a:xfrm>
          <a:off x="0" y="0"/>
          <a:ext cx="0" cy="0"/>
          <a:chOff x="0" y="0"/>
          <a:chExt cx="0" cy="0"/>
        </a:xfrm>
      </p:grpSpPr>
      <p:cxnSp>
        <p:nvCxnSpPr>
          <p:cNvPr id="1429" name="Google Shape;1429;p93"/>
          <p:cNvCxnSpPr/>
          <p:nvPr/>
        </p:nvCxnSpPr>
        <p:spPr>
          <a:xfrm>
            <a:off x="17558825" y="9762900"/>
            <a:ext cx="0" cy="341400"/>
          </a:xfrm>
          <a:prstGeom prst="straightConnector1">
            <a:avLst/>
          </a:prstGeom>
          <a:noFill/>
          <a:ln cap="flat" cmpd="sng" w="9525">
            <a:solidFill>
              <a:srgbClr val="FFFFFF"/>
            </a:solidFill>
            <a:prstDash val="solid"/>
            <a:round/>
            <a:headEnd len="med" w="med" type="none"/>
            <a:tailEnd len="med" w="med" type="none"/>
          </a:ln>
        </p:spPr>
      </p:cxnSp>
      <p:cxnSp>
        <p:nvCxnSpPr>
          <p:cNvPr id="1430" name="Google Shape;1430;p93"/>
          <p:cNvCxnSpPr/>
          <p:nvPr/>
        </p:nvCxnSpPr>
        <p:spPr>
          <a:xfrm>
            <a:off x="7129125" y="7915715"/>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31" name="Google Shape;1431;p93"/>
          <p:cNvCxnSpPr/>
          <p:nvPr/>
        </p:nvCxnSpPr>
        <p:spPr>
          <a:xfrm>
            <a:off x="7129125" y="6068530"/>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32" name="Google Shape;1432;p93"/>
          <p:cNvCxnSpPr/>
          <p:nvPr/>
        </p:nvCxnSpPr>
        <p:spPr>
          <a:xfrm>
            <a:off x="529175" y="4221345"/>
            <a:ext cx="17229600" cy="0"/>
          </a:xfrm>
          <a:prstGeom prst="straightConnector1">
            <a:avLst/>
          </a:prstGeom>
          <a:noFill/>
          <a:ln cap="flat" cmpd="sng" w="9525">
            <a:solidFill>
              <a:srgbClr val="CED2D7"/>
            </a:solidFill>
            <a:prstDash val="solid"/>
            <a:round/>
            <a:headEnd len="med" w="med" type="none"/>
            <a:tailEnd len="med" w="med" type="none"/>
          </a:ln>
        </p:spPr>
      </p:cxnSp>
      <p:cxnSp>
        <p:nvCxnSpPr>
          <p:cNvPr id="1433" name="Google Shape;1433;p93"/>
          <p:cNvCxnSpPr/>
          <p:nvPr/>
        </p:nvCxnSpPr>
        <p:spPr>
          <a:xfrm>
            <a:off x="7129125" y="2374160"/>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34" name="Google Shape;1434;p93"/>
          <p:cNvCxnSpPr/>
          <p:nvPr/>
        </p:nvCxnSpPr>
        <p:spPr>
          <a:xfrm rot="10800000">
            <a:off x="7129125" y="529175"/>
            <a:ext cx="0" cy="9231000"/>
          </a:xfrm>
          <a:prstGeom prst="straightConnector1">
            <a:avLst/>
          </a:prstGeom>
          <a:noFill/>
          <a:ln cap="flat" cmpd="sng" w="9525">
            <a:solidFill>
              <a:srgbClr val="CED2D7"/>
            </a:solidFill>
            <a:prstDash val="solid"/>
            <a:round/>
            <a:headEnd len="med" w="med" type="none"/>
            <a:tailEnd len="med" w="med" type="none"/>
          </a:ln>
        </p:spPr>
      </p:cxnSp>
      <p:sp>
        <p:nvSpPr>
          <p:cNvPr id="1435" name="Google Shape;1435;p93"/>
          <p:cNvSpPr txBox="1"/>
          <p:nvPr>
            <p:ph idx="1" type="body"/>
          </p:nvPr>
        </p:nvSpPr>
        <p:spPr>
          <a:xfrm>
            <a:off x="1162202" y="1417789"/>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436" name="Google Shape;1436;p93"/>
          <p:cNvSpPr txBox="1"/>
          <p:nvPr>
            <p:ph type="title"/>
          </p:nvPr>
        </p:nvSpPr>
        <p:spPr>
          <a:xfrm>
            <a:off x="1105528" y="2033065"/>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437" name="Google Shape;1437;p93"/>
          <p:cNvSpPr txBox="1"/>
          <p:nvPr>
            <p:ph idx="2" type="body"/>
          </p:nvPr>
        </p:nvSpPr>
        <p:spPr>
          <a:xfrm>
            <a:off x="8859675" y="1276688"/>
            <a:ext cx="8136900" cy="582600"/>
          </a:xfrm>
          <a:prstGeom prst="rect">
            <a:avLst/>
          </a:prstGeom>
        </p:spPr>
        <p:txBody>
          <a:bodyPr anchorCtr="0" anchor="t" bIns="0" lIns="0" spcFirstLastPara="1" rIns="0" wrap="square" tIns="0">
            <a:spAutoFit/>
          </a:bodyPr>
          <a:lstStyle>
            <a:lvl1pPr indent="-368300" lvl="0" marL="457200">
              <a:lnSpc>
                <a:spcPct val="100000"/>
              </a:lnSpc>
              <a:spcBef>
                <a:spcPts val="0"/>
              </a:spcBef>
              <a:spcAft>
                <a:spcPts val="0"/>
              </a:spcAft>
              <a:buSzPts val="2200"/>
              <a:buChar char="●"/>
              <a:defRPr sz="2200"/>
            </a:lvl1pPr>
            <a:lvl2pPr indent="-368300" lvl="1" marL="914400">
              <a:lnSpc>
                <a:spcPct val="100000"/>
              </a:lnSpc>
              <a:spcBef>
                <a:spcPts val="0"/>
              </a:spcBef>
              <a:spcAft>
                <a:spcPts val="0"/>
              </a:spcAft>
              <a:buSzPts val="2200"/>
              <a:buChar char="○"/>
              <a:defRPr sz="2200"/>
            </a:lvl2pPr>
            <a:lvl3pPr indent="-368300" lvl="2" marL="1371600">
              <a:lnSpc>
                <a:spcPct val="100000"/>
              </a:lnSpc>
              <a:spcBef>
                <a:spcPts val="0"/>
              </a:spcBef>
              <a:spcAft>
                <a:spcPts val="0"/>
              </a:spcAft>
              <a:buSzPts val="2200"/>
              <a:buChar char="■"/>
              <a:defRPr sz="2200"/>
            </a:lvl3pPr>
            <a:lvl4pPr indent="-368300" lvl="3" marL="1828800">
              <a:lnSpc>
                <a:spcPct val="100000"/>
              </a:lnSpc>
              <a:spcBef>
                <a:spcPts val="0"/>
              </a:spcBef>
              <a:spcAft>
                <a:spcPts val="0"/>
              </a:spcAft>
              <a:buSzPts val="2200"/>
              <a:buChar char="●"/>
              <a:defRPr sz="2200"/>
            </a:lvl4pPr>
            <a:lvl5pPr indent="-368300" lvl="4" marL="2286000">
              <a:lnSpc>
                <a:spcPct val="100000"/>
              </a:lnSpc>
              <a:spcBef>
                <a:spcPts val="0"/>
              </a:spcBef>
              <a:spcAft>
                <a:spcPts val="0"/>
              </a:spcAft>
              <a:buSzPts val="2200"/>
              <a:buChar char="○"/>
              <a:defRPr sz="2200"/>
            </a:lvl5pPr>
            <a:lvl6pPr indent="-368300" lvl="5" marL="2743200">
              <a:lnSpc>
                <a:spcPct val="100000"/>
              </a:lnSpc>
              <a:spcBef>
                <a:spcPts val="0"/>
              </a:spcBef>
              <a:spcAft>
                <a:spcPts val="0"/>
              </a:spcAft>
              <a:buSzPts val="2200"/>
              <a:buChar char="■"/>
              <a:defRPr sz="2200"/>
            </a:lvl6pPr>
            <a:lvl7pPr indent="-368300" lvl="6" marL="3200400">
              <a:lnSpc>
                <a:spcPct val="100000"/>
              </a:lnSpc>
              <a:spcBef>
                <a:spcPts val="0"/>
              </a:spcBef>
              <a:spcAft>
                <a:spcPts val="0"/>
              </a:spcAft>
              <a:buSzPts val="2200"/>
              <a:buChar char="●"/>
              <a:defRPr sz="2200"/>
            </a:lvl7pPr>
            <a:lvl8pPr indent="-368300" lvl="7" marL="3657600">
              <a:lnSpc>
                <a:spcPct val="100000"/>
              </a:lnSpc>
              <a:spcBef>
                <a:spcPts val="0"/>
              </a:spcBef>
              <a:spcAft>
                <a:spcPts val="0"/>
              </a:spcAft>
              <a:buSzPts val="2200"/>
              <a:buChar char="○"/>
              <a:defRPr sz="2200"/>
            </a:lvl8pPr>
            <a:lvl9pPr indent="-368300" lvl="8" marL="4114800">
              <a:lnSpc>
                <a:spcPct val="100000"/>
              </a:lnSpc>
              <a:spcBef>
                <a:spcPts val="0"/>
              </a:spcBef>
              <a:spcAft>
                <a:spcPts val="0"/>
              </a:spcAft>
              <a:buSzPts val="2200"/>
              <a:buChar char="■"/>
              <a:defRPr sz="2200"/>
            </a:lvl9pPr>
          </a:lstStyle>
          <a:p/>
        </p:txBody>
      </p:sp>
      <p:sp>
        <p:nvSpPr>
          <p:cNvPr id="1438" name="Google Shape;1438;p93"/>
          <p:cNvSpPr txBox="1"/>
          <p:nvPr/>
        </p:nvSpPr>
        <p:spPr>
          <a:xfrm>
            <a:off x="7625125" y="1099493"/>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01</a:t>
            </a:r>
            <a:endParaRPr sz="4500">
              <a:solidFill>
                <a:schemeClr val="dk2"/>
              </a:solidFill>
              <a:latin typeface="Libre Franklin"/>
              <a:ea typeface="Libre Franklin"/>
              <a:cs typeface="Libre Franklin"/>
              <a:sym typeface="Libre Franklin"/>
            </a:endParaRPr>
          </a:p>
        </p:txBody>
      </p:sp>
      <p:sp>
        <p:nvSpPr>
          <p:cNvPr id="1439" name="Google Shape;1439;p93"/>
          <p:cNvSpPr txBox="1"/>
          <p:nvPr>
            <p:ph idx="3" type="body"/>
          </p:nvPr>
        </p:nvSpPr>
        <p:spPr>
          <a:xfrm>
            <a:off x="8859675" y="3079134"/>
            <a:ext cx="8136900" cy="582600"/>
          </a:xfrm>
          <a:prstGeom prst="rect">
            <a:avLst/>
          </a:prstGeom>
        </p:spPr>
        <p:txBody>
          <a:bodyPr anchorCtr="0" anchor="t" bIns="0" lIns="0" spcFirstLastPara="1" rIns="0" wrap="square" tIns="0">
            <a:spAutoFit/>
          </a:bodyPr>
          <a:lstStyle>
            <a:lvl1pPr indent="-368300" lvl="0" marL="457200" rtl="0">
              <a:lnSpc>
                <a:spcPct val="100000"/>
              </a:lnSpc>
              <a:spcBef>
                <a:spcPts val="0"/>
              </a:spcBef>
              <a:spcAft>
                <a:spcPts val="0"/>
              </a:spcAft>
              <a:buSzPts val="2200"/>
              <a:buChar char="●"/>
              <a:defRPr sz="2200"/>
            </a:lvl1pPr>
            <a:lvl2pPr indent="-368300" lvl="1" marL="914400" rtl="0">
              <a:lnSpc>
                <a:spcPct val="100000"/>
              </a:lnSpc>
              <a:spcBef>
                <a:spcPts val="0"/>
              </a:spcBef>
              <a:spcAft>
                <a:spcPts val="0"/>
              </a:spcAft>
              <a:buSzPts val="2200"/>
              <a:buChar char="○"/>
              <a:defRPr sz="2200"/>
            </a:lvl2pPr>
            <a:lvl3pPr indent="-368300" lvl="2" marL="1371600" rtl="0">
              <a:lnSpc>
                <a:spcPct val="100000"/>
              </a:lnSpc>
              <a:spcBef>
                <a:spcPts val="0"/>
              </a:spcBef>
              <a:spcAft>
                <a:spcPts val="0"/>
              </a:spcAft>
              <a:buSzPts val="2200"/>
              <a:buChar char="■"/>
              <a:defRPr sz="2200"/>
            </a:lvl3pPr>
            <a:lvl4pPr indent="-368300" lvl="3" marL="1828800" rtl="0">
              <a:lnSpc>
                <a:spcPct val="100000"/>
              </a:lnSpc>
              <a:spcBef>
                <a:spcPts val="0"/>
              </a:spcBef>
              <a:spcAft>
                <a:spcPts val="0"/>
              </a:spcAft>
              <a:buSzPts val="2200"/>
              <a:buChar char="●"/>
              <a:defRPr sz="2200"/>
            </a:lvl4pPr>
            <a:lvl5pPr indent="-368300" lvl="4" marL="2286000" rtl="0">
              <a:lnSpc>
                <a:spcPct val="100000"/>
              </a:lnSpc>
              <a:spcBef>
                <a:spcPts val="0"/>
              </a:spcBef>
              <a:spcAft>
                <a:spcPts val="0"/>
              </a:spcAft>
              <a:buSzPts val="2200"/>
              <a:buChar char="○"/>
              <a:defRPr sz="2200"/>
            </a:lvl5pPr>
            <a:lvl6pPr indent="-368300" lvl="5" marL="2743200" rtl="0">
              <a:lnSpc>
                <a:spcPct val="100000"/>
              </a:lnSpc>
              <a:spcBef>
                <a:spcPts val="0"/>
              </a:spcBef>
              <a:spcAft>
                <a:spcPts val="0"/>
              </a:spcAft>
              <a:buSzPts val="2200"/>
              <a:buChar char="■"/>
              <a:defRPr sz="2200"/>
            </a:lvl6pPr>
            <a:lvl7pPr indent="-368300" lvl="6" marL="3200400" rtl="0">
              <a:lnSpc>
                <a:spcPct val="100000"/>
              </a:lnSpc>
              <a:spcBef>
                <a:spcPts val="0"/>
              </a:spcBef>
              <a:spcAft>
                <a:spcPts val="0"/>
              </a:spcAft>
              <a:buSzPts val="2200"/>
              <a:buChar char="●"/>
              <a:defRPr sz="2200"/>
            </a:lvl7pPr>
            <a:lvl8pPr indent="-368300" lvl="7" marL="3657600" rtl="0">
              <a:lnSpc>
                <a:spcPct val="100000"/>
              </a:lnSpc>
              <a:spcBef>
                <a:spcPts val="0"/>
              </a:spcBef>
              <a:spcAft>
                <a:spcPts val="0"/>
              </a:spcAft>
              <a:buSzPts val="2200"/>
              <a:buChar char="○"/>
              <a:defRPr sz="2200"/>
            </a:lvl8pPr>
            <a:lvl9pPr indent="-368300" lvl="8" marL="4114800" rtl="0">
              <a:lnSpc>
                <a:spcPct val="100000"/>
              </a:lnSpc>
              <a:spcBef>
                <a:spcPts val="0"/>
              </a:spcBef>
              <a:spcAft>
                <a:spcPts val="0"/>
              </a:spcAft>
              <a:buSzPts val="2200"/>
              <a:buChar char="■"/>
              <a:defRPr sz="2200"/>
            </a:lvl9pPr>
          </a:lstStyle>
          <a:p/>
        </p:txBody>
      </p:sp>
      <p:sp>
        <p:nvSpPr>
          <p:cNvPr id="1440" name="Google Shape;1440;p93"/>
          <p:cNvSpPr txBox="1"/>
          <p:nvPr/>
        </p:nvSpPr>
        <p:spPr>
          <a:xfrm>
            <a:off x="7625125" y="2901939"/>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02</a:t>
            </a:r>
            <a:endParaRPr sz="4500">
              <a:solidFill>
                <a:schemeClr val="dk2"/>
              </a:solidFill>
              <a:latin typeface="Libre Franklin"/>
              <a:ea typeface="Libre Franklin"/>
              <a:cs typeface="Libre Franklin"/>
              <a:sym typeface="Libre Franklin"/>
            </a:endParaRPr>
          </a:p>
        </p:txBody>
      </p:sp>
      <p:sp>
        <p:nvSpPr>
          <p:cNvPr id="1441" name="Google Shape;1441;p93"/>
          <p:cNvSpPr txBox="1"/>
          <p:nvPr>
            <p:ph idx="4" type="body"/>
          </p:nvPr>
        </p:nvSpPr>
        <p:spPr>
          <a:xfrm>
            <a:off x="8859675" y="4962877"/>
            <a:ext cx="8136900" cy="582600"/>
          </a:xfrm>
          <a:prstGeom prst="rect">
            <a:avLst/>
          </a:prstGeom>
        </p:spPr>
        <p:txBody>
          <a:bodyPr anchorCtr="0" anchor="t" bIns="0" lIns="0" spcFirstLastPara="1" rIns="0" wrap="square" tIns="0">
            <a:spAutoFit/>
          </a:bodyPr>
          <a:lstStyle>
            <a:lvl1pPr indent="-368300" lvl="0" marL="457200" rtl="0">
              <a:lnSpc>
                <a:spcPct val="100000"/>
              </a:lnSpc>
              <a:spcBef>
                <a:spcPts val="0"/>
              </a:spcBef>
              <a:spcAft>
                <a:spcPts val="0"/>
              </a:spcAft>
              <a:buSzPts val="2200"/>
              <a:buChar char="●"/>
              <a:defRPr sz="2200"/>
            </a:lvl1pPr>
            <a:lvl2pPr indent="-368300" lvl="1" marL="914400" rtl="0">
              <a:lnSpc>
                <a:spcPct val="100000"/>
              </a:lnSpc>
              <a:spcBef>
                <a:spcPts val="0"/>
              </a:spcBef>
              <a:spcAft>
                <a:spcPts val="0"/>
              </a:spcAft>
              <a:buSzPts val="2200"/>
              <a:buChar char="○"/>
              <a:defRPr sz="2200"/>
            </a:lvl2pPr>
            <a:lvl3pPr indent="-368300" lvl="2" marL="1371600" rtl="0">
              <a:lnSpc>
                <a:spcPct val="100000"/>
              </a:lnSpc>
              <a:spcBef>
                <a:spcPts val="0"/>
              </a:spcBef>
              <a:spcAft>
                <a:spcPts val="0"/>
              </a:spcAft>
              <a:buSzPts val="2200"/>
              <a:buChar char="■"/>
              <a:defRPr sz="2200"/>
            </a:lvl3pPr>
            <a:lvl4pPr indent="-368300" lvl="3" marL="1828800" rtl="0">
              <a:lnSpc>
                <a:spcPct val="100000"/>
              </a:lnSpc>
              <a:spcBef>
                <a:spcPts val="0"/>
              </a:spcBef>
              <a:spcAft>
                <a:spcPts val="0"/>
              </a:spcAft>
              <a:buSzPts val="2200"/>
              <a:buChar char="●"/>
              <a:defRPr sz="2200"/>
            </a:lvl4pPr>
            <a:lvl5pPr indent="-368300" lvl="4" marL="2286000" rtl="0">
              <a:lnSpc>
                <a:spcPct val="100000"/>
              </a:lnSpc>
              <a:spcBef>
                <a:spcPts val="0"/>
              </a:spcBef>
              <a:spcAft>
                <a:spcPts val="0"/>
              </a:spcAft>
              <a:buSzPts val="2200"/>
              <a:buChar char="○"/>
              <a:defRPr sz="2200"/>
            </a:lvl5pPr>
            <a:lvl6pPr indent="-368300" lvl="5" marL="2743200" rtl="0">
              <a:lnSpc>
                <a:spcPct val="100000"/>
              </a:lnSpc>
              <a:spcBef>
                <a:spcPts val="0"/>
              </a:spcBef>
              <a:spcAft>
                <a:spcPts val="0"/>
              </a:spcAft>
              <a:buSzPts val="2200"/>
              <a:buChar char="■"/>
              <a:defRPr sz="2200"/>
            </a:lvl6pPr>
            <a:lvl7pPr indent="-368300" lvl="6" marL="3200400" rtl="0">
              <a:lnSpc>
                <a:spcPct val="100000"/>
              </a:lnSpc>
              <a:spcBef>
                <a:spcPts val="0"/>
              </a:spcBef>
              <a:spcAft>
                <a:spcPts val="0"/>
              </a:spcAft>
              <a:buSzPts val="2200"/>
              <a:buChar char="●"/>
              <a:defRPr sz="2200"/>
            </a:lvl7pPr>
            <a:lvl8pPr indent="-368300" lvl="7" marL="3657600" rtl="0">
              <a:lnSpc>
                <a:spcPct val="100000"/>
              </a:lnSpc>
              <a:spcBef>
                <a:spcPts val="0"/>
              </a:spcBef>
              <a:spcAft>
                <a:spcPts val="0"/>
              </a:spcAft>
              <a:buSzPts val="2200"/>
              <a:buChar char="○"/>
              <a:defRPr sz="2200"/>
            </a:lvl8pPr>
            <a:lvl9pPr indent="-368300" lvl="8" marL="4114800" rtl="0">
              <a:lnSpc>
                <a:spcPct val="100000"/>
              </a:lnSpc>
              <a:spcBef>
                <a:spcPts val="0"/>
              </a:spcBef>
              <a:spcAft>
                <a:spcPts val="0"/>
              </a:spcAft>
              <a:buSzPts val="2200"/>
              <a:buChar char="■"/>
              <a:defRPr sz="2200"/>
            </a:lvl9pPr>
          </a:lstStyle>
          <a:p/>
        </p:txBody>
      </p:sp>
      <p:sp>
        <p:nvSpPr>
          <p:cNvPr id="1442" name="Google Shape;1442;p93"/>
          <p:cNvSpPr txBox="1"/>
          <p:nvPr/>
        </p:nvSpPr>
        <p:spPr>
          <a:xfrm>
            <a:off x="7625125" y="4785682"/>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03</a:t>
            </a:r>
            <a:endParaRPr sz="4500">
              <a:solidFill>
                <a:schemeClr val="dk2"/>
              </a:solidFill>
              <a:latin typeface="Libre Franklin"/>
              <a:ea typeface="Libre Franklin"/>
              <a:cs typeface="Libre Franklin"/>
              <a:sym typeface="Libre Franklin"/>
            </a:endParaRPr>
          </a:p>
        </p:txBody>
      </p:sp>
      <p:sp>
        <p:nvSpPr>
          <p:cNvPr id="1443" name="Google Shape;1443;p93"/>
          <p:cNvSpPr txBox="1"/>
          <p:nvPr>
            <p:ph idx="5" type="body"/>
          </p:nvPr>
        </p:nvSpPr>
        <p:spPr>
          <a:xfrm>
            <a:off x="8859675" y="6781970"/>
            <a:ext cx="8136900" cy="582600"/>
          </a:xfrm>
          <a:prstGeom prst="rect">
            <a:avLst/>
          </a:prstGeom>
        </p:spPr>
        <p:txBody>
          <a:bodyPr anchorCtr="0" anchor="t" bIns="0" lIns="0" spcFirstLastPara="1" rIns="0" wrap="square" tIns="0">
            <a:spAutoFit/>
          </a:bodyPr>
          <a:lstStyle>
            <a:lvl1pPr indent="-368300" lvl="0" marL="457200" rtl="0">
              <a:lnSpc>
                <a:spcPct val="100000"/>
              </a:lnSpc>
              <a:spcBef>
                <a:spcPts val="0"/>
              </a:spcBef>
              <a:spcAft>
                <a:spcPts val="0"/>
              </a:spcAft>
              <a:buSzPts val="2200"/>
              <a:buChar char="●"/>
              <a:defRPr sz="2200"/>
            </a:lvl1pPr>
            <a:lvl2pPr indent="-368300" lvl="1" marL="914400" rtl="0">
              <a:lnSpc>
                <a:spcPct val="100000"/>
              </a:lnSpc>
              <a:spcBef>
                <a:spcPts val="0"/>
              </a:spcBef>
              <a:spcAft>
                <a:spcPts val="0"/>
              </a:spcAft>
              <a:buSzPts val="2200"/>
              <a:buChar char="○"/>
              <a:defRPr sz="2200"/>
            </a:lvl2pPr>
            <a:lvl3pPr indent="-368300" lvl="2" marL="1371600" rtl="0">
              <a:lnSpc>
                <a:spcPct val="100000"/>
              </a:lnSpc>
              <a:spcBef>
                <a:spcPts val="0"/>
              </a:spcBef>
              <a:spcAft>
                <a:spcPts val="0"/>
              </a:spcAft>
              <a:buSzPts val="2200"/>
              <a:buChar char="■"/>
              <a:defRPr sz="2200"/>
            </a:lvl3pPr>
            <a:lvl4pPr indent="-368300" lvl="3" marL="1828800" rtl="0">
              <a:lnSpc>
                <a:spcPct val="100000"/>
              </a:lnSpc>
              <a:spcBef>
                <a:spcPts val="0"/>
              </a:spcBef>
              <a:spcAft>
                <a:spcPts val="0"/>
              </a:spcAft>
              <a:buSzPts val="2200"/>
              <a:buChar char="●"/>
              <a:defRPr sz="2200"/>
            </a:lvl4pPr>
            <a:lvl5pPr indent="-368300" lvl="4" marL="2286000" rtl="0">
              <a:lnSpc>
                <a:spcPct val="100000"/>
              </a:lnSpc>
              <a:spcBef>
                <a:spcPts val="0"/>
              </a:spcBef>
              <a:spcAft>
                <a:spcPts val="0"/>
              </a:spcAft>
              <a:buSzPts val="2200"/>
              <a:buChar char="○"/>
              <a:defRPr sz="2200"/>
            </a:lvl5pPr>
            <a:lvl6pPr indent="-368300" lvl="5" marL="2743200" rtl="0">
              <a:lnSpc>
                <a:spcPct val="100000"/>
              </a:lnSpc>
              <a:spcBef>
                <a:spcPts val="0"/>
              </a:spcBef>
              <a:spcAft>
                <a:spcPts val="0"/>
              </a:spcAft>
              <a:buSzPts val="2200"/>
              <a:buChar char="■"/>
              <a:defRPr sz="2200"/>
            </a:lvl6pPr>
            <a:lvl7pPr indent="-368300" lvl="6" marL="3200400" rtl="0">
              <a:lnSpc>
                <a:spcPct val="100000"/>
              </a:lnSpc>
              <a:spcBef>
                <a:spcPts val="0"/>
              </a:spcBef>
              <a:spcAft>
                <a:spcPts val="0"/>
              </a:spcAft>
              <a:buSzPts val="2200"/>
              <a:buChar char="●"/>
              <a:defRPr sz="2200"/>
            </a:lvl7pPr>
            <a:lvl8pPr indent="-368300" lvl="7" marL="3657600" rtl="0">
              <a:lnSpc>
                <a:spcPct val="100000"/>
              </a:lnSpc>
              <a:spcBef>
                <a:spcPts val="0"/>
              </a:spcBef>
              <a:spcAft>
                <a:spcPts val="0"/>
              </a:spcAft>
              <a:buSzPts val="2200"/>
              <a:buChar char="○"/>
              <a:defRPr sz="2200"/>
            </a:lvl8pPr>
            <a:lvl9pPr indent="-368300" lvl="8" marL="4114800" rtl="0">
              <a:lnSpc>
                <a:spcPct val="100000"/>
              </a:lnSpc>
              <a:spcBef>
                <a:spcPts val="0"/>
              </a:spcBef>
              <a:spcAft>
                <a:spcPts val="0"/>
              </a:spcAft>
              <a:buSzPts val="2200"/>
              <a:buChar char="■"/>
              <a:defRPr sz="2200"/>
            </a:lvl9pPr>
          </a:lstStyle>
          <a:p/>
        </p:txBody>
      </p:sp>
      <p:sp>
        <p:nvSpPr>
          <p:cNvPr id="1444" name="Google Shape;1444;p93"/>
          <p:cNvSpPr txBox="1"/>
          <p:nvPr/>
        </p:nvSpPr>
        <p:spPr>
          <a:xfrm>
            <a:off x="7625125" y="6604775"/>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04</a:t>
            </a:r>
            <a:endParaRPr sz="4500">
              <a:solidFill>
                <a:schemeClr val="dk2"/>
              </a:solidFill>
              <a:latin typeface="Libre Franklin"/>
              <a:ea typeface="Libre Franklin"/>
              <a:cs typeface="Libre Franklin"/>
              <a:sym typeface="Libre Franklin"/>
            </a:endParaRPr>
          </a:p>
        </p:txBody>
      </p:sp>
      <p:sp>
        <p:nvSpPr>
          <p:cNvPr id="1445" name="Google Shape;1445;p93"/>
          <p:cNvSpPr txBox="1"/>
          <p:nvPr>
            <p:ph idx="6" type="body"/>
          </p:nvPr>
        </p:nvSpPr>
        <p:spPr>
          <a:xfrm>
            <a:off x="8859675" y="8684173"/>
            <a:ext cx="8136900" cy="582600"/>
          </a:xfrm>
          <a:prstGeom prst="rect">
            <a:avLst/>
          </a:prstGeom>
        </p:spPr>
        <p:txBody>
          <a:bodyPr anchorCtr="0" anchor="t" bIns="0" lIns="0" spcFirstLastPara="1" rIns="0" wrap="square" tIns="0">
            <a:spAutoFit/>
          </a:bodyPr>
          <a:lstStyle>
            <a:lvl1pPr indent="-368300" lvl="0" marL="457200" rtl="0">
              <a:lnSpc>
                <a:spcPct val="100000"/>
              </a:lnSpc>
              <a:spcBef>
                <a:spcPts val="0"/>
              </a:spcBef>
              <a:spcAft>
                <a:spcPts val="0"/>
              </a:spcAft>
              <a:buSzPts val="2200"/>
              <a:buChar char="●"/>
              <a:defRPr sz="2200"/>
            </a:lvl1pPr>
            <a:lvl2pPr indent="-368300" lvl="1" marL="914400" rtl="0">
              <a:lnSpc>
                <a:spcPct val="100000"/>
              </a:lnSpc>
              <a:spcBef>
                <a:spcPts val="0"/>
              </a:spcBef>
              <a:spcAft>
                <a:spcPts val="0"/>
              </a:spcAft>
              <a:buSzPts val="2200"/>
              <a:buChar char="○"/>
              <a:defRPr sz="2200"/>
            </a:lvl2pPr>
            <a:lvl3pPr indent="-368300" lvl="2" marL="1371600" rtl="0">
              <a:lnSpc>
                <a:spcPct val="100000"/>
              </a:lnSpc>
              <a:spcBef>
                <a:spcPts val="0"/>
              </a:spcBef>
              <a:spcAft>
                <a:spcPts val="0"/>
              </a:spcAft>
              <a:buSzPts val="2200"/>
              <a:buChar char="■"/>
              <a:defRPr sz="2200"/>
            </a:lvl3pPr>
            <a:lvl4pPr indent="-368300" lvl="3" marL="1828800" rtl="0">
              <a:lnSpc>
                <a:spcPct val="100000"/>
              </a:lnSpc>
              <a:spcBef>
                <a:spcPts val="0"/>
              </a:spcBef>
              <a:spcAft>
                <a:spcPts val="0"/>
              </a:spcAft>
              <a:buSzPts val="2200"/>
              <a:buChar char="●"/>
              <a:defRPr sz="2200"/>
            </a:lvl4pPr>
            <a:lvl5pPr indent="-368300" lvl="4" marL="2286000" rtl="0">
              <a:lnSpc>
                <a:spcPct val="100000"/>
              </a:lnSpc>
              <a:spcBef>
                <a:spcPts val="0"/>
              </a:spcBef>
              <a:spcAft>
                <a:spcPts val="0"/>
              </a:spcAft>
              <a:buSzPts val="2200"/>
              <a:buChar char="○"/>
              <a:defRPr sz="2200"/>
            </a:lvl5pPr>
            <a:lvl6pPr indent="-368300" lvl="5" marL="2743200" rtl="0">
              <a:lnSpc>
                <a:spcPct val="100000"/>
              </a:lnSpc>
              <a:spcBef>
                <a:spcPts val="0"/>
              </a:spcBef>
              <a:spcAft>
                <a:spcPts val="0"/>
              </a:spcAft>
              <a:buSzPts val="2200"/>
              <a:buChar char="■"/>
              <a:defRPr sz="2200"/>
            </a:lvl6pPr>
            <a:lvl7pPr indent="-368300" lvl="6" marL="3200400" rtl="0">
              <a:lnSpc>
                <a:spcPct val="100000"/>
              </a:lnSpc>
              <a:spcBef>
                <a:spcPts val="0"/>
              </a:spcBef>
              <a:spcAft>
                <a:spcPts val="0"/>
              </a:spcAft>
              <a:buSzPts val="2200"/>
              <a:buChar char="●"/>
              <a:defRPr sz="2200"/>
            </a:lvl7pPr>
            <a:lvl8pPr indent="-368300" lvl="7" marL="3657600" rtl="0">
              <a:lnSpc>
                <a:spcPct val="100000"/>
              </a:lnSpc>
              <a:spcBef>
                <a:spcPts val="0"/>
              </a:spcBef>
              <a:spcAft>
                <a:spcPts val="0"/>
              </a:spcAft>
              <a:buSzPts val="2200"/>
              <a:buChar char="○"/>
              <a:defRPr sz="2200"/>
            </a:lvl8pPr>
            <a:lvl9pPr indent="-368300" lvl="8" marL="4114800" rtl="0">
              <a:lnSpc>
                <a:spcPct val="100000"/>
              </a:lnSpc>
              <a:spcBef>
                <a:spcPts val="0"/>
              </a:spcBef>
              <a:spcAft>
                <a:spcPts val="0"/>
              </a:spcAft>
              <a:buSzPts val="2200"/>
              <a:buChar char="■"/>
              <a:defRPr sz="2200"/>
            </a:lvl9pPr>
          </a:lstStyle>
          <a:p/>
        </p:txBody>
      </p:sp>
      <p:sp>
        <p:nvSpPr>
          <p:cNvPr id="1446" name="Google Shape;1446;p93"/>
          <p:cNvSpPr txBox="1"/>
          <p:nvPr/>
        </p:nvSpPr>
        <p:spPr>
          <a:xfrm>
            <a:off x="7625125" y="8506978"/>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05</a:t>
            </a:r>
            <a:endParaRPr sz="4500">
              <a:solidFill>
                <a:schemeClr val="dk2"/>
              </a:solidFill>
              <a:latin typeface="Libre Franklin"/>
              <a:ea typeface="Libre Franklin"/>
              <a:cs typeface="Libre Franklin"/>
              <a:sym typeface="Libre Franklin"/>
            </a:endParaRPr>
          </a:p>
        </p:txBody>
      </p:sp>
      <p:sp>
        <p:nvSpPr>
          <p:cNvPr id="1447" name="Google Shape;1447;p93"/>
          <p:cNvSpPr txBox="1"/>
          <p:nvPr>
            <p:ph idx="7" type="subTitle"/>
          </p:nvPr>
        </p:nvSpPr>
        <p:spPr>
          <a:xfrm>
            <a:off x="1154771" y="4796121"/>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448" name="Google Shape;1448;p93"/>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449" name="Google Shape;1449;p93"/>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450" name="Google Shape;1450;p93"/>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451" name="Google Shape;1451;p93"/>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grpSp>
        <p:nvGrpSpPr>
          <p:cNvPr id="1452" name="Google Shape;1452;p93"/>
          <p:cNvGrpSpPr/>
          <p:nvPr/>
        </p:nvGrpSpPr>
        <p:grpSpPr>
          <a:xfrm>
            <a:off x="16321019" y="9940892"/>
            <a:ext cx="1188866" cy="190224"/>
            <a:chOff x="238125" y="2252900"/>
            <a:chExt cx="7144625" cy="1210075"/>
          </a:xfrm>
        </p:grpSpPr>
        <p:sp>
          <p:nvSpPr>
            <p:cNvPr id="1453" name="Google Shape;1453;p9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9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9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9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9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9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9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9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9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2" name="Google Shape;1462;p93"/>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463" name="Google Shape;1463;p93"/>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5 Rows">
  <p:cSld name="CUSTOM_4_1">
    <p:spTree>
      <p:nvGrpSpPr>
        <p:cNvPr id="1464" name="Shape 1464"/>
        <p:cNvGrpSpPr/>
        <p:nvPr/>
      </p:nvGrpSpPr>
      <p:grpSpPr>
        <a:xfrm>
          <a:off x="0" y="0"/>
          <a:ext cx="0" cy="0"/>
          <a:chOff x="0" y="0"/>
          <a:chExt cx="0" cy="0"/>
        </a:xfrm>
      </p:grpSpPr>
      <p:cxnSp>
        <p:nvCxnSpPr>
          <p:cNvPr id="1465" name="Google Shape;1465;p94"/>
          <p:cNvCxnSpPr/>
          <p:nvPr/>
        </p:nvCxnSpPr>
        <p:spPr>
          <a:xfrm>
            <a:off x="7129125" y="7915715"/>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66" name="Google Shape;1466;p94"/>
          <p:cNvCxnSpPr/>
          <p:nvPr/>
        </p:nvCxnSpPr>
        <p:spPr>
          <a:xfrm>
            <a:off x="7129125" y="6068530"/>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67" name="Google Shape;1467;p94"/>
          <p:cNvCxnSpPr/>
          <p:nvPr/>
        </p:nvCxnSpPr>
        <p:spPr>
          <a:xfrm>
            <a:off x="529175" y="4221345"/>
            <a:ext cx="17229600" cy="0"/>
          </a:xfrm>
          <a:prstGeom prst="straightConnector1">
            <a:avLst/>
          </a:prstGeom>
          <a:noFill/>
          <a:ln cap="flat" cmpd="sng" w="9525">
            <a:solidFill>
              <a:srgbClr val="CED2D7"/>
            </a:solidFill>
            <a:prstDash val="solid"/>
            <a:round/>
            <a:headEnd len="med" w="med" type="none"/>
            <a:tailEnd len="med" w="med" type="none"/>
          </a:ln>
        </p:spPr>
      </p:cxnSp>
      <p:cxnSp>
        <p:nvCxnSpPr>
          <p:cNvPr id="1468" name="Google Shape;1468;p94"/>
          <p:cNvCxnSpPr/>
          <p:nvPr/>
        </p:nvCxnSpPr>
        <p:spPr>
          <a:xfrm>
            <a:off x="7129125" y="2374160"/>
            <a:ext cx="10629600" cy="0"/>
          </a:xfrm>
          <a:prstGeom prst="straightConnector1">
            <a:avLst/>
          </a:prstGeom>
          <a:noFill/>
          <a:ln cap="flat" cmpd="sng" w="9525">
            <a:solidFill>
              <a:srgbClr val="CED2D7"/>
            </a:solidFill>
            <a:prstDash val="solid"/>
            <a:round/>
            <a:headEnd len="med" w="med" type="none"/>
            <a:tailEnd len="med" w="med" type="none"/>
          </a:ln>
        </p:spPr>
      </p:cxnSp>
      <p:cxnSp>
        <p:nvCxnSpPr>
          <p:cNvPr id="1469" name="Google Shape;1469;p94"/>
          <p:cNvCxnSpPr/>
          <p:nvPr/>
        </p:nvCxnSpPr>
        <p:spPr>
          <a:xfrm rot="10800000">
            <a:off x="7129125" y="529175"/>
            <a:ext cx="0" cy="9231000"/>
          </a:xfrm>
          <a:prstGeom prst="straightConnector1">
            <a:avLst/>
          </a:prstGeom>
          <a:noFill/>
          <a:ln cap="flat" cmpd="sng" w="9525">
            <a:solidFill>
              <a:srgbClr val="CED2D7"/>
            </a:solidFill>
            <a:prstDash val="solid"/>
            <a:round/>
            <a:headEnd len="med" w="med" type="none"/>
            <a:tailEnd len="med" w="med" type="none"/>
          </a:ln>
        </p:spPr>
      </p:cxnSp>
      <p:sp>
        <p:nvSpPr>
          <p:cNvPr id="1470" name="Google Shape;1470;p94"/>
          <p:cNvSpPr txBox="1"/>
          <p:nvPr>
            <p:ph idx="1" type="body"/>
          </p:nvPr>
        </p:nvSpPr>
        <p:spPr>
          <a:xfrm>
            <a:off x="1162202" y="1417789"/>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471" name="Google Shape;1471;p94"/>
          <p:cNvSpPr txBox="1"/>
          <p:nvPr>
            <p:ph type="title"/>
          </p:nvPr>
        </p:nvSpPr>
        <p:spPr>
          <a:xfrm>
            <a:off x="1105528" y="2033065"/>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472" name="Google Shape;1472;p94"/>
          <p:cNvSpPr txBox="1"/>
          <p:nvPr>
            <p:ph idx="2" type="subTitle"/>
          </p:nvPr>
        </p:nvSpPr>
        <p:spPr>
          <a:xfrm>
            <a:off x="1154771" y="4796121"/>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473" name="Google Shape;1473;p94"/>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474" name="Google Shape;1474;p94"/>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475" name="Google Shape;1475;p94"/>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476" name="Google Shape;1476;p94"/>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477" name="Google Shape;1477;p94"/>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478" name="Google Shape;1478;p94"/>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sp>
        <p:nvSpPr>
          <p:cNvPr id="1479" name="Google Shape;1479;p94"/>
          <p:cNvSpPr txBox="1"/>
          <p:nvPr>
            <p:ph idx="3" type="body"/>
          </p:nvPr>
        </p:nvSpPr>
        <p:spPr>
          <a:xfrm>
            <a:off x="7722812" y="1451239"/>
            <a:ext cx="81369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480" name="Google Shape;1480;p94"/>
          <p:cNvSpPr txBox="1"/>
          <p:nvPr>
            <p:ph idx="4" type="body"/>
          </p:nvPr>
        </p:nvSpPr>
        <p:spPr>
          <a:xfrm>
            <a:off x="7722812" y="3167739"/>
            <a:ext cx="81369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481" name="Google Shape;1481;p94"/>
          <p:cNvSpPr txBox="1"/>
          <p:nvPr>
            <p:ph idx="5" type="body"/>
          </p:nvPr>
        </p:nvSpPr>
        <p:spPr>
          <a:xfrm>
            <a:off x="7722812" y="4940726"/>
            <a:ext cx="81369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482" name="Google Shape;1482;p94"/>
          <p:cNvSpPr txBox="1"/>
          <p:nvPr>
            <p:ph idx="6" type="body"/>
          </p:nvPr>
        </p:nvSpPr>
        <p:spPr>
          <a:xfrm>
            <a:off x="7722812" y="6671214"/>
            <a:ext cx="81369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483" name="Google Shape;1483;p94"/>
          <p:cNvSpPr txBox="1"/>
          <p:nvPr>
            <p:ph idx="7" type="body"/>
          </p:nvPr>
        </p:nvSpPr>
        <p:spPr>
          <a:xfrm>
            <a:off x="7722812" y="8430764"/>
            <a:ext cx="81369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grpSp>
        <p:nvGrpSpPr>
          <p:cNvPr id="1484" name="Google Shape;1484;p94"/>
          <p:cNvGrpSpPr/>
          <p:nvPr/>
        </p:nvGrpSpPr>
        <p:grpSpPr>
          <a:xfrm>
            <a:off x="16321019" y="9940892"/>
            <a:ext cx="1188866" cy="190224"/>
            <a:chOff x="238125" y="2252900"/>
            <a:chExt cx="7144625" cy="1210075"/>
          </a:xfrm>
        </p:grpSpPr>
        <p:sp>
          <p:nvSpPr>
            <p:cNvPr id="1485" name="Google Shape;1485;p9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9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9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9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9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9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9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9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9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4 Rows (Numbered)">
  <p:cSld name="CUSTOM_5">
    <p:spTree>
      <p:nvGrpSpPr>
        <p:cNvPr id="1494" name="Shape 1494"/>
        <p:cNvGrpSpPr/>
        <p:nvPr/>
      </p:nvGrpSpPr>
      <p:grpSpPr>
        <a:xfrm>
          <a:off x="0" y="0"/>
          <a:ext cx="0" cy="0"/>
          <a:chOff x="0" y="0"/>
          <a:chExt cx="0" cy="0"/>
        </a:xfrm>
      </p:grpSpPr>
      <p:cxnSp>
        <p:nvCxnSpPr>
          <p:cNvPr id="1495" name="Google Shape;1495;p95"/>
          <p:cNvCxnSpPr/>
          <p:nvPr/>
        </p:nvCxnSpPr>
        <p:spPr>
          <a:xfrm>
            <a:off x="17558825" y="9762900"/>
            <a:ext cx="0" cy="341400"/>
          </a:xfrm>
          <a:prstGeom prst="straightConnector1">
            <a:avLst/>
          </a:prstGeom>
          <a:noFill/>
          <a:ln cap="flat" cmpd="sng" w="9525">
            <a:solidFill>
              <a:srgbClr val="FFFFFF"/>
            </a:solidFill>
            <a:prstDash val="solid"/>
            <a:round/>
            <a:headEnd len="med" w="med" type="none"/>
            <a:tailEnd len="med" w="med" type="none"/>
          </a:ln>
        </p:spPr>
      </p:cxnSp>
      <p:sp>
        <p:nvSpPr>
          <p:cNvPr id="1496" name="Google Shape;1496;p95"/>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FFFFFF"/>
                </a:solidFill>
                <a:latin typeface="Libre Franklin"/>
                <a:ea typeface="Libre Franklin"/>
                <a:cs typeface="Libre Franklin"/>
                <a:sym typeface="Libre Franklin"/>
              </a:rPr>
              <a:t>‹#›</a:t>
            </a:fld>
            <a:endParaRPr b="1" sz="1000">
              <a:solidFill>
                <a:srgbClr val="FFFFFF"/>
              </a:solidFill>
              <a:latin typeface="Libre Franklin"/>
              <a:ea typeface="Libre Franklin"/>
              <a:cs typeface="Libre Franklin"/>
              <a:sym typeface="Libre Franklin"/>
            </a:endParaRPr>
          </a:p>
        </p:txBody>
      </p:sp>
      <p:cxnSp>
        <p:nvCxnSpPr>
          <p:cNvPr id="1497" name="Google Shape;1497;p95"/>
          <p:cNvCxnSpPr/>
          <p:nvPr/>
        </p:nvCxnSpPr>
        <p:spPr>
          <a:xfrm>
            <a:off x="7865100" y="7453919"/>
            <a:ext cx="9893700" cy="0"/>
          </a:xfrm>
          <a:prstGeom prst="straightConnector1">
            <a:avLst/>
          </a:prstGeom>
          <a:noFill/>
          <a:ln cap="flat" cmpd="sng" w="9525">
            <a:solidFill>
              <a:srgbClr val="CED2D7"/>
            </a:solidFill>
            <a:prstDash val="solid"/>
            <a:round/>
            <a:headEnd len="med" w="med" type="none"/>
            <a:tailEnd len="med" w="med" type="none"/>
          </a:ln>
        </p:spPr>
      </p:cxnSp>
      <p:cxnSp>
        <p:nvCxnSpPr>
          <p:cNvPr id="1498" name="Google Shape;1498;p95"/>
          <p:cNvCxnSpPr/>
          <p:nvPr/>
        </p:nvCxnSpPr>
        <p:spPr>
          <a:xfrm>
            <a:off x="529175" y="5144938"/>
            <a:ext cx="17229300" cy="0"/>
          </a:xfrm>
          <a:prstGeom prst="straightConnector1">
            <a:avLst/>
          </a:prstGeom>
          <a:noFill/>
          <a:ln cap="flat" cmpd="sng" w="9525">
            <a:solidFill>
              <a:srgbClr val="CED2D7"/>
            </a:solidFill>
            <a:prstDash val="solid"/>
            <a:round/>
            <a:headEnd len="med" w="med" type="none"/>
            <a:tailEnd len="med" w="med" type="none"/>
          </a:ln>
        </p:spPr>
      </p:cxnSp>
      <p:cxnSp>
        <p:nvCxnSpPr>
          <p:cNvPr id="1499" name="Google Shape;1499;p95"/>
          <p:cNvCxnSpPr/>
          <p:nvPr/>
        </p:nvCxnSpPr>
        <p:spPr>
          <a:xfrm>
            <a:off x="7865100" y="2835956"/>
            <a:ext cx="9893700" cy="0"/>
          </a:xfrm>
          <a:prstGeom prst="straightConnector1">
            <a:avLst/>
          </a:prstGeom>
          <a:noFill/>
          <a:ln cap="flat" cmpd="sng" w="9525">
            <a:solidFill>
              <a:srgbClr val="CED2D7"/>
            </a:solidFill>
            <a:prstDash val="solid"/>
            <a:round/>
            <a:headEnd len="med" w="med" type="none"/>
            <a:tailEnd len="med" w="med" type="none"/>
          </a:ln>
        </p:spPr>
      </p:cxnSp>
      <p:cxnSp>
        <p:nvCxnSpPr>
          <p:cNvPr id="1500" name="Google Shape;1500;p95"/>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1501" name="Google Shape;1501;p95"/>
          <p:cNvSpPr txBox="1"/>
          <p:nvPr>
            <p:ph idx="1" type="body"/>
          </p:nvPr>
        </p:nvSpPr>
        <p:spPr>
          <a:xfrm>
            <a:off x="9671226" y="1445273"/>
            <a:ext cx="72177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02" name="Google Shape;1502;p95"/>
          <p:cNvSpPr txBox="1"/>
          <p:nvPr/>
        </p:nvSpPr>
        <p:spPr>
          <a:xfrm>
            <a:off x="8436686" y="1268079"/>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01</a:t>
            </a:r>
            <a:endParaRPr sz="4500">
              <a:solidFill>
                <a:schemeClr val="dk2"/>
              </a:solidFill>
              <a:latin typeface="Libre Franklin"/>
              <a:ea typeface="Libre Franklin"/>
              <a:cs typeface="Libre Franklin"/>
              <a:sym typeface="Libre Franklin"/>
            </a:endParaRPr>
          </a:p>
        </p:txBody>
      </p:sp>
      <p:sp>
        <p:nvSpPr>
          <p:cNvPr id="1503" name="Google Shape;1503;p95"/>
          <p:cNvSpPr txBox="1"/>
          <p:nvPr>
            <p:ph idx="2" type="body"/>
          </p:nvPr>
        </p:nvSpPr>
        <p:spPr>
          <a:xfrm>
            <a:off x="9671226" y="3735310"/>
            <a:ext cx="7217700" cy="5826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Char char="●"/>
              <a:defRPr sz="2200"/>
            </a:lvl1pPr>
            <a:lvl2pPr indent="-368300" lvl="1" marL="914400" rtl="0">
              <a:lnSpc>
                <a:spcPct val="115000"/>
              </a:lnSpc>
              <a:spcBef>
                <a:spcPts val="0"/>
              </a:spcBef>
              <a:spcAft>
                <a:spcPts val="0"/>
              </a:spcAft>
              <a:buSzPts val="2200"/>
              <a:buChar char="○"/>
              <a:defRPr sz="2200"/>
            </a:lvl2pPr>
            <a:lvl3pPr indent="-368300" lvl="2" marL="1371600" rtl="0">
              <a:lnSpc>
                <a:spcPct val="115000"/>
              </a:lnSpc>
              <a:spcBef>
                <a:spcPts val="0"/>
              </a:spcBef>
              <a:spcAft>
                <a:spcPts val="0"/>
              </a:spcAft>
              <a:buSzPts val="2200"/>
              <a:buChar char="■"/>
              <a:defRPr sz="2200"/>
            </a:lvl3pPr>
            <a:lvl4pPr indent="-368300" lvl="3" marL="1828800" rtl="0">
              <a:lnSpc>
                <a:spcPct val="115000"/>
              </a:lnSpc>
              <a:spcBef>
                <a:spcPts val="0"/>
              </a:spcBef>
              <a:spcAft>
                <a:spcPts val="0"/>
              </a:spcAft>
              <a:buSzPts val="2200"/>
              <a:buChar char="●"/>
              <a:defRPr sz="2200"/>
            </a:lvl4pPr>
            <a:lvl5pPr indent="-368300" lvl="4" marL="2286000" rtl="0">
              <a:lnSpc>
                <a:spcPct val="115000"/>
              </a:lnSpc>
              <a:spcBef>
                <a:spcPts val="0"/>
              </a:spcBef>
              <a:spcAft>
                <a:spcPts val="0"/>
              </a:spcAft>
              <a:buSzPts val="2200"/>
              <a:buChar char="○"/>
              <a:defRPr sz="2200"/>
            </a:lvl5pPr>
            <a:lvl6pPr indent="-368300" lvl="5" marL="2743200" rtl="0">
              <a:lnSpc>
                <a:spcPct val="115000"/>
              </a:lnSpc>
              <a:spcBef>
                <a:spcPts val="0"/>
              </a:spcBef>
              <a:spcAft>
                <a:spcPts val="0"/>
              </a:spcAft>
              <a:buSzPts val="2200"/>
              <a:buChar char="■"/>
              <a:defRPr sz="2200"/>
            </a:lvl6pPr>
            <a:lvl7pPr indent="-368300" lvl="6" marL="3200400" rtl="0">
              <a:lnSpc>
                <a:spcPct val="115000"/>
              </a:lnSpc>
              <a:spcBef>
                <a:spcPts val="0"/>
              </a:spcBef>
              <a:spcAft>
                <a:spcPts val="0"/>
              </a:spcAft>
              <a:buSzPts val="2200"/>
              <a:buChar char="●"/>
              <a:defRPr sz="2200"/>
            </a:lvl7pPr>
            <a:lvl8pPr indent="-368300" lvl="7" marL="3657600" rtl="0">
              <a:lnSpc>
                <a:spcPct val="115000"/>
              </a:lnSpc>
              <a:spcBef>
                <a:spcPts val="0"/>
              </a:spcBef>
              <a:spcAft>
                <a:spcPts val="0"/>
              </a:spcAft>
              <a:buSzPts val="2200"/>
              <a:buChar char="○"/>
              <a:defRPr sz="2200"/>
            </a:lvl8pPr>
            <a:lvl9pPr indent="-368300" lvl="8" marL="4114800" rtl="0">
              <a:lnSpc>
                <a:spcPct val="115000"/>
              </a:lnSpc>
              <a:spcBef>
                <a:spcPts val="0"/>
              </a:spcBef>
              <a:spcAft>
                <a:spcPts val="0"/>
              </a:spcAft>
              <a:buSzPts val="2200"/>
              <a:buChar char="■"/>
              <a:defRPr sz="2200"/>
            </a:lvl9pPr>
          </a:lstStyle>
          <a:p/>
        </p:txBody>
      </p:sp>
      <p:sp>
        <p:nvSpPr>
          <p:cNvPr id="1504" name="Google Shape;1504;p95"/>
          <p:cNvSpPr txBox="1"/>
          <p:nvPr/>
        </p:nvSpPr>
        <p:spPr>
          <a:xfrm>
            <a:off x="8436686" y="3558116"/>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02</a:t>
            </a:r>
            <a:endParaRPr sz="4500">
              <a:solidFill>
                <a:schemeClr val="dk2"/>
              </a:solidFill>
              <a:latin typeface="Libre Franklin"/>
              <a:ea typeface="Libre Franklin"/>
              <a:cs typeface="Libre Franklin"/>
              <a:sym typeface="Libre Franklin"/>
            </a:endParaRPr>
          </a:p>
        </p:txBody>
      </p:sp>
      <p:sp>
        <p:nvSpPr>
          <p:cNvPr id="1505" name="Google Shape;1505;p95"/>
          <p:cNvSpPr txBox="1"/>
          <p:nvPr>
            <p:ph idx="3" type="body"/>
          </p:nvPr>
        </p:nvSpPr>
        <p:spPr>
          <a:xfrm>
            <a:off x="9671226" y="6029799"/>
            <a:ext cx="7217700" cy="5826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Char char="●"/>
              <a:defRPr sz="2200"/>
            </a:lvl1pPr>
            <a:lvl2pPr indent="-368300" lvl="1" marL="914400" rtl="0">
              <a:lnSpc>
                <a:spcPct val="115000"/>
              </a:lnSpc>
              <a:spcBef>
                <a:spcPts val="0"/>
              </a:spcBef>
              <a:spcAft>
                <a:spcPts val="0"/>
              </a:spcAft>
              <a:buSzPts val="2200"/>
              <a:buChar char="○"/>
              <a:defRPr sz="2200"/>
            </a:lvl2pPr>
            <a:lvl3pPr indent="-368300" lvl="2" marL="1371600" rtl="0">
              <a:lnSpc>
                <a:spcPct val="115000"/>
              </a:lnSpc>
              <a:spcBef>
                <a:spcPts val="0"/>
              </a:spcBef>
              <a:spcAft>
                <a:spcPts val="0"/>
              </a:spcAft>
              <a:buSzPts val="2200"/>
              <a:buChar char="■"/>
              <a:defRPr sz="2200"/>
            </a:lvl3pPr>
            <a:lvl4pPr indent="-368300" lvl="3" marL="1828800" rtl="0">
              <a:lnSpc>
                <a:spcPct val="115000"/>
              </a:lnSpc>
              <a:spcBef>
                <a:spcPts val="0"/>
              </a:spcBef>
              <a:spcAft>
                <a:spcPts val="0"/>
              </a:spcAft>
              <a:buSzPts val="2200"/>
              <a:buChar char="●"/>
              <a:defRPr sz="2200"/>
            </a:lvl4pPr>
            <a:lvl5pPr indent="-368300" lvl="4" marL="2286000" rtl="0">
              <a:lnSpc>
                <a:spcPct val="115000"/>
              </a:lnSpc>
              <a:spcBef>
                <a:spcPts val="0"/>
              </a:spcBef>
              <a:spcAft>
                <a:spcPts val="0"/>
              </a:spcAft>
              <a:buSzPts val="2200"/>
              <a:buChar char="○"/>
              <a:defRPr sz="2200"/>
            </a:lvl5pPr>
            <a:lvl6pPr indent="-368300" lvl="5" marL="2743200" rtl="0">
              <a:lnSpc>
                <a:spcPct val="115000"/>
              </a:lnSpc>
              <a:spcBef>
                <a:spcPts val="0"/>
              </a:spcBef>
              <a:spcAft>
                <a:spcPts val="0"/>
              </a:spcAft>
              <a:buSzPts val="2200"/>
              <a:buChar char="■"/>
              <a:defRPr sz="2200"/>
            </a:lvl6pPr>
            <a:lvl7pPr indent="-368300" lvl="6" marL="3200400" rtl="0">
              <a:lnSpc>
                <a:spcPct val="115000"/>
              </a:lnSpc>
              <a:spcBef>
                <a:spcPts val="0"/>
              </a:spcBef>
              <a:spcAft>
                <a:spcPts val="0"/>
              </a:spcAft>
              <a:buSzPts val="2200"/>
              <a:buChar char="●"/>
              <a:defRPr sz="2200"/>
            </a:lvl7pPr>
            <a:lvl8pPr indent="-368300" lvl="7" marL="3657600" rtl="0">
              <a:lnSpc>
                <a:spcPct val="115000"/>
              </a:lnSpc>
              <a:spcBef>
                <a:spcPts val="0"/>
              </a:spcBef>
              <a:spcAft>
                <a:spcPts val="0"/>
              </a:spcAft>
              <a:buSzPts val="2200"/>
              <a:buChar char="○"/>
              <a:defRPr sz="2200"/>
            </a:lvl8pPr>
            <a:lvl9pPr indent="-368300" lvl="8" marL="4114800" rtl="0">
              <a:lnSpc>
                <a:spcPct val="115000"/>
              </a:lnSpc>
              <a:spcBef>
                <a:spcPts val="0"/>
              </a:spcBef>
              <a:spcAft>
                <a:spcPts val="0"/>
              </a:spcAft>
              <a:buSzPts val="2200"/>
              <a:buChar char="■"/>
              <a:defRPr sz="2200"/>
            </a:lvl9pPr>
          </a:lstStyle>
          <a:p/>
        </p:txBody>
      </p:sp>
      <p:sp>
        <p:nvSpPr>
          <p:cNvPr id="1506" name="Google Shape;1506;p95"/>
          <p:cNvSpPr txBox="1"/>
          <p:nvPr/>
        </p:nvSpPr>
        <p:spPr>
          <a:xfrm>
            <a:off x="8436686" y="5852605"/>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03</a:t>
            </a:r>
            <a:endParaRPr sz="4500">
              <a:solidFill>
                <a:schemeClr val="dk2"/>
              </a:solidFill>
              <a:latin typeface="Libre Franklin"/>
              <a:ea typeface="Libre Franklin"/>
              <a:cs typeface="Libre Franklin"/>
              <a:sym typeface="Libre Franklin"/>
            </a:endParaRPr>
          </a:p>
        </p:txBody>
      </p:sp>
      <p:sp>
        <p:nvSpPr>
          <p:cNvPr id="1507" name="Google Shape;1507;p95"/>
          <p:cNvSpPr txBox="1"/>
          <p:nvPr>
            <p:ph idx="4" type="body"/>
          </p:nvPr>
        </p:nvSpPr>
        <p:spPr>
          <a:xfrm>
            <a:off x="9671226" y="8396421"/>
            <a:ext cx="7217700" cy="5826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Char char="●"/>
              <a:defRPr sz="2200"/>
            </a:lvl1pPr>
            <a:lvl2pPr indent="-368300" lvl="1" marL="914400" rtl="0">
              <a:lnSpc>
                <a:spcPct val="115000"/>
              </a:lnSpc>
              <a:spcBef>
                <a:spcPts val="0"/>
              </a:spcBef>
              <a:spcAft>
                <a:spcPts val="0"/>
              </a:spcAft>
              <a:buSzPts val="2200"/>
              <a:buChar char="○"/>
              <a:defRPr sz="2200"/>
            </a:lvl2pPr>
            <a:lvl3pPr indent="-368300" lvl="2" marL="1371600" rtl="0">
              <a:lnSpc>
                <a:spcPct val="115000"/>
              </a:lnSpc>
              <a:spcBef>
                <a:spcPts val="0"/>
              </a:spcBef>
              <a:spcAft>
                <a:spcPts val="0"/>
              </a:spcAft>
              <a:buSzPts val="2200"/>
              <a:buChar char="■"/>
              <a:defRPr sz="2200"/>
            </a:lvl3pPr>
            <a:lvl4pPr indent="-368300" lvl="3" marL="1828800" rtl="0">
              <a:lnSpc>
                <a:spcPct val="115000"/>
              </a:lnSpc>
              <a:spcBef>
                <a:spcPts val="0"/>
              </a:spcBef>
              <a:spcAft>
                <a:spcPts val="0"/>
              </a:spcAft>
              <a:buSzPts val="2200"/>
              <a:buChar char="●"/>
              <a:defRPr sz="2200"/>
            </a:lvl4pPr>
            <a:lvl5pPr indent="-368300" lvl="4" marL="2286000" rtl="0">
              <a:lnSpc>
                <a:spcPct val="115000"/>
              </a:lnSpc>
              <a:spcBef>
                <a:spcPts val="0"/>
              </a:spcBef>
              <a:spcAft>
                <a:spcPts val="0"/>
              </a:spcAft>
              <a:buSzPts val="2200"/>
              <a:buChar char="○"/>
              <a:defRPr sz="2200"/>
            </a:lvl5pPr>
            <a:lvl6pPr indent="-368300" lvl="5" marL="2743200" rtl="0">
              <a:lnSpc>
                <a:spcPct val="115000"/>
              </a:lnSpc>
              <a:spcBef>
                <a:spcPts val="0"/>
              </a:spcBef>
              <a:spcAft>
                <a:spcPts val="0"/>
              </a:spcAft>
              <a:buSzPts val="2200"/>
              <a:buChar char="■"/>
              <a:defRPr sz="2200"/>
            </a:lvl6pPr>
            <a:lvl7pPr indent="-368300" lvl="6" marL="3200400" rtl="0">
              <a:lnSpc>
                <a:spcPct val="115000"/>
              </a:lnSpc>
              <a:spcBef>
                <a:spcPts val="0"/>
              </a:spcBef>
              <a:spcAft>
                <a:spcPts val="0"/>
              </a:spcAft>
              <a:buSzPts val="2200"/>
              <a:buChar char="●"/>
              <a:defRPr sz="2200"/>
            </a:lvl7pPr>
            <a:lvl8pPr indent="-368300" lvl="7" marL="3657600" rtl="0">
              <a:lnSpc>
                <a:spcPct val="115000"/>
              </a:lnSpc>
              <a:spcBef>
                <a:spcPts val="0"/>
              </a:spcBef>
              <a:spcAft>
                <a:spcPts val="0"/>
              </a:spcAft>
              <a:buSzPts val="2200"/>
              <a:buChar char="○"/>
              <a:defRPr sz="2200"/>
            </a:lvl8pPr>
            <a:lvl9pPr indent="-368300" lvl="8" marL="4114800" rtl="0">
              <a:lnSpc>
                <a:spcPct val="115000"/>
              </a:lnSpc>
              <a:spcBef>
                <a:spcPts val="0"/>
              </a:spcBef>
              <a:spcAft>
                <a:spcPts val="0"/>
              </a:spcAft>
              <a:buSzPts val="2200"/>
              <a:buChar char="■"/>
              <a:defRPr sz="2200"/>
            </a:lvl9pPr>
          </a:lstStyle>
          <a:p/>
        </p:txBody>
      </p:sp>
      <p:sp>
        <p:nvSpPr>
          <p:cNvPr id="1508" name="Google Shape;1508;p95"/>
          <p:cNvSpPr txBox="1"/>
          <p:nvPr/>
        </p:nvSpPr>
        <p:spPr>
          <a:xfrm>
            <a:off x="8436686" y="8219226"/>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04</a:t>
            </a:r>
            <a:endParaRPr sz="4500">
              <a:solidFill>
                <a:schemeClr val="dk2"/>
              </a:solidFill>
              <a:latin typeface="Libre Franklin"/>
              <a:ea typeface="Libre Franklin"/>
              <a:cs typeface="Libre Franklin"/>
              <a:sym typeface="Libre Franklin"/>
            </a:endParaRPr>
          </a:p>
        </p:txBody>
      </p:sp>
      <p:sp>
        <p:nvSpPr>
          <p:cNvPr id="1509" name="Google Shape;1509;p95"/>
          <p:cNvSpPr txBox="1"/>
          <p:nvPr>
            <p:ph idx="5" type="subTitle"/>
          </p:nvPr>
        </p:nvSpPr>
        <p:spPr>
          <a:xfrm>
            <a:off x="1105528" y="5710521"/>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510" name="Google Shape;1510;p95"/>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11" name="Google Shape;1511;p95"/>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12" name="Google Shape;1512;p95"/>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513" name="Google Shape;1513;p95"/>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514" name="Google Shape;1514;p95"/>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515" name="Google Shape;1515;p95"/>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sp>
        <p:nvSpPr>
          <p:cNvPr id="1516" name="Google Shape;1516;p95"/>
          <p:cNvSpPr txBox="1"/>
          <p:nvPr>
            <p:ph idx="6" type="body"/>
          </p:nvPr>
        </p:nvSpPr>
        <p:spPr>
          <a:xfrm>
            <a:off x="1162202" y="1417789"/>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517" name="Google Shape;1517;p95"/>
          <p:cNvSpPr txBox="1"/>
          <p:nvPr>
            <p:ph type="title"/>
          </p:nvPr>
        </p:nvSpPr>
        <p:spPr>
          <a:xfrm>
            <a:off x="1105528" y="2033065"/>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grpSp>
        <p:nvGrpSpPr>
          <p:cNvPr id="1518" name="Google Shape;1518;p95"/>
          <p:cNvGrpSpPr/>
          <p:nvPr/>
        </p:nvGrpSpPr>
        <p:grpSpPr>
          <a:xfrm>
            <a:off x="16321019" y="9940892"/>
            <a:ext cx="1188866" cy="190224"/>
            <a:chOff x="238125" y="2252900"/>
            <a:chExt cx="7144625" cy="1210075"/>
          </a:xfrm>
        </p:grpSpPr>
        <p:sp>
          <p:nvSpPr>
            <p:cNvPr id="1519" name="Google Shape;1519;p9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9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9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9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9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9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9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9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9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4 Rows">
  <p:cSld name="CUSTOM_5_1">
    <p:spTree>
      <p:nvGrpSpPr>
        <p:cNvPr id="1528" name="Shape 1528"/>
        <p:cNvGrpSpPr/>
        <p:nvPr/>
      </p:nvGrpSpPr>
      <p:grpSpPr>
        <a:xfrm>
          <a:off x="0" y="0"/>
          <a:ext cx="0" cy="0"/>
          <a:chOff x="0" y="0"/>
          <a:chExt cx="0" cy="0"/>
        </a:xfrm>
      </p:grpSpPr>
      <p:cxnSp>
        <p:nvCxnSpPr>
          <p:cNvPr id="1529" name="Google Shape;1529;p96"/>
          <p:cNvCxnSpPr/>
          <p:nvPr/>
        </p:nvCxnSpPr>
        <p:spPr>
          <a:xfrm>
            <a:off x="17558825" y="9762900"/>
            <a:ext cx="0" cy="341400"/>
          </a:xfrm>
          <a:prstGeom prst="straightConnector1">
            <a:avLst/>
          </a:prstGeom>
          <a:noFill/>
          <a:ln cap="flat" cmpd="sng" w="9525">
            <a:solidFill>
              <a:srgbClr val="FFFFFF"/>
            </a:solidFill>
            <a:prstDash val="solid"/>
            <a:round/>
            <a:headEnd len="med" w="med" type="none"/>
            <a:tailEnd len="med" w="med" type="none"/>
          </a:ln>
        </p:spPr>
      </p:cxnSp>
      <p:sp>
        <p:nvSpPr>
          <p:cNvPr id="1530" name="Google Shape;1530;p96"/>
          <p:cNvSpPr txBox="1"/>
          <p:nvPr/>
        </p:nvSpPr>
        <p:spPr>
          <a:xfrm>
            <a:off x="17558825" y="9553500"/>
            <a:ext cx="729300" cy="76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FFFFFF"/>
                </a:solidFill>
                <a:latin typeface="Libre Franklin"/>
                <a:ea typeface="Libre Franklin"/>
                <a:cs typeface="Libre Franklin"/>
                <a:sym typeface="Libre Franklin"/>
              </a:rPr>
              <a:t>‹#›</a:t>
            </a:fld>
            <a:endParaRPr b="1" sz="1000">
              <a:solidFill>
                <a:srgbClr val="FFFFFF"/>
              </a:solidFill>
              <a:latin typeface="Libre Franklin"/>
              <a:ea typeface="Libre Franklin"/>
              <a:cs typeface="Libre Franklin"/>
              <a:sym typeface="Libre Franklin"/>
            </a:endParaRPr>
          </a:p>
        </p:txBody>
      </p:sp>
      <p:cxnSp>
        <p:nvCxnSpPr>
          <p:cNvPr id="1531" name="Google Shape;1531;p96"/>
          <p:cNvCxnSpPr/>
          <p:nvPr/>
        </p:nvCxnSpPr>
        <p:spPr>
          <a:xfrm>
            <a:off x="7865100" y="7356825"/>
            <a:ext cx="9893700" cy="0"/>
          </a:xfrm>
          <a:prstGeom prst="straightConnector1">
            <a:avLst/>
          </a:prstGeom>
          <a:noFill/>
          <a:ln cap="flat" cmpd="sng" w="9525">
            <a:solidFill>
              <a:srgbClr val="CED2D7"/>
            </a:solidFill>
            <a:prstDash val="solid"/>
            <a:round/>
            <a:headEnd len="med" w="med" type="none"/>
            <a:tailEnd len="med" w="med" type="none"/>
          </a:ln>
        </p:spPr>
      </p:cxnSp>
      <p:cxnSp>
        <p:nvCxnSpPr>
          <p:cNvPr id="1532" name="Google Shape;1532;p96"/>
          <p:cNvCxnSpPr/>
          <p:nvPr/>
        </p:nvCxnSpPr>
        <p:spPr>
          <a:xfrm>
            <a:off x="529175" y="5080208"/>
            <a:ext cx="17229300" cy="0"/>
          </a:xfrm>
          <a:prstGeom prst="straightConnector1">
            <a:avLst/>
          </a:prstGeom>
          <a:noFill/>
          <a:ln cap="flat" cmpd="sng" w="9525">
            <a:solidFill>
              <a:srgbClr val="CED2D7"/>
            </a:solidFill>
            <a:prstDash val="solid"/>
            <a:round/>
            <a:headEnd len="med" w="med" type="none"/>
            <a:tailEnd len="med" w="med" type="none"/>
          </a:ln>
        </p:spPr>
      </p:cxnSp>
      <p:cxnSp>
        <p:nvCxnSpPr>
          <p:cNvPr id="1533" name="Google Shape;1533;p96"/>
          <p:cNvCxnSpPr/>
          <p:nvPr/>
        </p:nvCxnSpPr>
        <p:spPr>
          <a:xfrm>
            <a:off x="7865100" y="2803592"/>
            <a:ext cx="9893700" cy="0"/>
          </a:xfrm>
          <a:prstGeom prst="straightConnector1">
            <a:avLst/>
          </a:prstGeom>
          <a:noFill/>
          <a:ln cap="flat" cmpd="sng" w="9525">
            <a:solidFill>
              <a:srgbClr val="CED2D7"/>
            </a:solidFill>
            <a:prstDash val="solid"/>
            <a:round/>
            <a:headEnd len="med" w="med" type="none"/>
            <a:tailEnd len="med" w="med" type="none"/>
          </a:ln>
        </p:spPr>
      </p:cxnSp>
      <p:cxnSp>
        <p:nvCxnSpPr>
          <p:cNvPr id="1534" name="Google Shape;1534;p96"/>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1535" name="Google Shape;1535;p96"/>
          <p:cNvSpPr txBox="1"/>
          <p:nvPr>
            <p:ph idx="1" type="subTitle"/>
          </p:nvPr>
        </p:nvSpPr>
        <p:spPr>
          <a:xfrm>
            <a:off x="1105528" y="5710521"/>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536" name="Google Shape;1536;p96"/>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37" name="Google Shape;1537;p96"/>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38" name="Google Shape;1538;p96"/>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539" name="Google Shape;1539;p96"/>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540" name="Google Shape;1540;p96"/>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541" name="Google Shape;1541;p96"/>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sp>
        <p:nvSpPr>
          <p:cNvPr id="1542" name="Google Shape;1542;p96"/>
          <p:cNvSpPr txBox="1"/>
          <p:nvPr>
            <p:ph idx="2" type="body"/>
          </p:nvPr>
        </p:nvSpPr>
        <p:spPr>
          <a:xfrm>
            <a:off x="1162202" y="1417789"/>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543" name="Google Shape;1543;p96"/>
          <p:cNvSpPr txBox="1"/>
          <p:nvPr>
            <p:ph type="title"/>
          </p:nvPr>
        </p:nvSpPr>
        <p:spPr>
          <a:xfrm>
            <a:off x="1105528" y="2033065"/>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544" name="Google Shape;1544;p96"/>
          <p:cNvSpPr txBox="1"/>
          <p:nvPr>
            <p:ph idx="3" type="body"/>
          </p:nvPr>
        </p:nvSpPr>
        <p:spPr>
          <a:xfrm>
            <a:off x="8436675" y="1375505"/>
            <a:ext cx="8696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45" name="Google Shape;1545;p96"/>
          <p:cNvSpPr txBox="1"/>
          <p:nvPr>
            <p:ph idx="4" type="body"/>
          </p:nvPr>
        </p:nvSpPr>
        <p:spPr>
          <a:xfrm>
            <a:off x="8436675" y="3646710"/>
            <a:ext cx="8696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46" name="Google Shape;1546;p96"/>
          <p:cNvSpPr txBox="1"/>
          <p:nvPr>
            <p:ph idx="5" type="body"/>
          </p:nvPr>
        </p:nvSpPr>
        <p:spPr>
          <a:xfrm>
            <a:off x="8436675" y="5941202"/>
            <a:ext cx="8696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47" name="Google Shape;1547;p96"/>
          <p:cNvSpPr txBox="1"/>
          <p:nvPr>
            <p:ph idx="6" type="body"/>
          </p:nvPr>
        </p:nvSpPr>
        <p:spPr>
          <a:xfrm>
            <a:off x="8436675" y="8285676"/>
            <a:ext cx="8696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grpSp>
        <p:nvGrpSpPr>
          <p:cNvPr id="1548" name="Google Shape;1548;p96"/>
          <p:cNvGrpSpPr/>
          <p:nvPr/>
        </p:nvGrpSpPr>
        <p:grpSpPr>
          <a:xfrm>
            <a:off x="16321019" y="9940892"/>
            <a:ext cx="1188866" cy="190224"/>
            <a:chOff x="238125" y="2252900"/>
            <a:chExt cx="7144625" cy="1210075"/>
          </a:xfrm>
        </p:grpSpPr>
        <p:sp>
          <p:nvSpPr>
            <p:cNvPr id="1549" name="Google Shape;1549;p9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9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9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9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9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9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9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9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9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3 Rows (Numbered)">
  <p:cSld name="CUSTOM_12">
    <p:spTree>
      <p:nvGrpSpPr>
        <p:cNvPr id="1558" name="Shape 1558"/>
        <p:cNvGrpSpPr/>
        <p:nvPr/>
      </p:nvGrpSpPr>
      <p:grpSpPr>
        <a:xfrm>
          <a:off x="0" y="0"/>
          <a:ext cx="0" cy="0"/>
          <a:chOff x="0" y="0"/>
          <a:chExt cx="0" cy="0"/>
        </a:xfrm>
      </p:grpSpPr>
      <p:cxnSp>
        <p:nvCxnSpPr>
          <p:cNvPr id="1559" name="Google Shape;1559;p97"/>
          <p:cNvCxnSpPr/>
          <p:nvPr/>
        </p:nvCxnSpPr>
        <p:spPr>
          <a:xfrm>
            <a:off x="7865100" y="6684258"/>
            <a:ext cx="9922200" cy="0"/>
          </a:xfrm>
          <a:prstGeom prst="straightConnector1">
            <a:avLst/>
          </a:prstGeom>
          <a:noFill/>
          <a:ln cap="flat" cmpd="sng" w="9525">
            <a:solidFill>
              <a:srgbClr val="CED2D7"/>
            </a:solidFill>
            <a:prstDash val="solid"/>
            <a:round/>
            <a:headEnd len="med" w="med" type="none"/>
            <a:tailEnd len="med" w="med" type="none"/>
          </a:ln>
        </p:spPr>
      </p:cxnSp>
      <p:cxnSp>
        <p:nvCxnSpPr>
          <p:cNvPr id="1560" name="Google Shape;1560;p97"/>
          <p:cNvCxnSpPr/>
          <p:nvPr/>
        </p:nvCxnSpPr>
        <p:spPr>
          <a:xfrm>
            <a:off x="531625" y="3605617"/>
            <a:ext cx="17233500" cy="0"/>
          </a:xfrm>
          <a:prstGeom prst="straightConnector1">
            <a:avLst/>
          </a:prstGeom>
          <a:noFill/>
          <a:ln cap="flat" cmpd="sng" w="9525">
            <a:solidFill>
              <a:srgbClr val="CED2D7"/>
            </a:solidFill>
            <a:prstDash val="solid"/>
            <a:round/>
            <a:headEnd len="med" w="med" type="none"/>
            <a:tailEnd len="med" w="med" type="none"/>
          </a:ln>
        </p:spPr>
      </p:cxnSp>
      <p:sp>
        <p:nvSpPr>
          <p:cNvPr id="1561" name="Google Shape;1561;p97"/>
          <p:cNvSpPr txBox="1"/>
          <p:nvPr>
            <p:ph idx="1" type="body"/>
          </p:nvPr>
        </p:nvSpPr>
        <p:spPr>
          <a:xfrm>
            <a:off x="9671226" y="1806505"/>
            <a:ext cx="72177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62" name="Google Shape;1562;p97"/>
          <p:cNvSpPr txBox="1"/>
          <p:nvPr/>
        </p:nvSpPr>
        <p:spPr>
          <a:xfrm>
            <a:off x="8436686" y="1629310"/>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01</a:t>
            </a:r>
            <a:endParaRPr sz="4500">
              <a:solidFill>
                <a:schemeClr val="dk2"/>
              </a:solidFill>
              <a:latin typeface="Libre Franklin"/>
              <a:ea typeface="Libre Franklin"/>
              <a:cs typeface="Libre Franklin"/>
              <a:sym typeface="Libre Franklin"/>
            </a:endParaRPr>
          </a:p>
        </p:txBody>
      </p:sp>
      <p:sp>
        <p:nvSpPr>
          <p:cNvPr id="1563" name="Google Shape;1563;p97"/>
          <p:cNvSpPr txBox="1"/>
          <p:nvPr>
            <p:ph idx="2" type="body"/>
          </p:nvPr>
        </p:nvSpPr>
        <p:spPr>
          <a:xfrm>
            <a:off x="9671226" y="4931181"/>
            <a:ext cx="7217700" cy="5826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Char char="●"/>
              <a:defRPr sz="2200"/>
            </a:lvl1pPr>
            <a:lvl2pPr indent="-368300" lvl="1" marL="914400" rtl="0">
              <a:lnSpc>
                <a:spcPct val="115000"/>
              </a:lnSpc>
              <a:spcBef>
                <a:spcPts val="0"/>
              </a:spcBef>
              <a:spcAft>
                <a:spcPts val="0"/>
              </a:spcAft>
              <a:buSzPts val="2200"/>
              <a:buChar char="○"/>
              <a:defRPr sz="2200"/>
            </a:lvl2pPr>
            <a:lvl3pPr indent="-368300" lvl="2" marL="1371600" rtl="0">
              <a:lnSpc>
                <a:spcPct val="115000"/>
              </a:lnSpc>
              <a:spcBef>
                <a:spcPts val="0"/>
              </a:spcBef>
              <a:spcAft>
                <a:spcPts val="0"/>
              </a:spcAft>
              <a:buSzPts val="2200"/>
              <a:buChar char="■"/>
              <a:defRPr sz="2200"/>
            </a:lvl3pPr>
            <a:lvl4pPr indent="-368300" lvl="3" marL="1828800" rtl="0">
              <a:lnSpc>
                <a:spcPct val="115000"/>
              </a:lnSpc>
              <a:spcBef>
                <a:spcPts val="0"/>
              </a:spcBef>
              <a:spcAft>
                <a:spcPts val="0"/>
              </a:spcAft>
              <a:buSzPts val="2200"/>
              <a:buChar char="●"/>
              <a:defRPr sz="2200"/>
            </a:lvl4pPr>
            <a:lvl5pPr indent="-368300" lvl="4" marL="2286000" rtl="0">
              <a:lnSpc>
                <a:spcPct val="115000"/>
              </a:lnSpc>
              <a:spcBef>
                <a:spcPts val="0"/>
              </a:spcBef>
              <a:spcAft>
                <a:spcPts val="0"/>
              </a:spcAft>
              <a:buSzPts val="2200"/>
              <a:buChar char="○"/>
              <a:defRPr sz="2200"/>
            </a:lvl5pPr>
            <a:lvl6pPr indent="-368300" lvl="5" marL="2743200" rtl="0">
              <a:lnSpc>
                <a:spcPct val="115000"/>
              </a:lnSpc>
              <a:spcBef>
                <a:spcPts val="0"/>
              </a:spcBef>
              <a:spcAft>
                <a:spcPts val="0"/>
              </a:spcAft>
              <a:buSzPts val="2200"/>
              <a:buChar char="■"/>
              <a:defRPr sz="2200"/>
            </a:lvl6pPr>
            <a:lvl7pPr indent="-368300" lvl="6" marL="3200400" rtl="0">
              <a:lnSpc>
                <a:spcPct val="115000"/>
              </a:lnSpc>
              <a:spcBef>
                <a:spcPts val="0"/>
              </a:spcBef>
              <a:spcAft>
                <a:spcPts val="0"/>
              </a:spcAft>
              <a:buSzPts val="2200"/>
              <a:buChar char="●"/>
              <a:defRPr sz="2200"/>
            </a:lvl7pPr>
            <a:lvl8pPr indent="-368300" lvl="7" marL="3657600" rtl="0">
              <a:lnSpc>
                <a:spcPct val="115000"/>
              </a:lnSpc>
              <a:spcBef>
                <a:spcPts val="0"/>
              </a:spcBef>
              <a:spcAft>
                <a:spcPts val="0"/>
              </a:spcAft>
              <a:buSzPts val="2200"/>
              <a:buChar char="○"/>
              <a:defRPr sz="2200"/>
            </a:lvl8pPr>
            <a:lvl9pPr indent="-368300" lvl="8" marL="4114800" rtl="0">
              <a:lnSpc>
                <a:spcPct val="115000"/>
              </a:lnSpc>
              <a:spcBef>
                <a:spcPts val="0"/>
              </a:spcBef>
              <a:spcAft>
                <a:spcPts val="0"/>
              </a:spcAft>
              <a:buSzPts val="2200"/>
              <a:buChar char="■"/>
              <a:defRPr sz="2200"/>
            </a:lvl9pPr>
          </a:lstStyle>
          <a:p/>
        </p:txBody>
      </p:sp>
      <p:sp>
        <p:nvSpPr>
          <p:cNvPr id="1564" name="Google Shape;1564;p97"/>
          <p:cNvSpPr txBox="1"/>
          <p:nvPr/>
        </p:nvSpPr>
        <p:spPr>
          <a:xfrm>
            <a:off x="8436686" y="4753987"/>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02</a:t>
            </a:r>
            <a:endParaRPr sz="4500">
              <a:solidFill>
                <a:schemeClr val="dk2"/>
              </a:solidFill>
              <a:latin typeface="Libre Franklin"/>
              <a:ea typeface="Libre Franklin"/>
              <a:cs typeface="Libre Franklin"/>
              <a:sym typeface="Libre Franklin"/>
            </a:endParaRPr>
          </a:p>
        </p:txBody>
      </p:sp>
      <p:sp>
        <p:nvSpPr>
          <p:cNvPr id="1565" name="Google Shape;1565;p97"/>
          <p:cNvSpPr txBox="1"/>
          <p:nvPr>
            <p:ph idx="3" type="body"/>
          </p:nvPr>
        </p:nvSpPr>
        <p:spPr>
          <a:xfrm>
            <a:off x="9671226" y="8099517"/>
            <a:ext cx="7217700" cy="5826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Char char="●"/>
              <a:defRPr sz="2200"/>
            </a:lvl1pPr>
            <a:lvl2pPr indent="-368300" lvl="1" marL="914400" rtl="0">
              <a:lnSpc>
                <a:spcPct val="115000"/>
              </a:lnSpc>
              <a:spcBef>
                <a:spcPts val="0"/>
              </a:spcBef>
              <a:spcAft>
                <a:spcPts val="0"/>
              </a:spcAft>
              <a:buSzPts val="2200"/>
              <a:buChar char="○"/>
              <a:defRPr sz="2200"/>
            </a:lvl2pPr>
            <a:lvl3pPr indent="-368300" lvl="2" marL="1371600" rtl="0">
              <a:lnSpc>
                <a:spcPct val="115000"/>
              </a:lnSpc>
              <a:spcBef>
                <a:spcPts val="0"/>
              </a:spcBef>
              <a:spcAft>
                <a:spcPts val="0"/>
              </a:spcAft>
              <a:buSzPts val="2200"/>
              <a:buChar char="■"/>
              <a:defRPr sz="2200"/>
            </a:lvl3pPr>
            <a:lvl4pPr indent="-368300" lvl="3" marL="1828800" rtl="0">
              <a:lnSpc>
                <a:spcPct val="115000"/>
              </a:lnSpc>
              <a:spcBef>
                <a:spcPts val="0"/>
              </a:spcBef>
              <a:spcAft>
                <a:spcPts val="0"/>
              </a:spcAft>
              <a:buSzPts val="2200"/>
              <a:buChar char="●"/>
              <a:defRPr sz="2200"/>
            </a:lvl4pPr>
            <a:lvl5pPr indent="-368300" lvl="4" marL="2286000" rtl="0">
              <a:lnSpc>
                <a:spcPct val="115000"/>
              </a:lnSpc>
              <a:spcBef>
                <a:spcPts val="0"/>
              </a:spcBef>
              <a:spcAft>
                <a:spcPts val="0"/>
              </a:spcAft>
              <a:buSzPts val="2200"/>
              <a:buChar char="○"/>
              <a:defRPr sz="2200"/>
            </a:lvl5pPr>
            <a:lvl6pPr indent="-368300" lvl="5" marL="2743200" rtl="0">
              <a:lnSpc>
                <a:spcPct val="115000"/>
              </a:lnSpc>
              <a:spcBef>
                <a:spcPts val="0"/>
              </a:spcBef>
              <a:spcAft>
                <a:spcPts val="0"/>
              </a:spcAft>
              <a:buSzPts val="2200"/>
              <a:buChar char="■"/>
              <a:defRPr sz="2200"/>
            </a:lvl6pPr>
            <a:lvl7pPr indent="-368300" lvl="6" marL="3200400" rtl="0">
              <a:lnSpc>
                <a:spcPct val="115000"/>
              </a:lnSpc>
              <a:spcBef>
                <a:spcPts val="0"/>
              </a:spcBef>
              <a:spcAft>
                <a:spcPts val="0"/>
              </a:spcAft>
              <a:buSzPts val="2200"/>
              <a:buChar char="●"/>
              <a:defRPr sz="2200"/>
            </a:lvl7pPr>
            <a:lvl8pPr indent="-368300" lvl="7" marL="3657600" rtl="0">
              <a:lnSpc>
                <a:spcPct val="115000"/>
              </a:lnSpc>
              <a:spcBef>
                <a:spcPts val="0"/>
              </a:spcBef>
              <a:spcAft>
                <a:spcPts val="0"/>
              </a:spcAft>
              <a:buSzPts val="2200"/>
              <a:buChar char="○"/>
              <a:defRPr sz="2200"/>
            </a:lvl8pPr>
            <a:lvl9pPr indent="-368300" lvl="8" marL="4114800" rtl="0">
              <a:lnSpc>
                <a:spcPct val="115000"/>
              </a:lnSpc>
              <a:spcBef>
                <a:spcPts val="0"/>
              </a:spcBef>
              <a:spcAft>
                <a:spcPts val="0"/>
              </a:spcAft>
              <a:buSzPts val="2200"/>
              <a:buChar char="■"/>
              <a:defRPr sz="2200"/>
            </a:lvl9pPr>
          </a:lstStyle>
          <a:p/>
        </p:txBody>
      </p:sp>
      <p:sp>
        <p:nvSpPr>
          <p:cNvPr id="1566" name="Google Shape;1566;p97"/>
          <p:cNvSpPr txBox="1"/>
          <p:nvPr/>
        </p:nvSpPr>
        <p:spPr>
          <a:xfrm>
            <a:off x="8436686" y="7922323"/>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03</a:t>
            </a:r>
            <a:endParaRPr sz="4500">
              <a:solidFill>
                <a:schemeClr val="dk2"/>
              </a:solidFill>
              <a:latin typeface="Libre Franklin"/>
              <a:ea typeface="Libre Franklin"/>
              <a:cs typeface="Libre Franklin"/>
              <a:sym typeface="Libre Franklin"/>
            </a:endParaRPr>
          </a:p>
        </p:txBody>
      </p:sp>
      <p:sp>
        <p:nvSpPr>
          <p:cNvPr id="1567" name="Google Shape;1567;p97"/>
          <p:cNvSpPr txBox="1"/>
          <p:nvPr>
            <p:ph idx="4" type="subTitle"/>
          </p:nvPr>
        </p:nvSpPr>
        <p:spPr>
          <a:xfrm>
            <a:off x="1105528" y="4200063"/>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568" name="Google Shape;1568;p97"/>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1569" name="Google Shape;1569;p97"/>
          <p:cNvSpPr txBox="1"/>
          <p:nvPr>
            <p:ph idx="5"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570" name="Google Shape;1570;p97"/>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571" name="Google Shape;1571;p97"/>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72" name="Google Shape;1572;p97"/>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73" name="Google Shape;1573;p97"/>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574" name="Google Shape;1574;p97"/>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575" name="Google Shape;1575;p97"/>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576" name="Google Shape;1576;p97"/>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577" name="Google Shape;1577;p97"/>
          <p:cNvGrpSpPr/>
          <p:nvPr/>
        </p:nvGrpSpPr>
        <p:grpSpPr>
          <a:xfrm>
            <a:off x="16321019" y="9940892"/>
            <a:ext cx="1188866" cy="190224"/>
            <a:chOff x="238125" y="2252900"/>
            <a:chExt cx="7144625" cy="1210075"/>
          </a:xfrm>
        </p:grpSpPr>
        <p:sp>
          <p:nvSpPr>
            <p:cNvPr id="1578" name="Google Shape;1578;p9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9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9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9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9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9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9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9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9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3 Rows (Numbered) Bigger title">
  <p:cSld name="CUSTOM_12_2">
    <p:spTree>
      <p:nvGrpSpPr>
        <p:cNvPr id="1587" name="Shape 1587"/>
        <p:cNvGrpSpPr/>
        <p:nvPr/>
      </p:nvGrpSpPr>
      <p:grpSpPr>
        <a:xfrm>
          <a:off x="0" y="0"/>
          <a:ext cx="0" cy="0"/>
          <a:chOff x="0" y="0"/>
          <a:chExt cx="0" cy="0"/>
        </a:xfrm>
      </p:grpSpPr>
      <p:cxnSp>
        <p:nvCxnSpPr>
          <p:cNvPr id="1588" name="Google Shape;1588;p98"/>
          <p:cNvCxnSpPr/>
          <p:nvPr/>
        </p:nvCxnSpPr>
        <p:spPr>
          <a:xfrm>
            <a:off x="546800" y="6684258"/>
            <a:ext cx="17236800" cy="0"/>
          </a:xfrm>
          <a:prstGeom prst="straightConnector1">
            <a:avLst/>
          </a:prstGeom>
          <a:noFill/>
          <a:ln cap="flat" cmpd="sng" w="9525">
            <a:solidFill>
              <a:srgbClr val="CED2D7"/>
            </a:solidFill>
            <a:prstDash val="solid"/>
            <a:round/>
            <a:headEnd len="med" w="med" type="none"/>
            <a:tailEnd len="med" w="med" type="none"/>
          </a:ln>
        </p:spPr>
      </p:cxnSp>
      <p:cxnSp>
        <p:nvCxnSpPr>
          <p:cNvPr id="1589" name="Google Shape;1589;p98"/>
          <p:cNvCxnSpPr/>
          <p:nvPr/>
        </p:nvCxnSpPr>
        <p:spPr>
          <a:xfrm>
            <a:off x="7865675" y="3605617"/>
            <a:ext cx="9901200" cy="0"/>
          </a:xfrm>
          <a:prstGeom prst="straightConnector1">
            <a:avLst/>
          </a:prstGeom>
          <a:noFill/>
          <a:ln cap="flat" cmpd="sng" w="9525">
            <a:solidFill>
              <a:srgbClr val="CED2D7"/>
            </a:solidFill>
            <a:prstDash val="solid"/>
            <a:round/>
            <a:headEnd len="med" w="med" type="none"/>
            <a:tailEnd len="med" w="med" type="none"/>
          </a:ln>
        </p:spPr>
      </p:cxnSp>
      <p:cxnSp>
        <p:nvCxnSpPr>
          <p:cNvPr id="1590" name="Google Shape;1590;p98"/>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91" name="Google Shape;1591;p98"/>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592" name="Google Shape;1592;p98"/>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593" name="Google Shape;1593;p98"/>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594" name="Google Shape;1594;p98"/>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595" name="Google Shape;1595;p98"/>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sp>
        <p:nvSpPr>
          <p:cNvPr id="1596" name="Google Shape;1596;p98"/>
          <p:cNvSpPr txBox="1"/>
          <p:nvPr>
            <p:ph idx="1" type="body"/>
          </p:nvPr>
        </p:nvSpPr>
        <p:spPr>
          <a:xfrm>
            <a:off x="9671226" y="1806505"/>
            <a:ext cx="72177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97" name="Google Shape;1597;p98"/>
          <p:cNvSpPr txBox="1"/>
          <p:nvPr/>
        </p:nvSpPr>
        <p:spPr>
          <a:xfrm>
            <a:off x="8436686" y="1629310"/>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01</a:t>
            </a:r>
            <a:endParaRPr sz="4500">
              <a:solidFill>
                <a:schemeClr val="dk2"/>
              </a:solidFill>
              <a:latin typeface="Libre Franklin"/>
              <a:ea typeface="Libre Franklin"/>
              <a:cs typeface="Libre Franklin"/>
              <a:sym typeface="Libre Franklin"/>
            </a:endParaRPr>
          </a:p>
        </p:txBody>
      </p:sp>
      <p:sp>
        <p:nvSpPr>
          <p:cNvPr id="1598" name="Google Shape;1598;p98"/>
          <p:cNvSpPr txBox="1"/>
          <p:nvPr>
            <p:ph idx="2" type="body"/>
          </p:nvPr>
        </p:nvSpPr>
        <p:spPr>
          <a:xfrm>
            <a:off x="9671226" y="4931181"/>
            <a:ext cx="72177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599" name="Google Shape;1599;p98"/>
          <p:cNvSpPr txBox="1"/>
          <p:nvPr/>
        </p:nvSpPr>
        <p:spPr>
          <a:xfrm>
            <a:off x="8436686" y="4753987"/>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02</a:t>
            </a:r>
            <a:endParaRPr sz="4500">
              <a:solidFill>
                <a:schemeClr val="dk2"/>
              </a:solidFill>
              <a:latin typeface="Libre Franklin"/>
              <a:ea typeface="Libre Franklin"/>
              <a:cs typeface="Libre Franklin"/>
              <a:sym typeface="Libre Franklin"/>
            </a:endParaRPr>
          </a:p>
        </p:txBody>
      </p:sp>
      <p:sp>
        <p:nvSpPr>
          <p:cNvPr id="1600" name="Google Shape;1600;p98"/>
          <p:cNvSpPr txBox="1"/>
          <p:nvPr>
            <p:ph idx="3" type="body"/>
          </p:nvPr>
        </p:nvSpPr>
        <p:spPr>
          <a:xfrm>
            <a:off x="9671226" y="8099517"/>
            <a:ext cx="72177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01" name="Google Shape;1601;p98"/>
          <p:cNvSpPr txBox="1"/>
          <p:nvPr/>
        </p:nvSpPr>
        <p:spPr>
          <a:xfrm>
            <a:off x="8436686" y="7922323"/>
            <a:ext cx="1463100" cy="69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500">
                <a:solidFill>
                  <a:schemeClr val="dk2"/>
                </a:solidFill>
                <a:latin typeface="Libre Franklin"/>
                <a:ea typeface="Libre Franklin"/>
                <a:cs typeface="Libre Franklin"/>
                <a:sym typeface="Libre Franklin"/>
              </a:rPr>
              <a:t>03</a:t>
            </a:r>
            <a:endParaRPr sz="4500">
              <a:solidFill>
                <a:schemeClr val="dk2"/>
              </a:solidFill>
              <a:latin typeface="Libre Franklin"/>
              <a:ea typeface="Libre Franklin"/>
              <a:cs typeface="Libre Franklin"/>
              <a:sym typeface="Libre Franklin"/>
            </a:endParaRPr>
          </a:p>
        </p:txBody>
      </p:sp>
      <p:cxnSp>
        <p:nvCxnSpPr>
          <p:cNvPr id="1602" name="Google Shape;1602;p98"/>
          <p:cNvCxnSpPr/>
          <p:nvPr/>
        </p:nvCxnSpPr>
        <p:spPr>
          <a:xfrm rot="10800000">
            <a:off x="7865100" y="526725"/>
            <a:ext cx="0" cy="9244800"/>
          </a:xfrm>
          <a:prstGeom prst="straightConnector1">
            <a:avLst/>
          </a:prstGeom>
          <a:noFill/>
          <a:ln cap="flat" cmpd="sng" w="9525">
            <a:solidFill>
              <a:srgbClr val="CED2D7"/>
            </a:solidFill>
            <a:prstDash val="solid"/>
            <a:round/>
            <a:headEnd len="med" w="med" type="none"/>
            <a:tailEnd len="med" w="med" type="none"/>
          </a:ln>
        </p:spPr>
      </p:cxnSp>
      <p:grpSp>
        <p:nvGrpSpPr>
          <p:cNvPr id="1603" name="Google Shape;1603;p98"/>
          <p:cNvGrpSpPr/>
          <p:nvPr/>
        </p:nvGrpSpPr>
        <p:grpSpPr>
          <a:xfrm>
            <a:off x="16321019" y="9940892"/>
            <a:ext cx="1188866" cy="190224"/>
            <a:chOff x="238125" y="2252900"/>
            <a:chExt cx="7144625" cy="1210075"/>
          </a:xfrm>
        </p:grpSpPr>
        <p:sp>
          <p:nvSpPr>
            <p:cNvPr id="1604" name="Google Shape;1604;p9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9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9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9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9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9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9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9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9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3" name="Google Shape;1613;p98"/>
          <p:cNvSpPr txBox="1"/>
          <p:nvPr>
            <p:ph idx="4"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614" name="Google Shape;1614;p98"/>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615" name="Google Shape;1615;p98"/>
          <p:cNvSpPr txBox="1"/>
          <p:nvPr>
            <p:ph idx="5" type="subTitle"/>
          </p:nvPr>
        </p:nvSpPr>
        <p:spPr>
          <a:xfrm>
            <a:off x="1105528" y="7175463"/>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3 Rows">
  <p:cSld name="CUSTOM_12_1">
    <p:spTree>
      <p:nvGrpSpPr>
        <p:cNvPr id="1616" name="Shape 1616"/>
        <p:cNvGrpSpPr/>
        <p:nvPr/>
      </p:nvGrpSpPr>
      <p:grpSpPr>
        <a:xfrm>
          <a:off x="0" y="0"/>
          <a:ext cx="0" cy="0"/>
          <a:chOff x="0" y="0"/>
          <a:chExt cx="0" cy="0"/>
        </a:xfrm>
      </p:grpSpPr>
      <p:cxnSp>
        <p:nvCxnSpPr>
          <p:cNvPr id="1617" name="Google Shape;1617;p99"/>
          <p:cNvCxnSpPr/>
          <p:nvPr/>
        </p:nvCxnSpPr>
        <p:spPr>
          <a:xfrm>
            <a:off x="7865100" y="6684258"/>
            <a:ext cx="9922200" cy="0"/>
          </a:xfrm>
          <a:prstGeom prst="straightConnector1">
            <a:avLst/>
          </a:prstGeom>
          <a:noFill/>
          <a:ln cap="flat" cmpd="sng" w="9525">
            <a:solidFill>
              <a:srgbClr val="CED2D7"/>
            </a:solidFill>
            <a:prstDash val="solid"/>
            <a:round/>
            <a:headEnd len="med" w="med" type="none"/>
            <a:tailEnd len="med" w="med" type="none"/>
          </a:ln>
        </p:spPr>
      </p:cxnSp>
      <p:cxnSp>
        <p:nvCxnSpPr>
          <p:cNvPr id="1618" name="Google Shape;1618;p99"/>
          <p:cNvCxnSpPr/>
          <p:nvPr/>
        </p:nvCxnSpPr>
        <p:spPr>
          <a:xfrm>
            <a:off x="531625" y="3605617"/>
            <a:ext cx="17233500" cy="0"/>
          </a:xfrm>
          <a:prstGeom prst="straightConnector1">
            <a:avLst/>
          </a:prstGeom>
          <a:noFill/>
          <a:ln cap="flat" cmpd="sng" w="9525">
            <a:solidFill>
              <a:srgbClr val="CED2D7"/>
            </a:solidFill>
            <a:prstDash val="solid"/>
            <a:round/>
            <a:headEnd len="med" w="med" type="none"/>
            <a:tailEnd len="med" w="med" type="none"/>
          </a:ln>
        </p:spPr>
      </p:cxnSp>
      <p:sp>
        <p:nvSpPr>
          <p:cNvPr id="1619" name="Google Shape;1619;p99"/>
          <p:cNvSpPr txBox="1"/>
          <p:nvPr>
            <p:ph idx="1" type="body"/>
          </p:nvPr>
        </p:nvSpPr>
        <p:spPr>
          <a:xfrm>
            <a:off x="8639725" y="1806500"/>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20" name="Google Shape;1620;p99"/>
          <p:cNvSpPr txBox="1"/>
          <p:nvPr>
            <p:ph idx="2" type="body"/>
          </p:nvPr>
        </p:nvSpPr>
        <p:spPr>
          <a:xfrm>
            <a:off x="8639725" y="4931182"/>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21" name="Google Shape;1621;p99"/>
          <p:cNvSpPr txBox="1"/>
          <p:nvPr>
            <p:ph idx="3" type="body"/>
          </p:nvPr>
        </p:nvSpPr>
        <p:spPr>
          <a:xfrm>
            <a:off x="8639725" y="8099524"/>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22" name="Google Shape;1622;p99"/>
          <p:cNvSpPr txBox="1"/>
          <p:nvPr>
            <p:ph idx="4" type="subTitle"/>
          </p:nvPr>
        </p:nvSpPr>
        <p:spPr>
          <a:xfrm>
            <a:off x="1105528" y="4200063"/>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cxnSp>
        <p:nvCxnSpPr>
          <p:cNvPr id="1623" name="Google Shape;1623;p99"/>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1624" name="Google Shape;1624;p99"/>
          <p:cNvSpPr txBox="1"/>
          <p:nvPr>
            <p:ph idx="5"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625" name="Google Shape;1625;p99"/>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626" name="Google Shape;1626;p99"/>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27" name="Google Shape;1627;p99"/>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28" name="Google Shape;1628;p99"/>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629" name="Google Shape;1629;p99"/>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630" name="Google Shape;1630;p99"/>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631" name="Google Shape;1631;p99"/>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632" name="Google Shape;1632;p99"/>
          <p:cNvGrpSpPr/>
          <p:nvPr/>
        </p:nvGrpSpPr>
        <p:grpSpPr>
          <a:xfrm>
            <a:off x="16321019" y="9940892"/>
            <a:ext cx="1188866" cy="190224"/>
            <a:chOff x="238125" y="2252900"/>
            <a:chExt cx="7144625" cy="1210075"/>
          </a:xfrm>
        </p:grpSpPr>
        <p:sp>
          <p:nvSpPr>
            <p:cNvPr id="1633" name="Google Shape;1633;p9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9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9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9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9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9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9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9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9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 3 Rows Bigger title">
  <p:cSld name="CUSTOM_12_1_1">
    <p:spTree>
      <p:nvGrpSpPr>
        <p:cNvPr id="1642" name="Shape 1642"/>
        <p:cNvGrpSpPr/>
        <p:nvPr/>
      </p:nvGrpSpPr>
      <p:grpSpPr>
        <a:xfrm>
          <a:off x="0" y="0"/>
          <a:ext cx="0" cy="0"/>
          <a:chOff x="0" y="0"/>
          <a:chExt cx="0" cy="0"/>
        </a:xfrm>
      </p:grpSpPr>
      <p:cxnSp>
        <p:nvCxnSpPr>
          <p:cNvPr id="1643" name="Google Shape;1643;p100"/>
          <p:cNvCxnSpPr/>
          <p:nvPr/>
        </p:nvCxnSpPr>
        <p:spPr>
          <a:xfrm rot="10800000">
            <a:off x="7865100" y="526725"/>
            <a:ext cx="0" cy="9244800"/>
          </a:xfrm>
          <a:prstGeom prst="straightConnector1">
            <a:avLst/>
          </a:prstGeom>
          <a:noFill/>
          <a:ln cap="flat" cmpd="sng" w="9525">
            <a:solidFill>
              <a:srgbClr val="CED2D7"/>
            </a:solidFill>
            <a:prstDash val="solid"/>
            <a:round/>
            <a:headEnd len="med" w="med" type="none"/>
            <a:tailEnd len="med" w="med" type="none"/>
          </a:ln>
        </p:spPr>
      </p:cxnSp>
      <p:cxnSp>
        <p:nvCxnSpPr>
          <p:cNvPr id="1644" name="Google Shape;1644;p100"/>
          <p:cNvCxnSpPr/>
          <p:nvPr/>
        </p:nvCxnSpPr>
        <p:spPr>
          <a:xfrm>
            <a:off x="546800" y="6684258"/>
            <a:ext cx="17236800" cy="0"/>
          </a:xfrm>
          <a:prstGeom prst="straightConnector1">
            <a:avLst/>
          </a:prstGeom>
          <a:noFill/>
          <a:ln cap="flat" cmpd="sng" w="9525">
            <a:solidFill>
              <a:srgbClr val="CED2D7"/>
            </a:solidFill>
            <a:prstDash val="solid"/>
            <a:round/>
            <a:headEnd len="med" w="med" type="none"/>
            <a:tailEnd len="med" w="med" type="none"/>
          </a:ln>
        </p:spPr>
      </p:cxnSp>
      <p:cxnSp>
        <p:nvCxnSpPr>
          <p:cNvPr id="1645" name="Google Shape;1645;p100"/>
          <p:cNvCxnSpPr/>
          <p:nvPr/>
        </p:nvCxnSpPr>
        <p:spPr>
          <a:xfrm>
            <a:off x="7865675" y="3605617"/>
            <a:ext cx="9901200" cy="0"/>
          </a:xfrm>
          <a:prstGeom prst="straightConnector1">
            <a:avLst/>
          </a:prstGeom>
          <a:noFill/>
          <a:ln cap="flat" cmpd="sng" w="9525">
            <a:solidFill>
              <a:srgbClr val="CED2D7"/>
            </a:solidFill>
            <a:prstDash val="solid"/>
            <a:round/>
            <a:headEnd len="med" w="med" type="none"/>
            <a:tailEnd len="med" w="med" type="none"/>
          </a:ln>
        </p:spPr>
      </p:cxnSp>
      <p:cxnSp>
        <p:nvCxnSpPr>
          <p:cNvPr id="1646" name="Google Shape;1646;p100"/>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47" name="Google Shape;1647;p100"/>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48" name="Google Shape;1648;p100"/>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649" name="Google Shape;1649;p100"/>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650" name="Google Shape;1650;p100"/>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651" name="Google Shape;1651;p100"/>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652" name="Google Shape;1652;p100"/>
          <p:cNvGrpSpPr/>
          <p:nvPr/>
        </p:nvGrpSpPr>
        <p:grpSpPr>
          <a:xfrm>
            <a:off x="16321019" y="9940892"/>
            <a:ext cx="1188866" cy="190224"/>
            <a:chOff x="238125" y="2252900"/>
            <a:chExt cx="7144625" cy="1210075"/>
          </a:xfrm>
        </p:grpSpPr>
        <p:sp>
          <p:nvSpPr>
            <p:cNvPr id="1653" name="Google Shape;1653;p10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0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0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0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0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0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0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0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0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2" name="Google Shape;1662;p100"/>
          <p:cNvSpPr txBox="1"/>
          <p:nvPr>
            <p:ph idx="1" type="body"/>
          </p:nvPr>
        </p:nvSpPr>
        <p:spPr>
          <a:xfrm>
            <a:off x="8639725" y="1806500"/>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63" name="Google Shape;1663;p100"/>
          <p:cNvSpPr txBox="1"/>
          <p:nvPr>
            <p:ph idx="2" type="body"/>
          </p:nvPr>
        </p:nvSpPr>
        <p:spPr>
          <a:xfrm>
            <a:off x="8639725" y="4931182"/>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64" name="Google Shape;1664;p100"/>
          <p:cNvSpPr txBox="1"/>
          <p:nvPr>
            <p:ph idx="3" type="body"/>
          </p:nvPr>
        </p:nvSpPr>
        <p:spPr>
          <a:xfrm>
            <a:off x="8639725" y="8099524"/>
            <a:ext cx="8249100" cy="582600"/>
          </a:xfrm>
          <a:prstGeom prst="rect">
            <a:avLst/>
          </a:prstGeom>
        </p:spPr>
        <p:txBody>
          <a:bodyPr anchorCtr="0" anchor="t" bIns="0" lIns="0" spcFirstLastPara="1" rIns="0" wrap="square" tIns="0">
            <a:spAutoFit/>
          </a:bodyPr>
          <a:lstStyle>
            <a:lvl1pPr indent="-368300" lvl="0" marL="457200">
              <a:lnSpc>
                <a:spcPct val="115000"/>
              </a:lnSpc>
              <a:spcBef>
                <a:spcPts val="0"/>
              </a:spcBef>
              <a:spcAft>
                <a:spcPts val="0"/>
              </a:spcAft>
              <a:buSzPts val="2200"/>
              <a:buChar char="●"/>
              <a:defRPr sz="2200"/>
            </a:lvl1pPr>
            <a:lvl2pPr indent="-368300" lvl="1" marL="914400">
              <a:lnSpc>
                <a:spcPct val="115000"/>
              </a:lnSpc>
              <a:spcBef>
                <a:spcPts val="0"/>
              </a:spcBef>
              <a:spcAft>
                <a:spcPts val="0"/>
              </a:spcAft>
              <a:buSzPts val="2200"/>
              <a:buChar char="○"/>
              <a:defRPr sz="2200"/>
            </a:lvl2pPr>
            <a:lvl3pPr indent="-368300" lvl="2" marL="1371600">
              <a:lnSpc>
                <a:spcPct val="115000"/>
              </a:lnSpc>
              <a:spcBef>
                <a:spcPts val="0"/>
              </a:spcBef>
              <a:spcAft>
                <a:spcPts val="0"/>
              </a:spcAft>
              <a:buSzPts val="2200"/>
              <a:buChar char="■"/>
              <a:defRPr sz="2200"/>
            </a:lvl3pPr>
            <a:lvl4pPr indent="-368300" lvl="3" marL="1828800">
              <a:lnSpc>
                <a:spcPct val="115000"/>
              </a:lnSpc>
              <a:spcBef>
                <a:spcPts val="0"/>
              </a:spcBef>
              <a:spcAft>
                <a:spcPts val="0"/>
              </a:spcAft>
              <a:buSzPts val="2200"/>
              <a:buChar char="●"/>
              <a:defRPr sz="2200"/>
            </a:lvl4pPr>
            <a:lvl5pPr indent="-368300" lvl="4" marL="2286000">
              <a:lnSpc>
                <a:spcPct val="115000"/>
              </a:lnSpc>
              <a:spcBef>
                <a:spcPts val="0"/>
              </a:spcBef>
              <a:spcAft>
                <a:spcPts val="0"/>
              </a:spcAft>
              <a:buSzPts val="2200"/>
              <a:buChar char="○"/>
              <a:defRPr sz="2200"/>
            </a:lvl5pPr>
            <a:lvl6pPr indent="-368300" lvl="5" marL="2743200">
              <a:lnSpc>
                <a:spcPct val="115000"/>
              </a:lnSpc>
              <a:spcBef>
                <a:spcPts val="0"/>
              </a:spcBef>
              <a:spcAft>
                <a:spcPts val="0"/>
              </a:spcAft>
              <a:buSzPts val="2200"/>
              <a:buChar char="■"/>
              <a:defRPr sz="2200"/>
            </a:lvl6pPr>
            <a:lvl7pPr indent="-368300" lvl="6" marL="3200400">
              <a:lnSpc>
                <a:spcPct val="115000"/>
              </a:lnSpc>
              <a:spcBef>
                <a:spcPts val="0"/>
              </a:spcBef>
              <a:spcAft>
                <a:spcPts val="0"/>
              </a:spcAft>
              <a:buSzPts val="2200"/>
              <a:buChar char="●"/>
              <a:defRPr sz="2200"/>
            </a:lvl7pPr>
            <a:lvl8pPr indent="-368300" lvl="7" marL="3657600">
              <a:lnSpc>
                <a:spcPct val="115000"/>
              </a:lnSpc>
              <a:spcBef>
                <a:spcPts val="0"/>
              </a:spcBef>
              <a:spcAft>
                <a:spcPts val="0"/>
              </a:spcAft>
              <a:buSzPts val="2200"/>
              <a:buChar char="○"/>
              <a:defRPr sz="2200"/>
            </a:lvl8pPr>
            <a:lvl9pPr indent="-368300" lvl="8" marL="4114800">
              <a:lnSpc>
                <a:spcPct val="115000"/>
              </a:lnSpc>
              <a:spcBef>
                <a:spcPts val="0"/>
              </a:spcBef>
              <a:spcAft>
                <a:spcPts val="0"/>
              </a:spcAft>
              <a:buSzPts val="2200"/>
              <a:buChar char="■"/>
              <a:defRPr sz="2200"/>
            </a:lvl9pPr>
          </a:lstStyle>
          <a:p/>
        </p:txBody>
      </p:sp>
      <p:sp>
        <p:nvSpPr>
          <p:cNvPr id="1665" name="Google Shape;1665;p100"/>
          <p:cNvSpPr txBox="1"/>
          <p:nvPr>
            <p:ph idx="4"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666" name="Google Shape;1666;p100"/>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667" name="Google Shape;1667;p100"/>
          <p:cNvSpPr txBox="1"/>
          <p:nvPr>
            <p:ph idx="5" type="subTitle"/>
          </p:nvPr>
        </p:nvSpPr>
        <p:spPr>
          <a:xfrm>
            <a:off x="1105528" y="7175463"/>
            <a:ext cx="51426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 About (5 Stats)">
  <p:cSld name="CUSTOM_9">
    <p:spTree>
      <p:nvGrpSpPr>
        <p:cNvPr id="1668" name="Shape 1668"/>
        <p:cNvGrpSpPr/>
        <p:nvPr/>
      </p:nvGrpSpPr>
      <p:grpSpPr>
        <a:xfrm>
          <a:off x="0" y="0"/>
          <a:ext cx="0" cy="0"/>
          <a:chOff x="0" y="0"/>
          <a:chExt cx="0" cy="0"/>
        </a:xfrm>
      </p:grpSpPr>
      <p:cxnSp>
        <p:nvCxnSpPr>
          <p:cNvPr id="1669" name="Google Shape;1669;p101"/>
          <p:cNvCxnSpPr/>
          <p:nvPr/>
        </p:nvCxnSpPr>
        <p:spPr>
          <a:xfrm>
            <a:off x="531625" y="7701150"/>
            <a:ext cx="17001900" cy="0"/>
          </a:xfrm>
          <a:prstGeom prst="straightConnector1">
            <a:avLst/>
          </a:prstGeom>
          <a:noFill/>
          <a:ln cap="flat" cmpd="sng" w="9525">
            <a:solidFill>
              <a:srgbClr val="CED2D7"/>
            </a:solidFill>
            <a:prstDash val="solid"/>
            <a:round/>
            <a:headEnd len="med" w="med" type="none"/>
            <a:tailEnd len="med" w="med" type="none"/>
          </a:ln>
        </p:spPr>
      </p:cxnSp>
      <p:cxnSp>
        <p:nvCxnSpPr>
          <p:cNvPr id="1670" name="Google Shape;1670;p101"/>
          <p:cNvCxnSpPr/>
          <p:nvPr/>
        </p:nvCxnSpPr>
        <p:spPr>
          <a:xfrm rot="10800000">
            <a:off x="3973560" y="7701300"/>
            <a:ext cx="0" cy="2058600"/>
          </a:xfrm>
          <a:prstGeom prst="straightConnector1">
            <a:avLst/>
          </a:prstGeom>
          <a:noFill/>
          <a:ln cap="flat" cmpd="sng" w="9525">
            <a:solidFill>
              <a:srgbClr val="CED2D7"/>
            </a:solidFill>
            <a:prstDash val="solid"/>
            <a:round/>
            <a:headEnd len="med" w="med" type="none"/>
            <a:tailEnd len="med" w="med" type="none"/>
          </a:ln>
        </p:spPr>
      </p:cxnSp>
      <p:cxnSp>
        <p:nvCxnSpPr>
          <p:cNvPr id="1671" name="Google Shape;1671;p101"/>
          <p:cNvCxnSpPr/>
          <p:nvPr/>
        </p:nvCxnSpPr>
        <p:spPr>
          <a:xfrm rot="10800000">
            <a:off x="14312490" y="7701300"/>
            <a:ext cx="0" cy="2058600"/>
          </a:xfrm>
          <a:prstGeom prst="straightConnector1">
            <a:avLst/>
          </a:prstGeom>
          <a:noFill/>
          <a:ln cap="flat" cmpd="sng" w="9525">
            <a:solidFill>
              <a:srgbClr val="CED2D7"/>
            </a:solidFill>
            <a:prstDash val="solid"/>
            <a:round/>
            <a:headEnd len="med" w="med" type="none"/>
            <a:tailEnd len="med" w="med" type="none"/>
          </a:ln>
        </p:spPr>
      </p:cxnSp>
      <p:cxnSp>
        <p:nvCxnSpPr>
          <p:cNvPr id="1672" name="Google Shape;1672;p101"/>
          <p:cNvCxnSpPr/>
          <p:nvPr/>
        </p:nvCxnSpPr>
        <p:spPr>
          <a:xfrm rot="10800000">
            <a:off x="10866180" y="518400"/>
            <a:ext cx="0" cy="9241500"/>
          </a:xfrm>
          <a:prstGeom prst="straightConnector1">
            <a:avLst/>
          </a:prstGeom>
          <a:noFill/>
          <a:ln cap="flat" cmpd="sng" w="9525">
            <a:solidFill>
              <a:srgbClr val="CED2D7"/>
            </a:solidFill>
            <a:prstDash val="solid"/>
            <a:round/>
            <a:headEnd len="med" w="med" type="none"/>
            <a:tailEnd len="med" w="med" type="none"/>
          </a:ln>
        </p:spPr>
      </p:cxnSp>
      <p:cxnSp>
        <p:nvCxnSpPr>
          <p:cNvPr id="1673" name="Google Shape;1673;p101"/>
          <p:cNvCxnSpPr/>
          <p:nvPr/>
        </p:nvCxnSpPr>
        <p:spPr>
          <a:xfrm rot="10800000">
            <a:off x="7419870" y="7701300"/>
            <a:ext cx="0" cy="2058600"/>
          </a:xfrm>
          <a:prstGeom prst="straightConnector1">
            <a:avLst/>
          </a:prstGeom>
          <a:noFill/>
          <a:ln cap="flat" cmpd="sng" w="9525">
            <a:solidFill>
              <a:srgbClr val="CED2D7"/>
            </a:solidFill>
            <a:prstDash val="solid"/>
            <a:round/>
            <a:headEnd len="med" w="med" type="none"/>
            <a:tailEnd len="med" w="med" type="none"/>
          </a:ln>
        </p:spPr>
      </p:cxnSp>
      <p:sp>
        <p:nvSpPr>
          <p:cNvPr id="1674" name="Google Shape;1674;p101"/>
          <p:cNvSpPr/>
          <p:nvPr>
            <p:ph idx="2" type="pic"/>
          </p:nvPr>
        </p:nvSpPr>
        <p:spPr>
          <a:xfrm>
            <a:off x="10866175" y="530225"/>
            <a:ext cx="6892800" cy="7171200"/>
          </a:xfrm>
          <a:prstGeom prst="rect">
            <a:avLst/>
          </a:prstGeom>
          <a:noFill/>
          <a:ln cap="flat" cmpd="sng" w="9525">
            <a:solidFill>
              <a:srgbClr val="CED2D7"/>
            </a:solidFill>
            <a:prstDash val="solid"/>
            <a:round/>
            <a:headEnd len="sm" w="sm" type="none"/>
            <a:tailEnd len="sm" w="sm" type="none"/>
          </a:ln>
        </p:spPr>
      </p:sp>
      <p:sp>
        <p:nvSpPr>
          <p:cNvPr id="1675" name="Google Shape;1675;p101"/>
          <p:cNvSpPr txBox="1"/>
          <p:nvPr>
            <p:ph idx="1" type="body"/>
          </p:nvPr>
        </p:nvSpPr>
        <p:spPr>
          <a:xfrm>
            <a:off x="977025" y="3147600"/>
            <a:ext cx="8946900" cy="4001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
        <p:nvSpPr>
          <p:cNvPr id="1676" name="Google Shape;1676;p101"/>
          <p:cNvSpPr txBox="1"/>
          <p:nvPr>
            <p:ph idx="3" type="body"/>
          </p:nvPr>
        </p:nvSpPr>
        <p:spPr>
          <a:xfrm>
            <a:off x="1045080" y="1269702"/>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677" name="Google Shape;1677;p101"/>
          <p:cNvSpPr txBox="1"/>
          <p:nvPr>
            <p:ph type="title"/>
          </p:nvPr>
        </p:nvSpPr>
        <p:spPr>
          <a:xfrm>
            <a:off x="988400" y="1884975"/>
            <a:ext cx="8946900" cy="7602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678" name="Google Shape;1678;p101"/>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79" name="Google Shape;1679;p101"/>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80" name="Google Shape;1680;p101"/>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681" name="Google Shape;1681;p101"/>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682" name="Google Shape;1682;p101"/>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683" name="Google Shape;1683;p101"/>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684" name="Google Shape;1684;p101"/>
          <p:cNvGrpSpPr/>
          <p:nvPr/>
        </p:nvGrpSpPr>
        <p:grpSpPr>
          <a:xfrm>
            <a:off x="16321019" y="9940892"/>
            <a:ext cx="1188866" cy="190224"/>
            <a:chOff x="238125" y="2252900"/>
            <a:chExt cx="7144625" cy="1210075"/>
          </a:xfrm>
        </p:grpSpPr>
        <p:sp>
          <p:nvSpPr>
            <p:cNvPr id="1685" name="Google Shape;1685;p10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0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0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0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0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0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0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0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0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 About (4 Stats)">
  <p:cSld name="CUSTOM_9_1">
    <p:spTree>
      <p:nvGrpSpPr>
        <p:cNvPr id="1694" name="Shape 1694"/>
        <p:cNvGrpSpPr/>
        <p:nvPr/>
      </p:nvGrpSpPr>
      <p:grpSpPr>
        <a:xfrm>
          <a:off x="0" y="0"/>
          <a:ext cx="0" cy="0"/>
          <a:chOff x="0" y="0"/>
          <a:chExt cx="0" cy="0"/>
        </a:xfrm>
      </p:grpSpPr>
      <p:cxnSp>
        <p:nvCxnSpPr>
          <p:cNvPr id="1695" name="Google Shape;1695;p102"/>
          <p:cNvCxnSpPr/>
          <p:nvPr/>
        </p:nvCxnSpPr>
        <p:spPr>
          <a:xfrm>
            <a:off x="752450" y="7701162"/>
            <a:ext cx="16781100" cy="0"/>
          </a:xfrm>
          <a:prstGeom prst="straightConnector1">
            <a:avLst/>
          </a:prstGeom>
          <a:noFill/>
          <a:ln cap="flat" cmpd="sng" w="9525">
            <a:solidFill>
              <a:srgbClr val="CED2D7"/>
            </a:solidFill>
            <a:prstDash val="solid"/>
            <a:round/>
            <a:headEnd len="med" w="med" type="none"/>
            <a:tailEnd len="med" w="med" type="none"/>
          </a:ln>
        </p:spPr>
      </p:cxnSp>
      <p:cxnSp>
        <p:nvCxnSpPr>
          <p:cNvPr id="1696" name="Google Shape;1696;p102"/>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97" name="Google Shape;1697;p102"/>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698" name="Google Shape;1698;p102"/>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699" name="Google Shape;1699;p102"/>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700" name="Google Shape;1700;p102"/>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701" name="Google Shape;1701;p102"/>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702" name="Google Shape;1702;p102"/>
          <p:cNvGrpSpPr/>
          <p:nvPr/>
        </p:nvGrpSpPr>
        <p:grpSpPr>
          <a:xfrm>
            <a:off x="16321019" y="9940892"/>
            <a:ext cx="1188866" cy="190224"/>
            <a:chOff x="238125" y="2252900"/>
            <a:chExt cx="7144625" cy="1210075"/>
          </a:xfrm>
        </p:grpSpPr>
        <p:sp>
          <p:nvSpPr>
            <p:cNvPr id="1703" name="Google Shape;1703;p10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0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0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0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0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0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0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0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0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12" name="Google Shape;1712;p102"/>
          <p:cNvCxnSpPr/>
          <p:nvPr/>
        </p:nvCxnSpPr>
        <p:spPr>
          <a:xfrm>
            <a:off x="531625" y="7701150"/>
            <a:ext cx="17233500" cy="0"/>
          </a:xfrm>
          <a:prstGeom prst="straightConnector1">
            <a:avLst/>
          </a:prstGeom>
          <a:noFill/>
          <a:ln cap="flat" cmpd="sng" w="9525">
            <a:solidFill>
              <a:srgbClr val="CED2D7"/>
            </a:solidFill>
            <a:prstDash val="solid"/>
            <a:round/>
            <a:headEnd len="med" w="med" type="none"/>
            <a:tailEnd len="med" w="med" type="none"/>
          </a:ln>
        </p:spPr>
      </p:cxnSp>
      <p:cxnSp>
        <p:nvCxnSpPr>
          <p:cNvPr id="1713" name="Google Shape;1713;p102"/>
          <p:cNvCxnSpPr/>
          <p:nvPr/>
        </p:nvCxnSpPr>
        <p:spPr>
          <a:xfrm rot="10800000">
            <a:off x="4835138" y="7701300"/>
            <a:ext cx="0" cy="2058600"/>
          </a:xfrm>
          <a:prstGeom prst="straightConnector1">
            <a:avLst/>
          </a:prstGeom>
          <a:noFill/>
          <a:ln cap="flat" cmpd="sng" w="9525">
            <a:solidFill>
              <a:srgbClr val="CED2D7"/>
            </a:solidFill>
            <a:prstDash val="solid"/>
            <a:round/>
            <a:headEnd len="med" w="med" type="none"/>
            <a:tailEnd len="med" w="med" type="none"/>
          </a:ln>
        </p:spPr>
      </p:cxnSp>
      <p:cxnSp>
        <p:nvCxnSpPr>
          <p:cNvPr id="1714" name="Google Shape;1714;p102"/>
          <p:cNvCxnSpPr/>
          <p:nvPr/>
        </p:nvCxnSpPr>
        <p:spPr>
          <a:xfrm rot="10800000">
            <a:off x="9143025" y="518400"/>
            <a:ext cx="0" cy="9241500"/>
          </a:xfrm>
          <a:prstGeom prst="straightConnector1">
            <a:avLst/>
          </a:prstGeom>
          <a:noFill/>
          <a:ln cap="flat" cmpd="sng" w="9525">
            <a:solidFill>
              <a:srgbClr val="CED2D7"/>
            </a:solidFill>
            <a:prstDash val="solid"/>
            <a:round/>
            <a:headEnd len="med" w="med" type="none"/>
            <a:tailEnd len="med" w="med" type="none"/>
          </a:ln>
        </p:spPr>
      </p:cxnSp>
      <p:cxnSp>
        <p:nvCxnSpPr>
          <p:cNvPr id="1715" name="Google Shape;1715;p102"/>
          <p:cNvCxnSpPr/>
          <p:nvPr/>
        </p:nvCxnSpPr>
        <p:spPr>
          <a:xfrm rot="10800000">
            <a:off x="13450913" y="7701300"/>
            <a:ext cx="0" cy="2058600"/>
          </a:xfrm>
          <a:prstGeom prst="straightConnector1">
            <a:avLst/>
          </a:prstGeom>
          <a:noFill/>
          <a:ln cap="flat" cmpd="sng" w="9525">
            <a:solidFill>
              <a:srgbClr val="CED2D7"/>
            </a:solidFill>
            <a:prstDash val="solid"/>
            <a:round/>
            <a:headEnd len="med" w="med" type="none"/>
            <a:tailEnd len="med" w="med" type="none"/>
          </a:ln>
        </p:spPr>
      </p:cxnSp>
      <p:sp>
        <p:nvSpPr>
          <p:cNvPr id="1716" name="Google Shape;1716;p102"/>
          <p:cNvSpPr/>
          <p:nvPr>
            <p:ph idx="2" type="pic"/>
          </p:nvPr>
        </p:nvSpPr>
        <p:spPr>
          <a:xfrm>
            <a:off x="9143025" y="530225"/>
            <a:ext cx="8616000" cy="7171200"/>
          </a:xfrm>
          <a:prstGeom prst="rect">
            <a:avLst/>
          </a:prstGeom>
          <a:noFill/>
          <a:ln cap="flat" cmpd="sng" w="9525">
            <a:solidFill>
              <a:srgbClr val="CED2D7"/>
            </a:solidFill>
            <a:prstDash val="solid"/>
            <a:round/>
            <a:headEnd len="sm" w="sm" type="none"/>
            <a:tailEnd len="sm" w="sm" type="none"/>
          </a:ln>
        </p:spPr>
      </p:sp>
      <p:sp>
        <p:nvSpPr>
          <p:cNvPr id="1717" name="Google Shape;1717;p102"/>
          <p:cNvSpPr txBox="1"/>
          <p:nvPr>
            <p:ph idx="1" type="body"/>
          </p:nvPr>
        </p:nvSpPr>
        <p:spPr>
          <a:xfrm>
            <a:off x="977025" y="3147599"/>
            <a:ext cx="7475100" cy="40011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
        <p:nvSpPr>
          <p:cNvPr id="1718" name="Google Shape;1718;p102"/>
          <p:cNvSpPr txBox="1"/>
          <p:nvPr>
            <p:ph idx="3" type="body"/>
          </p:nvPr>
        </p:nvSpPr>
        <p:spPr>
          <a:xfrm>
            <a:off x="1033886" y="1269700"/>
            <a:ext cx="3915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1719" name="Google Shape;1719;p102"/>
          <p:cNvSpPr txBox="1"/>
          <p:nvPr>
            <p:ph type="title"/>
          </p:nvPr>
        </p:nvSpPr>
        <p:spPr>
          <a:xfrm>
            <a:off x="986529" y="1884973"/>
            <a:ext cx="7475100" cy="7602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A">
  <p:cSld name="CUSTOM_6">
    <p:spTree>
      <p:nvGrpSpPr>
        <p:cNvPr id="1720" name="Shape 1720"/>
        <p:cNvGrpSpPr/>
        <p:nvPr/>
      </p:nvGrpSpPr>
      <p:grpSpPr>
        <a:xfrm>
          <a:off x="0" y="0"/>
          <a:ext cx="0" cy="0"/>
          <a:chOff x="0" y="0"/>
          <a:chExt cx="0" cy="0"/>
        </a:xfrm>
      </p:grpSpPr>
      <p:sp>
        <p:nvSpPr>
          <p:cNvPr id="1721" name="Google Shape;1721;p103"/>
          <p:cNvSpPr txBox="1"/>
          <p:nvPr>
            <p:ph type="title"/>
          </p:nvPr>
        </p:nvSpPr>
        <p:spPr>
          <a:xfrm>
            <a:off x="765803" y="849926"/>
            <a:ext cx="16162200" cy="7806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722" name="Google Shape;1722;p103"/>
          <p:cNvSpPr txBox="1"/>
          <p:nvPr>
            <p:ph idx="1" type="subTitle"/>
          </p:nvPr>
        </p:nvSpPr>
        <p:spPr>
          <a:xfrm>
            <a:off x="765803" y="1781901"/>
            <a:ext cx="160782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Clr>
                <a:schemeClr val="dk2"/>
              </a:buClr>
              <a:buSzPts val="2400"/>
              <a:buNone/>
              <a:defRPr>
                <a:solidFill>
                  <a:schemeClr val="dk2"/>
                </a:solidFill>
              </a:defRPr>
            </a:lvl2pPr>
            <a:lvl3pPr lvl="2">
              <a:lnSpc>
                <a:spcPct val="115000"/>
              </a:lnSpc>
              <a:spcBef>
                <a:spcPts val="0"/>
              </a:spcBef>
              <a:spcAft>
                <a:spcPts val="0"/>
              </a:spcAft>
              <a:buClr>
                <a:schemeClr val="dk2"/>
              </a:buClr>
              <a:buSzPts val="2400"/>
              <a:buNone/>
              <a:defRPr>
                <a:solidFill>
                  <a:schemeClr val="dk2"/>
                </a:solidFill>
              </a:defRPr>
            </a:lvl3pPr>
            <a:lvl4pPr lvl="3">
              <a:lnSpc>
                <a:spcPct val="115000"/>
              </a:lnSpc>
              <a:spcBef>
                <a:spcPts val="0"/>
              </a:spcBef>
              <a:spcAft>
                <a:spcPts val="0"/>
              </a:spcAft>
              <a:buClr>
                <a:schemeClr val="dk2"/>
              </a:buClr>
              <a:buSzPts val="2400"/>
              <a:buNone/>
              <a:defRPr>
                <a:solidFill>
                  <a:schemeClr val="dk2"/>
                </a:solidFill>
              </a:defRPr>
            </a:lvl4pPr>
            <a:lvl5pPr lvl="4">
              <a:lnSpc>
                <a:spcPct val="115000"/>
              </a:lnSpc>
              <a:spcBef>
                <a:spcPts val="0"/>
              </a:spcBef>
              <a:spcAft>
                <a:spcPts val="0"/>
              </a:spcAft>
              <a:buClr>
                <a:schemeClr val="dk2"/>
              </a:buClr>
              <a:buSzPts val="2400"/>
              <a:buNone/>
              <a:defRPr>
                <a:solidFill>
                  <a:schemeClr val="dk2"/>
                </a:solidFill>
              </a:defRPr>
            </a:lvl5pPr>
            <a:lvl6pPr lvl="5">
              <a:lnSpc>
                <a:spcPct val="115000"/>
              </a:lnSpc>
              <a:spcBef>
                <a:spcPts val="0"/>
              </a:spcBef>
              <a:spcAft>
                <a:spcPts val="0"/>
              </a:spcAft>
              <a:buClr>
                <a:schemeClr val="dk2"/>
              </a:buClr>
              <a:buSzPts val="2400"/>
              <a:buNone/>
              <a:defRPr>
                <a:solidFill>
                  <a:schemeClr val="dk2"/>
                </a:solidFill>
              </a:defRPr>
            </a:lvl6pPr>
            <a:lvl7pPr lvl="6">
              <a:lnSpc>
                <a:spcPct val="115000"/>
              </a:lnSpc>
              <a:spcBef>
                <a:spcPts val="0"/>
              </a:spcBef>
              <a:spcAft>
                <a:spcPts val="0"/>
              </a:spcAft>
              <a:buClr>
                <a:schemeClr val="dk2"/>
              </a:buClr>
              <a:buSzPts val="2400"/>
              <a:buNone/>
              <a:defRPr>
                <a:solidFill>
                  <a:schemeClr val="dk2"/>
                </a:solidFill>
              </a:defRPr>
            </a:lvl7pPr>
            <a:lvl8pPr lvl="7">
              <a:lnSpc>
                <a:spcPct val="115000"/>
              </a:lnSpc>
              <a:spcBef>
                <a:spcPts val="0"/>
              </a:spcBef>
              <a:spcAft>
                <a:spcPts val="0"/>
              </a:spcAft>
              <a:buClr>
                <a:schemeClr val="dk2"/>
              </a:buClr>
              <a:buSzPts val="2400"/>
              <a:buNone/>
              <a:defRPr>
                <a:solidFill>
                  <a:schemeClr val="dk2"/>
                </a:solidFill>
              </a:defRPr>
            </a:lvl8pPr>
            <a:lvl9pPr lvl="8">
              <a:lnSpc>
                <a:spcPct val="115000"/>
              </a:lnSpc>
              <a:spcBef>
                <a:spcPts val="0"/>
              </a:spcBef>
              <a:spcAft>
                <a:spcPts val="0"/>
              </a:spcAft>
              <a:buClr>
                <a:schemeClr val="dk2"/>
              </a:buClr>
              <a:buSzPts val="2400"/>
              <a:buNone/>
              <a:defRPr>
                <a:solidFill>
                  <a:schemeClr val="dk2"/>
                </a:solidFill>
              </a:defRPr>
            </a:lvl9pPr>
          </a:lstStyle>
          <a:p/>
        </p:txBody>
      </p:sp>
      <p:sp>
        <p:nvSpPr>
          <p:cNvPr id="1723" name="Google Shape;1723;p103"/>
          <p:cNvSpPr txBox="1"/>
          <p:nvPr>
            <p:ph idx="2" type="body"/>
          </p:nvPr>
        </p:nvSpPr>
        <p:spPr>
          <a:xfrm>
            <a:off x="765803" y="2662676"/>
            <a:ext cx="15722400" cy="60819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cxnSp>
        <p:nvCxnSpPr>
          <p:cNvPr id="1724" name="Google Shape;1724;p103"/>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25" name="Google Shape;1725;p103"/>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26" name="Google Shape;1726;p103"/>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727" name="Google Shape;1727;p103"/>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728" name="Google Shape;1728;p103"/>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729" name="Google Shape;1729;p103"/>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730" name="Google Shape;1730;p103"/>
          <p:cNvGrpSpPr/>
          <p:nvPr/>
        </p:nvGrpSpPr>
        <p:grpSpPr>
          <a:xfrm>
            <a:off x="16321019" y="9940892"/>
            <a:ext cx="1188866" cy="190224"/>
            <a:chOff x="238125" y="2252900"/>
            <a:chExt cx="7144625" cy="1210075"/>
          </a:xfrm>
        </p:grpSpPr>
        <p:sp>
          <p:nvSpPr>
            <p:cNvPr id="1731" name="Google Shape;1731;p10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0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0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0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0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0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0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0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0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B">
  <p:cSld name="CUSTOM_6_1">
    <p:bg>
      <p:bgPr>
        <a:solidFill>
          <a:schemeClr val="dk1"/>
        </a:solidFill>
      </p:bgPr>
    </p:bg>
    <p:spTree>
      <p:nvGrpSpPr>
        <p:cNvPr id="1740" name="Shape 1740"/>
        <p:cNvGrpSpPr/>
        <p:nvPr/>
      </p:nvGrpSpPr>
      <p:grpSpPr>
        <a:xfrm>
          <a:off x="0" y="0"/>
          <a:ext cx="0" cy="0"/>
          <a:chOff x="0" y="0"/>
          <a:chExt cx="0" cy="0"/>
        </a:xfrm>
      </p:grpSpPr>
      <p:cxnSp>
        <p:nvCxnSpPr>
          <p:cNvPr id="1741" name="Google Shape;1741;p104"/>
          <p:cNvCxnSpPr/>
          <p:nvPr/>
        </p:nvCxnSpPr>
        <p:spPr>
          <a:xfrm rot="10800000">
            <a:off x="527250" y="-6600"/>
            <a:ext cx="0" cy="9766500"/>
          </a:xfrm>
          <a:prstGeom prst="straightConnector1">
            <a:avLst/>
          </a:prstGeom>
          <a:noFill/>
          <a:ln cap="flat" cmpd="sng" w="9525">
            <a:solidFill>
              <a:srgbClr val="6B7786"/>
            </a:solidFill>
            <a:prstDash val="solid"/>
            <a:round/>
            <a:headEnd len="med" w="med" type="none"/>
            <a:tailEnd len="med" w="med" type="none"/>
          </a:ln>
        </p:spPr>
      </p:cxnSp>
      <p:cxnSp>
        <p:nvCxnSpPr>
          <p:cNvPr id="1742" name="Google Shape;1742;p104"/>
          <p:cNvCxnSpPr/>
          <p:nvPr/>
        </p:nvCxnSpPr>
        <p:spPr>
          <a:xfrm rot="10800000">
            <a:off x="17758800" y="-6600"/>
            <a:ext cx="0" cy="9766500"/>
          </a:xfrm>
          <a:prstGeom prst="straightConnector1">
            <a:avLst/>
          </a:prstGeom>
          <a:noFill/>
          <a:ln cap="flat" cmpd="sng" w="9525">
            <a:solidFill>
              <a:srgbClr val="6B7786"/>
            </a:solidFill>
            <a:prstDash val="solid"/>
            <a:round/>
            <a:headEnd len="med" w="med" type="none"/>
            <a:tailEnd len="med" w="med" type="none"/>
          </a:ln>
        </p:spPr>
      </p:cxnSp>
      <p:cxnSp>
        <p:nvCxnSpPr>
          <p:cNvPr id="1743" name="Google Shape;1743;p104"/>
          <p:cNvCxnSpPr/>
          <p:nvPr/>
        </p:nvCxnSpPr>
        <p:spPr>
          <a:xfrm>
            <a:off x="0" y="526975"/>
            <a:ext cx="18291000" cy="0"/>
          </a:xfrm>
          <a:prstGeom prst="straightConnector1">
            <a:avLst/>
          </a:prstGeom>
          <a:noFill/>
          <a:ln cap="flat" cmpd="sng" w="9525">
            <a:solidFill>
              <a:srgbClr val="6B7786"/>
            </a:solidFill>
            <a:prstDash val="solid"/>
            <a:round/>
            <a:headEnd len="med" w="med" type="none"/>
            <a:tailEnd len="med" w="med" type="none"/>
          </a:ln>
        </p:spPr>
      </p:cxnSp>
      <p:sp>
        <p:nvSpPr>
          <p:cNvPr id="1744" name="Google Shape;1744;p104"/>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745" name="Google Shape;1745;p104"/>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cxnSp>
        <p:nvCxnSpPr>
          <p:cNvPr id="1746" name="Google Shape;1746;p104"/>
          <p:cNvCxnSpPr/>
          <p:nvPr/>
        </p:nvCxnSpPr>
        <p:spPr>
          <a:xfrm>
            <a:off x="0" y="9762900"/>
            <a:ext cx="18291000" cy="0"/>
          </a:xfrm>
          <a:prstGeom prst="straightConnector1">
            <a:avLst/>
          </a:prstGeom>
          <a:noFill/>
          <a:ln cap="flat" cmpd="sng" w="9525">
            <a:solidFill>
              <a:srgbClr val="6B7786"/>
            </a:solidFill>
            <a:prstDash val="solid"/>
            <a:round/>
            <a:headEnd len="med" w="med" type="none"/>
            <a:tailEnd len="med" w="med" type="none"/>
          </a:ln>
        </p:spPr>
      </p:cxnSp>
      <p:grpSp>
        <p:nvGrpSpPr>
          <p:cNvPr id="1747" name="Google Shape;1747;p104"/>
          <p:cNvGrpSpPr/>
          <p:nvPr/>
        </p:nvGrpSpPr>
        <p:grpSpPr>
          <a:xfrm>
            <a:off x="16321019" y="9940892"/>
            <a:ext cx="1188866" cy="190224"/>
            <a:chOff x="238125" y="2252900"/>
            <a:chExt cx="7144625" cy="1210075"/>
          </a:xfrm>
        </p:grpSpPr>
        <p:sp>
          <p:nvSpPr>
            <p:cNvPr id="1748" name="Google Shape;1748;p10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0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0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0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0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0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0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0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0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7" name="Google Shape;1757;p104"/>
          <p:cNvSpPr txBox="1"/>
          <p:nvPr>
            <p:ph type="title"/>
          </p:nvPr>
        </p:nvSpPr>
        <p:spPr>
          <a:xfrm>
            <a:off x="765803" y="849926"/>
            <a:ext cx="16162200" cy="780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4500"/>
              <a:buNone/>
              <a:defRPr b="0" sz="4500">
                <a:solidFill>
                  <a:schemeClr val="lt1"/>
                </a:solidFill>
              </a:defRPr>
            </a:lvl1pPr>
            <a:lvl2pPr lvl="1">
              <a:spcBef>
                <a:spcPts val="0"/>
              </a:spcBef>
              <a:spcAft>
                <a:spcPts val="0"/>
              </a:spcAft>
              <a:buClr>
                <a:schemeClr val="lt1"/>
              </a:buClr>
              <a:buSzPts val="4500"/>
              <a:buNone/>
              <a:defRPr sz="4500">
                <a:solidFill>
                  <a:schemeClr val="lt1"/>
                </a:solidFill>
              </a:defRPr>
            </a:lvl2pPr>
            <a:lvl3pPr lvl="2">
              <a:spcBef>
                <a:spcPts val="0"/>
              </a:spcBef>
              <a:spcAft>
                <a:spcPts val="0"/>
              </a:spcAft>
              <a:buClr>
                <a:schemeClr val="lt1"/>
              </a:buClr>
              <a:buSzPts val="4500"/>
              <a:buNone/>
              <a:defRPr sz="4500">
                <a:solidFill>
                  <a:schemeClr val="lt1"/>
                </a:solidFill>
              </a:defRPr>
            </a:lvl3pPr>
            <a:lvl4pPr lvl="3">
              <a:spcBef>
                <a:spcPts val="0"/>
              </a:spcBef>
              <a:spcAft>
                <a:spcPts val="0"/>
              </a:spcAft>
              <a:buClr>
                <a:schemeClr val="lt1"/>
              </a:buClr>
              <a:buSzPts val="4500"/>
              <a:buNone/>
              <a:defRPr sz="4500">
                <a:solidFill>
                  <a:schemeClr val="lt1"/>
                </a:solidFill>
              </a:defRPr>
            </a:lvl4pPr>
            <a:lvl5pPr lvl="4">
              <a:spcBef>
                <a:spcPts val="0"/>
              </a:spcBef>
              <a:spcAft>
                <a:spcPts val="0"/>
              </a:spcAft>
              <a:buClr>
                <a:schemeClr val="lt1"/>
              </a:buClr>
              <a:buSzPts val="4500"/>
              <a:buNone/>
              <a:defRPr sz="4500">
                <a:solidFill>
                  <a:schemeClr val="lt1"/>
                </a:solidFill>
              </a:defRPr>
            </a:lvl5pPr>
            <a:lvl6pPr lvl="5">
              <a:spcBef>
                <a:spcPts val="0"/>
              </a:spcBef>
              <a:spcAft>
                <a:spcPts val="0"/>
              </a:spcAft>
              <a:buClr>
                <a:schemeClr val="lt1"/>
              </a:buClr>
              <a:buSzPts val="4500"/>
              <a:buNone/>
              <a:defRPr sz="4500">
                <a:solidFill>
                  <a:schemeClr val="lt1"/>
                </a:solidFill>
              </a:defRPr>
            </a:lvl6pPr>
            <a:lvl7pPr lvl="6">
              <a:spcBef>
                <a:spcPts val="0"/>
              </a:spcBef>
              <a:spcAft>
                <a:spcPts val="0"/>
              </a:spcAft>
              <a:buClr>
                <a:schemeClr val="lt1"/>
              </a:buClr>
              <a:buSzPts val="4500"/>
              <a:buNone/>
              <a:defRPr sz="4500">
                <a:solidFill>
                  <a:schemeClr val="lt1"/>
                </a:solidFill>
              </a:defRPr>
            </a:lvl7pPr>
            <a:lvl8pPr lvl="7">
              <a:spcBef>
                <a:spcPts val="0"/>
              </a:spcBef>
              <a:spcAft>
                <a:spcPts val="0"/>
              </a:spcAft>
              <a:buClr>
                <a:schemeClr val="lt1"/>
              </a:buClr>
              <a:buSzPts val="4500"/>
              <a:buNone/>
              <a:defRPr sz="4500">
                <a:solidFill>
                  <a:schemeClr val="lt1"/>
                </a:solidFill>
              </a:defRPr>
            </a:lvl8pPr>
            <a:lvl9pPr lvl="8">
              <a:spcBef>
                <a:spcPts val="0"/>
              </a:spcBef>
              <a:spcAft>
                <a:spcPts val="0"/>
              </a:spcAft>
              <a:buClr>
                <a:schemeClr val="lt1"/>
              </a:buClr>
              <a:buSzPts val="4500"/>
              <a:buNone/>
              <a:defRPr sz="4500">
                <a:solidFill>
                  <a:schemeClr val="lt1"/>
                </a:solidFill>
              </a:defRPr>
            </a:lvl9pPr>
          </a:lstStyle>
          <a:p/>
        </p:txBody>
      </p:sp>
      <p:sp>
        <p:nvSpPr>
          <p:cNvPr id="1758" name="Google Shape;1758;p104"/>
          <p:cNvSpPr txBox="1"/>
          <p:nvPr>
            <p:ph idx="1" type="subTitle"/>
          </p:nvPr>
        </p:nvSpPr>
        <p:spPr>
          <a:xfrm>
            <a:off x="765803" y="1781901"/>
            <a:ext cx="160782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Clr>
                <a:schemeClr val="dk2"/>
              </a:buClr>
              <a:buSzPts val="2400"/>
              <a:buNone/>
              <a:defRPr>
                <a:solidFill>
                  <a:schemeClr val="dk2"/>
                </a:solidFill>
              </a:defRPr>
            </a:lvl2pPr>
            <a:lvl3pPr lvl="2">
              <a:lnSpc>
                <a:spcPct val="115000"/>
              </a:lnSpc>
              <a:spcBef>
                <a:spcPts val="0"/>
              </a:spcBef>
              <a:spcAft>
                <a:spcPts val="0"/>
              </a:spcAft>
              <a:buClr>
                <a:schemeClr val="dk2"/>
              </a:buClr>
              <a:buSzPts val="2400"/>
              <a:buNone/>
              <a:defRPr>
                <a:solidFill>
                  <a:schemeClr val="dk2"/>
                </a:solidFill>
              </a:defRPr>
            </a:lvl3pPr>
            <a:lvl4pPr lvl="3">
              <a:lnSpc>
                <a:spcPct val="115000"/>
              </a:lnSpc>
              <a:spcBef>
                <a:spcPts val="0"/>
              </a:spcBef>
              <a:spcAft>
                <a:spcPts val="0"/>
              </a:spcAft>
              <a:buClr>
                <a:schemeClr val="dk2"/>
              </a:buClr>
              <a:buSzPts val="2400"/>
              <a:buNone/>
              <a:defRPr>
                <a:solidFill>
                  <a:schemeClr val="dk2"/>
                </a:solidFill>
              </a:defRPr>
            </a:lvl4pPr>
            <a:lvl5pPr lvl="4">
              <a:lnSpc>
                <a:spcPct val="115000"/>
              </a:lnSpc>
              <a:spcBef>
                <a:spcPts val="0"/>
              </a:spcBef>
              <a:spcAft>
                <a:spcPts val="0"/>
              </a:spcAft>
              <a:buClr>
                <a:schemeClr val="dk2"/>
              </a:buClr>
              <a:buSzPts val="2400"/>
              <a:buNone/>
              <a:defRPr>
                <a:solidFill>
                  <a:schemeClr val="dk2"/>
                </a:solidFill>
              </a:defRPr>
            </a:lvl5pPr>
            <a:lvl6pPr lvl="5">
              <a:lnSpc>
                <a:spcPct val="115000"/>
              </a:lnSpc>
              <a:spcBef>
                <a:spcPts val="0"/>
              </a:spcBef>
              <a:spcAft>
                <a:spcPts val="0"/>
              </a:spcAft>
              <a:buClr>
                <a:schemeClr val="dk2"/>
              </a:buClr>
              <a:buSzPts val="2400"/>
              <a:buNone/>
              <a:defRPr>
                <a:solidFill>
                  <a:schemeClr val="dk2"/>
                </a:solidFill>
              </a:defRPr>
            </a:lvl6pPr>
            <a:lvl7pPr lvl="6">
              <a:lnSpc>
                <a:spcPct val="115000"/>
              </a:lnSpc>
              <a:spcBef>
                <a:spcPts val="0"/>
              </a:spcBef>
              <a:spcAft>
                <a:spcPts val="0"/>
              </a:spcAft>
              <a:buClr>
                <a:schemeClr val="dk2"/>
              </a:buClr>
              <a:buSzPts val="2400"/>
              <a:buNone/>
              <a:defRPr>
                <a:solidFill>
                  <a:schemeClr val="dk2"/>
                </a:solidFill>
              </a:defRPr>
            </a:lvl7pPr>
            <a:lvl8pPr lvl="7">
              <a:lnSpc>
                <a:spcPct val="115000"/>
              </a:lnSpc>
              <a:spcBef>
                <a:spcPts val="0"/>
              </a:spcBef>
              <a:spcAft>
                <a:spcPts val="0"/>
              </a:spcAft>
              <a:buClr>
                <a:schemeClr val="dk2"/>
              </a:buClr>
              <a:buSzPts val="2400"/>
              <a:buNone/>
              <a:defRPr>
                <a:solidFill>
                  <a:schemeClr val="dk2"/>
                </a:solidFill>
              </a:defRPr>
            </a:lvl8pPr>
            <a:lvl9pPr lvl="8">
              <a:lnSpc>
                <a:spcPct val="115000"/>
              </a:lnSpc>
              <a:spcBef>
                <a:spcPts val="0"/>
              </a:spcBef>
              <a:spcAft>
                <a:spcPts val="0"/>
              </a:spcAft>
              <a:buClr>
                <a:schemeClr val="dk2"/>
              </a:buClr>
              <a:buSzPts val="2400"/>
              <a:buNone/>
              <a:defRPr>
                <a:solidFill>
                  <a:schemeClr val="dk2"/>
                </a:solidFill>
              </a:defRPr>
            </a:lvl9pPr>
          </a:lstStyle>
          <a:p/>
        </p:txBody>
      </p:sp>
      <p:sp>
        <p:nvSpPr>
          <p:cNvPr id="1759" name="Google Shape;1759;p104"/>
          <p:cNvSpPr txBox="1"/>
          <p:nvPr>
            <p:ph idx="2" type="body"/>
          </p:nvPr>
        </p:nvSpPr>
        <p:spPr>
          <a:xfrm>
            <a:off x="765803" y="2662676"/>
            <a:ext cx="15722400" cy="60819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Clr>
                <a:schemeClr val="lt1"/>
              </a:buClr>
              <a:buSzPts val="2000"/>
              <a:buChar char="●"/>
              <a:defRPr sz="2000">
                <a:solidFill>
                  <a:schemeClr val="lt1"/>
                </a:solidFill>
              </a:defRPr>
            </a:lvl1pPr>
            <a:lvl2pPr indent="-355600" lvl="1" marL="914400">
              <a:lnSpc>
                <a:spcPct val="115000"/>
              </a:lnSpc>
              <a:spcBef>
                <a:spcPts val="0"/>
              </a:spcBef>
              <a:spcAft>
                <a:spcPts val="0"/>
              </a:spcAft>
              <a:buClr>
                <a:schemeClr val="lt1"/>
              </a:buClr>
              <a:buSzPts val="2000"/>
              <a:buChar char="○"/>
              <a:defRPr sz="2000">
                <a:solidFill>
                  <a:schemeClr val="lt1"/>
                </a:solidFill>
              </a:defRPr>
            </a:lvl2pPr>
            <a:lvl3pPr indent="-355600" lvl="2" marL="1371600">
              <a:lnSpc>
                <a:spcPct val="115000"/>
              </a:lnSpc>
              <a:spcBef>
                <a:spcPts val="0"/>
              </a:spcBef>
              <a:spcAft>
                <a:spcPts val="0"/>
              </a:spcAft>
              <a:buClr>
                <a:schemeClr val="lt1"/>
              </a:buClr>
              <a:buSzPts val="2000"/>
              <a:buChar char="■"/>
              <a:defRPr sz="2000">
                <a:solidFill>
                  <a:schemeClr val="lt1"/>
                </a:solidFill>
              </a:defRPr>
            </a:lvl3pPr>
            <a:lvl4pPr indent="-355600" lvl="3" marL="1828800">
              <a:lnSpc>
                <a:spcPct val="115000"/>
              </a:lnSpc>
              <a:spcBef>
                <a:spcPts val="0"/>
              </a:spcBef>
              <a:spcAft>
                <a:spcPts val="0"/>
              </a:spcAft>
              <a:buClr>
                <a:schemeClr val="lt1"/>
              </a:buClr>
              <a:buSzPts val="2000"/>
              <a:buChar char="●"/>
              <a:defRPr sz="2000">
                <a:solidFill>
                  <a:schemeClr val="lt1"/>
                </a:solidFill>
              </a:defRPr>
            </a:lvl4pPr>
            <a:lvl5pPr indent="-355600" lvl="4" marL="2286000">
              <a:lnSpc>
                <a:spcPct val="115000"/>
              </a:lnSpc>
              <a:spcBef>
                <a:spcPts val="0"/>
              </a:spcBef>
              <a:spcAft>
                <a:spcPts val="0"/>
              </a:spcAft>
              <a:buClr>
                <a:schemeClr val="lt1"/>
              </a:buClr>
              <a:buSzPts val="2000"/>
              <a:buChar char="○"/>
              <a:defRPr sz="2000">
                <a:solidFill>
                  <a:schemeClr val="lt1"/>
                </a:solidFill>
              </a:defRPr>
            </a:lvl5pPr>
            <a:lvl6pPr indent="-355600" lvl="5" marL="2743200">
              <a:lnSpc>
                <a:spcPct val="115000"/>
              </a:lnSpc>
              <a:spcBef>
                <a:spcPts val="0"/>
              </a:spcBef>
              <a:spcAft>
                <a:spcPts val="0"/>
              </a:spcAft>
              <a:buClr>
                <a:schemeClr val="lt1"/>
              </a:buClr>
              <a:buSzPts val="2000"/>
              <a:buChar char="■"/>
              <a:defRPr sz="2000">
                <a:solidFill>
                  <a:schemeClr val="lt1"/>
                </a:solidFill>
              </a:defRPr>
            </a:lvl6pPr>
            <a:lvl7pPr indent="-355600" lvl="6" marL="3200400">
              <a:lnSpc>
                <a:spcPct val="115000"/>
              </a:lnSpc>
              <a:spcBef>
                <a:spcPts val="0"/>
              </a:spcBef>
              <a:spcAft>
                <a:spcPts val="0"/>
              </a:spcAft>
              <a:buClr>
                <a:schemeClr val="lt1"/>
              </a:buClr>
              <a:buSzPts val="2000"/>
              <a:buChar char="●"/>
              <a:defRPr sz="2000">
                <a:solidFill>
                  <a:schemeClr val="lt1"/>
                </a:solidFill>
              </a:defRPr>
            </a:lvl7pPr>
            <a:lvl8pPr indent="-355600" lvl="7" marL="3657600">
              <a:lnSpc>
                <a:spcPct val="115000"/>
              </a:lnSpc>
              <a:spcBef>
                <a:spcPts val="0"/>
              </a:spcBef>
              <a:spcAft>
                <a:spcPts val="0"/>
              </a:spcAft>
              <a:buClr>
                <a:schemeClr val="lt1"/>
              </a:buClr>
              <a:buSzPts val="2000"/>
              <a:buChar char="○"/>
              <a:defRPr sz="2000">
                <a:solidFill>
                  <a:schemeClr val="lt1"/>
                </a:solidFill>
              </a:defRPr>
            </a:lvl8pPr>
            <a:lvl9pPr indent="-355600" lvl="8" marL="4114800">
              <a:lnSpc>
                <a:spcPct val="115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 Screen + Title A">
  <p:cSld name="CUSTOM_7">
    <p:spTree>
      <p:nvGrpSpPr>
        <p:cNvPr id="1760" name="Shape 1760"/>
        <p:cNvGrpSpPr/>
        <p:nvPr/>
      </p:nvGrpSpPr>
      <p:grpSpPr>
        <a:xfrm>
          <a:off x="0" y="0"/>
          <a:ext cx="0" cy="0"/>
          <a:chOff x="0" y="0"/>
          <a:chExt cx="0" cy="0"/>
        </a:xfrm>
      </p:grpSpPr>
      <p:cxnSp>
        <p:nvCxnSpPr>
          <p:cNvPr id="1761" name="Google Shape;1761;p105"/>
          <p:cNvCxnSpPr/>
          <p:nvPr/>
        </p:nvCxnSpPr>
        <p:spPr>
          <a:xfrm rot="10800000">
            <a:off x="7590600" y="521025"/>
            <a:ext cx="0" cy="9237600"/>
          </a:xfrm>
          <a:prstGeom prst="straightConnector1">
            <a:avLst/>
          </a:prstGeom>
          <a:noFill/>
          <a:ln cap="flat" cmpd="sng" w="9525">
            <a:solidFill>
              <a:srgbClr val="CED2D7"/>
            </a:solidFill>
            <a:prstDash val="solid"/>
            <a:round/>
            <a:headEnd len="med" w="med" type="none"/>
            <a:tailEnd len="med" w="med" type="none"/>
          </a:ln>
        </p:spPr>
      </p:cxnSp>
      <p:cxnSp>
        <p:nvCxnSpPr>
          <p:cNvPr id="1762" name="Google Shape;1762;p105"/>
          <p:cNvCxnSpPr/>
          <p:nvPr/>
        </p:nvCxnSpPr>
        <p:spPr>
          <a:xfrm>
            <a:off x="553775" y="5143500"/>
            <a:ext cx="7039800" cy="0"/>
          </a:xfrm>
          <a:prstGeom prst="straightConnector1">
            <a:avLst/>
          </a:prstGeom>
          <a:noFill/>
          <a:ln cap="flat" cmpd="sng" w="9525">
            <a:solidFill>
              <a:srgbClr val="CED2D7"/>
            </a:solidFill>
            <a:prstDash val="solid"/>
            <a:round/>
            <a:headEnd len="med" w="med" type="none"/>
            <a:tailEnd len="med" w="med" type="none"/>
          </a:ln>
        </p:spPr>
      </p:cxnSp>
      <p:sp>
        <p:nvSpPr>
          <p:cNvPr id="1763" name="Google Shape;1763;p105"/>
          <p:cNvSpPr txBox="1"/>
          <p:nvPr>
            <p:ph idx="1" type="subTitle"/>
          </p:nvPr>
        </p:nvSpPr>
        <p:spPr>
          <a:xfrm>
            <a:off x="1086751" y="5772000"/>
            <a:ext cx="56961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764" name="Google Shape;1764;p105"/>
          <p:cNvSpPr/>
          <p:nvPr>
            <p:ph idx="2" type="pic"/>
          </p:nvPr>
        </p:nvSpPr>
        <p:spPr>
          <a:xfrm>
            <a:off x="7593475" y="530225"/>
            <a:ext cx="10165200" cy="9232800"/>
          </a:xfrm>
          <a:prstGeom prst="rect">
            <a:avLst/>
          </a:prstGeom>
          <a:noFill/>
          <a:ln cap="flat" cmpd="sng" w="9525">
            <a:solidFill>
              <a:srgbClr val="CED2D7"/>
            </a:solidFill>
            <a:prstDash val="solid"/>
            <a:round/>
            <a:headEnd len="sm" w="sm" type="none"/>
            <a:tailEnd len="sm" w="sm" type="none"/>
          </a:ln>
        </p:spPr>
      </p:sp>
      <p:sp>
        <p:nvSpPr>
          <p:cNvPr id="1765" name="Google Shape;1765;p105"/>
          <p:cNvSpPr txBox="1"/>
          <p:nvPr>
            <p:ph idx="3" type="body"/>
          </p:nvPr>
        </p:nvSpPr>
        <p:spPr>
          <a:xfrm>
            <a:off x="1161403" y="1433152"/>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766" name="Google Shape;1766;p105"/>
          <p:cNvSpPr txBox="1"/>
          <p:nvPr>
            <p:ph type="title"/>
          </p:nvPr>
        </p:nvSpPr>
        <p:spPr>
          <a:xfrm>
            <a:off x="1086751" y="2048425"/>
            <a:ext cx="56961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767" name="Google Shape;1767;p105"/>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68" name="Google Shape;1768;p105"/>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69" name="Google Shape;1769;p105"/>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770" name="Google Shape;1770;p105"/>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771" name="Google Shape;1771;p105"/>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772" name="Google Shape;1772;p105"/>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773" name="Google Shape;1773;p105"/>
          <p:cNvGrpSpPr/>
          <p:nvPr/>
        </p:nvGrpSpPr>
        <p:grpSpPr>
          <a:xfrm>
            <a:off x="16321019" y="9940892"/>
            <a:ext cx="1188866" cy="190224"/>
            <a:chOff x="238125" y="2252900"/>
            <a:chExt cx="7144625" cy="1210075"/>
          </a:xfrm>
        </p:grpSpPr>
        <p:sp>
          <p:nvSpPr>
            <p:cNvPr id="1774" name="Google Shape;1774;p10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0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10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0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0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0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0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0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0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 Screen + Title B">
  <p:cSld name="CUSTOM_7_1">
    <p:spTree>
      <p:nvGrpSpPr>
        <p:cNvPr id="1783" name="Shape 1783"/>
        <p:cNvGrpSpPr/>
        <p:nvPr/>
      </p:nvGrpSpPr>
      <p:grpSpPr>
        <a:xfrm>
          <a:off x="0" y="0"/>
          <a:ext cx="0" cy="0"/>
          <a:chOff x="0" y="0"/>
          <a:chExt cx="0" cy="0"/>
        </a:xfrm>
      </p:grpSpPr>
      <p:pic>
        <p:nvPicPr>
          <p:cNvPr id="1784" name="Google Shape;1784;p106" title="Gradient.png"/>
          <p:cNvPicPr preferRelativeResize="0"/>
          <p:nvPr/>
        </p:nvPicPr>
        <p:blipFill rotWithShape="1">
          <a:blip r:embed="rId2">
            <a:alphaModFix/>
          </a:blip>
          <a:srcRect b="800" l="0" r="0" t="29630"/>
          <a:stretch/>
        </p:blipFill>
        <p:spPr>
          <a:xfrm>
            <a:off x="7590600" y="530225"/>
            <a:ext cx="10168200" cy="9237602"/>
          </a:xfrm>
          <a:prstGeom prst="rect">
            <a:avLst/>
          </a:prstGeom>
          <a:noFill/>
          <a:ln cap="flat" cmpd="sng" w="9525">
            <a:solidFill>
              <a:srgbClr val="CED2D7"/>
            </a:solidFill>
            <a:prstDash val="solid"/>
            <a:round/>
            <a:headEnd len="sm" w="sm" type="none"/>
            <a:tailEnd len="sm" w="sm" type="none"/>
          </a:ln>
        </p:spPr>
      </p:pic>
      <p:cxnSp>
        <p:nvCxnSpPr>
          <p:cNvPr id="1785" name="Google Shape;1785;p106"/>
          <p:cNvCxnSpPr/>
          <p:nvPr/>
        </p:nvCxnSpPr>
        <p:spPr>
          <a:xfrm rot="10800000">
            <a:off x="7590600" y="521025"/>
            <a:ext cx="0" cy="9237600"/>
          </a:xfrm>
          <a:prstGeom prst="straightConnector1">
            <a:avLst/>
          </a:prstGeom>
          <a:noFill/>
          <a:ln cap="flat" cmpd="sng" w="9525">
            <a:solidFill>
              <a:srgbClr val="CED2D7"/>
            </a:solidFill>
            <a:prstDash val="solid"/>
            <a:round/>
            <a:headEnd len="med" w="med" type="none"/>
            <a:tailEnd len="med" w="med" type="none"/>
          </a:ln>
        </p:spPr>
      </p:cxnSp>
      <p:cxnSp>
        <p:nvCxnSpPr>
          <p:cNvPr id="1786" name="Google Shape;1786;p106"/>
          <p:cNvCxnSpPr/>
          <p:nvPr/>
        </p:nvCxnSpPr>
        <p:spPr>
          <a:xfrm>
            <a:off x="553775" y="5143500"/>
            <a:ext cx="7039800" cy="0"/>
          </a:xfrm>
          <a:prstGeom prst="straightConnector1">
            <a:avLst/>
          </a:prstGeom>
          <a:noFill/>
          <a:ln cap="flat" cmpd="sng" w="9525">
            <a:solidFill>
              <a:srgbClr val="CED2D7"/>
            </a:solidFill>
            <a:prstDash val="solid"/>
            <a:round/>
            <a:headEnd len="med" w="med" type="none"/>
            <a:tailEnd len="med" w="med" type="none"/>
          </a:ln>
        </p:spPr>
      </p:cxnSp>
      <p:sp>
        <p:nvSpPr>
          <p:cNvPr id="1787" name="Google Shape;1787;p106"/>
          <p:cNvSpPr txBox="1"/>
          <p:nvPr>
            <p:ph idx="1" type="subTitle"/>
          </p:nvPr>
        </p:nvSpPr>
        <p:spPr>
          <a:xfrm>
            <a:off x="1086751" y="5772000"/>
            <a:ext cx="56961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2400"/>
              <a:buNone/>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788" name="Google Shape;1788;p106"/>
          <p:cNvSpPr txBox="1"/>
          <p:nvPr>
            <p:ph idx="2" type="body"/>
          </p:nvPr>
        </p:nvSpPr>
        <p:spPr>
          <a:xfrm>
            <a:off x="1161403" y="1433152"/>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789" name="Google Shape;1789;p106"/>
          <p:cNvSpPr txBox="1"/>
          <p:nvPr>
            <p:ph type="title"/>
          </p:nvPr>
        </p:nvSpPr>
        <p:spPr>
          <a:xfrm>
            <a:off x="1086751" y="2048425"/>
            <a:ext cx="56961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790" name="Google Shape;1790;p106"/>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91" name="Google Shape;1791;p106"/>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792" name="Google Shape;1792;p106"/>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793" name="Google Shape;1793;p106"/>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794" name="Google Shape;1794;p106"/>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795" name="Google Shape;1795;p106"/>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796" name="Google Shape;1796;p106"/>
          <p:cNvGrpSpPr/>
          <p:nvPr/>
        </p:nvGrpSpPr>
        <p:grpSpPr>
          <a:xfrm>
            <a:off x="16321019" y="9940892"/>
            <a:ext cx="1188866" cy="190224"/>
            <a:chOff x="238125" y="2252900"/>
            <a:chExt cx="7144625" cy="1210075"/>
          </a:xfrm>
        </p:grpSpPr>
        <p:sp>
          <p:nvSpPr>
            <p:cNvPr id="1797" name="Google Shape;1797;p10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0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0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0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0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0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0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0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0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2 Column">
  <p:cSld name="CUSTOM_17">
    <p:spTree>
      <p:nvGrpSpPr>
        <p:cNvPr id="1806" name="Shape 1806"/>
        <p:cNvGrpSpPr/>
        <p:nvPr/>
      </p:nvGrpSpPr>
      <p:grpSpPr>
        <a:xfrm>
          <a:off x="0" y="0"/>
          <a:ext cx="0" cy="0"/>
          <a:chOff x="0" y="0"/>
          <a:chExt cx="0" cy="0"/>
        </a:xfrm>
      </p:grpSpPr>
      <p:cxnSp>
        <p:nvCxnSpPr>
          <p:cNvPr id="1807" name="Google Shape;1807;p107"/>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808" name="Google Shape;1808;p107"/>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809" name="Google Shape;1809;p107"/>
          <p:cNvCxnSpPr/>
          <p:nvPr/>
        </p:nvCxnSpPr>
        <p:spPr>
          <a:xfrm rot="10800000">
            <a:off x="9143025" y="3336875"/>
            <a:ext cx="0" cy="6423000"/>
          </a:xfrm>
          <a:prstGeom prst="straightConnector1">
            <a:avLst/>
          </a:prstGeom>
          <a:noFill/>
          <a:ln cap="flat" cmpd="sng" w="9525">
            <a:solidFill>
              <a:srgbClr val="CED2D7"/>
            </a:solidFill>
            <a:prstDash val="solid"/>
            <a:round/>
            <a:headEnd len="med" w="med" type="none"/>
            <a:tailEnd len="med" w="med" type="none"/>
          </a:ln>
        </p:spPr>
      </p:cxnSp>
      <p:sp>
        <p:nvSpPr>
          <p:cNvPr id="1810" name="Google Shape;1810;p107"/>
          <p:cNvSpPr txBox="1"/>
          <p:nvPr>
            <p:ph idx="1"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811" name="Google Shape;1811;p107"/>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812" name="Google Shape;1812;p107"/>
          <p:cNvSpPr txBox="1"/>
          <p:nvPr>
            <p:ph idx="2" type="subTitle"/>
          </p:nvPr>
        </p:nvSpPr>
        <p:spPr>
          <a:xfrm>
            <a:off x="1091446" y="3908133"/>
            <a:ext cx="7381800" cy="533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813" name="Google Shape;1813;p107"/>
          <p:cNvSpPr txBox="1"/>
          <p:nvPr>
            <p:ph idx="3" type="body"/>
          </p:nvPr>
        </p:nvSpPr>
        <p:spPr>
          <a:xfrm>
            <a:off x="1091450" y="4722958"/>
            <a:ext cx="7381800" cy="44247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
        <p:nvSpPr>
          <p:cNvPr id="1814" name="Google Shape;1814;p107"/>
          <p:cNvSpPr txBox="1"/>
          <p:nvPr>
            <p:ph idx="4" type="subTitle"/>
          </p:nvPr>
        </p:nvSpPr>
        <p:spPr>
          <a:xfrm>
            <a:off x="9645683" y="3908133"/>
            <a:ext cx="73818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15" name="Google Shape;1815;p107"/>
          <p:cNvSpPr txBox="1"/>
          <p:nvPr>
            <p:ph idx="5" type="body"/>
          </p:nvPr>
        </p:nvSpPr>
        <p:spPr>
          <a:xfrm>
            <a:off x="9645688" y="4722958"/>
            <a:ext cx="7381800" cy="44247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cxnSp>
        <p:nvCxnSpPr>
          <p:cNvPr id="1816" name="Google Shape;1816;p107"/>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17" name="Google Shape;1817;p107"/>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18" name="Google Shape;1818;p107"/>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819" name="Google Shape;1819;p107"/>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820" name="Google Shape;1820;p107"/>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821" name="Google Shape;1821;p107"/>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822" name="Google Shape;1822;p107"/>
          <p:cNvGrpSpPr/>
          <p:nvPr/>
        </p:nvGrpSpPr>
        <p:grpSpPr>
          <a:xfrm>
            <a:off x="16321019" y="9940892"/>
            <a:ext cx="1188866" cy="190224"/>
            <a:chOff x="238125" y="2252900"/>
            <a:chExt cx="7144625" cy="1210075"/>
          </a:xfrm>
        </p:grpSpPr>
        <p:sp>
          <p:nvSpPr>
            <p:cNvPr id="1823" name="Google Shape;1823;p10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0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0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0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0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0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0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0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0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3 Column">
  <p:cSld name="CUSTOM_8">
    <p:spTree>
      <p:nvGrpSpPr>
        <p:cNvPr id="1832" name="Shape 1832"/>
        <p:cNvGrpSpPr/>
        <p:nvPr/>
      </p:nvGrpSpPr>
      <p:grpSpPr>
        <a:xfrm>
          <a:off x="0" y="0"/>
          <a:ext cx="0" cy="0"/>
          <a:chOff x="0" y="0"/>
          <a:chExt cx="0" cy="0"/>
        </a:xfrm>
      </p:grpSpPr>
      <p:cxnSp>
        <p:nvCxnSpPr>
          <p:cNvPr id="1833" name="Google Shape;1833;p108"/>
          <p:cNvCxnSpPr/>
          <p:nvPr/>
        </p:nvCxnSpPr>
        <p:spPr>
          <a:xfrm>
            <a:off x="6271100" y="3337075"/>
            <a:ext cx="0" cy="6422700"/>
          </a:xfrm>
          <a:prstGeom prst="straightConnector1">
            <a:avLst/>
          </a:prstGeom>
          <a:noFill/>
          <a:ln cap="flat" cmpd="sng" w="9525">
            <a:solidFill>
              <a:srgbClr val="CED2D7"/>
            </a:solidFill>
            <a:prstDash val="solid"/>
            <a:round/>
            <a:headEnd len="med" w="med" type="none"/>
            <a:tailEnd len="med" w="med" type="none"/>
          </a:ln>
        </p:spPr>
      </p:cxnSp>
      <p:cxnSp>
        <p:nvCxnSpPr>
          <p:cNvPr id="1834" name="Google Shape;1834;p108"/>
          <p:cNvCxnSpPr/>
          <p:nvPr/>
        </p:nvCxnSpPr>
        <p:spPr>
          <a:xfrm>
            <a:off x="12014950" y="3337075"/>
            <a:ext cx="0" cy="6422700"/>
          </a:xfrm>
          <a:prstGeom prst="straightConnector1">
            <a:avLst/>
          </a:prstGeom>
          <a:noFill/>
          <a:ln cap="flat" cmpd="sng" w="9525">
            <a:solidFill>
              <a:srgbClr val="CED2D7"/>
            </a:solidFill>
            <a:prstDash val="solid"/>
            <a:round/>
            <a:headEnd len="med" w="med" type="none"/>
            <a:tailEnd len="med" w="med" type="none"/>
          </a:ln>
        </p:spPr>
      </p:cxnSp>
      <p:sp>
        <p:nvSpPr>
          <p:cNvPr id="1835" name="Google Shape;1835;p108"/>
          <p:cNvSpPr txBox="1"/>
          <p:nvPr>
            <p:ph idx="1" type="subTitle"/>
          </p:nvPr>
        </p:nvSpPr>
        <p:spPr>
          <a:xfrm>
            <a:off x="6799708" y="3912450"/>
            <a:ext cx="46869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36" name="Google Shape;1836;p108"/>
          <p:cNvSpPr txBox="1"/>
          <p:nvPr>
            <p:ph idx="2" type="subTitle"/>
          </p:nvPr>
        </p:nvSpPr>
        <p:spPr>
          <a:xfrm>
            <a:off x="12543433" y="3912450"/>
            <a:ext cx="46869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37" name="Google Shape;1837;p108"/>
          <p:cNvSpPr txBox="1"/>
          <p:nvPr>
            <p:ph idx="3" type="body"/>
          </p:nvPr>
        </p:nvSpPr>
        <p:spPr>
          <a:xfrm>
            <a:off x="6799708" y="4727275"/>
            <a:ext cx="45024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838" name="Google Shape;1838;p108"/>
          <p:cNvSpPr txBox="1"/>
          <p:nvPr>
            <p:ph idx="4" type="body"/>
          </p:nvPr>
        </p:nvSpPr>
        <p:spPr>
          <a:xfrm>
            <a:off x="12543433" y="4727275"/>
            <a:ext cx="45024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cxnSp>
        <p:nvCxnSpPr>
          <p:cNvPr id="1839" name="Google Shape;1839;p108"/>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840" name="Google Shape;1840;p108"/>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1841" name="Google Shape;1841;p108"/>
          <p:cNvSpPr txBox="1"/>
          <p:nvPr>
            <p:ph idx="5"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842" name="Google Shape;1842;p108"/>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843" name="Google Shape;1843;p108"/>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44" name="Google Shape;1844;p108"/>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45" name="Google Shape;1845;p108"/>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846" name="Google Shape;1846;p108"/>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847" name="Google Shape;1847;p108"/>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848" name="Google Shape;1848;p108"/>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849" name="Google Shape;1849;p108"/>
          <p:cNvGrpSpPr/>
          <p:nvPr/>
        </p:nvGrpSpPr>
        <p:grpSpPr>
          <a:xfrm>
            <a:off x="16321019" y="9940892"/>
            <a:ext cx="1188866" cy="190224"/>
            <a:chOff x="238125" y="2252900"/>
            <a:chExt cx="7144625" cy="1210075"/>
          </a:xfrm>
        </p:grpSpPr>
        <p:sp>
          <p:nvSpPr>
            <p:cNvPr id="1850" name="Google Shape;1850;p10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0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0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0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0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0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0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0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0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9" name="Google Shape;1859;p108"/>
          <p:cNvSpPr txBox="1"/>
          <p:nvPr>
            <p:ph idx="6" type="subTitle"/>
          </p:nvPr>
        </p:nvSpPr>
        <p:spPr>
          <a:xfrm>
            <a:off x="1091448" y="3908125"/>
            <a:ext cx="4686900" cy="533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860" name="Google Shape;1860;p108"/>
          <p:cNvSpPr txBox="1"/>
          <p:nvPr>
            <p:ph idx="7" type="body"/>
          </p:nvPr>
        </p:nvSpPr>
        <p:spPr>
          <a:xfrm>
            <a:off x="1091451" y="4722950"/>
            <a:ext cx="4686900" cy="44247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4 Column">
  <p:cSld name="CUSTOM_8_1">
    <p:spTree>
      <p:nvGrpSpPr>
        <p:cNvPr id="1861" name="Shape 1861"/>
        <p:cNvGrpSpPr/>
        <p:nvPr/>
      </p:nvGrpSpPr>
      <p:grpSpPr>
        <a:xfrm>
          <a:off x="0" y="0"/>
          <a:ext cx="0" cy="0"/>
          <a:chOff x="0" y="0"/>
          <a:chExt cx="0" cy="0"/>
        </a:xfrm>
      </p:grpSpPr>
      <p:cxnSp>
        <p:nvCxnSpPr>
          <p:cNvPr id="1862" name="Google Shape;1862;p109"/>
          <p:cNvCxnSpPr/>
          <p:nvPr/>
        </p:nvCxnSpPr>
        <p:spPr>
          <a:xfrm>
            <a:off x="4835138" y="3337075"/>
            <a:ext cx="0" cy="6425700"/>
          </a:xfrm>
          <a:prstGeom prst="straightConnector1">
            <a:avLst/>
          </a:prstGeom>
          <a:noFill/>
          <a:ln cap="flat" cmpd="sng" w="9525">
            <a:solidFill>
              <a:srgbClr val="CED2D7"/>
            </a:solidFill>
            <a:prstDash val="solid"/>
            <a:round/>
            <a:headEnd len="med" w="med" type="none"/>
            <a:tailEnd len="med" w="med" type="none"/>
          </a:ln>
        </p:spPr>
      </p:cxnSp>
      <p:cxnSp>
        <p:nvCxnSpPr>
          <p:cNvPr id="1863" name="Google Shape;1863;p109"/>
          <p:cNvCxnSpPr/>
          <p:nvPr/>
        </p:nvCxnSpPr>
        <p:spPr>
          <a:xfrm>
            <a:off x="13450913" y="3337075"/>
            <a:ext cx="0" cy="6425700"/>
          </a:xfrm>
          <a:prstGeom prst="straightConnector1">
            <a:avLst/>
          </a:prstGeom>
          <a:noFill/>
          <a:ln cap="flat" cmpd="sng" w="9525">
            <a:solidFill>
              <a:srgbClr val="CED2D7"/>
            </a:solidFill>
            <a:prstDash val="solid"/>
            <a:round/>
            <a:headEnd len="med" w="med" type="none"/>
            <a:tailEnd len="med" w="med" type="none"/>
          </a:ln>
        </p:spPr>
      </p:cxnSp>
      <p:cxnSp>
        <p:nvCxnSpPr>
          <p:cNvPr id="1864" name="Google Shape;1864;p109"/>
          <p:cNvCxnSpPr/>
          <p:nvPr/>
        </p:nvCxnSpPr>
        <p:spPr>
          <a:xfrm>
            <a:off x="9143025" y="3337075"/>
            <a:ext cx="0" cy="6425700"/>
          </a:xfrm>
          <a:prstGeom prst="straightConnector1">
            <a:avLst/>
          </a:prstGeom>
          <a:noFill/>
          <a:ln cap="flat" cmpd="sng" w="9525">
            <a:solidFill>
              <a:srgbClr val="CED2D7"/>
            </a:solidFill>
            <a:prstDash val="solid"/>
            <a:round/>
            <a:headEnd len="med" w="med" type="none"/>
            <a:tailEnd len="med" w="med" type="none"/>
          </a:ln>
        </p:spPr>
      </p:cxnSp>
      <p:sp>
        <p:nvSpPr>
          <p:cNvPr id="1865" name="Google Shape;1865;p109"/>
          <p:cNvSpPr txBox="1"/>
          <p:nvPr>
            <p:ph idx="1" type="subTitle"/>
          </p:nvPr>
        </p:nvSpPr>
        <p:spPr>
          <a:xfrm>
            <a:off x="981330" y="3879473"/>
            <a:ext cx="3385800" cy="533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866" name="Google Shape;1866;p109"/>
          <p:cNvSpPr txBox="1"/>
          <p:nvPr>
            <p:ph idx="2" type="body"/>
          </p:nvPr>
        </p:nvSpPr>
        <p:spPr>
          <a:xfrm>
            <a:off x="981330" y="4694298"/>
            <a:ext cx="3385800" cy="36018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
        <p:nvSpPr>
          <p:cNvPr id="1867" name="Google Shape;1867;p109"/>
          <p:cNvSpPr txBox="1"/>
          <p:nvPr>
            <p:ph idx="3" type="subTitle"/>
          </p:nvPr>
        </p:nvSpPr>
        <p:spPr>
          <a:xfrm>
            <a:off x="5243697" y="3879473"/>
            <a:ext cx="33858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68" name="Google Shape;1868;p109"/>
          <p:cNvSpPr txBox="1"/>
          <p:nvPr>
            <p:ph idx="4" type="body"/>
          </p:nvPr>
        </p:nvSpPr>
        <p:spPr>
          <a:xfrm>
            <a:off x="5301320" y="4694298"/>
            <a:ext cx="33858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869" name="Google Shape;1869;p109"/>
          <p:cNvSpPr txBox="1"/>
          <p:nvPr>
            <p:ph idx="5" type="subTitle"/>
          </p:nvPr>
        </p:nvSpPr>
        <p:spPr>
          <a:xfrm>
            <a:off x="9589432" y="3879473"/>
            <a:ext cx="33858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70" name="Google Shape;1870;p109"/>
          <p:cNvSpPr txBox="1"/>
          <p:nvPr>
            <p:ph idx="6" type="body"/>
          </p:nvPr>
        </p:nvSpPr>
        <p:spPr>
          <a:xfrm>
            <a:off x="9647055" y="4694298"/>
            <a:ext cx="33858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871" name="Google Shape;1871;p109"/>
          <p:cNvSpPr txBox="1"/>
          <p:nvPr>
            <p:ph idx="7" type="subTitle"/>
          </p:nvPr>
        </p:nvSpPr>
        <p:spPr>
          <a:xfrm>
            <a:off x="13866627" y="3879473"/>
            <a:ext cx="33858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872" name="Google Shape;1872;p109"/>
          <p:cNvSpPr txBox="1"/>
          <p:nvPr>
            <p:ph idx="8" type="body"/>
          </p:nvPr>
        </p:nvSpPr>
        <p:spPr>
          <a:xfrm>
            <a:off x="13924250" y="4694298"/>
            <a:ext cx="33858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cxnSp>
        <p:nvCxnSpPr>
          <p:cNvPr id="1873" name="Google Shape;1873;p109"/>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874" name="Google Shape;1874;p109"/>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1875" name="Google Shape;1875;p109"/>
          <p:cNvSpPr txBox="1"/>
          <p:nvPr>
            <p:ph idx="9"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876" name="Google Shape;1876;p109"/>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877" name="Google Shape;1877;p109"/>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78" name="Google Shape;1878;p109"/>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879" name="Google Shape;1879;p109"/>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880" name="Google Shape;1880;p109"/>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881" name="Google Shape;1881;p109"/>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882" name="Google Shape;1882;p109"/>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883" name="Google Shape;1883;p109"/>
          <p:cNvGrpSpPr/>
          <p:nvPr/>
        </p:nvGrpSpPr>
        <p:grpSpPr>
          <a:xfrm>
            <a:off x="16321019" y="9940892"/>
            <a:ext cx="1188866" cy="190224"/>
            <a:chOff x="238125" y="2252900"/>
            <a:chExt cx="7144625" cy="1210075"/>
          </a:xfrm>
        </p:grpSpPr>
        <p:sp>
          <p:nvSpPr>
            <p:cNvPr id="1884" name="Google Shape;1884;p10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0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0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0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0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0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10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10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0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5 Column">
  <p:cSld name="CUSTOM_8_1_1">
    <p:spTree>
      <p:nvGrpSpPr>
        <p:cNvPr id="1893" name="Shape 1893"/>
        <p:cNvGrpSpPr/>
        <p:nvPr/>
      </p:nvGrpSpPr>
      <p:grpSpPr>
        <a:xfrm>
          <a:off x="0" y="0"/>
          <a:ext cx="0" cy="0"/>
          <a:chOff x="0" y="0"/>
          <a:chExt cx="0" cy="0"/>
        </a:xfrm>
      </p:grpSpPr>
      <p:cxnSp>
        <p:nvCxnSpPr>
          <p:cNvPr id="1894" name="Google Shape;1894;p110"/>
          <p:cNvCxnSpPr/>
          <p:nvPr/>
        </p:nvCxnSpPr>
        <p:spPr>
          <a:xfrm>
            <a:off x="3973560" y="3337075"/>
            <a:ext cx="0" cy="6216600"/>
          </a:xfrm>
          <a:prstGeom prst="straightConnector1">
            <a:avLst/>
          </a:prstGeom>
          <a:noFill/>
          <a:ln cap="flat" cmpd="sng" w="9525">
            <a:solidFill>
              <a:srgbClr val="CED2D7"/>
            </a:solidFill>
            <a:prstDash val="solid"/>
            <a:round/>
            <a:headEnd len="med" w="med" type="none"/>
            <a:tailEnd len="med" w="med" type="none"/>
          </a:ln>
        </p:spPr>
      </p:cxnSp>
      <p:cxnSp>
        <p:nvCxnSpPr>
          <p:cNvPr id="1895" name="Google Shape;1895;p110"/>
          <p:cNvCxnSpPr/>
          <p:nvPr/>
        </p:nvCxnSpPr>
        <p:spPr>
          <a:xfrm>
            <a:off x="14312490" y="3337075"/>
            <a:ext cx="0" cy="6216600"/>
          </a:xfrm>
          <a:prstGeom prst="straightConnector1">
            <a:avLst/>
          </a:prstGeom>
          <a:noFill/>
          <a:ln cap="flat" cmpd="sng" w="9525">
            <a:solidFill>
              <a:srgbClr val="CED2D7"/>
            </a:solidFill>
            <a:prstDash val="solid"/>
            <a:round/>
            <a:headEnd len="med" w="med" type="none"/>
            <a:tailEnd len="med" w="med" type="none"/>
          </a:ln>
        </p:spPr>
      </p:cxnSp>
      <p:cxnSp>
        <p:nvCxnSpPr>
          <p:cNvPr id="1896" name="Google Shape;1896;p110"/>
          <p:cNvCxnSpPr/>
          <p:nvPr/>
        </p:nvCxnSpPr>
        <p:spPr>
          <a:xfrm>
            <a:off x="7419870" y="3337075"/>
            <a:ext cx="0" cy="6216600"/>
          </a:xfrm>
          <a:prstGeom prst="straightConnector1">
            <a:avLst/>
          </a:prstGeom>
          <a:noFill/>
          <a:ln cap="flat" cmpd="sng" w="9525">
            <a:solidFill>
              <a:srgbClr val="CED2D7"/>
            </a:solidFill>
            <a:prstDash val="solid"/>
            <a:round/>
            <a:headEnd len="med" w="med" type="none"/>
            <a:tailEnd len="med" w="med" type="none"/>
          </a:ln>
        </p:spPr>
      </p:cxnSp>
      <p:cxnSp>
        <p:nvCxnSpPr>
          <p:cNvPr id="1897" name="Google Shape;1897;p110"/>
          <p:cNvCxnSpPr/>
          <p:nvPr/>
        </p:nvCxnSpPr>
        <p:spPr>
          <a:xfrm>
            <a:off x="10866180" y="3337075"/>
            <a:ext cx="0" cy="6216600"/>
          </a:xfrm>
          <a:prstGeom prst="straightConnector1">
            <a:avLst/>
          </a:prstGeom>
          <a:noFill/>
          <a:ln cap="flat" cmpd="sng" w="9525">
            <a:solidFill>
              <a:srgbClr val="CED2D7"/>
            </a:solidFill>
            <a:prstDash val="solid"/>
            <a:round/>
            <a:headEnd len="med" w="med" type="none"/>
            <a:tailEnd len="med" w="med" type="none"/>
          </a:ln>
        </p:spPr>
      </p:cxnSp>
      <p:sp>
        <p:nvSpPr>
          <p:cNvPr id="1898" name="Google Shape;1898;p110"/>
          <p:cNvSpPr txBox="1"/>
          <p:nvPr>
            <p:ph idx="1" type="subTitle"/>
          </p:nvPr>
        </p:nvSpPr>
        <p:spPr>
          <a:xfrm>
            <a:off x="957655" y="3865065"/>
            <a:ext cx="2645700" cy="5331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dk2"/>
              </a:buClr>
              <a:buSzPts val="2400"/>
              <a:buNone/>
              <a:defRPr>
                <a:solidFill>
                  <a:schemeClr val="dk2"/>
                </a:solidFill>
              </a:defRPr>
            </a:lvl1pPr>
            <a:lvl2pPr lvl="1">
              <a:lnSpc>
                <a:spcPct val="115000"/>
              </a:lnSpc>
              <a:spcBef>
                <a:spcPts val="0"/>
              </a:spcBef>
              <a:spcAft>
                <a:spcPts val="0"/>
              </a:spcAft>
              <a:buSzPts val="2400"/>
              <a:buNone/>
              <a:defRPr/>
            </a:lvl2pPr>
            <a:lvl3pPr lvl="2">
              <a:lnSpc>
                <a:spcPct val="115000"/>
              </a:lnSpc>
              <a:spcBef>
                <a:spcPts val="0"/>
              </a:spcBef>
              <a:spcAft>
                <a:spcPts val="0"/>
              </a:spcAft>
              <a:buSzPts val="2400"/>
              <a:buNone/>
              <a:defRPr/>
            </a:lvl3pPr>
            <a:lvl4pPr lvl="3">
              <a:lnSpc>
                <a:spcPct val="115000"/>
              </a:lnSpc>
              <a:spcBef>
                <a:spcPts val="0"/>
              </a:spcBef>
              <a:spcAft>
                <a:spcPts val="0"/>
              </a:spcAft>
              <a:buSzPts val="2400"/>
              <a:buNone/>
              <a:defRPr/>
            </a:lvl4pPr>
            <a:lvl5pPr lvl="4">
              <a:lnSpc>
                <a:spcPct val="115000"/>
              </a:lnSpc>
              <a:spcBef>
                <a:spcPts val="0"/>
              </a:spcBef>
              <a:spcAft>
                <a:spcPts val="0"/>
              </a:spcAft>
              <a:buSzPts val="2400"/>
              <a:buNone/>
              <a:defRPr/>
            </a:lvl5pPr>
            <a:lvl6pPr lvl="5">
              <a:lnSpc>
                <a:spcPct val="115000"/>
              </a:lnSpc>
              <a:spcBef>
                <a:spcPts val="0"/>
              </a:spcBef>
              <a:spcAft>
                <a:spcPts val="0"/>
              </a:spcAft>
              <a:buSzPts val="2400"/>
              <a:buNone/>
              <a:defRPr/>
            </a:lvl6pPr>
            <a:lvl7pPr lvl="6">
              <a:lnSpc>
                <a:spcPct val="115000"/>
              </a:lnSpc>
              <a:spcBef>
                <a:spcPts val="0"/>
              </a:spcBef>
              <a:spcAft>
                <a:spcPts val="0"/>
              </a:spcAft>
              <a:buSzPts val="2400"/>
              <a:buNone/>
              <a:defRPr/>
            </a:lvl7pPr>
            <a:lvl8pPr lvl="7">
              <a:lnSpc>
                <a:spcPct val="115000"/>
              </a:lnSpc>
              <a:spcBef>
                <a:spcPts val="0"/>
              </a:spcBef>
              <a:spcAft>
                <a:spcPts val="0"/>
              </a:spcAft>
              <a:buSzPts val="2400"/>
              <a:buNone/>
              <a:defRPr/>
            </a:lvl8pPr>
            <a:lvl9pPr lvl="8">
              <a:lnSpc>
                <a:spcPct val="115000"/>
              </a:lnSpc>
              <a:spcBef>
                <a:spcPts val="0"/>
              </a:spcBef>
              <a:spcAft>
                <a:spcPts val="0"/>
              </a:spcAft>
              <a:buSzPts val="2400"/>
              <a:buNone/>
              <a:defRPr/>
            </a:lvl9pPr>
          </a:lstStyle>
          <a:p/>
        </p:txBody>
      </p:sp>
      <p:sp>
        <p:nvSpPr>
          <p:cNvPr id="1899" name="Google Shape;1899;p110"/>
          <p:cNvSpPr txBox="1"/>
          <p:nvPr>
            <p:ph idx="2" type="body"/>
          </p:nvPr>
        </p:nvSpPr>
        <p:spPr>
          <a:xfrm>
            <a:off x="957655" y="4908490"/>
            <a:ext cx="2645700" cy="3601800"/>
          </a:xfrm>
          <a:prstGeom prst="rect">
            <a:avLst/>
          </a:prstGeom>
        </p:spPr>
        <p:txBody>
          <a:bodyPr anchorCtr="0" anchor="t" bIns="0" lIns="0" spcFirstLastPara="1" rIns="0" wrap="square" tIns="0">
            <a:spAutoFit/>
          </a:bodyPr>
          <a:lstStyle>
            <a:lvl1pPr indent="-355600" lvl="0" marL="457200">
              <a:lnSpc>
                <a:spcPct val="115000"/>
              </a:lnSpc>
              <a:spcBef>
                <a:spcPts val="0"/>
              </a:spcBef>
              <a:spcAft>
                <a:spcPts val="0"/>
              </a:spcAft>
              <a:buSzPts val="2000"/>
              <a:buChar char="●"/>
              <a:defRPr sz="2000"/>
            </a:lvl1pPr>
            <a:lvl2pPr indent="-355600" lvl="1" marL="914400">
              <a:lnSpc>
                <a:spcPct val="115000"/>
              </a:lnSpc>
              <a:spcBef>
                <a:spcPts val="0"/>
              </a:spcBef>
              <a:spcAft>
                <a:spcPts val="0"/>
              </a:spcAft>
              <a:buSzPts val="2000"/>
              <a:buChar char="○"/>
              <a:defRPr sz="2000"/>
            </a:lvl2pPr>
            <a:lvl3pPr indent="-355600" lvl="2" marL="1371600">
              <a:lnSpc>
                <a:spcPct val="115000"/>
              </a:lnSpc>
              <a:spcBef>
                <a:spcPts val="0"/>
              </a:spcBef>
              <a:spcAft>
                <a:spcPts val="0"/>
              </a:spcAft>
              <a:buSzPts val="2000"/>
              <a:buChar char="■"/>
              <a:defRPr sz="2000"/>
            </a:lvl3pPr>
            <a:lvl4pPr indent="-355600" lvl="3" marL="1828800">
              <a:lnSpc>
                <a:spcPct val="115000"/>
              </a:lnSpc>
              <a:spcBef>
                <a:spcPts val="0"/>
              </a:spcBef>
              <a:spcAft>
                <a:spcPts val="0"/>
              </a:spcAft>
              <a:buSzPts val="2000"/>
              <a:buChar char="●"/>
              <a:defRPr sz="2000"/>
            </a:lvl4pPr>
            <a:lvl5pPr indent="-355600" lvl="4" marL="2286000">
              <a:lnSpc>
                <a:spcPct val="115000"/>
              </a:lnSpc>
              <a:spcBef>
                <a:spcPts val="0"/>
              </a:spcBef>
              <a:spcAft>
                <a:spcPts val="0"/>
              </a:spcAft>
              <a:buSzPts val="2000"/>
              <a:buChar char="○"/>
              <a:defRPr sz="2000"/>
            </a:lvl5pPr>
            <a:lvl6pPr indent="-355600" lvl="5" marL="2743200">
              <a:lnSpc>
                <a:spcPct val="115000"/>
              </a:lnSpc>
              <a:spcBef>
                <a:spcPts val="0"/>
              </a:spcBef>
              <a:spcAft>
                <a:spcPts val="0"/>
              </a:spcAft>
              <a:buSzPts val="2000"/>
              <a:buChar char="■"/>
              <a:defRPr sz="2000"/>
            </a:lvl6pPr>
            <a:lvl7pPr indent="-355600" lvl="6" marL="3200400">
              <a:lnSpc>
                <a:spcPct val="115000"/>
              </a:lnSpc>
              <a:spcBef>
                <a:spcPts val="0"/>
              </a:spcBef>
              <a:spcAft>
                <a:spcPts val="0"/>
              </a:spcAft>
              <a:buSzPts val="2000"/>
              <a:buChar char="●"/>
              <a:defRPr sz="2000"/>
            </a:lvl7pPr>
            <a:lvl8pPr indent="-355600" lvl="7" marL="3657600">
              <a:lnSpc>
                <a:spcPct val="115000"/>
              </a:lnSpc>
              <a:spcBef>
                <a:spcPts val="0"/>
              </a:spcBef>
              <a:spcAft>
                <a:spcPts val="0"/>
              </a:spcAft>
              <a:buSzPts val="2000"/>
              <a:buChar char="○"/>
              <a:defRPr sz="2000"/>
            </a:lvl8pPr>
            <a:lvl9pPr indent="-355600" lvl="8" marL="4114800">
              <a:lnSpc>
                <a:spcPct val="115000"/>
              </a:lnSpc>
              <a:spcBef>
                <a:spcPts val="0"/>
              </a:spcBef>
              <a:spcAft>
                <a:spcPts val="0"/>
              </a:spcAft>
              <a:buSzPts val="2000"/>
              <a:buChar char="■"/>
              <a:defRPr sz="2000"/>
            </a:lvl9pPr>
          </a:lstStyle>
          <a:p/>
        </p:txBody>
      </p:sp>
      <p:sp>
        <p:nvSpPr>
          <p:cNvPr id="1900" name="Google Shape;1900;p110"/>
          <p:cNvSpPr txBox="1"/>
          <p:nvPr>
            <p:ph idx="3" type="subTitle"/>
          </p:nvPr>
        </p:nvSpPr>
        <p:spPr>
          <a:xfrm>
            <a:off x="4389993" y="3865065"/>
            <a:ext cx="26457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901" name="Google Shape;1901;p110"/>
          <p:cNvSpPr txBox="1"/>
          <p:nvPr>
            <p:ph idx="4" type="body"/>
          </p:nvPr>
        </p:nvSpPr>
        <p:spPr>
          <a:xfrm>
            <a:off x="4389993" y="4908490"/>
            <a:ext cx="26457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902" name="Google Shape;1902;p110"/>
          <p:cNvSpPr txBox="1"/>
          <p:nvPr>
            <p:ph idx="5" type="subTitle"/>
          </p:nvPr>
        </p:nvSpPr>
        <p:spPr>
          <a:xfrm>
            <a:off x="7832948" y="3865065"/>
            <a:ext cx="26457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903" name="Google Shape;1903;p110"/>
          <p:cNvSpPr txBox="1"/>
          <p:nvPr>
            <p:ph idx="6" type="body"/>
          </p:nvPr>
        </p:nvSpPr>
        <p:spPr>
          <a:xfrm>
            <a:off x="7832948" y="4908490"/>
            <a:ext cx="26457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904" name="Google Shape;1904;p110"/>
          <p:cNvSpPr txBox="1"/>
          <p:nvPr>
            <p:ph idx="7" type="subTitle"/>
          </p:nvPr>
        </p:nvSpPr>
        <p:spPr>
          <a:xfrm>
            <a:off x="11261490" y="3865065"/>
            <a:ext cx="26457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905" name="Google Shape;1905;p110"/>
          <p:cNvSpPr txBox="1"/>
          <p:nvPr>
            <p:ph idx="8" type="body"/>
          </p:nvPr>
        </p:nvSpPr>
        <p:spPr>
          <a:xfrm>
            <a:off x="11261490" y="4908490"/>
            <a:ext cx="26457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sp>
        <p:nvSpPr>
          <p:cNvPr id="1906" name="Google Shape;1906;p110"/>
          <p:cNvSpPr txBox="1"/>
          <p:nvPr>
            <p:ph idx="9" type="subTitle"/>
          </p:nvPr>
        </p:nvSpPr>
        <p:spPr>
          <a:xfrm>
            <a:off x="14685357" y="3865065"/>
            <a:ext cx="2645700" cy="5331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Clr>
                <a:schemeClr val="dk2"/>
              </a:buClr>
              <a:buSzPts val="2400"/>
              <a:buNone/>
              <a:defRPr>
                <a:solidFill>
                  <a:schemeClr val="dk2"/>
                </a:solidFill>
              </a:defRPr>
            </a:lvl1pPr>
            <a:lvl2pPr lvl="1" rtl="0">
              <a:lnSpc>
                <a:spcPct val="115000"/>
              </a:lnSpc>
              <a:spcBef>
                <a:spcPts val="0"/>
              </a:spcBef>
              <a:spcAft>
                <a:spcPts val="0"/>
              </a:spcAft>
              <a:buSzPts val="2400"/>
              <a:buNone/>
              <a:defRPr/>
            </a:lvl2pPr>
            <a:lvl3pPr lvl="2" rtl="0">
              <a:lnSpc>
                <a:spcPct val="115000"/>
              </a:lnSpc>
              <a:spcBef>
                <a:spcPts val="0"/>
              </a:spcBef>
              <a:spcAft>
                <a:spcPts val="0"/>
              </a:spcAft>
              <a:buSzPts val="2400"/>
              <a:buNone/>
              <a:defRPr/>
            </a:lvl3pPr>
            <a:lvl4pPr lvl="3" rtl="0">
              <a:lnSpc>
                <a:spcPct val="115000"/>
              </a:lnSpc>
              <a:spcBef>
                <a:spcPts val="0"/>
              </a:spcBef>
              <a:spcAft>
                <a:spcPts val="0"/>
              </a:spcAft>
              <a:buSzPts val="2400"/>
              <a:buNone/>
              <a:defRPr/>
            </a:lvl4pPr>
            <a:lvl5pPr lvl="4" rtl="0">
              <a:lnSpc>
                <a:spcPct val="115000"/>
              </a:lnSpc>
              <a:spcBef>
                <a:spcPts val="0"/>
              </a:spcBef>
              <a:spcAft>
                <a:spcPts val="0"/>
              </a:spcAft>
              <a:buSzPts val="2400"/>
              <a:buNone/>
              <a:defRPr/>
            </a:lvl5pPr>
            <a:lvl6pPr lvl="5" rtl="0">
              <a:lnSpc>
                <a:spcPct val="115000"/>
              </a:lnSpc>
              <a:spcBef>
                <a:spcPts val="0"/>
              </a:spcBef>
              <a:spcAft>
                <a:spcPts val="0"/>
              </a:spcAft>
              <a:buSzPts val="2400"/>
              <a:buNone/>
              <a:defRPr/>
            </a:lvl6pPr>
            <a:lvl7pPr lvl="6" rtl="0">
              <a:lnSpc>
                <a:spcPct val="115000"/>
              </a:lnSpc>
              <a:spcBef>
                <a:spcPts val="0"/>
              </a:spcBef>
              <a:spcAft>
                <a:spcPts val="0"/>
              </a:spcAft>
              <a:buSzPts val="2400"/>
              <a:buNone/>
              <a:defRPr/>
            </a:lvl7pPr>
            <a:lvl8pPr lvl="7" rtl="0">
              <a:lnSpc>
                <a:spcPct val="115000"/>
              </a:lnSpc>
              <a:spcBef>
                <a:spcPts val="0"/>
              </a:spcBef>
              <a:spcAft>
                <a:spcPts val="0"/>
              </a:spcAft>
              <a:buSzPts val="2400"/>
              <a:buNone/>
              <a:defRPr/>
            </a:lvl8pPr>
            <a:lvl9pPr lvl="8" rtl="0">
              <a:lnSpc>
                <a:spcPct val="115000"/>
              </a:lnSpc>
              <a:spcBef>
                <a:spcPts val="0"/>
              </a:spcBef>
              <a:spcAft>
                <a:spcPts val="0"/>
              </a:spcAft>
              <a:buSzPts val="2400"/>
              <a:buNone/>
              <a:defRPr/>
            </a:lvl9pPr>
          </a:lstStyle>
          <a:p/>
        </p:txBody>
      </p:sp>
      <p:sp>
        <p:nvSpPr>
          <p:cNvPr id="1907" name="Google Shape;1907;p110"/>
          <p:cNvSpPr txBox="1"/>
          <p:nvPr>
            <p:ph idx="13" type="body"/>
          </p:nvPr>
        </p:nvSpPr>
        <p:spPr>
          <a:xfrm>
            <a:off x="14685357" y="4908490"/>
            <a:ext cx="2645700" cy="3601800"/>
          </a:xfrm>
          <a:prstGeom prst="rect">
            <a:avLst/>
          </a:prstGeom>
        </p:spPr>
        <p:txBody>
          <a:bodyPr anchorCtr="0" anchor="t" bIns="0" lIns="0" spcFirstLastPara="1" rIns="0" wrap="square" tIns="0">
            <a:spAutoFit/>
          </a:bodyPr>
          <a:lstStyle>
            <a:lvl1pPr indent="-355600" lvl="0" marL="457200" rtl="0">
              <a:lnSpc>
                <a:spcPct val="115000"/>
              </a:lnSpc>
              <a:spcBef>
                <a:spcPts val="0"/>
              </a:spcBef>
              <a:spcAft>
                <a:spcPts val="0"/>
              </a:spcAft>
              <a:buSzPts val="2000"/>
              <a:buChar char="●"/>
              <a:defRPr sz="2000"/>
            </a:lvl1pPr>
            <a:lvl2pPr indent="-355600" lvl="1" marL="914400" rtl="0">
              <a:lnSpc>
                <a:spcPct val="115000"/>
              </a:lnSpc>
              <a:spcBef>
                <a:spcPts val="0"/>
              </a:spcBef>
              <a:spcAft>
                <a:spcPts val="0"/>
              </a:spcAft>
              <a:buSzPts val="2000"/>
              <a:buChar char="○"/>
              <a:defRPr sz="2000"/>
            </a:lvl2pPr>
            <a:lvl3pPr indent="-355600" lvl="2" marL="1371600" rtl="0">
              <a:lnSpc>
                <a:spcPct val="115000"/>
              </a:lnSpc>
              <a:spcBef>
                <a:spcPts val="0"/>
              </a:spcBef>
              <a:spcAft>
                <a:spcPts val="0"/>
              </a:spcAft>
              <a:buSzPts val="2000"/>
              <a:buChar char="■"/>
              <a:defRPr sz="2000"/>
            </a:lvl3pPr>
            <a:lvl4pPr indent="-355600" lvl="3" marL="1828800" rtl="0">
              <a:lnSpc>
                <a:spcPct val="115000"/>
              </a:lnSpc>
              <a:spcBef>
                <a:spcPts val="0"/>
              </a:spcBef>
              <a:spcAft>
                <a:spcPts val="0"/>
              </a:spcAft>
              <a:buSzPts val="2000"/>
              <a:buChar char="●"/>
              <a:defRPr sz="2000"/>
            </a:lvl4pPr>
            <a:lvl5pPr indent="-355600" lvl="4" marL="2286000" rtl="0">
              <a:lnSpc>
                <a:spcPct val="115000"/>
              </a:lnSpc>
              <a:spcBef>
                <a:spcPts val="0"/>
              </a:spcBef>
              <a:spcAft>
                <a:spcPts val="0"/>
              </a:spcAft>
              <a:buSzPts val="2000"/>
              <a:buChar char="○"/>
              <a:defRPr sz="2000"/>
            </a:lvl5pPr>
            <a:lvl6pPr indent="-355600" lvl="5" marL="2743200" rtl="0">
              <a:lnSpc>
                <a:spcPct val="115000"/>
              </a:lnSpc>
              <a:spcBef>
                <a:spcPts val="0"/>
              </a:spcBef>
              <a:spcAft>
                <a:spcPts val="0"/>
              </a:spcAft>
              <a:buSzPts val="2000"/>
              <a:buChar char="■"/>
              <a:defRPr sz="2000"/>
            </a:lvl6pPr>
            <a:lvl7pPr indent="-355600" lvl="6" marL="3200400" rtl="0">
              <a:lnSpc>
                <a:spcPct val="115000"/>
              </a:lnSpc>
              <a:spcBef>
                <a:spcPts val="0"/>
              </a:spcBef>
              <a:spcAft>
                <a:spcPts val="0"/>
              </a:spcAft>
              <a:buSzPts val="2000"/>
              <a:buChar char="●"/>
              <a:defRPr sz="2000"/>
            </a:lvl7pPr>
            <a:lvl8pPr indent="-355600" lvl="7" marL="3657600" rtl="0">
              <a:lnSpc>
                <a:spcPct val="115000"/>
              </a:lnSpc>
              <a:spcBef>
                <a:spcPts val="0"/>
              </a:spcBef>
              <a:spcAft>
                <a:spcPts val="0"/>
              </a:spcAft>
              <a:buSzPts val="2000"/>
              <a:buChar char="○"/>
              <a:defRPr sz="2000"/>
            </a:lvl8pPr>
            <a:lvl9pPr indent="-355600" lvl="8" marL="4114800" rtl="0">
              <a:lnSpc>
                <a:spcPct val="115000"/>
              </a:lnSpc>
              <a:spcBef>
                <a:spcPts val="0"/>
              </a:spcBef>
              <a:spcAft>
                <a:spcPts val="0"/>
              </a:spcAft>
              <a:buSzPts val="2000"/>
              <a:buChar char="■"/>
              <a:defRPr sz="2000"/>
            </a:lvl9pPr>
          </a:lstStyle>
          <a:p/>
        </p:txBody>
      </p:sp>
      <p:cxnSp>
        <p:nvCxnSpPr>
          <p:cNvPr id="1908" name="Google Shape;1908;p110"/>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09" name="Google Shape;1909;p110"/>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1910" name="Google Shape;1910;p110"/>
          <p:cNvSpPr txBox="1"/>
          <p:nvPr>
            <p:ph idx="14"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911" name="Google Shape;1911;p110"/>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912" name="Google Shape;1912;p110"/>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13" name="Google Shape;1913;p110"/>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14" name="Google Shape;1914;p110"/>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915" name="Google Shape;1915;p110"/>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916" name="Google Shape;1916;p110"/>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917" name="Google Shape;1917;p110"/>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918" name="Google Shape;1918;p110"/>
          <p:cNvGrpSpPr/>
          <p:nvPr/>
        </p:nvGrpSpPr>
        <p:grpSpPr>
          <a:xfrm>
            <a:off x="16321019" y="9940892"/>
            <a:ext cx="1188866" cy="190224"/>
            <a:chOff x="238125" y="2252900"/>
            <a:chExt cx="7144625" cy="1210075"/>
          </a:xfrm>
        </p:grpSpPr>
        <p:sp>
          <p:nvSpPr>
            <p:cNvPr id="1919" name="Google Shape;1919;p11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1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1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1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1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1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1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1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1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16 Members)">
  <p:cSld name="CUSTOM_66_1">
    <p:bg>
      <p:bgPr>
        <a:solidFill>
          <a:schemeClr val="lt1"/>
        </a:solidFill>
      </p:bgPr>
    </p:bg>
    <p:spTree>
      <p:nvGrpSpPr>
        <p:cNvPr id="1928" name="Shape 1928"/>
        <p:cNvGrpSpPr/>
        <p:nvPr/>
      </p:nvGrpSpPr>
      <p:grpSpPr>
        <a:xfrm>
          <a:off x="0" y="0"/>
          <a:ext cx="0" cy="0"/>
          <a:chOff x="0" y="0"/>
          <a:chExt cx="0" cy="0"/>
        </a:xfrm>
      </p:grpSpPr>
      <p:sp>
        <p:nvSpPr>
          <p:cNvPr id="1929" name="Google Shape;1929;p111"/>
          <p:cNvSpPr/>
          <p:nvPr>
            <p:ph idx="2" type="pic"/>
          </p:nvPr>
        </p:nvSpPr>
        <p:spPr>
          <a:xfrm>
            <a:off x="527250" y="8156450"/>
            <a:ext cx="1402200" cy="1601100"/>
          </a:xfrm>
          <a:prstGeom prst="rect">
            <a:avLst/>
          </a:prstGeom>
          <a:noFill/>
          <a:ln cap="flat" cmpd="sng" w="9525">
            <a:solidFill>
              <a:srgbClr val="CED2D7"/>
            </a:solidFill>
            <a:prstDash val="solid"/>
            <a:round/>
            <a:headEnd len="sm" w="sm" type="none"/>
            <a:tailEnd len="sm" w="sm" type="none"/>
          </a:ln>
        </p:spPr>
      </p:sp>
      <p:sp>
        <p:nvSpPr>
          <p:cNvPr id="1930" name="Google Shape;1930;p111"/>
          <p:cNvSpPr/>
          <p:nvPr>
            <p:ph idx="3" type="pic"/>
          </p:nvPr>
        </p:nvSpPr>
        <p:spPr>
          <a:xfrm>
            <a:off x="9141383" y="8156450"/>
            <a:ext cx="1402200" cy="1601100"/>
          </a:xfrm>
          <a:prstGeom prst="rect">
            <a:avLst/>
          </a:prstGeom>
          <a:noFill/>
          <a:ln cap="flat" cmpd="sng" w="9525">
            <a:solidFill>
              <a:srgbClr val="CED2D7"/>
            </a:solidFill>
            <a:prstDash val="solid"/>
            <a:round/>
            <a:headEnd len="sm" w="sm" type="none"/>
            <a:tailEnd len="sm" w="sm" type="none"/>
          </a:ln>
        </p:spPr>
      </p:sp>
      <p:sp>
        <p:nvSpPr>
          <p:cNvPr id="1931" name="Google Shape;1931;p111"/>
          <p:cNvSpPr/>
          <p:nvPr>
            <p:ph idx="4" type="pic"/>
          </p:nvPr>
        </p:nvSpPr>
        <p:spPr>
          <a:xfrm>
            <a:off x="13451749" y="8156450"/>
            <a:ext cx="1402200" cy="1601100"/>
          </a:xfrm>
          <a:prstGeom prst="rect">
            <a:avLst/>
          </a:prstGeom>
          <a:noFill/>
          <a:ln cap="flat" cmpd="sng" w="9525">
            <a:solidFill>
              <a:srgbClr val="CED2D7"/>
            </a:solidFill>
            <a:prstDash val="solid"/>
            <a:round/>
            <a:headEnd len="sm" w="sm" type="none"/>
            <a:tailEnd len="sm" w="sm" type="none"/>
          </a:ln>
        </p:spPr>
      </p:sp>
      <p:cxnSp>
        <p:nvCxnSpPr>
          <p:cNvPr id="1932" name="Google Shape;1932;p111"/>
          <p:cNvCxnSpPr/>
          <p:nvPr/>
        </p:nvCxnSpPr>
        <p:spPr>
          <a:xfrm flipH="1">
            <a:off x="9141375" y="3337099"/>
            <a:ext cx="3300" cy="6183300"/>
          </a:xfrm>
          <a:prstGeom prst="straightConnector1">
            <a:avLst/>
          </a:prstGeom>
          <a:noFill/>
          <a:ln cap="flat" cmpd="sng" w="9525">
            <a:solidFill>
              <a:srgbClr val="CED2D7"/>
            </a:solidFill>
            <a:prstDash val="solid"/>
            <a:round/>
            <a:headEnd len="med" w="med" type="none"/>
            <a:tailEnd len="med" w="med" type="none"/>
          </a:ln>
        </p:spPr>
      </p:cxnSp>
      <p:cxnSp>
        <p:nvCxnSpPr>
          <p:cNvPr id="1933" name="Google Shape;1933;p111"/>
          <p:cNvCxnSpPr/>
          <p:nvPr/>
        </p:nvCxnSpPr>
        <p:spPr>
          <a:xfrm>
            <a:off x="13451738" y="3337099"/>
            <a:ext cx="0" cy="6216900"/>
          </a:xfrm>
          <a:prstGeom prst="straightConnector1">
            <a:avLst/>
          </a:prstGeom>
          <a:noFill/>
          <a:ln cap="flat" cmpd="sng" w="9525">
            <a:solidFill>
              <a:srgbClr val="CED2D7"/>
            </a:solidFill>
            <a:prstDash val="solid"/>
            <a:round/>
            <a:headEnd len="med" w="med" type="none"/>
            <a:tailEnd len="med" w="med" type="none"/>
          </a:ln>
        </p:spPr>
      </p:cxnSp>
      <p:cxnSp>
        <p:nvCxnSpPr>
          <p:cNvPr id="1934" name="Google Shape;1934;p111"/>
          <p:cNvCxnSpPr/>
          <p:nvPr/>
        </p:nvCxnSpPr>
        <p:spPr>
          <a:xfrm>
            <a:off x="4834313" y="3337075"/>
            <a:ext cx="0" cy="6216900"/>
          </a:xfrm>
          <a:prstGeom prst="straightConnector1">
            <a:avLst/>
          </a:prstGeom>
          <a:noFill/>
          <a:ln cap="flat" cmpd="sng" w="9525">
            <a:solidFill>
              <a:srgbClr val="CED2D7"/>
            </a:solidFill>
            <a:prstDash val="solid"/>
            <a:round/>
            <a:headEnd len="med" w="med" type="none"/>
            <a:tailEnd len="med" w="med" type="none"/>
          </a:ln>
        </p:spPr>
      </p:cxnSp>
      <p:cxnSp>
        <p:nvCxnSpPr>
          <p:cNvPr id="1935" name="Google Shape;1935;p111"/>
          <p:cNvCxnSpPr/>
          <p:nvPr/>
        </p:nvCxnSpPr>
        <p:spPr>
          <a:xfrm>
            <a:off x="530450" y="4943531"/>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36" name="Google Shape;1936;p111"/>
          <p:cNvCxnSpPr/>
          <p:nvPr/>
        </p:nvCxnSpPr>
        <p:spPr>
          <a:xfrm>
            <a:off x="530450" y="6549988"/>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37" name="Google Shape;1937;p111"/>
          <p:cNvCxnSpPr/>
          <p:nvPr/>
        </p:nvCxnSpPr>
        <p:spPr>
          <a:xfrm>
            <a:off x="530450" y="8156444"/>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38" name="Google Shape;1938;p111"/>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39" name="Google Shape;1939;p111"/>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1940" name="Google Shape;1940;p111"/>
          <p:cNvSpPr txBox="1"/>
          <p:nvPr>
            <p:ph idx="1"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941" name="Google Shape;1941;p111"/>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942" name="Google Shape;1942;p111"/>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43" name="Google Shape;1943;p111"/>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44" name="Google Shape;1944;p111"/>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945" name="Google Shape;1945;p111"/>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946" name="Google Shape;1946;p111"/>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947" name="Google Shape;1947;p111"/>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948" name="Google Shape;1948;p111"/>
          <p:cNvGrpSpPr/>
          <p:nvPr/>
        </p:nvGrpSpPr>
        <p:grpSpPr>
          <a:xfrm>
            <a:off x="16321019" y="9940892"/>
            <a:ext cx="1188866" cy="190224"/>
            <a:chOff x="238125" y="2252900"/>
            <a:chExt cx="7144625" cy="1210075"/>
          </a:xfrm>
        </p:grpSpPr>
        <p:sp>
          <p:nvSpPr>
            <p:cNvPr id="1949" name="Google Shape;1949;p11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1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1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1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1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1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1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1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1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8" name="Google Shape;1958;p111"/>
          <p:cNvSpPr/>
          <p:nvPr>
            <p:ph idx="5" type="pic"/>
          </p:nvPr>
        </p:nvSpPr>
        <p:spPr>
          <a:xfrm>
            <a:off x="4834316" y="8156450"/>
            <a:ext cx="1402200" cy="1601100"/>
          </a:xfrm>
          <a:prstGeom prst="rect">
            <a:avLst/>
          </a:prstGeom>
          <a:noFill/>
          <a:ln cap="flat" cmpd="sng" w="9525">
            <a:solidFill>
              <a:srgbClr val="CED2D7"/>
            </a:solidFill>
            <a:prstDash val="solid"/>
            <a:round/>
            <a:headEnd len="sm" w="sm" type="none"/>
            <a:tailEnd len="sm" w="sm" type="none"/>
          </a:ln>
        </p:spPr>
      </p:sp>
      <p:sp>
        <p:nvSpPr>
          <p:cNvPr id="1959" name="Google Shape;1959;p111"/>
          <p:cNvSpPr/>
          <p:nvPr>
            <p:ph idx="6" type="pic"/>
          </p:nvPr>
        </p:nvSpPr>
        <p:spPr>
          <a:xfrm>
            <a:off x="527250" y="6552663"/>
            <a:ext cx="1402200" cy="1601100"/>
          </a:xfrm>
          <a:prstGeom prst="rect">
            <a:avLst/>
          </a:prstGeom>
          <a:noFill/>
          <a:ln cap="flat" cmpd="sng" w="9525">
            <a:solidFill>
              <a:srgbClr val="CED2D7"/>
            </a:solidFill>
            <a:prstDash val="solid"/>
            <a:round/>
            <a:headEnd len="sm" w="sm" type="none"/>
            <a:tailEnd len="sm" w="sm" type="none"/>
          </a:ln>
        </p:spPr>
      </p:sp>
      <p:sp>
        <p:nvSpPr>
          <p:cNvPr id="1960" name="Google Shape;1960;p111"/>
          <p:cNvSpPr/>
          <p:nvPr>
            <p:ph idx="7" type="pic"/>
          </p:nvPr>
        </p:nvSpPr>
        <p:spPr>
          <a:xfrm>
            <a:off x="9141383" y="6552663"/>
            <a:ext cx="1402200" cy="1601100"/>
          </a:xfrm>
          <a:prstGeom prst="rect">
            <a:avLst/>
          </a:prstGeom>
          <a:noFill/>
          <a:ln cap="flat" cmpd="sng" w="9525">
            <a:solidFill>
              <a:srgbClr val="CED2D7"/>
            </a:solidFill>
            <a:prstDash val="solid"/>
            <a:round/>
            <a:headEnd len="sm" w="sm" type="none"/>
            <a:tailEnd len="sm" w="sm" type="none"/>
          </a:ln>
        </p:spPr>
      </p:sp>
      <p:sp>
        <p:nvSpPr>
          <p:cNvPr id="1961" name="Google Shape;1961;p111"/>
          <p:cNvSpPr/>
          <p:nvPr>
            <p:ph idx="8" type="pic"/>
          </p:nvPr>
        </p:nvSpPr>
        <p:spPr>
          <a:xfrm>
            <a:off x="13451749" y="6552663"/>
            <a:ext cx="1402200" cy="1601100"/>
          </a:xfrm>
          <a:prstGeom prst="rect">
            <a:avLst/>
          </a:prstGeom>
          <a:noFill/>
          <a:ln cap="flat" cmpd="sng" w="9525">
            <a:solidFill>
              <a:srgbClr val="CED2D7"/>
            </a:solidFill>
            <a:prstDash val="solid"/>
            <a:round/>
            <a:headEnd len="sm" w="sm" type="none"/>
            <a:tailEnd len="sm" w="sm" type="none"/>
          </a:ln>
        </p:spPr>
      </p:sp>
      <p:sp>
        <p:nvSpPr>
          <p:cNvPr id="1962" name="Google Shape;1962;p111"/>
          <p:cNvSpPr/>
          <p:nvPr>
            <p:ph idx="9" type="pic"/>
          </p:nvPr>
        </p:nvSpPr>
        <p:spPr>
          <a:xfrm>
            <a:off x="4834316" y="6552663"/>
            <a:ext cx="1402200" cy="1601100"/>
          </a:xfrm>
          <a:prstGeom prst="rect">
            <a:avLst/>
          </a:prstGeom>
          <a:noFill/>
          <a:ln cap="flat" cmpd="sng" w="9525">
            <a:solidFill>
              <a:srgbClr val="CED2D7"/>
            </a:solidFill>
            <a:prstDash val="solid"/>
            <a:round/>
            <a:headEnd len="sm" w="sm" type="none"/>
            <a:tailEnd len="sm" w="sm" type="none"/>
          </a:ln>
        </p:spPr>
      </p:sp>
      <p:sp>
        <p:nvSpPr>
          <p:cNvPr id="1963" name="Google Shape;1963;p111"/>
          <p:cNvSpPr/>
          <p:nvPr>
            <p:ph idx="13" type="pic"/>
          </p:nvPr>
        </p:nvSpPr>
        <p:spPr>
          <a:xfrm>
            <a:off x="527250" y="4946200"/>
            <a:ext cx="1402200" cy="1601100"/>
          </a:xfrm>
          <a:prstGeom prst="rect">
            <a:avLst/>
          </a:prstGeom>
          <a:noFill/>
          <a:ln cap="flat" cmpd="sng" w="9525">
            <a:solidFill>
              <a:srgbClr val="CED2D7"/>
            </a:solidFill>
            <a:prstDash val="solid"/>
            <a:round/>
            <a:headEnd len="sm" w="sm" type="none"/>
            <a:tailEnd len="sm" w="sm" type="none"/>
          </a:ln>
        </p:spPr>
      </p:sp>
      <p:sp>
        <p:nvSpPr>
          <p:cNvPr id="1964" name="Google Shape;1964;p111"/>
          <p:cNvSpPr/>
          <p:nvPr>
            <p:ph idx="14" type="pic"/>
          </p:nvPr>
        </p:nvSpPr>
        <p:spPr>
          <a:xfrm>
            <a:off x="9141383" y="4946200"/>
            <a:ext cx="1402200" cy="1601100"/>
          </a:xfrm>
          <a:prstGeom prst="rect">
            <a:avLst/>
          </a:prstGeom>
          <a:noFill/>
          <a:ln cap="flat" cmpd="sng" w="9525">
            <a:solidFill>
              <a:srgbClr val="CED2D7"/>
            </a:solidFill>
            <a:prstDash val="solid"/>
            <a:round/>
            <a:headEnd len="sm" w="sm" type="none"/>
            <a:tailEnd len="sm" w="sm" type="none"/>
          </a:ln>
        </p:spPr>
      </p:sp>
      <p:sp>
        <p:nvSpPr>
          <p:cNvPr id="1965" name="Google Shape;1965;p111"/>
          <p:cNvSpPr/>
          <p:nvPr>
            <p:ph idx="15" type="pic"/>
          </p:nvPr>
        </p:nvSpPr>
        <p:spPr>
          <a:xfrm>
            <a:off x="13451749" y="4946200"/>
            <a:ext cx="1402200" cy="1601100"/>
          </a:xfrm>
          <a:prstGeom prst="rect">
            <a:avLst/>
          </a:prstGeom>
          <a:noFill/>
          <a:ln cap="flat" cmpd="sng" w="9525">
            <a:solidFill>
              <a:srgbClr val="CED2D7"/>
            </a:solidFill>
            <a:prstDash val="solid"/>
            <a:round/>
            <a:headEnd len="sm" w="sm" type="none"/>
            <a:tailEnd len="sm" w="sm" type="none"/>
          </a:ln>
        </p:spPr>
      </p:sp>
      <p:sp>
        <p:nvSpPr>
          <p:cNvPr id="1966" name="Google Shape;1966;p111"/>
          <p:cNvSpPr/>
          <p:nvPr>
            <p:ph idx="16" type="pic"/>
          </p:nvPr>
        </p:nvSpPr>
        <p:spPr>
          <a:xfrm>
            <a:off x="4834316" y="4946200"/>
            <a:ext cx="1402200" cy="1601100"/>
          </a:xfrm>
          <a:prstGeom prst="rect">
            <a:avLst/>
          </a:prstGeom>
          <a:noFill/>
          <a:ln cap="flat" cmpd="sng" w="9525">
            <a:solidFill>
              <a:srgbClr val="CED2D7"/>
            </a:solidFill>
            <a:prstDash val="solid"/>
            <a:round/>
            <a:headEnd len="sm" w="sm" type="none"/>
            <a:tailEnd len="sm" w="sm" type="none"/>
          </a:ln>
        </p:spPr>
      </p:sp>
      <p:sp>
        <p:nvSpPr>
          <p:cNvPr id="1967" name="Google Shape;1967;p111"/>
          <p:cNvSpPr/>
          <p:nvPr>
            <p:ph idx="17" type="pic"/>
          </p:nvPr>
        </p:nvSpPr>
        <p:spPr>
          <a:xfrm>
            <a:off x="527250" y="3337100"/>
            <a:ext cx="1402200" cy="1601100"/>
          </a:xfrm>
          <a:prstGeom prst="rect">
            <a:avLst/>
          </a:prstGeom>
          <a:noFill/>
          <a:ln cap="flat" cmpd="sng" w="9525">
            <a:solidFill>
              <a:srgbClr val="CED2D7"/>
            </a:solidFill>
            <a:prstDash val="solid"/>
            <a:round/>
            <a:headEnd len="sm" w="sm" type="none"/>
            <a:tailEnd len="sm" w="sm" type="none"/>
          </a:ln>
        </p:spPr>
      </p:sp>
      <p:sp>
        <p:nvSpPr>
          <p:cNvPr id="1968" name="Google Shape;1968;p111"/>
          <p:cNvSpPr/>
          <p:nvPr>
            <p:ph idx="18" type="pic"/>
          </p:nvPr>
        </p:nvSpPr>
        <p:spPr>
          <a:xfrm>
            <a:off x="9141383" y="3337100"/>
            <a:ext cx="1402200" cy="1601100"/>
          </a:xfrm>
          <a:prstGeom prst="rect">
            <a:avLst/>
          </a:prstGeom>
          <a:noFill/>
          <a:ln cap="flat" cmpd="sng" w="9525">
            <a:solidFill>
              <a:srgbClr val="CED2D7"/>
            </a:solidFill>
            <a:prstDash val="solid"/>
            <a:round/>
            <a:headEnd len="sm" w="sm" type="none"/>
            <a:tailEnd len="sm" w="sm" type="none"/>
          </a:ln>
        </p:spPr>
      </p:sp>
      <p:sp>
        <p:nvSpPr>
          <p:cNvPr id="1969" name="Google Shape;1969;p111"/>
          <p:cNvSpPr/>
          <p:nvPr>
            <p:ph idx="19" type="pic"/>
          </p:nvPr>
        </p:nvSpPr>
        <p:spPr>
          <a:xfrm>
            <a:off x="13451750" y="3337100"/>
            <a:ext cx="1402200" cy="1601100"/>
          </a:xfrm>
          <a:prstGeom prst="rect">
            <a:avLst/>
          </a:prstGeom>
          <a:noFill/>
          <a:ln cap="flat" cmpd="sng" w="9525">
            <a:solidFill>
              <a:srgbClr val="CED2D7"/>
            </a:solidFill>
            <a:prstDash val="solid"/>
            <a:round/>
            <a:headEnd len="sm" w="sm" type="none"/>
            <a:tailEnd len="sm" w="sm" type="none"/>
          </a:ln>
        </p:spPr>
      </p:sp>
      <p:sp>
        <p:nvSpPr>
          <p:cNvPr id="1970" name="Google Shape;1970;p111"/>
          <p:cNvSpPr/>
          <p:nvPr>
            <p:ph idx="20" type="pic"/>
          </p:nvPr>
        </p:nvSpPr>
        <p:spPr>
          <a:xfrm>
            <a:off x="4834317" y="3337100"/>
            <a:ext cx="1402200" cy="16011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12 Members)">
  <p:cSld name="CUSTOM_66_1_1">
    <p:bg>
      <p:bgPr>
        <a:solidFill>
          <a:schemeClr val="lt1"/>
        </a:solidFill>
      </p:bgPr>
    </p:bg>
    <p:spTree>
      <p:nvGrpSpPr>
        <p:cNvPr id="1971" name="Shape 1971"/>
        <p:cNvGrpSpPr/>
        <p:nvPr/>
      </p:nvGrpSpPr>
      <p:grpSpPr>
        <a:xfrm>
          <a:off x="0" y="0"/>
          <a:ext cx="0" cy="0"/>
          <a:chOff x="0" y="0"/>
          <a:chExt cx="0" cy="0"/>
        </a:xfrm>
      </p:grpSpPr>
      <p:cxnSp>
        <p:nvCxnSpPr>
          <p:cNvPr id="1972" name="Google Shape;1972;p112"/>
          <p:cNvCxnSpPr/>
          <p:nvPr/>
        </p:nvCxnSpPr>
        <p:spPr>
          <a:xfrm>
            <a:off x="12014950" y="3337100"/>
            <a:ext cx="0" cy="6422700"/>
          </a:xfrm>
          <a:prstGeom prst="straightConnector1">
            <a:avLst/>
          </a:prstGeom>
          <a:noFill/>
          <a:ln cap="flat" cmpd="sng" w="9525">
            <a:solidFill>
              <a:srgbClr val="CED2D7"/>
            </a:solidFill>
            <a:prstDash val="solid"/>
            <a:round/>
            <a:headEnd len="med" w="med" type="none"/>
            <a:tailEnd len="med" w="med" type="none"/>
          </a:ln>
        </p:spPr>
      </p:cxnSp>
      <p:cxnSp>
        <p:nvCxnSpPr>
          <p:cNvPr id="1973" name="Google Shape;1973;p112"/>
          <p:cNvCxnSpPr/>
          <p:nvPr/>
        </p:nvCxnSpPr>
        <p:spPr>
          <a:xfrm>
            <a:off x="6271100" y="3337075"/>
            <a:ext cx="0" cy="6422700"/>
          </a:xfrm>
          <a:prstGeom prst="straightConnector1">
            <a:avLst/>
          </a:prstGeom>
          <a:noFill/>
          <a:ln cap="flat" cmpd="sng" w="9525">
            <a:solidFill>
              <a:srgbClr val="CED2D7"/>
            </a:solidFill>
            <a:prstDash val="solid"/>
            <a:round/>
            <a:headEnd len="med" w="med" type="none"/>
            <a:tailEnd len="med" w="med" type="none"/>
          </a:ln>
        </p:spPr>
      </p:cxnSp>
      <p:cxnSp>
        <p:nvCxnSpPr>
          <p:cNvPr id="1974" name="Google Shape;1974;p112"/>
          <p:cNvCxnSpPr/>
          <p:nvPr/>
        </p:nvCxnSpPr>
        <p:spPr>
          <a:xfrm>
            <a:off x="527250" y="4943525"/>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75" name="Google Shape;1975;p112"/>
          <p:cNvCxnSpPr/>
          <p:nvPr/>
        </p:nvCxnSpPr>
        <p:spPr>
          <a:xfrm>
            <a:off x="527250" y="6549988"/>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76" name="Google Shape;1976;p112"/>
          <p:cNvCxnSpPr/>
          <p:nvPr/>
        </p:nvCxnSpPr>
        <p:spPr>
          <a:xfrm>
            <a:off x="527250" y="815645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77" name="Google Shape;1977;p112"/>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1978" name="Google Shape;1978;p112"/>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1979" name="Google Shape;1979;p112"/>
          <p:cNvSpPr txBox="1"/>
          <p:nvPr>
            <p:ph idx="1"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1980" name="Google Shape;1980;p112"/>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1981" name="Google Shape;1981;p112"/>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82" name="Google Shape;1982;p112"/>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1983" name="Google Shape;1983;p112"/>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1984" name="Google Shape;1984;p112"/>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1985" name="Google Shape;1985;p112"/>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1986" name="Google Shape;1986;p112"/>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1987" name="Google Shape;1987;p112"/>
          <p:cNvGrpSpPr/>
          <p:nvPr/>
        </p:nvGrpSpPr>
        <p:grpSpPr>
          <a:xfrm>
            <a:off x="16321019" y="9940892"/>
            <a:ext cx="1188866" cy="190224"/>
            <a:chOff x="238125" y="2252900"/>
            <a:chExt cx="7144625" cy="1210075"/>
          </a:xfrm>
        </p:grpSpPr>
        <p:sp>
          <p:nvSpPr>
            <p:cNvPr id="1988" name="Google Shape;1988;p112"/>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12"/>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12"/>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12"/>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112"/>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12"/>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12"/>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12"/>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12"/>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7" name="Google Shape;1997;p112"/>
          <p:cNvSpPr/>
          <p:nvPr>
            <p:ph idx="2" type="pic"/>
          </p:nvPr>
        </p:nvSpPr>
        <p:spPr>
          <a:xfrm>
            <a:off x="527250" y="8156450"/>
            <a:ext cx="1402200" cy="1601100"/>
          </a:xfrm>
          <a:prstGeom prst="rect">
            <a:avLst/>
          </a:prstGeom>
          <a:noFill/>
          <a:ln cap="flat" cmpd="sng" w="9525">
            <a:solidFill>
              <a:srgbClr val="CED2D7"/>
            </a:solidFill>
            <a:prstDash val="solid"/>
            <a:round/>
            <a:headEnd len="sm" w="sm" type="none"/>
            <a:tailEnd len="sm" w="sm" type="none"/>
          </a:ln>
        </p:spPr>
      </p:sp>
      <p:sp>
        <p:nvSpPr>
          <p:cNvPr id="1998" name="Google Shape;1998;p112"/>
          <p:cNvSpPr/>
          <p:nvPr>
            <p:ph idx="3" type="pic"/>
          </p:nvPr>
        </p:nvSpPr>
        <p:spPr>
          <a:xfrm>
            <a:off x="527250" y="6552663"/>
            <a:ext cx="1402200" cy="1601100"/>
          </a:xfrm>
          <a:prstGeom prst="rect">
            <a:avLst/>
          </a:prstGeom>
          <a:noFill/>
          <a:ln cap="flat" cmpd="sng" w="9525">
            <a:solidFill>
              <a:srgbClr val="CED2D7"/>
            </a:solidFill>
            <a:prstDash val="solid"/>
            <a:round/>
            <a:headEnd len="sm" w="sm" type="none"/>
            <a:tailEnd len="sm" w="sm" type="none"/>
          </a:ln>
        </p:spPr>
      </p:sp>
      <p:sp>
        <p:nvSpPr>
          <p:cNvPr id="1999" name="Google Shape;1999;p112"/>
          <p:cNvSpPr/>
          <p:nvPr>
            <p:ph idx="4" type="pic"/>
          </p:nvPr>
        </p:nvSpPr>
        <p:spPr>
          <a:xfrm>
            <a:off x="527250" y="4946200"/>
            <a:ext cx="1402200" cy="1601100"/>
          </a:xfrm>
          <a:prstGeom prst="rect">
            <a:avLst/>
          </a:prstGeom>
          <a:noFill/>
          <a:ln cap="flat" cmpd="sng" w="9525">
            <a:solidFill>
              <a:srgbClr val="CED2D7"/>
            </a:solidFill>
            <a:prstDash val="solid"/>
            <a:round/>
            <a:headEnd len="sm" w="sm" type="none"/>
            <a:tailEnd len="sm" w="sm" type="none"/>
          </a:ln>
        </p:spPr>
      </p:sp>
      <p:sp>
        <p:nvSpPr>
          <p:cNvPr id="2000" name="Google Shape;2000;p112"/>
          <p:cNvSpPr/>
          <p:nvPr>
            <p:ph idx="5" type="pic"/>
          </p:nvPr>
        </p:nvSpPr>
        <p:spPr>
          <a:xfrm>
            <a:off x="527250" y="3337100"/>
            <a:ext cx="1402200" cy="1601100"/>
          </a:xfrm>
          <a:prstGeom prst="rect">
            <a:avLst/>
          </a:prstGeom>
          <a:noFill/>
          <a:ln cap="flat" cmpd="sng" w="9525">
            <a:solidFill>
              <a:srgbClr val="CED2D7"/>
            </a:solidFill>
            <a:prstDash val="solid"/>
            <a:round/>
            <a:headEnd len="sm" w="sm" type="none"/>
            <a:tailEnd len="sm" w="sm" type="none"/>
          </a:ln>
        </p:spPr>
      </p:sp>
      <p:sp>
        <p:nvSpPr>
          <p:cNvPr id="2001" name="Google Shape;2001;p112"/>
          <p:cNvSpPr/>
          <p:nvPr>
            <p:ph idx="6" type="pic"/>
          </p:nvPr>
        </p:nvSpPr>
        <p:spPr>
          <a:xfrm>
            <a:off x="6271100" y="8156450"/>
            <a:ext cx="1402200" cy="1601100"/>
          </a:xfrm>
          <a:prstGeom prst="rect">
            <a:avLst/>
          </a:prstGeom>
          <a:noFill/>
          <a:ln cap="flat" cmpd="sng" w="9525">
            <a:solidFill>
              <a:srgbClr val="CED2D7"/>
            </a:solidFill>
            <a:prstDash val="solid"/>
            <a:round/>
            <a:headEnd len="sm" w="sm" type="none"/>
            <a:tailEnd len="sm" w="sm" type="none"/>
          </a:ln>
        </p:spPr>
      </p:sp>
      <p:sp>
        <p:nvSpPr>
          <p:cNvPr id="2002" name="Google Shape;2002;p112"/>
          <p:cNvSpPr/>
          <p:nvPr>
            <p:ph idx="7" type="pic"/>
          </p:nvPr>
        </p:nvSpPr>
        <p:spPr>
          <a:xfrm>
            <a:off x="6271100" y="6552663"/>
            <a:ext cx="1402200" cy="1601100"/>
          </a:xfrm>
          <a:prstGeom prst="rect">
            <a:avLst/>
          </a:prstGeom>
          <a:noFill/>
          <a:ln cap="flat" cmpd="sng" w="9525">
            <a:solidFill>
              <a:srgbClr val="CED2D7"/>
            </a:solidFill>
            <a:prstDash val="solid"/>
            <a:round/>
            <a:headEnd len="sm" w="sm" type="none"/>
            <a:tailEnd len="sm" w="sm" type="none"/>
          </a:ln>
        </p:spPr>
      </p:sp>
      <p:sp>
        <p:nvSpPr>
          <p:cNvPr id="2003" name="Google Shape;2003;p112"/>
          <p:cNvSpPr/>
          <p:nvPr>
            <p:ph idx="8" type="pic"/>
          </p:nvPr>
        </p:nvSpPr>
        <p:spPr>
          <a:xfrm>
            <a:off x="6271100" y="4946200"/>
            <a:ext cx="1402200" cy="1601100"/>
          </a:xfrm>
          <a:prstGeom prst="rect">
            <a:avLst/>
          </a:prstGeom>
          <a:noFill/>
          <a:ln cap="flat" cmpd="sng" w="9525">
            <a:solidFill>
              <a:srgbClr val="CED2D7"/>
            </a:solidFill>
            <a:prstDash val="solid"/>
            <a:round/>
            <a:headEnd len="sm" w="sm" type="none"/>
            <a:tailEnd len="sm" w="sm" type="none"/>
          </a:ln>
        </p:spPr>
      </p:sp>
      <p:sp>
        <p:nvSpPr>
          <p:cNvPr id="2004" name="Google Shape;2004;p112"/>
          <p:cNvSpPr/>
          <p:nvPr>
            <p:ph idx="9" type="pic"/>
          </p:nvPr>
        </p:nvSpPr>
        <p:spPr>
          <a:xfrm>
            <a:off x="6271100" y="3337100"/>
            <a:ext cx="1402200" cy="1601100"/>
          </a:xfrm>
          <a:prstGeom prst="rect">
            <a:avLst/>
          </a:prstGeom>
          <a:noFill/>
          <a:ln cap="flat" cmpd="sng" w="9525">
            <a:solidFill>
              <a:srgbClr val="CED2D7"/>
            </a:solidFill>
            <a:prstDash val="solid"/>
            <a:round/>
            <a:headEnd len="sm" w="sm" type="none"/>
            <a:tailEnd len="sm" w="sm" type="none"/>
          </a:ln>
        </p:spPr>
      </p:sp>
      <p:sp>
        <p:nvSpPr>
          <p:cNvPr id="2005" name="Google Shape;2005;p112"/>
          <p:cNvSpPr/>
          <p:nvPr>
            <p:ph idx="13" type="pic"/>
          </p:nvPr>
        </p:nvSpPr>
        <p:spPr>
          <a:xfrm>
            <a:off x="12014950" y="8156450"/>
            <a:ext cx="1402200" cy="1601100"/>
          </a:xfrm>
          <a:prstGeom prst="rect">
            <a:avLst/>
          </a:prstGeom>
          <a:noFill/>
          <a:ln cap="flat" cmpd="sng" w="9525">
            <a:solidFill>
              <a:srgbClr val="CED2D7"/>
            </a:solidFill>
            <a:prstDash val="solid"/>
            <a:round/>
            <a:headEnd len="sm" w="sm" type="none"/>
            <a:tailEnd len="sm" w="sm" type="none"/>
          </a:ln>
        </p:spPr>
      </p:sp>
      <p:sp>
        <p:nvSpPr>
          <p:cNvPr id="2006" name="Google Shape;2006;p112"/>
          <p:cNvSpPr/>
          <p:nvPr>
            <p:ph idx="14" type="pic"/>
          </p:nvPr>
        </p:nvSpPr>
        <p:spPr>
          <a:xfrm>
            <a:off x="12014950" y="6552663"/>
            <a:ext cx="1402200" cy="1601100"/>
          </a:xfrm>
          <a:prstGeom prst="rect">
            <a:avLst/>
          </a:prstGeom>
          <a:noFill/>
          <a:ln cap="flat" cmpd="sng" w="9525">
            <a:solidFill>
              <a:srgbClr val="CED2D7"/>
            </a:solidFill>
            <a:prstDash val="solid"/>
            <a:round/>
            <a:headEnd len="sm" w="sm" type="none"/>
            <a:tailEnd len="sm" w="sm" type="none"/>
          </a:ln>
        </p:spPr>
      </p:sp>
      <p:sp>
        <p:nvSpPr>
          <p:cNvPr id="2007" name="Google Shape;2007;p112"/>
          <p:cNvSpPr/>
          <p:nvPr>
            <p:ph idx="15" type="pic"/>
          </p:nvPr>
        </p:nvSpPr>
        <p:spPr>
          <a:xfrm>
            <a:off x="12014950" y="4946200"/>
            <a:ext cx="1402200" cy="1601100"/>
          </a:xfrm>
          <a:prstGeom prst="rect">
            <a:avLst/>
          </a:prstGeom>
          <a:noFill/>
          <a:ln cap="flat" cmpd="sng" w="9525">
            <a:solidFill>
              <a:srgbClr val="CED2D7"/>
            </a:solidFill>
            <a:prstDash val="solid"/>
            <a:round/>
            <a:headEnd len="sm" w="sm" type="none"/>
            <a:tailEnd len="sm" w="sm" type="none"/>
          </a:ln>
        </p:spPr>
      </p:sp>
      <p:sp>
        <p:nvSpPr>
          <p:cNvPr id="2008" name="Google Shape;2008;p112"/>
          <p:cNvSpPr/>
          <p:nvPr>
            <p:ph idx="16" type="pic"/>
          </p:nvPr>
        </p:nvSpPr>
        <p:spPr>
          <a:xfrm>
            <a:off x="12014950" y="3337100"/>
            <a:ext cx="1402200" cy="16011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8 Members)">
  <p:cSld name="CUSTOM_66_1_1_1">
    <p:bg>
      <p:bgPr>
        <a:solidFill>
          <a:schemeClr val="lt1"/>
        </a:solidFill>
      </p:bgPr>
    </p:bg>
    <p:spTree>
      <p:nvGrpSpPr>
        <p:cNvPr id="2009" name="Shape 2009"/>
        <p:cNvGrpSpPr/>
        <p:nvPr/>
      </p:nvGrpSpPr>
      <p:grpSpPr>
        <a:xfrm>
          <a:off x="0" y="0"/>
          <a:ext cx="0" cy="0"/>
          <a:chOff x="0" y="0"/>
          <a:chExt cx="0" cy="0"/>
        </a:xfrm>
      </p:grpSpPr>
      <p:sp>
        <p:nvSpPr>
          <p:cNvPr id="2010" name="Google Shape;2010;p113"/>
          <p:cNvSpPr/>
          <p:nvPr>
            <p:ph idx="2" type="pic"/>
          </p:nvPr>
        </p:nvSpPr>
        <p:spPr>
          <a:xfrm>
            <a:off x="9143025" y="8156450"/>
            <a:ext cx="2087100" cy="1598700"/>
          </a:xfrm>
          <a:prstGeom prst="rect">
            <a:avLst/>
          </a:prstGeom>
          <a:noFill/>
          <a:ln cap="flat" cmpd="sng" w="9525">
            <a:solidFill>
              <a:srgbClr val="CED2D7"/>
            </a:solidFill>
            <a:prstDash val="solid"/>
            <a:round/>
            <a:headEnd len="sm" w="sm" type="none"/>
            <a:tailEnd len="sm" w="sm" type="none"/>
          </a:ln>
        </p:spPr>
      </p:sp>
      <p:cxnSp>
        <p:nvCxnSpPr>
          <p:cNvPr id="2011" name="Google Shape;2011;p113"/>
          <p:cNvCxnSpPr/>
          <p:nvPr/>
        </p:nvCxnSpPr>
        <p:spPr>
          <a:xfrm>
            <a:off x="9143025" y="3332775"/>
            <a:ext cx="0" cy="6422400"/>
          </a:xfrm>
          <a:prstGeom prst="straightConnector1">
            <a:avLst/>
          </a:prstGeom>
          <a:noFill/>
          <a:ln cap="flat" cmpd="sng" w="9525">
            <a:solidFill>
              <a:srgbClr val="CED2D7"/>
            </a:solidFill>
            <a:prstDash val="solid"/>
            <a:round/>
            <a:headEnd len="med" w="med" type="none"/>
            <a:tailEnd len="med" w="med" type="none"/>
          </a:ln>
        </p:spPr>
      </p:cxnSp>
      <p:cxnSp>
        <p:nvCxnSpPr>
          <p:cNvPr id="2012" name="Google Shape;2012;p113"/>
          <p:cNvCxnSpPr/>
          <p:nvPr/>
        </p:nvCxnSpPr>
        <p:spPr>
          <a:xfrm>
            <a:off x="530400" y="4943525"/>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2013" name="Google Shape;2013;p113"/>
          <p:cNvCxnSpPr/>
          <p:nvPr/>
        </p:nvCxnSpPr>
        <p:spPr>
          <a:xfrm>
            <a:off x="530400" y="6549988"/>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2014" name="Google Shape;2014;p113"/>
          <p:cNvCxnSpPr/>
          <p:nvPr/>
        </p:nvCxnSpPr>
        <p:spPr>
          <a:xfrm>
            <a:off x="530400" y="815645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2015" name="Google Shape;2015;p113"/>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2016" name="Google Shape;2016;p113"/>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2017" name="Google Shape;2017;p113"/>
          <p:cNvSpPr txBox="1"/>
          <p:nvPr>
            <p:ph idx="1"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2018" name="Google Shape;2018;p113"/>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019" name="Google Shape;2019;p113"/>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20" name="Google Shape;2020;p113"/>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21" name="Google Shape;2021;p113"/>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022" name="Google Shape;2022;p113"/>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023" name="Google Shape;2023;p113"/>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024" name="Google Shape;2024;p113"/>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025" name="Google Shape;2025;p113"/>
          <p:cNvGrpSpPr/>
          <p:nvPr/>
        </p:nvGrpSpPr>
        <p:grpSpPr>
          <a:xfrm>
            <a:off x="16321019" y="9940892"/>
            <a:ext cx="1188866" cy="190224"/>
            <a:chOff x="238125" y="2252900"/>
            <a:chExt cx="7144625" cy="1210075"/>
          </a:xfrm>
        </p:grpSpPr>
        <p:sp>
          <p:nvSpPr>
            <p:cNvPr id="2026" name="Google Shape;2026;p113"/>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13"/>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13"/>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13"/>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13"/>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13"/>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13"/>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13"/>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13"/>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5" name="Google Shape;2035;p113"/>
          <p:cNvSpPr/>
          <p:nvPr>
            <p:ph idx="3" type="pic"/>
          </p:nvPr>
        </p:nvSpPr>
        <p:spPr>
          <a:xfrm>
            <a:off x="527250" y="8156450"/>
            <a:ext cx="2087100" cy="1598700"/>
          </a:xfrm>
          <a:prstGeom prst="rect">
            <a:avLst/>
          </a:prstGeom>
          <a:noFill/>
          <a:ln cap="flat" cmpd="sng" w="9525">
            <a:solidFill>
              <a:srgbClr val="CED2D7"/>
            </a:solidFill>
            <a:prstDash val="solid"/>
            <a:round/>
            <a:headEnd len="sm" w="sm" type="none"/>
            <a:tailEnd len="sm" w="sm" type="none"/>
          </a:ln>
        </p:spPr>
      </p:sp>
      <p:sp>
        <p:nvSpPr>
          <p:cNvPr id="2036" name="Google Shape;2036;p113"/>
          <p:cNvSpPr/>
          <p:nvPr>
            <p:ph idx="4" type="pic"/>
          </p:nvPr>
        </p:nvSpPr>
        <p:spPr>
          <a:xfrm>
            <a:off x="9143025" y="6553862"/>
            <a:ext cx="2087100" cy="1598700"/>
          </a:xfrm>
          <a:prstGeom prst="rect">
            <a:avLst/>
          </a:prstGeom>
          <a:noFill/>
          <a:ln cap="flat" cmpd="sng" w="9525">
            <a:solidFill>
              <a:srgbClr val="CED2D7"/>
            </a:solidFill>
            <a:prstDash val="solid"/>
            <a:round/>
            <a:headEnd len="sm" w="sm" type="none"/>
            <a:tailEnd len="sm" w="sm" type="none"/>
          </a:ln>
        </p:spPr>
      </p:sp>
      <p:sp>
        <p:nvSpPr>
          <p:cNvPr id="2037" name="Google Shape;2037;p113"/>
          <p:cNvSpPr/>
          <p:nvPr>
            <p:ph idx="5" type="pic"/>
          </p:nvPr>
        </p:nvSpPr>
        <p:spPr>
          <a:xfrm>
            <a:off x="527250" y="6553862"/>
            <a:ext cx="2087100" cy="1598700"/>
          </a:xfrm>
          <a:prstGeom prst="rect">
            <a:avLst/>
          </a:prstGeom>
          <a:noFill/>
          <a:ln cap="flat" cmpd="sng" w="9525">
            <a:solidFill>
              <a:srgbClr val="CED2D7"/>
            </a:solidFill>
            <a:prstDash val="solid"/>
            <a:round/>
            <a:headEnd len="sm" w="sm" type="none"/>
            <a:tailEnd len="sm" w="sm" type="none"/>
          </a:ln>
        </p:spPr>
      </p:sp>
      <p:sp>
        <p:nvSpPr>
          <p:cNvPr id="2038" name="Google Shape;2038;p113"/>
          <p:cNvSpPr/>
          <p:nvPr>
            <p:ph idx="6" type="pic"/>
          </p:nvPr>
        </p:nvSpPr>
        <p:spPr>
          <a:xfrm>
            <a:off x="9143025" y="4947425"/>
            <a:ext cx="2087100" cy="1598700"/>
          </a:xfrm>
          <a:prstGeom prst="rect">
            <a:avLst/>
          </a:prstGeom>
          <a:noFill/>
          <a:ln cap="flat" cmpd="sng" w="9525">
            <a:solidFill>
              <a:srgbClr val="CED2D7"/>
            </a:solidFill>
            <a:prstDash val="solid"/>
            <a:round/>
            <a:headEnd len="sm" w="sm" type="none"/>
            <a:tailEnd len="sm" w="sm" type="none"/>
          </a:ln>
        </p:spPr>
      </p:sp>
      <p:sp>
        <p:nvSpPr>
          <p:cNvPr id="2039" name="Google Shape;2039;p113"/>
          <p:cNvSpPr/>
          <p:nvPr>
            <p:ph idx="7" type="pic"/>
          </p:nvPr>
        </p:nvSpPr>
        <p:spPr>
          <a:xfrm>
            <a:off x="527250" y="4947425"/>
            <a:ext cx="2087100" cy="1598700"/>
          </a:xfrm>
          <a:prstGeom prst="rect">
            <a:avLst/>
          </a:prstGeom>
          <a:noFill/>
          <a:ln cap="flat" cmpd="sng" w="9525">
            <a:solidFill>
              <a:srgbClr val="CED2D7"/>
            </a:solidFill>
            <a:prstDash val="solid"/>
            <a:round/>
            <a:headEnd len="sm" w="sm" type="none"/>
            <a:tailEnd len="sm" w="sm" type="none"/>
          </a:ln>
        </p:spPr>
      </p:sp>
      <p:sp>
        <p:nvSpPr>
          <p:cNvPr id="2040" name="Google Shape;2040;p113"/>
          <p:cNvSpPr/>
          <p:nvPr>
            <p:ph idx="8" type="pic"/>
          </p:nvPr>
        </p:nvSpPr>
        <p:spPr>
          <a:xfrm>
            <a:off x="9143025" y="3324250"/>
            <a:ext cx="2087100" cy="1598700"/>
          </a:xfrm>
          <a:prstGeom prst="rect">
            <a:avLst/>
          </a:prstGeom>
          <a:noFill/>
          <a:ln cap="flat" cmpd="sng" w="9525">
            <a:solidFill>
              <a:srgbClr val="CED2D7"/>
            </a:solidFill>
            <a:prstDash val="solid"/>
            <a:round/>
            <a:headEnd len="sm" w="sm" type="none"/>
            <a:tailEnd len="sm" w="sm" type="none"/>
          </a:ln>
        </p:spPr>
      </p:sp>
      <p:sp>
        <p:nvSpPr>
          <p:cNvPr id="2041" name="Google Shape;2041;p113"/>
          <p:cNvSpPr/>
          <p:nvPr>
            <p:ph idx="9" type="pic"/>
          </p:nvPr>
        </p:nvSpPr>
        <p:spPr>
          <a:xfrm>
            <a:off x="527250" y="3324250"/>
            <a:ext cx="2087100" cy="15987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5 Members)">
  <p:cSld name="CUSTOM_10">
    <p:spTree>
      <p:nvGrpSpPr>
        <p:cNvPr id="2042" name="Shape 2042"/>
        <p:cNvGrpSpPr/>
        <p:nvPr/>
      </p:nvGrpSpPr>
      <p:grpSpPr>
        <a:xfrm>
          <a:off x="0" y="0"/>
          <a:ext cx="0" cy="0"/>
          <a:chOff x="0" y="0"/>
          <a:chExt cx="0" cy="0"/>
        </a:xfrm>
      </p:grpSpPr>
      <p:cxnSp>
        <p:nvCxnSpPr>
          <p:cNvPr id="2043" name="Google Shape;2043;p114"/>
          <p:cNvCxnSpPr/>
          <p:nvPr/>
        </p:nvCxnSpPr>
        <p:spPr>
          <a:xfrm>
            <a:off x="3973550" y="3344175"/>
            <a:ext cx="0" cy="5892900"/>
          </a:xfrm>
          <a:prstGeom prst="straightConnector1">
            <a:avLst/>
          </a:prstGeom>
          <a:noFill/>
          <a:ln cap="flat" cmpd="sng" w="9525">
            <a:solidFill>
              <a:srgbClr val="CED2D7"/>
            </a:solidFill>
            <a:prstDash val="solid"/>
            <a:round/>
            <a:headEnd len="med" w="med" type="none"/>
            <a:tailEnd len="med" w="med" type="none"/>
          </a:ln>
        </p:spPr>
      </p:cxnSp>
      <p:cxnSp>
        <p:nvCxnSpPr>
          <p:cNvPr id="2044" name="Google Shape;2044;p114"/>
          <p:cNvCxnSpPr/>
          <p:nvPr/>
        </p:nvCxnSpPr>
        <p:spPr>
          <a:xfrm>
            <a:off x="14312500" y="3344175"/>
            <a:ext cx="0" cy="5892900"/>
          </a:xfrm>
          <a:prstGeom prst="straightConnector1">
            <a:avLst/>
          </a:prstGeom>
          <a:noFill/>
          <a:ln cap="flat" cmpd="sng" w="9525">
            <a:solidFill>
              <a:srgbClr val="CED2D7"/>
            </a:solidFill>
            <a:prstDash val="solid"/>
            <a:round/>
            <a:headEnd len="med" w="med" type="none"/>
            <a:tailEnd len="med" w="med" type="none"/>
          </a:ln>
        </p:spPr>
      </p:cxnSp>
      <p:cxnSp>
        <p:nvCxnSpPr>
          <p:cNvPr id="2045" name="Google Shape;2045;p114"/>
          <p:cNvCxnSpPr/>
          <p:nvPr/>
        </p:nvCxnSpPr>
        <p:spPr>
          <a:xfrm>
            <a:off x="7419867" y="3344175"/>
            <a:ext cx="0" cy="5892900"/>
          </a:xfrm>
          <a:prstGeom prst="straightConnector1">
            <a:avLst/>
          </a:prstGeom>
          <a:noFill/>
          <a:ln cap="flat" cmpd="sng" w="9525">
            <a:solidFill>
              <a:srgbClr val="CED2D7"/>
            </a:solidFill>
            <a:prstDash val="solid"/>
            <a:round/>
            <a:headEnd len="med" w="med" type="none"/>
            <a:tailEnd len="med" w="med" type="none"/>
          </a:ln>
        </p:spPr>
      </p:cxnSp>
      <p:cxnSp>
        <p:nvCxnSpPr>
          <p:cNvPr id="2046" name="Google Shape;2046;p114"/>
          <p:cNvCxnSpPr/>
          <p:nvPr/>
        </p:nvCxnSpPr>
        <p:spPr>
          <a:xfrm>
            <a:off x="10866183" y="3344175"/>
            <a:ext cx="0" cy="5892900"/>
          </a:xfrm>
          <a:prstGeom prst="straightConnector1">
            <a:avLst/>
          </a:prstGeom>
          <a:noFill/>
          <a:ln cap="flat" cmpd="sng" w="9525">
            <a:solidFill>
              <a:srgbClr val="CED2D7"/>
            </a:solidFill>
            <a:prstDash val="solid"/>
            <a:round/>
            <a:headEnd len="med" w="med" type="none"/>
            <a:tailEnd len="med" w="med" type="none"/>
          </a:ln>
        </p:spPr>
      </p:cxnSp>
      <p:sp>
        <p:nvSpPr>
          <p:cNvPr id="2047" name="Google Shape;2047;p114"/>
          <p:cNvSpPr/>
          <p:nvPr>
            <p:ph idx="2" type="pic"/>
          </p:nvPr>
        </p:nvSpPr>
        <p:spPr>
          <a:xfrm>
            <a:off x="527250" y="3344175"/>
            <a:ext cx="3446400" cy="2717400"/>
          </a:xfrm>
          <a:prstGeom prst="rect">
            <a:avLst/>
          </a:prstGeom>
          <a:noFill/>
          <a:ln cap="flat" cmpd="sng" w="9525">
            <a:solidFill>
              <a:srgbClr val="CED2D7"/>
            </a:solidFill>
            <a:prstDash val="solid"/>
            <a:round/>
            <a:headEnd len="sm" w="sm" type="none"/>
            <a:tailEnd len="sm" w="sm" type="none"/>
          </a:ln>
        </p:spPr>
      </p:sp>
      <p:cxnSp>
        <p:nvCxnSpPr>
          <p:cNvPr id="2048" name="Google Shape;2048;p114"/>
          <p:cNvCxnSpPr/>
          <p:nvPr/>
        </p:nvCxnSpPr>
        <p:spPr>
          <a:xfrm>
            <a:off x="752450" y="3337087"/>
            <a:ext cx="16781100" cy="0"/>
          </a:xfrm>
          <a:prstGeom prst="straightConnector1">
            <a:avLst/>
          </a:prstGeom>
          <a:noFill/>
          <a:ln cap="flat" cmpd="sng" w="9525">
            <a:solidFill>
              <a:srgbClr val="CED2D7"/>
            </a:solidFill>
            <a:prstDash val="solid"/>
            <a:round/>
            <a:headEnd len="med" w="med" type="none"/>
            <a:tailEnd len="med" w="med" type="none"/>
          </a:ln>
        </p:spPr>
      </p:cxnSp>
      <p:cxnSp>
        <p:nvCxnSpPr>
          <p:cNvPr id="2049" name="Google Shape;2049;p114"/>
          <p:cNvCxnSpPr/>
          <p:nvPr/>
        </p:nvCxnSpPr>
        <p:spPr>
          <a:xfrm>
            <a:off x="530400" y="2836600"/>
            <a:ext cx="17228400" cy="0"/>
          </a:xfrm>
          <a:prstGeom prst="straightConnector1">
            <a:avLst/>
          </a:prstGeom>
          <a:noFill/>
          <a:ln cap="flat" cmpd="sng" w="9525">
            <a:solidFill>
              <a:srgbClr val="CED2D7"/>
            </a:solidFill>
            <a:prstDash val="solid"/>
            <a:round/>
            <a:headEnd len="med" w="med" type="none"/>
            <a:tailEnd len="med" w="med" type="none"/>
          </a:ln>
        </p:spPr>
      </p:cxnSp>
      <p:cxnSp>
        <p:nvCxnSpPr>
          <p:cNvPr id="2050" name="Google Shape;2050;p114"/>
          <p:cNvCxnSpPr/>
          <p:nvPr/>
        </p:nvCxnSpPr>
        <p:spPr>
          <a:xfrm>
            <a:off x="530400" y="3337075"/>
            <a:ext cx="17228400" cy="0"/>
          </a:xfrm>
          <a:prstGeom prst="straightConnector1">
            <a:avLst/>
          </a:prstGeom>
          <a:noFill/>
          <a:ln cap="flat" cmpd="sng" w="9525">
            <a:solidFill>
              <a:srgbClr val="CED2D7"/>
            </a:solidFill>
            <a:prstDash val="solid"/>
            <a:round/>
            <a:headEnd len="med" w="med" type="none"/>
            <a:tailEnd len="med" w="med" type="none"/>
          </a:ln>
        </p:spPr>
      </p:cxnSp>
      <p:sp>
        <p:nvSpPr>
          <p:cNvPr id="2051" name="Google Shape;2051;p114"/>
          <p:cNvSpPr txBox="1"/>
          <p:nvPr>
            <p:ph idx="1" type="body"/>
          </p:nvPr>
        </p:nvSpPr>
        <p:spPr>
          <a:xfrm>
            <a:off x="1211727" y="1091111"/>
            <a:ext cx="74814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2052" name="Google Shape;2052;p114"/>
          <p:cNvSpPr txBox="1"/>
          <p:nvPr>
            <p:ph type="title"/>
          </p:nvPr>
        </p:nvSpPr>
        <p:spPr>
          <a:xfrm>
            <a:off x="1193757" y="1663161"/>
            <a:ext cx="15731700" cy="6858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053" name="Google Shape;2053;p114"/>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54" name="Google Shape;2054;p114"/>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55" name="Google Shape;2055;p114"/>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056" name="Google Shape;2056;p114"/>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057" name="Google Shape;2057;p114"/>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058" name="Google Shape;2058;p114"/>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059" name="Google Shape;2059;p114"/>
          <p:cNvGrpSpPr/>
          <p:nvPr/>
        </p:nvGrpSpPr>
        <p:grpSpPr>
          <a:xfrm>
            <a:off x="16321019" y="9940892"/>
            <a:ext cx="1188866" cy="190224"/>
            <a:chOff x="238125" y="2252900"/>
            <a:chExt cx="7144625" cy="1210075"/>
          </a:xfrm>
        </p:grpSpPr>
        <p:sp>
          <p:nvSpPr>
            <p:cNvPr id="2060" name="Google Shape;2060;p114"/>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14"/>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14"/>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14"/>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14"/>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114"/>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14"/>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14"/>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14"/>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69" name="Google Shape;2069;p114"/>
          <p:cNvCxnSpPr/>
          <p:nvPr/>
        </p:nvCxnSpPr>
        <p:spPr>
          <a:xfrm>
            <a:off x="530400" y="9236925"/>
            <a:ext cx="17228400" cy="0"/>
          </a:xfrm>
          <a:prstGeom prst="straightConnector1">
            <a:avLst/>
          </a:prstGeom>
          <a:noFill/>
          <a:ln cap="flat" cmpd="sng" w="9525">
            <a:solidFill>
              <a:srgbClr val="CED2D7"/>
            </a:solidFill>
            <a:prstDash val="solid"/>
            <a:round/>
            <a:headEnd len="med" w="med" type="none"/>
            <a:tailEnd len="med" w="med" type="none"/>
          </a:ln>
        </p:spPr>
      </p:cxnSp>
      <p:sp>
        <p:nvSpPr>
          <p:cNvPr id="2070" name="Google Shape;2070;p114"/>
          <p:cNvSpPr/>
          <p:nvPr>
            <p:ph idx="3" type="pic"/>
          </p:nvPr>
        </p:nvSpPr>
        <p:spPr>
          <a:xfrm>
            <a:off x="3973513" y="3344175"/>
            <a:ext cx="3446400" cy="2717400"/>
          </a:xfrm>
          <a:prstGeom prst="rect">
            <a:avLst/>
          </a:prstGeom>
          <a:noFill/>
          <a:ln cap="flat" cmpd="sng" w="9525">
            <a:solidFill>
              <a:srgbClr val="CED2D7"/>
            </a:solidFill>
            <a:prstDash val="solid"/>
            <a:round/>
            <a:headEnd len="sm" w="sm" type="none"/>
            <a:tailEnd len="sm" w="sm" type="none"/>
          </a:ln>
        </p:spPr>
      </p:sp>
      <p:sp>
        <p:nvSpPr>
          <p:cNvPr id="2071" name="Google Shape;2071;p114"/>
          <p:cNvSpPr/>
          <p:nvPr>
            <p:ph idx="4" type="pic"/>
          </p:nvPr>
        </p:nvSpPr>
        <p:spPr>
          <a:xfrm>
            <a:off x="7419813" y="3344175"/>
            <a:ext cx="3446400" cy="2717400"/>
          </a:xfrm>
          <a:prstGeom prst="rect">
            <a:avLst/>
          </a:prstGeom>
          <a:noFill/>
          <a:ln cap="flat" cmpd="sng" w="9525">
            <a:solidFill>
              <a:srgbClr val="CED2D7"/>
            </a:solidFill>
            <a:prstDash val="solid"/>
            <a:round/>
            <a:headEnd len="sm" w="sm" type="none"/>
            <a:tailEnd len="sm" w="sm" type="none"/>
          </a:ln>
        </p:spPr>
      </p:sp>
      <p:sp>
        <p:nvSpPr>
          <p:cNvPr id="2072" name="Google Shape;2072;p114"/>
          <p:cNvSpPr/>
          <p:nvPr>
            <p:ph idx="5" type="pic"/>
          </p:nvPr>
        </p:nvSpPr>
        <p:spPr>
          <a:xfrm>
            <a:off x="10866150" y="3344175"/>
            <a:ext cx="3446400" cy="2717400"/>
          </a:xfrm>
          <a:prstGeom prst="rect">
            <a:avLst/>
          </a:prstGeom>
          <a:noFill/>
          <a:ln cap="flat" cmpd="sng" w="9525">
            <a:solidFill>
              <a:srgbClr val="CED2D7"/>
            </a:solidFill>
            <a:prstDash val="solid"/>
            <a:round/>
            <a:headEnd len="sm" w="sm" type="none"/>
            <a:tailEnd len="sm" w="sm" type="none"/>
          </a:ln>
        </p:spPr>
      </p:sp>
      <p:sp>
        <p:nvSpPr>
          <p:cNvPr id="2073" name="Google Shape;2073;p114"/>
          <p:cNvSpPr/>
          <p:nvPr>
            <p:ph idx="6" type="pic"/>
          </p:nvPr>
        </p:nvSpPr>
        <p:spPr>
          <a:xfrm>
            <a:off x="14312400" y="3344175"/>
            <a:ext cx="3446400" cy="27174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3 Members)">
  <p:cSld name="CUSTOM_14">
    <p:spTree>
      <p:nvGrpSpPr>
        <p:cNvPr id="2074" name="Shape 2074"/>
        <p:cNvGrpSpPr/>
        <p:nvPr/>
      </p:nvGrpSpPr>
      <p:grpSpPr>
        <a:xfrm>
          <a:off x="0" y="0"/>
          <a:ext cx="0" cy="0"/>
          <a:chOff x="0" y="0"/>
          <a:chExt cx="0" cy="0"/>
        </a:xfrm>
      </p:grpSpPr>
      <p:cxnSp>
        <p:nvCxnSpPr>
          <p:cNvPr id="2075" name="Google Shape;2075;p115"/>
          <p:cNvCxnSpPr/>
          <p:nvPr/>
        </p:nvCxnSpPr>
        <p:spPr>
          <a:xfrm rot="10800000">
            <a:off x="7865088" y="752100"/>
            <a:ext cx="0" cy="8781600"/>
          </a:xfrm>
          <a:prstGeom prst="straightConnector1">
            <a:avLst/>
          </a:prstGeom>
          <a:noFill/>
          <a:ln cap="flat" cmpd="sng" w="9525">
            <a:solidFill>
              <a:srgbClr val="CED2D7"/>
            </a:solidFill>
            <a:prstDash val="solid"/>
            <a:round/>
            <a:headEnd len="med" w="med" type="none"/>
            <a:tailEnd len="med" w="med" type="none"/>
          </a:ln>
        </p:spPr>
      </p:cxnSp>
      <p:sp>
        <p:nvSpPr>
          <p:cNvPr id="2076" name="Google Shape;2076;p115"/>
          <p:cNvSpPr/>
          <p:nvPr>
            <p:ph idx="2" type="pic"/>
          </p:nvPr>
        </p:nvSpPr>
        <p:spPr>
          <a:xfrm>
            <a:off x="7865100" y="526975"/>
            <a:ext cx="3141600" cy="3078600"/>
          </a:xfrm>
          <a:prstGeom prst="rect">
            <a:avLst/>
          </a:prstGeom>
          <a:noFill/>
          <a:ln cap="flat" cmpd="sng" w="9525">
            <a:solidFill>
              <a:srgbClr val="CED2D7"/>
            </a:solidFill>
            <a:prstDash val="solid"/>
            <a:round/>
            <a:headEnd len="sm" w="sm" type="none"/>
            <a:tailEnd len="sm" w="sm" type="none"/>
          </a:ln>
        </p:spPr>
      </p:sp>
      <p:cxnSp>
        <p:nvCxnSpPr>
          <p:cNvPr id="2077" name="Google Shape;2077;p115"/>
          <p:cNvCxnSpPr/>
          <p:nvPr/>
        </p:nvCxnSpPr>
        <p:spPr>
          <a:xfrm>
            <a:off x="7865100" y="6684258"/>
            <a:ext cx="9922200" cy="0"/>
          </a:xfrm>
          <a:prstGeom prst="straightConnector1">
            <a:avLst/>
          </a:prstGeom>
          <a:noFill/>
          <a:ln cap="flat" cmpd="sng" w="9525">
            <a:solidFill>
              <a:srgbClr val="CED2D7"/>
            </a:solidFill>
            <a:prstDash val="solid"/>
            <a:round/>
            <a:headEnd len="med" w="med" type="none"/>
            <a:tailEnd len="med" w="med" type="none"/>
          </a:ln>
        </p:spPr>
      </p:cxnSp>
      <p:cxnSp>
        <p:nvCxnSpPr>
          <p:cNvPr id="2078" name="Google Shape;2078;p115"/>
          <p:cNvCxnSpPr/>
          <p:nvPr/>
        </p:nvCxnSpPr>
        <p:spPr>
          <a:xfrm>
            <a:off x="531625" y="3605617"/>
            <a:ext cx="17233500" cy="0"/>
          </a:xfrm>
          <a:prstGeom prst="straightConnector1">
            <a:avLst/>
          </a:prstGeom>
          <a:noFill/>
          <a:ln cap="flat" cmpd="sng" w="9525">
            <a:solidFill>
              <a:srgbClr val="CED2D7"/>
            </a:solidFill>
            <a:prstDash val="solid"/>
            <a:round/>
            <a:headEnd len="med" w="med" type="none"/>
            <a:tailEnd len="med" w="med" type="none"/>
          </a:ln>
        </p:spPr>
      </p:cxnSp>
      <p:cxnSp>
        <p:nvCxnSpPr>
          <p:cNvPr id="2079" name="Google Shape;2079;p115"/>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2080" name="Google Shape;2080;p115"/>
          <p:cNvSpPr txBox="1"/>
          <p:nvPr>
            <p:ph idx="1"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2081" name="Google Shape;2081;p115"/>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082" name="Google Shape;2082;p115"/>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83" name="Google Shape;2083;p115"/>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084" name="Google Shape;2084;p115"/>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085" name="Google Shape;2085;p115"/>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086" name="Google Shape;2086;p115"/>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087" name="Google Shape;2087;p115"/>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088" name="Google Shape;2088;p115"/>
          <p:cNvGrpSpPr/>
          <p:nvPr/>
        </p:nvGrpSpPr>
        <p:grpSpPr>
          <a:xfrm>
            <a:off x="16321019" y="9940892"/>
            <a:ext cx="1188866" cy="190224"/>
            <a:chOff x="238125" y="2252900"/>
            <a:chExt cx="7144625" cy="1210075"/>
          </a:xfrm>
        </p:grpSpPr>
        <p:sp>
          <p:nvSpPr>
            <p:cNvPr id="2089" name="Google Shape;2089;p115"/>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15"/>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15"/>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15"/>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15"/>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15"/>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15"/>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15"/>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15"/>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8" name="Google Shape;2098;p115"/>
          <p:cNvSpPr/>
          <p:nvPr>
            <p:ph idx="3" type="pic"/>
          </p:nvPr>
        </p:nvSpPr>
        <p:spPr>
          <a:xfrm>
            <a:off x="7865100" y="3605638"/>
            <a:ext cx="3141600" cy="3078600"/>
          </a:xfrm>
          <a:prstGeom prst="rect">
            <a:avLst/>
          </a:prstGeom>
          <a:noFill/>
          <a:ln cap="flat" cmpd="sng" w="9525">
            <a:solidFill>
              <a:srgbClr val="CED2D7"/>
            </a:solidFill>
            <a:prstDash val="solid"/>
            <a:round/>
            <a:headEnd len="sm" w="sm" type="none"/>
            <a:tailEnd len="sm" w="sm" type="none"/>
          </a:ln>
        </p:spPr>
      </p:sp>
      <p:sp>
        <p:nvSpPr>
          <p:cNvPr id="2099" name="Google Shape;2099;p115"/>
          <p:cNvSpPr/>
          <p:nvPr>
            <p:ph idx="4" type="pic"/>
          </p:nvPr>
        </p:nvSpPr>
        <p:spPr>
          <a:xfrm>
            <a:off x="7865100" y="6684263"/>
            <a:ext cx="3141600" cy="30786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Grid (2 Members)">
  <p:cSld name="CUSTOM_14_1">
    <p:spTree>
      <p:nvGrpSpPr>
        <p:cNvPr id="2100" name="Shape 2100"/>
        <p:cNvGrpSpPr/>
        <p:nvPr/>
      </p:nvGrpSpPr>
      <p:grpSpPr>
        <a:xfrm>
          <a:off x="0" y="0"/>
          <a:ext cx="0" cy="0"/>
          <a:chOff x="0" y="0"/>
          <a:chExt cx="0" cy="0"/>
        </a:xfrm>
      </p:grpSpPr>
      <p:cxnSp>
        <p:nvCxnSpPr>
          <p:cNvPr id="2101" name="Google Shape;2101;p116"/>
          <p:cNvCxnSpPr/>
          <p:nvPr/>
        </p:nvCxnSpPr>
        <p:spPr>
          <a:xfrm rot="10800000">
            <a:off x="7865088" y="752100"/>
            <a:ext cx="0" cy="8781600"/>
          </a:xfrm>
          <a:prstGeom prst="straightConnector1">
            <a:avLst/>
          </a:prstGeom>
          <a:noFill/>
          <a:ln cap="flat" cmpd="sng" w="9525">
            <a:solidFill>
              <a:srgbClr val="CED2D7"/>
            </a:solidFill>
            <a:prstDash val="solid"/>
            <a:round/>
            <a:headEnd len="med" w="med" type="none"/>
            <a:tailEnd len="med" w="med" type="none"/>
          </a:ln>
        </p:spPr>
      </p:cxnSp>
      <p:cxnSp>
        <p:nvCxnSpPr>
          <p:cNvPr id="2102" name="Google Shape;2102;p116"/>
          <p:cNvCxnSpPr/>
          <p:nvPr/>
        </p:nvCxnSpPr>
        <p:spPr>
          <a:xfrm>
            <a:off x="7865100" y="6684258"/>
            <a:ext cx="9922200" cy="0"/>
          </a:xfrm>
          <a:prstGeom prst="straightConnector1">
            <a:avLst/>
          </a:prstGeom>
          <a:noFill/>
          <a:ln cap="flat" cmpd="sng" w="9525">
            <a:solidFill>
              <a:srgbClr val="CED2D7"/>
            </a:solidFill>
            <a:prstDash val="solid"/>
            <a:round/>
            <a:headEnd len="med" w="med" type="none"/>
            <a:tailEnd len="med" w="med" type="none"/>
          </a:ln>
        </p:spPr>
      </p:cxnSp>
      <p:cxnSp>
        <p:nvCxnSpPr>
          <p:cNvPr id="2103" name="Google Shape;2103;p116"/>
          <p:cNvCxnSpPr/>
          <p:nvPr/>
        </p:nvCxnSpPr>
        <p:spPr>
          <a:xfrm>
            <a:off x="531625" y="3605617"/>
            <a:ext cx="17233500" cy="0"/>
          </a:xfrm>
          <a:prstGeom prst="straightConnector1">
            <a:avLst/>
          </a:prstGeom>
          <a:noFill/>
          <a:ln cap="flat" cmpd="sng" w="9525">
            <a:solidFill>
              <a:srgbClr val="CED2D7"/>
            </a:solidFill>
            <a:prstDash val="solid"/>
            <a:round/>
            <a:headEnd len="med" w="med" type="none"/>
            <a:tailEnd len="med" w="med" type="none"/>
          </a:ln>
        </p:spPr>
      </p:cxnSp>
      <p:cxnSp>
        <p:nvCxnSpPr>
          <p:cNvPr id="2104" name="Google Shape;2104;p116"/>
          <p:cNvCxnSpPr/>
          <p:nvPr/>
        </p:nvCxnSpPr>
        <p:spPr>
          <a:xfrm rot="10800000">
            <a:off x="7865100" y="531525"/>
            <a:ext cx="0" cy="9240000"/>
          </a:xfrm>
          <a:prstGeom prst="straightConnector1">
            <a:avLst/>
          </a:prstGeom>
          <a:noFill/>
          <a:ln cap="flat" cmpd="sng" w="9525">
            <a:solidFill>
              <a:srgbClr val="CED2D7"/>
            </a:solidFill>
            <a:prstDash val="solid"/>
            <a:round/>
            <a:headEnd len="med" w="med" type="none"/>
            <a:tailEnd len="med" w="med" type="none"/>
          </a:ln>
        </p:spPr>
      </p:cxnSp>
      <p:sp>
        <p:nvSpPr>
          <p:cNvPr id="2105" name="Google Shape;2105;p116"/>
          <p:cNvSpPr txBox="1"/>
          <p:nvPr>
            <p:ph idx="1" type="body"/>
          </p:nvPr>
        </p:nvSpPr>
        <p:spPr>
          <a:xfrm>
            <a:off x="1162202" y="1058940"/>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23850" lvl="1" marL="914400">
              <a:lnSpc>
                <a:spcPct val="115000"/>
              </a:lnSpc>
              <a:spcBef>
                <a:spcPts val="0"/>
              </a:spcBef>
              <a:spcAft>
                <a:spcPts val="0"/>
              </a:spcAft>
              <a:buSzPts val="1500"/>
              <a:buChar char="○"/>
              <a:defRPr sz="1500"/>
            </a:lvl2pPr>
            <a:lvl3pPr indent="-323850" lvl="2" marL="1371600">
              <a:lnSpc>
                <a:spcPct val="115000"/>
              </a:lnSpc>
              <a:spcBef>
                <a:spcPts val="0"/>
              </a:spcBef>
              <a:spcAft>
                <a:spcPts val="0"/>
              </a:spcAft>
              <a:buSzPts val="1500"/>
              <a:buChar char="■"/>
              <a:defRPr sz="1500"/>
            </a:lvl3pPr>
            <a:lvl4pPr indent="-323850" lvl="3" marL="1828800">
              <a:lnSpc>
                <a:spcPct val="115000"/>
              </a:lnSpc>
              <a:spcBef>
                <a:spcPts val="0"/>
              </a:spcBef>
              <a:spcAft>
                <a:spcPts val="0"/>
              </a:spcAft>
              <a:buSzPts val="1500"/>
              <a:buChar char="●"/>
              <a:defRPr sz="1500"/>
            </a:lvl4pPr>
            <a:lvl5pPr indent="-323850" lvl="4" marL="2286000">
              <a:lnSpc>
                <a:spcPct val="115000"/>
              </a:lnSpc>
              <a:spcBef>
                <a:spcPts val="0"/>
              </a:spcBef>
              <a:spcAft>
                <a:spcPts val="0"/>
              </a:spcAft>
              <a:buSzPts val="1500"/>
              <a:buChar char="○"/>
              <a:defRPr sz="1500"/>
            </a:lvl5pPr>
            <a:lvl6pPr indent="-323850" lvl="5" marL="2743200">
              <a:lnSpc>
                <a:spcPct val="115000"/>
              </a:lnSpc>
              <a:spcBef>
                <a:spcPts val="0"/>
              </a:spcBef>
              <a:spcAft>
                <a:spcPts val="0"/>
              </a:spcAft>
              <a:buSzPts val="1500"/>
              <a:buChar char="■"/>
              <a:defRPr sz="1500"/>
            </a:lvl6pPr>
            <a:lvl7pPr indent="-323850" lvl="6" marL="3200400">
              <a:lnSpc>
                <a:spcPct val="115000"/>
              </a:lnSpc>
              <a:spcBef>
                <a:spcPts val="0"/>
              </a:spcBef>
              <a:spcAft>
                <a:spcPts val="0"/>
              </a:spcAft>
              <a:buSzPts val="1500"/>
              <a:buChar char="●"/>
              <a:defRPr sz="1500"/>
            </a:lvl7pPr>
            <a:lvl8pPr indent="-323850" lvl="7" marL="3657600">
              <a:lnSpc>
                <a:spcPct val="115000"/>
              </a:lnSpc>
              <a:spcBef>
                <a:spcPts val="0"/>
              </a:spcBef>
              <a:spcAft>
                <a:spcPts val="0"/>
              </a:spcAft>
              <a:buSzPts val="1500"/>
              <a:buChar char="○"/>
              <a:defRPr sz="1500"/>
            </a:lvl8pPr>
            <a:lvl9pPr indent="-323850" lvl="8" marL="4114800">
              <a:lnSpc>
                <a:spcPct val="115000"/>
              </a:lnSpc>
              <a:spcBef>
                <a:spcPts val="0"/>
              </a:spcBef>
              <a:spcAft>
                <a:spcPts val="0"/>
              </a:spcAft>
              <a:buSzPts val="1500"/>
              <a:buChar char="■"/>
              <a:defRPr sz="1500"/>
            </a:lvl9pPr>
          </a:lstStyle>
          <a:p/>
        </p:txBody>
      </p:sp>
      <p:sp>
        <p:nvSpPr>
          <p:cNvPr id="2106" name="Google Shape;2106;p116"/>
          <p:cNvSpPr txBox="1"/>
          <p:nvPr>
            <p:ph type="title"/>
          </p:nvPr>
        </p:nvSpPr>
        <p:spPr>
          <a:xfrm>
            <a:off x="1105528" y="1674216"/>
            <a:ext cx="5142600" cy="1604100"/>
          </a:xfrm>
          <a:prstGeom prst="rect">
            <a:avLst/>
          </a:prstGeom>
        </p:spPr>
        <p:txBody>
          <a:bodyPr anchorCtr="0" anchor="t" bIns="0" lIns="0" spcFirstLastPara="1" rIns="0" wrap="square" tIns="0">
            <a:spAutoFit/>
          </a:bodyPr>
          <a:lstStyle>
            <a:lvl1pPr lvl="0">
              <a:spcBef>
                <a:spcPts val="0"/>
              </a:spcBef>
              <a:spcAft>
                <a:spcPts val="0"/>
              </a:spcAft>
              <a:buSzPts val="4500"/>
              <a:buNone/>
              <a:defRPr b="0"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107" name="Google Shape;2107;p116"/>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08" name="Google Shape;2108;p116"/>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09" name="Google Shape;2109;p116"/>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110" name="Google Shape;2110;p116"/>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111" name="Google Shape;2111;p116"/>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112" name="Google Shape;2112;p116"/>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113" name="Google Shape;2113;p116"/>
          <p:cNvGrpSpPr/>
          <p:nvPr/>
        </p:nvGrpSpPr>
        <p:grpSpPr>
          <a:xfrm>
            <a:off x="16321019" y="9940892"/>
            <a:ext cx="1188866" cy="190224"/>
            <a:chOff x="238125" y="2252900"/>
            <a:chExt cx="7144625" cy="1210075"/>
          </a:xfrm>
        </p:grpSpPr>
        <p:sp>
          <p:nvSpPr>
            <p:cNvPr id="2114" name="Google Shape;2114;p116"/>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16"/>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16"/>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16"/>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16"/>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16"/>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16"/>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16"/>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16"/>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3" name="Google Shape;2123;p116"/>
          <p:cNvSpPr/>
          <p:nvPr>
            <p:ph idx="2" type="pic"/>
          </p:nvPr>
        </p:nvSpPr>
        <p:spPr>
          <a:xfrm>
            <a:off x="7865100" y="3605638"/>
            <a:ext cx="3141600" cy="3078600"/>
          </a:xfrm>
          <a:prstGeom prst="rect">
            <a:avLst/>
          </a:prstGeom>
          <a:noFill/>
          <a:ln cap="flat" cmpd="sng" w="9525">
            <a:solidFill>
              <a:srgbClr val="CED2D7"/>
            </a:solidFill>
            <a:prstDash val="solid"/>
            <a:round/>
            <a:headEnd len="sm" w="sm" type="none"/>
            <a:tailEnd len="sm" w="sm" type="none"/>
          </a:ln>
        </p:spPr>
      </p:sp>
      <p:sp>
        <p:nvSpPr>
          <p:cNvPr id="2124" name="Google Shape;2124;p116"/>
          <p:cNvSpPr/>
          <p:nvPr>
            <p:ph idx="3" type="pic"/>
          </p:nvPr>
        </p:nvSpPr>
        <p:spPr>
          <a:xfrm>
            <a:off x="7865100" y="6684263"/>
            <a:ext cx="3141600" cy="3078600"/>
          </a:xfrm>
          <a:prstGeom prst="rect">
            <a:avLst/>
          </a:prstGeom>
          <a:noFill/>
          <a:ln cap="flat" cmpd="sng" w="9525">
            <a:solidFill>
              <a:srgbClr val="CED2D7"/>
            </a:solidFill>
            <a:prstDash val="solid"/>
            <a:round/>
            <a:headEnd len="sm" w="sm" type="none"/>
            <a:tailEnd len="sm" w="sm" type="none"/>
          </a:ln>
        </p:spPr>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
  <p:cSld name="CUSTOM_11">
    <p:spTree>
      <p:nvGrpSpPr>
        <p:cNvPr id="2125" name="Shape 2125"/>
        <p:cNvGrpSpPr/>
        <p:nvPr/>
      </p:nvGrpSpPr>
      <p:grpSpPr>
        <a:xfrm>
          <a:off x="0" y="0"/>
          <a:ext cx="0" cy="0"/>
          <a:chOff x="0" y="0"/>
          <a:chExt cx="0" cy="0"/>
        </a:xfrm>
      </p:grpSpPr>
      <p:cxnSp>
        <p:nvCxnSpPr>
          <p:cNvPr id="2126" name="Google Shape;2126;p117"/>
          <p:cNvCxnSpPr/>
          <p:nvPr/>
        </p:nvCxnSpPr>
        <p:spPr>
          <a:xfrm rot="10800000">
            <a:off x="5567975" y="520800"/>
            <a:ext cx="0" cy="9229800"/>
          </a:xfrm>
          <a:prstGeom prst="straightConnector1">
            <a:avLst/>
          </a:prstGeom>
          <a:noFill/>
          <a:ln cap="flat" cmpd="sng" w="9525">
            <a:solidFill>
              <a:srgbClr val="CED2D7"/>
            </a:solidFill>
            <a:prstDash val="solid"/>
            <a:round/>
            <a:headEnd len="med" w="med" type="none"/>
            <a:tailEnd len="med" w="med" type="none"/>
          </a:ln>
        </p:spPr>
      </p:cxnSp>
      <p:cxnSp>
        <p:nvCxnSpPr>
          <p:cNvPr id="2127" name="Google Shape;2127;p117"/>
          <p:cNvCxnSpPr/>
          <p:nvPr/>
        </p:nvCxnSpPr>
        <p:spPr>
          <a:xfrm>
            <a:off x="526925" y="1698150"/>
            <a:ext cx="17236800" cy="0"/>
          </a:xfrm>
          <a:prstGeom prst="straightConnector1">
            <a:avLst/>
          </a:prstGeom>
          <a:noFill/>
          <a:ln cap="flat" cmpd="sng" w="9525">
            <a:solidFill>
              <a:srgbClr val="CED2D7"/>
            </a:solidFill>
            <a:prstDash val="solid"/>
            <a:round/>
            <a:headEnd len="med" w="med" type="none"/>
            <a:tailEnd len="med" w="med" type="none"/>
          </a:ln>
        </p:spPr>
      </p:cxnSp>
      <p:sp>
        <p:nvSpPr>
          <p:cNvPr id="2128" name="Google Shape;2128;p117"/>
          <p:cNvSpPr/>
          <p:nvPr>
            <p:ph idx="2" type="pic"/>
          </p:nvPr>
        </p:nvSpPr>
        <p:spPr>
          <a:xfrm>
            <a:off x="1399700" y="2393400"/>
            <a:ext cx="3524400" cy="4578000"/>
          </a:xfrm>
          <a:prstGeom prst="rect">
            <a:avLst/>
          </a:prstGeom>
          <a:noFill/>
          <a:ln>
            <a:noFill/>
          </a:ln>
        </p:spPr>
      </p:sp>
      <p:sp>
        <p:nvSpPr>
          <p:cNvPr id="2129" name="Google Shape;2129;p117"/>
          <p:cNvSpPr txBox="1"/>
          <p:nvPr>
            <p:ph idx="1" type="body"/>
          </p:nvPr>
        </p:nvSpPr>
        <p:spPr>
          <a:xfrm>
            <a:off x="6098477" y="977414"/>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2130" name="Google Shape;2130;p117"/>
          <p:cNvSpPr txBox="1"/>
          <p:nvPr>
            <p:ph idx="3" type="subTitle"/>
          </p:nvPr>
        </p:nvSpPr>
        <p:spPr>
          <a:xfrm>
            <a:off x="6098475" y="4013850"/>
            <a:ext cx="10860000" cy="4302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3000"/>
              <a:buNone/>
              <a:defRPr sz="3000"/>
            </a:lvl1pPr>
            <a:lvl2pPr lvl="1">
              <a:lnSpc>
                <a:spcPct val="115000"/>
              </a:lnSpc>
              <a:spcBef>
                <a:spcPts val="0"/>
              </a:spcBef>
              <a:spcAft>
                <a:spcPts val="0"/>
              </a:spcAft>
              <a:buSzPts val="3000"/>
              <a:buNone/>
              <a:defRPr sz="3000"/>
            </a:lvl2pPr>
            <a:lvl3pPr lvl="2">
              <a:lnSpc>
                <a:spcPct val="115000"/>
              </a:lnSpc>
              <a:spcBef>
                <a:spcPts val="0"/>
              </a:spcBef>
              <a:spcAft>
                <a:spcPts val="0"/>
              </a:spcAft>
              <a:buSzPts val="3000"/>
              <a:buNone/>
              <a:defRPr sz="3000"/>
            </a:lvl3pPr>
            <a:lvl4pPr lvl="3">
              <a:lnSpc>
                <a:spcPct val="115000"/>
              </a:lnSpc>
              <a:spcBef>
                <a:spcPts val="0"/>
              </a:spcBef>
              <a:spcAft>
                <a:spcPts val="0"/>
              </a:spcAft>
              <a:buSzPts val="3000"/>
              <a:buNone/>
              <a:defRPr sz="3000"/>
            </a:lvl4pPr>
            <a:lvl5pPr lvl="4">
              <a:lnSpc>
                <a:spcPct val="115000"/>
              </a:lnSpc>
              <a:spcBef>
                <a:spcPts val="0"/>
              </a:spcBef>
              <a:spcAft>
                <a:spcPts val="0"/>
              </a:spcAft>
              <a:buSzPts val="3000"/>
              <a:buNone/>
              <a:defRPr sz="3000"/>
            </a:lvl5pPr>
            <a:lvl6pPr lvl="5">
              <a:lnSpc>
                <a:spcPct val="115000"/>
              </a:lnSpc>
              <a:spcBef>
                <a:spcPts val="0"/>
              </a:spcBef>
              <a:spcAft>
                <a:spcPts val="0"/>
              </a:spcAft>
              <a:buSzPts val="3000"/>
              <a:buNone/>
              <a:defRPr sz="3000"/>
            </a:lvl6pPr>
            <a:lvl7pPr lvl="6">
              <a:lnSpc>
                <a:spcPct val="115000"/>
              </a:lnSpc>
              <a:spcBef>
                <a:spcPts val="0"/>
              </a:spcBef>
              <a:spcAft>
                <a:spcPts val="0"/>
              </a:spcAft>
              <a:buSzPts val="3000"/>
              <a:buNone/>
              <a:defRPr sz="3000"/>
            </a:lvl7pPr>
            <a:lvl8pPr lvl="7">
              <a:lnSpc>
                <a:spcPct val="115000"/>
              </a:lnSpc>
              <a:spcBef>
                <a:spcPts val="0"/>
              </a:spcBef>
              <a:spcAft>
                <a:spcPts val="0"/>
              </a:spcAft>
              <a:buSzPts val="3000"/>
              <a:buNone/>
              <a:defRPr sz="3000"/>
            </a:lvl8pPr>
            <a:lvl9pPr lvl="8">
              <a:lnSpc>
                <a:spcPct val="115000"/>
              </a:lnSpc>
              <a:spcBef>
                <a:spcPts val="0"/>
              </a:spcBef>
              <a:spcAft>
                <a:spcPts val="0"/>
              </a:spcAft>
              <a:buSzPts val="3000"/>
              <a:buNone/>
              <a:defRPr sz="3000"/>
            </a:lvl9pPr>
          </a:lstStyle>
          <a:p/>
        </p:txBody>
      </p:sp>
      <p:cxnSp>
        <p:nvCxnSpPr>
          <p:cNvPr id="2131" name="Google Shape;2131;p117"/>
          <p:cNvCxnSpPr/>
          <p:nvPr/>
        </p:nvCxnSpPr>
        <p:spPr>
          <a:xfrm>
            <a:off x="5575500" y="7996775"/>
            <a:ext cx="12191700" cy="0"/>
          </a:xfrm>
          <a:prstGeom prst="straightConnector1">
            <a:avLst/>
          </a:prstGeom>
          <a:noFill/>
          <a:ln cap="flat" cmpd="sng" w="9525">
            <a:solidFill>
              <a:srgbClr val="CED2D7"/>
            </a:solidFill>
            <a:prstDash val="solid"/>
            <a:round/>
            <a:headEnd len="med" w="med" type="none"/>
            <a:tailEnd len="med" w="med" type="none"/>
          </a:ln>
        </p:spPr>
      </p:cxnSp>
      <p:sp>
        <p:nvSpPr>
          <p:cNvPr id="2132" name="Google Shape;2132;p117"/>
          <p:cNvSpPr/>
          <p:nvPr>
            <p:ph idx="4" type="pic"/>
          </p:nvPr>
        </p:nvSpPr>
        <p:spPr>
          <a:xfrm>
            <a:off x="6098475" y="2422264"/>
            <a:ext cx="3045600" cy="918600"/>
          </a:xfrm>
          <a:prstGeom prst="rect">
            <a:avLst/>
          </a:prstGeom>
          <a:noFill/>
          <a:ln>
            <a:noFill/>
          </a:ln>
        </p:spPr>
      </p:sp>
      <p:cxnSp>
        <p:nvCxnSpPr>
          <p:cNvPr id="2133" name="Google Shape;2133;p117"/>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34" name="Google Shape;2134;p117"/>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35" name="Google Shape;2135;p117"/>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136" name="Google Shape;2136;p117"/>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137" name="Google Shape;2137;p117"/>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138" name="Google Shape;2138;p117"/>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139" name="Google Shape;2139;p117"/>
          <p:cNvGrpSpPr/>
          <p:nvPr/>
        </p:nvGrpSpPr>
        <p:grpSpPr>
          <a:xfrm>
            <a:off x="16321019" y="9940892"/>
            <a:ext cx="1188866" cy="190224"/>
            <a:chOff x="238125" y="2252900"/>
            <a:chExt cx="7144625" cy="1210075"/>
          </a:xfrm>
        </p:grpSpPr>
        <p:sp>
          <p:nvSpPr>
            <p:cNvPr id="2140" name="Google Shape;2140;p117"/>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17"/>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17"/>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17"/>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17"/>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17"/>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17"/>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17"/>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17"/>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solution">
  <p:cSld name="CUSTOM_13">
    <p:spTree>
      <p:nvGrpSpPr>
        <p:cNvPr id="2149" name="Shape 2149"/>
        <p:cNvGrpSpPr/>
        <p:nvPr/>
      </p:nvGrpSpPr>
      <p:grpSpPr>
        <a:xfrm>
          <a:off x="0" y="0"/>
          <a:ext cx="0" cy="0"/>
          <a:chOff x="0" y="0"/>
          <a:chExt cx="0" cy="0"/>
        </a:xfrm>
      </p:grpSpPr>
      <p:sp>
        <p:nvSpPr>
          <p:cNvPr id="2150" name="Google Shape;2150;p118"/>
          <p:cNvSpPr/>
          <p:nvPr/>
        </p:nvSpPr>
        <p:spPr>
          <a:xfrm flipH="1">
            <a:off x="530700" y="3309378"/>
            <a:ext cx="17228100" cy="3660000"/>
          </a:xfrm>
          <a:prstGeom prst="rect">
            <a:avLst/>
          </a:prstGeom>
          <a:solidFill>
            <a:schemeClr val="accent3"/>
          </a:solidFill>
          <a:ln>
            <a:noFill/>
          </a:ln>
        </p:spPr>
        <p:txBody>
          <a:bodyPr anchorCtr="0" anchor="t" bIns="457200" lIns="365750" spcFirstLastPara="1" rIns="365750" wrap="square" tIns="457200">
            <a:noAutofit/>
          </a:bodyPr>
          <a:lstStyle/>
          <a:p>
            <a:pPr indent="0" lvl="0" marL="0" marR="0" rtl="0" algn="l">
              <a:lnSpc>
                <a:spcPct val="115000"/>
              </a:lnSpc>
              <a:spcBef>
                <a:spcPts val="0"/>
              </a:spcBef>
              <a:spcAft>
                <a:spcPts val="0"/>
              </a:spcAft>
              <a:buClr>
                <a:srgbClr val="091C35"/>
              </a:buClr>
              <a:buSzPts val="5350"/>
              <a:buFont typeface="Libre Franklin"/>
              <a:buNone/>
            </a:pPr>
            <a:r>
              <a:t/>
            </a:r>
            <a:endParaRPr i="0" sz="5500" u="none" cap="none" strike="noStrike">
              <a:solidFill>
                <a:srgbClr val="FFFFFF"/>
              </a:solidFill>
            </a:endParaRPr>
          </a:p>
        </p:txBody>
      </p:sp>
      <p:sp>
        <p:nvSpPr>
          <p:cNvPr id="2151" name="Google Shape;2151;p118"/>
          <p:cNvSpPr/>
          <p:nvPr/>
        </p:nvSpPr>
        <p:spPr>
          <a:xfrm flipH="1">
            <a:off x="5977500" y="2577975"/>
            <a:ext cx="11781300" cy="1468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sp>
        <p:nvSpPr>
          <p:cNvPr id="2152" name="Google Shape;2152;p118"/>
          <p:cNvSpPr/>
          <p:nvPr/>
        </p:nvSpPr>
        <p:spPr>
          <a:xfrm flipH="1">
            <a:off x="530528" y="6059625"/>
            <a:ext cx="11784600" cy="166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cxnSp>
        <p:nvCxnSpPr>
          <p:cNvPr id="2153" name="Google Shape;2153;p118"/>
          <p:cNvCxnSpPr/>
          <p:nvPr/>
        </p:nvCxnSpPr>
        <p:spPr>
          <a:xfrm rot="10800000">
            <a:off x="529650" y="2583941"/>
            <a:ext cx="5452500" cy="0"/>
          </a:xfrm>
          <a:prstGeom prst="straightConnector1">
            <a:avLst/>
          </a:prstGeom>
          <a:noFill/>
          <a:ln cap="flat" cmpd="sng" w="9525">
            <a:solidFill>
              <a:srgbClr val="CED2D7"/>
            </a:solidFill>
            <a:prstDash val="solid"/>
            <a:round/>
            <a:headEnd len="med" w="med" type="none"/>
            <a:tailEnd len="med" w="med" type="none"/>
          </a:ln>
        </p:spPr>
      </p:cxnSp>
      <p:cxnSp>
        <p:nvCxnSpPr>
          <p:cNvPr id="2154" name="Google Shape;2154;p118"/>
          <p:cNvCxnSpPr/>
          <p:nvPr/>
        </p:nvCxnSpPr>
        <p:spPr>
          <a:xfrm rot="10800000">
            <a:off x="12314325" y="7722275"/>
            <a:ext cx="5446800" cy="0"/>
          </a:xfrm>
          <a:prstGeom prst="straightConnector1">
            <a:avLst/>
          </a:prstGeom>
          <a:noFill/>
          <a:ln cap="flat" cmpd="sng" w="9525">
            <a:solidFill>
              <a:srgbClr val="CED2D7"/>
            </a:solidFill>
            <a:prstDash val="solid"/>
            <a:round/>
            <a:headEnd len="med" w="med" type="none"/>
            <a:tailEnd len="med" w="med" type="none"/>
          </a:ln>
        </p:spPr>
      </p:cxnSp>
      <p:sp>
        <p:nvSpPr>
          <p:cNvPr id="2155" name="Google Shape;2155;p118"/>
          <p:cNvSpPr txBox="1"/>
          <p:nvPr>
            <p:ph idx="1" type="body"/>
          </p:nvPr>
        </p:nvSpPr>
        <p:spPr>
          <a:xfrm>
            <a:off x="895827" y="2807416"/>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2156" name="Google Shape;2156;p118"/>
          <p:cNvSpPr txBox="1"/>
          <p:nvPr>
            <p:ph idx="2" type="body"/>
          </p:nvPr>
        </p:nvSpPr>
        <p:spPr>
          <a:xfrm>
            <a:off x="895825" y="3852225"/>
            <a:ext cx="16441200" cy="2607600"/>
          </a:xfrm>
          <a:prstGeom prst="rect">
            <a:avLst/>
          </a:prstGeom>
        </p:spPr>
        <p:txBody>
          <a:bodyPr anchorCtr="0" anchor="t" bIns="0" lIns="0" spcFirstLastPara="1" rIns="0" wrap="square" tIns="0">
            <a:spAutoFit/>
          </a:bodyPr>
          <a:lstStyle>
            <a:lvl1pPr indent="-514350" lvl="0" marL="457200">
              <a:lnSpc>
                <a:spcPct val="115000"/>
              </a:lnSpc>
              <a:spcBef>
                <a:spcPts val="0"/>
              </a:spcBef>
              <a:spcAft>
                <a:spcPts val="0"/>
              </a:spcAft>
              <a:buSzPts val="4500"/>
              <a:buChar char="●"/>
              <a:defRPr sz="4500"/>
            </a:lvl1pPr>
            <a:lvl2pPr indent="-514350" lvl="1" marL="914400">
              <a:lnSpc>
                <a:spcPct val="115000"/>
              </a:lnSpc>
              <a:spcBef>
                <a:spcPts val="0"/>
              </a:spcBef>
              <a:spcAft>
                <a:spcPts val="0"/>
              </a:spcAft>
              <a:buSzPts val="4500"/>
              <a:buChar char="○"/>
              <a:defRPr sz="4500"/>
            </a:lvl2pPr>
            <a:lvl3pPr indent="-514350" lvl="2" marL="1371600">
              <a:lnSpc>
                <a:spcPct val="115000"/>
              </a:lnSpc>
              <a:spcBef>
                <a:spcPts val="0"/>
              </a:spcBef>
              <a:spcAft>
                <a:spcPts val="0"/>
              </a:spcAft>
              <a:buSzPts val="4500"/>
              <a:buChar char="■"/>
              <a:defRPr sz="4500"/>
            </a:lvl3pPr>
            <a:lvl4pPr indent="-514350" lvl="3" marL="1828800">
              <a:lnSpc>
                <a:spcPct val="115000"/>
              </a:lnSpc>
              <a:spcBef>
                <a:spcPts val="0"/>
              </a:spcBef>
              <a:spcAft>
                <a:spcPts val="0"/>
              </a:spcAft>
              <a:buSzPts val="4500"/>
              <a:buChar char="●"/>
              <a:defRPr sz="4500"/>
            </a:lvl4pPr>
            <a:lvl5pPr indent="-514350" lvl="4" marL="2286000">
              <a:lnSpc>
                <a:spcPct val="115000"/>
              </a:lnSpc>
              <a:spcBef>
                <a:spcPts val="0"/>
              </a:spcBef>
              <a:spcAft>
                <a:spcPts val="0"/>
              </a:spcAft>
              <a:buSzPts val="4500"/>
              <a:buChar char="○"/>
              <a:defRPr sz="4500"/>
            </a:lvl5pPr>
            <a:lvl6pPr indent="-514350" lvl="5" marL="2743200">
              <a:lnSpc>
                <a:spcPct val="115000"/>
              </a:lnSpc>
              <a:spcBef>
                <a:spcPts val="0"/>
              </a:spcBef>
              <a:spcAft>
                <a:spcPts val="0"/>
              </a:spcAft>
              <a:buSzPts val="4500"/>
              <a:buChar char="■"/>
              <a:defRPr sz="4500"/>
            </a:lvl6pPr>
            <a:lvl7pPr indent="-514350" lvl="6" marL="3200400">
              <a:lnSpc>
                <a:spcPct val="115000"/>
              </a:lnSpc>
              <a:spcBef>
                <a:spcPts val="0"/>
              </a:spcBef>
              <a:spcAft>
                <a:spcPts val="0"/>
              </a:spcAft>
              <a:buSzPts val="4500"/>
              <a:buChar char="●"/>
              <a:defRPr sz="4500"/>
            </a:lvl7pPr>
            <a:lvl8pPr indent="-514350" lvl="7" marL="3657600">
              <a:lnSpc>
                <a:spcPct val="115000"/>
              </a:lnSpc>
              <a:spcBef>
                <a:spcPts val="0"/>
              </a:spcBef>
              <a:spcAft>
                <a:spcPts val="0"/>
              </a:spcAft>
              <a:buSzPts val="4500"/>
              <a:buChar char="○"/>
              <a:defRPr sz="4500"/>
            </a:lvl8pPr>
            <a:lvl9pPr indent="-514350" lvl="8" marL="4114800">
              <a:lnSpc>
                <a:spcPct val="115000"/>
              </a:lnSpc>
              <a:spcBef>
                <a:spcPts val="0"/>
              </a:spcBef>
              <a:spcAft>
                <a:spcPts val="0"/>
              </a:spcAft>
              <a:buSzPts val="4500"/>
              <a:buChar char="■"/>
              <a:defRPr sz="4500"/>
            </a:lvl9pPr>
          </a:lstStyle>
          <a:p/>
        </p:txBody>
      </p:sp>
      <p:cxnSp>
        <p:nvCxnSpPr>
          <p:cNvPr id="2157" name="Google Shape;2157;p118"/>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58" name="Google Shape;2158;p118"/>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59" name="Google Shape;2159;p118"/>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160" name="Google Shape;2160;p118"/>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161" name="Google Shape;2161;p118"/>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162" name="Google Shape;2162;p118"/>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163" name="Google Shape;2163;p118"/>
          <p:cNvGrpSpPr/>
          <p:nvPr/>
        </p:nvGrpSpPr>
        <p:grpSpPr>
          <a:xfrm>
            <a:off x="16321019" y="9940892"/>
            <a:ext cx="1188866" cy="190224"/>
            <a:chOff x="238125" y="2252900"/>
            <a:chExt cx="7144625" cy="1210075"/>
          </a:xfrm>
        </p:grpSpPr>
        <p:sp>
          <p:nvSpPr>
            <p:cNvPr id="2164" name="Google Shape;2164;p118"/>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18"/>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18"/>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18"/>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18"/>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18"/>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18"/>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18"/>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18"/>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problem">
  <p:cSld name="CUSTOM_13_1">
    <p:spTree>
      <p:nvGrpSpPr>
        <p:cNvPr id="2173" name="Shape 2173"/>
        <p:cNvGrpSpPr/>
        <p:nvPr/>
      </p:nvGrpSpPr>
      <p:grpSpPr>
        <a:xfrm>
          <a:off x="0" y="0"/>
          <a:ext cx="0" cy="0"/>
          <a:chOff x="0" y="0"/>
          <a:chExt cx="0" cy="0"/>
        </a:xfrm>
      </p:grpSpPr>
      <p:sp>
        <p:nvSpPr>
          <p:cNvPr id="2174" name="Google Shape;2174;p119"/>
          <p:cNvSpPr/>
          <p:nvPr/>
        </p:nvSpPr>
        <p:spPr>
          <a:xfrm flipH="1">
            <a:off x="530700" y="3309378"/>
            <a:ext cx="17228100" cy="3660000"/>
          </a:xfrm>
          <a:prstGeom prst="rect">
            <a:avLst/>
          </a:prstGeom>
          <a:solidFill>
            <a:schemeClr val="accent5"/>
          </a:solidFill>
          <a:ln>
            <a:noFill/>
          </a:ln>
        </p:spPr>
        <p:txBody>
          <a:bodyPr anchorCtr="0" anchor="t" bIns="457200" lIns="365750" spcFirstLastPara="1" rIns="365750" wrap="square" tIns="457200">
            <a:noAutofit/>
          </a:bodyPr>
          <a:lstStyle/>
          <a:p>
            <a:pPr indent="0" lvl="0" marL="0" marR="0" rtl="0" algn="l">
              <a:lnSpc>
                <a:spcPct val="115000"/>
              </a:lnSpc>
              <a:spcBef>
                <a:spcPts val="0"/>
              </a:spcBef>
              <a:spcAft>
                <a:spcPts val="0"/>
              </a:spcAft>
              <a:buClr>
                <a:srgbClr val="091C35"/>
              </a:buClr>
              <a:buSzPts val="5350"/>
              <a:buFont typeface="Libre Franklin"/>
              <a:buNone/>
            </a:pPr>
            <a:r>
              <a:t/>
            </a:r>
            <a:endParaRPr i="0" sz="5500" u="none" cap="none" strike="noStrike">
              <a:solidFill>
                <a:srgbClr val="FFFFFF"/>
              </a:solidFill>
            </a:endParaRPr>
          </a:p>
        </p:txBody>
      </p:sp>
      <p:sp>
        <p:nvSpPr>
          <p:cNvPr id="2175" name="Google Shape;2175;p119"/>
          <p:cNvSpPr/>
          <p:nvPr/>
        </p:nvSpPr>
        <p:spPr>
          <a:xfrm flipH="1">
            <a:off x="5977500" y="2577975"/>
            <a:ext cx="11781300" cy="1468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sp>
        <p:nvSpPr>
          <p:cNvPr id="2176" name="Google Shape;2176;p119"/>
          <p:cNvSpPr/>
          <p:nvPr/>
        </p:nvSpPr>
        <p:spPr>
          <a:xfrm flipH="1">
            <a:off x="530528" y="6059625"/>
            <a:ext cx="11784600" cy="1667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cxnSp>
        <p:nvCxnSpPr>
          <p:cNvPr id="2177" name="Google Shape;2177;p119"/>
          <p:cNvCxnSpPr/>
          <p:nvPr/>
        </p:nvCxnSpPr>
        <p:spPr>
          <a:xfrm rot="10800000">
            <a:off x="529650" y="2583941"/>
            <a:ext cx="5452500" cy="0"/>
          </a:xfrm>
          <a:prstGeom prst="straightConnector1">
            <a:avLst/>
          </a:prstGeom>
          <a:noFill/>
          <a:ln cap="flat" cmpd="sng" w="9525">
            <a:solidFill>
              <a:srgbClr val="CED2D7"/>
            </a:solidFill>
            <a:prstDash val="solid"/>
            <a:round/>
            <a:headEnd len="med" w="med" type="none"/>
            <a:tailEnd len="med" w="med" type="none"/>
          </a:ln>
        </p:spPr>
      </p:cxnSp>
      <p:cxnSp>
        <p:nvCxnSpPr>
          <p:cNvPr id="2178" name="Google Shape;2178;p119"/>
          <p:cNvCxnSpPr/>
          <p:nvPr/>
        </p:nvCxnSpPr>
        <p:spPr>
          <a:xfrm rot="10800000">
            <a:off x="12314325" y="7722275"/>
            <a:ext cx="5446800" cy="0"/>
          </a:xfrm>
          <a:prstGeom prst="straightConnector1">
            <a:avLst/>
          </a:prstGeom>
          <a:noFill/>
          <a:ln cap="flat" cmpd="sng" w="9525">
            <a:solidFill>
              <a:srgbClr val="CED2D7"/>
            </a:solidFill>
            <a:prstDash val="solid"/>
            <a:round/>
            <a:headEnd len="med" w="med" type="none"/>
            <a:tailEnd len="med" w="med" type="none"/>
          </a:ln>
        </p:spPr>
      </p:cxnSp>
      <p:sp>
        <p:nvSpPr>
          <p:cNvPr id="2179" name="Google Shape;2179;p119"/>
          <p:cNvSpPr txBox="1"/>
          <p:nvPr>
            <p:ph idx="1" type="body"/>
          </p:nvPr>
        </p:nvSpPr>
        <p:spPr>
          <a:xfrm>
            <a:off x="895827" y="2807416"/>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SzPts val="1800"/>
              <a:buChar char="●"/>
              <a:defRPr sz="1800"/>
            </a:lvl1pPr>
            <a:lvl2pPr indent="-342900" lvl="1" marL="914400">
              <a:lnSpc>
                <a:spcPct val="115000"/>
              </a:lnSpc>
              <a:spcBef>
                <a:spcPts val="0"/>
              </a:spcBef>
              <a:spcAft>
                <a:spcPts val="0"/>
              </a:spcAft>
              <a:buSzPts val="1800"/>
              <a:buChar char="○"/>
              <a:defRPr sz="1800"/>
            </a:lvl2pPr>
            <a:lvl3pPr indent="-342900" lvl="2" marL="1371600">
              <a:lnSpc>
                <a:spcPct val="115000"/>
              </a:lnSpc>
              <a:spcBef>
                <a:spcPts val="0"/>
              </a:spcBef>
              <a:spcAft>
                <a:spcPts val="0"/>
              </a:spcAft>
              <a:buSzPts val="1800"/>
              <a:buChar char="■"/>
              <a:defRPr sz="1800"/>
            </a:lvl3pPr>
            <a:lvl4pPr indent="-342900" lvl="3" marL="1828800">
              <a:lnSpc>
                <a:spcPct val="115000"/>
              </a:lnSpc>
              <a:spcBef>
                <a:spcPts val="0"/>
              </a:spcBef>
              <a:spcAft>
                <a:spcPts val="0"/>
              </a:spcAft>
              <a:buSzPts val="1800"/>
              <a:buChar char="●"/>
              <a:defRPr sz="1800"/>
            </a:lvl4pPr>
            <a:lvl5pPr indent="-342900" lvl="4" marL="2286000">
              <a:lnSpc>
                <a:spcPct val="115000"/>
              </a:lnSpc>
              <a:spcBef>
                <a:spcPts val="0"/>
              </a:spcBef>
              <a:spcAft>
                <a:spcPts val="0"/>
              </a:spcAft>
              <a:buSzPts val="1800"/>
              <a:buChar char="○"/>
              <a:defRPr sz="1800"/>
            </a:lvl5pPr>
            <a:lvl6pPr indent="-342900" lvl="5" marL="2743200">
              <a:lnSpc>
                <a:spcPct val="115000"/>
              </a:lnSpc>
              <a:spcBef>
                <a:spcPts val="0"/>
              </a:spcBef>
              <a:spcAft>
                <a:spcPts val="0"/>
              </a:spcAft>
              <a:buSzPts val="1800"/>
              <a:buChar char="■"/>
              <a:defRPr sz="1800"/>
            </a:lvl6pPr>
            <a:lvl7pPr indent="-342900" lvl="6" marL="3200400">
              <a:lnSpc>
                <a:spcPct val="115000"/>
              </a:lnSpc>
              <a:spcBef>
                <a:spcPts val="0"/>
              </a:spcBef>
              <a:spcAft>
                <a:spcPts val="0"/>
              </a:spcAft>
              <a:buSzPts val="1800"/>
              <a:buChar char="●"/>
              <a:defRPr sz="1800"/>
            </a:lvl7pPr>
            <a:lvl8pPr indent="-342900" lvl="7" marL="3657600">
              <a:lnSpc>
                <a:spcPct val="115000"/>
              </a:lnSpc>
              <a:spcBef>
                <a:spcPts val="0"/>
              </a:spcBef>
              <a:spcAft>
                <a:spcPts val="0"/>
              </a:spcAft>
              <a:buSzPts val="1800"/>
              <a:buChar char="○"/>
              <a:defRPr sz="1800"/>
            </a:lvl8pPr>
            <a:lvl9pPr indent="-342900" lvl="8" marL="4114800">
              <a:lnSpc>
                <a:spcPct val="115000"/>
              </a:lnSpc>
              <a:spcBef>
                <a:spcPts val="0"/>
              </a:spcBef>
              <a:spcAft>
                <a:spcPts val="0"/>
              </a:spcAft>
              <a:buSzPts val="1800"/>
              <a:buChar char="■"/>
              <a:defRPr sz="1800"/>
            </a:lvl9pPr>
          </a:lstStyle>
          <a:p/>
        </p:txBody>
      </p:sp>
      <p:sp>
        <p:nvSpPr>
          <p:cNvPr id="2180" name="Google Shape;2180;p119"/>
          <p:cNvSpPr txBox="1"/>
          <p:nvPr>
            <p:ph idx="2" type="body"/>
          </p:nvPr>
        </p:nvSpPr>
        <p:spPr>
          <a:xfrm>
            <a:off x="895825" y="3852225"/>
            <a:ext cx="16441200" cy="2607600"/>
          </a:xfrm>
          <a:prstGeom prst="rect">
            <a:avLst/>
          </a:prstGeom>
        </p:spPr>
        <p:txBody>
          <a:bodyPr anchorCtr="0" anchor="t" bIns="0" lIns="0" spcFirstLastPara="1" rIns="0" wrap="square" tIns="0">
            <a:spAutoFit/>
          </a:bodyPr>
          <a:lstStyle>
            <a:lvl1pPr indent="-514350" lvl="0" marL="457200">
              <a:lnSpc>
                <a:spcPct val="115000"/>
              </a:lnSpc>
              <a:spcBef>
                <a:spcPts val="0"/>
              </a:spcBef>
              <a:spcAft>
                <a:spcPts val="0"/>
              </a:spcAft>
              <a:buSzPts val="4500"/>
              <a:buChar char="●"/>
              <a:defRPr sz="4500"/>
            </a:lvl1pPr>
            <a:lvl2pPr indent="-514350" lvl="1" marL="914400">
              <a:lnSpc>
                <a:spcPct val="115000"/>
              </a:lnSpc>
              <a:spcBef>
                <a:spcPts val="0"/>
              </a:spcBef>
              <a:spcAft>
                <a:spcPts val="0"/>
              </a:spcAft>
              <a:buSzPts val="4500"/>
              <a:buChar char="○"/>
              <a:defRPr sz="4500"/>
            </a:lvl2pPr>
            <a:lvl3pPr indent="-514350" lvl="2" marL="1371600">
              <a:lnSpc>
                <a:spcPct val="115000"/>
              </a:lnSpc>
              <a:spcBef>
                <a:spcPts val="0"/>
              </a:spcBef>
              <a:spcAft>
                <a:spcPts val="0"/>
              </a:spcAft>
              <a:buSzPts val="4500"/>
              <a:buChar char="■"/>
              <a:defRPr sz="4500"/>
            </a:lvl3pPr>
            <a:lvl4pPr indent="-514350" lvl="3" marL="1828800">
              <a:lnSpc>
                <a:spcPct val="115000"/>
              </a:lnSpc>
              <a:spcBef>
                <a:spcPts val="0"/>
              </a:spcBef>
              <a:spcAft>
                <a:spcPts val="0"/>
              </a:spcAft>
              <a:buSzPts val="4500"/>
              <a:buChar char="●"/>
              <a:defRPr sz="4500"/>
            </a:lvl4pPr>
            <a:lvl5pPr indent="-514350" lvl="4" marL="2286000">
              <a:lnSpc>
                <a:spcPct val="115000"/>
              </a:lnSpc>
              <a:spcBef>
                <a:spcPts val="0"/>
              </a:spcBef>
              <a:spcAft>
                <a:spcPts val="0"/>
              </a:spcAft>
              <a:buSzPts val="4500"/>
              <a:buChar char="○"/>
              <a:defRPr sz="4500"/>
            </a:lvl5pPr>
            <a:lvl6pPr indent="-514350" lvl="5" marL="2743200">
              <a:lnSpc>
                <a:spcPct val="115000"/>
              </a:lnSpc>
              <a:spcBef>
                <a:spcPts val="0"/>
              </a:spcBef>
              <a:spcAft>
                <a:spcPts val="0"/>
              </a:spcAft>
              <a:buSzPts val="4500"/>
              <a:buChar char="■"/>
              <a:defRPr sz="4500"/>
            </a:lvl6pPr>
            <a:lvl7pPr indent="-514350" lvl="6" marL="3200400">
              <a:lnSpc>
                <a:spcPct val="115000"/>
              </a:lnSpc>
              <a:spcBef>
                <a:spcPts val="0"/>
              </a:spcBef>
              <a:spcAft>
                <a:spcPts val="0"/>
              </a:spcAft>
              <a:buSzPts val="4500"/>
              <a:buChar char="●"/>
              <a:defRPr sz="4500"/>
            </a:lvl7pPr>
            <a:lvl8pPr indent="-514350" lvl="7" marL="3657600">
              <a:lnSpc>
                <a:spcPct val="115000"/>
              </a:lnSpc>
              <a:spcBef>
                <a:spcPts val="0"/>
              </a:spcBef>
              <a:spcAft>
                <a:spcPts val="0"/>
              </a:spcAft>
              <a:buSzPts val="4500"/>
              <a:buChar char="○"/>
              <a:defRPr sz="4500"/>
            </a:lvl8pPr>
            <a:lvl9pPr indent="-514350" lvl="8" marL="4114800">
              <a:lnSpc>
                <a:spcPct val="115000"/>
              </a:lnSpc>
              <a:spcBef>
                <a:spcPts val="0"/>
              </a:spcBef>
              <a:spcAft>
                <a:spcPts val="0"/>
              </a:spcAft>
              <a:buSzPts val="4500"/>
              <a:buChar char="■"/>
              <a:defRPr sz="4500"/>
            </a:lvl9pPr>
          </a:lstStyle>
          <a:p/>
        </p:txBody>
      </p:sp>
      <p:cxnSp>
        <p:nvCxnSpPr>
          <p:cNvPr id="2181" name="Google Shape;2181;p119"/>
          <p:cNvCxnSpPr/>
          <p:nvPr/>
        </p:nvCxnSpPr>
        <p:spPr>
          <a:xfrm rot="10800000">
            <a:off x="52725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82" name="Google Shape;2182;p119"/>
          <p:cNvCxnSpPr/>
          <p:nvPr/>
        </p:nvCxnSpPr>
        <p:spPr>
          <a:xfrm rot="10800000">
            <a:off x="17758800" y="-6600"/>
            <a:ext cx="0" cy="9766500"/>
          </a:xfrm>
          <a:prstGeom prst="straightConnector1">
            <a:avLst/>
          </a:prstGeom>
          <a:noFill/>
          <a:ln cap="flat" cmpd="sng" w="9525">
            <a:solidFill>
              <a:srgbClr val="CED2D7"/>
            </a:solidFill>
            <a:prstDash val="solid"/>
            <a:round/>
            <a:headEnd len="med" w="med" type="none"/>
            <a:tailEnd len="med" w="med" type="none"/>
          </a:ln>
        </p:spPr>
      </p:cxnSp>
      <p:cxnSp>
        <p:nvCxnSpPr>
          <p:cNvPr id="2183" name="Google Shape;2183;p119"/>
          <p:cNvCxnSpPr/>
          <p:nvPr/>
        </p:nvCxnSpPr>
        <p:spPr>
          <a:xfrm>
            <a:off x="0" y="526975"/>
            <a:ext cx="18291000" cy="0"/>
          </a:xfrm>
          <a:prstGeom prst="straightConnector1">
            <a:avLst/>
          </a:prstGeom>
          <a:noFill/>
          <a:ln cap="flat" cmpd="sng" w="9525">
            <a:solidFill>
              <a:srgbClr val="CED2D7"/>
            </a:solidFill>
            <a:prstDash val="solid"/>
            <a:round/>
            <a:headEnd len="med" w="med" type="none"/>
            <a:tailEnd len="med" w="med" type="none"/>
          </a:ln>
        </p:spPr>
      </p:cxnSp>
      <p:sp>
        <p:nvSpPr>
          <p:cNvPr id="2184" name="Google Shape;2184;p119"/>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185" name="Google Shape;2185;p119"/>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rgbClr val="091C35"/>
                </a:solidFill>
                <a:latin typeface="Libre Franklin"/>
                <a:ea typeface="Libre Franklin"/>
                <a:cs typeface="Libre Franklin"/>
                <a:sym typeface="Libre Franklin"/>
              </a:rPr>
              <a:t>‹#›</a:t>
            </a:fld>
            <a:endParaRPr b="1" sz="1000">
              <a:solidFill>
                <a:srgbClr val="091C35"/>
              </a:solidFill>
              <a:latin typeface="Libre Franklin"/>
              <a:ea typeface="Libre Franklin"/>
              <a:cs typeface="Libre Franklin"/>
              <a:sym typeface="Libre Franklin"/>
            </a:endParaRPr>
          </a:p>
        </p:txBody>
      </p:sp>
      <p:cxnSp>
        <p:nvCxnSpPr>
          <p:cNvPr id="2186" name="Google Shape;2186;p119"/>
          <p:cNvCxnSpPr/>
          <p:nvPr/>
        </p:nvCxnSpPr>
        <p:spPr>
          <a:xfrm>
            <a:off x="0" y="9762900"/>
            <a:ext cx="18291000" cy="0"/>
          </a:xfrm>
          <a:prstGeom prst="straightConnector1">
            <a:avLst/>
          </a:prstGeom>
          <a:noFill/>
          <a:ln cap="flat" cmpd="sng" w="9525">
            <a:solidFill>
              <a:srgbClr val="CED2D7"/>
            </a:solidFill>
            <a:prstDash val="solid"/>
            <a:round/>
            <a:headEnd len="med" w="med" type="none"/>
            <a:tailEnd len="med" w="med" type="none"/>
          </a:ln>
        </p:spPr>
      </p:cxnSp>
      <p:grpSp>
        <p:nvGrpSpPr>
          <p:cNvPr id="2187" name="Google Shape;2187;p119"/>
          <p:cNvGrpSpPr/>
          <p:nvPr/>
        </p:nvGrpSpPr>
        <p:grpSpPr>
          <a:xfrm>
            <a:off x="16321019" y="9940892"/>
            <a:ext cx="1188866" cy="190224"/>
            <a:chOff x="238125" y="2252900"/>
            <a:chExt cx="7144625" cy="1210075"/>
          </a:xfrm>
        </p:grpSpPr>
        <p:sp>
          <p:nvSpPr>
            <p:cNvPr id="2188" name="Google Shape;2188;p119"/>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19"/>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19"/>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19"/>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19"/>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19"/>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19"/>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19"/>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19"/>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dark">
  <p:cSld name="CUSTOM_13_1_1">
    <p:bg>
      <p:bgPr>
        <a:solidFill>
          <a:schemeClr val="dk1"/>
        </a:solidFill>
      </p:bgPr>
    </p:bg>
    <p:spTree>
      <p:nvGrpSpPr>
        <p:cNvPr id="2197" name="Shape 2197"/>
        <p:cNvGrpSpPr/>
        <p:nvPr/>
      </p:nvGrpSpPr>
      <p:grpSpPr>
        <a:xfrm>
          <a:off x="0" y="0"/>
          <a:ext cx="0" cy="0"/>
          <a:chOff x="0" y="0"/>
          <a:chExt cx="0" cy="0"/>
        </a:xfrm>
      </p:grpSpPr>
      <p:sp>
        <p:nvSpPr>
          <p:cNvPr id="2198" name="Google Shape;2198;p120"/>
          <p:cNvSpPr/>
          <p:nvPr/>
        </p:nvSpPr>
        <p:spPr>
          <a:xfrm flipH="1">
            <a:off x="530700" y="3309378"/>
            <a:ext cx="17228100" cy="3660000"/>
          </a:xfrm>
          <a:prstGeom prst="rect">
            <a:avLst/>
          </a:prstGeom>
          <a:solidFill>
            <a:srgbClr val="192E4D"/>
          </a:solidFill>
          <a:ln>
            <a:noFill/>
          </a:ln>
        </p:spPr>
        <p:txBody>
          <a:bodyPr anchorCtr="0" anchor="t" bIns="457200" lIns="365750" spcFirstLastPara="1" rIns="365750" wrap="square" tIns="457200">
            <a:noAutofit/>
          </a:bodyPr>
          <a:lstStyle/>
          <a:p>
            <a:pPr indent="0" lvl="0" marL="0" marR="0" rtl="0" algn="l">
              <a:lnSpc>
                <a:spcPct val="115000"/>
              </a:lnSpc>
              <a:spcBef>
                <a:spcPts val="0"/>
              </a:spcBef>
              <a:spcAft>
                <a:spcPts val="0"/>
              </a:spcAft>
              <a:buClr>
                <a:srgbClr val="091C35"/>
              </a:buClr>
              <a:buSzPts val="5350"/>
              <a:buFont typeface="Libre Franklin"/>
              <a:buNone/>
            </a:pPr>
            <a:r>
              <a:t/>
            </a:r>
            <a:endParaRPr i="0" sz="5500" u="none" cap="none" strike="noStrike">
              <a:solidFill>
                <a:srgbClr val="FFFFFF"/>
              </a:solidFill>
            </a:endParaRPr>
          </a:p>
        </p:txBody>
      </p:sp>
      <p:sp>
        <p:nvSpPr>
          <p:cNvPr id="2199" name="Google Shape;2199;p120"/>
          <p:cNvSpPr/>
          <p:nvPr/>
        </p:nvSpPr>
        <p:spPr>
          <a:xfrm flipH="1">
            <a:off x="5977500" y="2577975"/>
            <a:ext cx="11781300" cy="1468800"/>
          </a:xfrm>
          <a:prstGeom prst="rect">
            <a:avLst/>
          </a:prstGeom>
          <a:solidFill>
            <a:srgbClr val="192E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sp>
        <p:nvSpPr>
          <p:cNvPr id="2200" name="Google Shape;2200;p120"/>
          <p:cNvSpPr/>
          <p:nvPr/>
        </p:nvSpPr>
        <p:spPr>
          <a:xfrm flipH="1">
            <a:off x="530528" y="6059625"/>
            <a:ext cx="11784600" cy="1667100"/>
          </a:xfrm>
          <a:prstGeom prst="rect">
            <a:avLst/>
          </a:prstGeom>
          <a:solidFill>
            <a:srgbClr val="192E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ibre Franklin"/>
              <a:ea typeface="Libre Franklin"/>
              <a:cs typeface="Libre Franklin"/>
              <a:sym typeface="Libre Franklin"/>
            </a:endParaRPr>
          </a:p>
        </p:txBody>
      </p:sp>
      <p:cxnSp>
        <p:nvCxnSpPr>
          <p:cNvPr id="2201" name="Google Shape;2201;p120"/>
          <p:cNvCxnSpPr/>
          <p:nvPr/>
        </p:nvCxnSpPr>
        <p:spPr>
          <a:xfrm rot="10800000">
            <a:off x="529650" y="2583941"/>
            <a:ext cx="5452500" cy="0"/>
          </a:xfrm>
          <a:prstGeom prst="straightConnector1">
            <a:avLst/>
          </a:prstGeom>
          <a:noFill/>
          <a:ln cap="flat" cmpd="sng" w="9525">
            <a:solidFill>
              <a:srgbClr val="6B7786"/>
            </a:solidFill>
            <a:prstDash val="solid"/>
            <a:round/>
            <a:headEnd len="med" w="med" type="none"/>
            <a:tailEnd len="med" w="med" type="none"/>
          </a:ln>
        </p:spPr>
      </p:cxnSp>
      <p:cxnSp>
        <p:nvCxnSpPr>
          <p:cNvPr id="2202" name="Google Shape;2202;p120"/>
          <p:cNvCxnSpPr/>
          <p:nvPr/>
        </p:nvCxnSpPr>
        <p:spPr>
          <a:xfrm rot="10800000">
            <a:off x="12314325" y="7722275"/>
            <a:ext cx="5446800" cy="0"/>
          </a:xfrm>
          <a:prstGeom prst="straightConnector1">
            <a:avLst/>
          </a:prstGeom>
          <a:noFill/>
          <a:ln cap="flat" cmpd="sng" w="9525">
            <a:solidFill>
              <a:srgbClr val="6B7786"/>
            </a:solidFill>
            <a:prstDash val="solid"/>
            <a:round/>
            <a:headEnd len="med" w="med" type="none"/>
            <a:tailEnd len="med" w="med" type="none"/>
          </a:ln>
        </p:spPr>
      </p:cxnSp>
      <p:sp>
        <p:nvSpPr>
          <p:cNvPr id="2203" name="Google Shape;2203;p120"/>
          <p:cNvSpPr txBox="1"/>
          <p:nvPr>
            <p:ph idx="1" type="body"/>
          </p:nvPr>
        </p:nvSpPr>
        <p:spPr>
          <a:xfrm>
            <a:off x="895827" y="2807416"/>
            <a:ext cx="4686900" cy="3651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lt1"/>
              </a:buClr>
              <a:buSzPts val="1800"/>
              <a:buChar char="●"/>
              <a:defRPr sz="1800">
                <a:solidFill>
                  <a:schemeClr val="lt1"/>
                </a:solidFill>
              </a:defRPr>
            </a:lvl1pPr>
            <a:lvl2pPr indent="-342900" lvl="1" marL="914400">
              <a:lnSpc>
                <a:spcPct val="115000"/>
              </a:lnSpc>
              <a:spcBef>
                <a:spcPts val="0"/>
              </a:spcBef>
              <a:spcAft>
                <a:spcPts val="0"/>
              </a:spcAft>
              <a:buClr>
                <a:schemeClr val="lt1"/>
              </a:buClr>
              <a:buSzPts val="1800"/>
              <a:buChar char="○"/>
              <a:defRPr sz="1800">
                <a:solidFill>
                  <a:schemeClr val="lt1"/>
                </a:solidFill>
              </a:defRPr>
            </a:lvl2pPr>
            <a:lvl3pPr indent="-342900" lvl="2" marL="1371600">
              <a:lnSpc>
                <a:spcPct val="115000"/>
              </a:lnSpc>
              <a:spcBef>
                <a:spcPts val="0"/>
              </a:spcBef>
              <a:spcAft>
                <a:spcPts val="0"/>
              </a:spcAft>
              <a:buClr>
                <a:schemeClr val="lt1"/>
              </a:buClr>
              <a:buSzPts val="1800"/>
              <a:buChar char="■"/>
              <a:defRPr sz="1800">
                <a:solidFill>
                  <a:schemeClr val="lt1"/>
                </a:solidFill>
              </a:defRPr>
            </a:lvl3pPr>
            <a:lvl4pPr indent="-342900" lvl="3" marL="1828800">
              <a:lnSpc>
                <a:spcPct val="115000"/>
              </a:lnSpc>
              <a:spcBef>
                <a:spcPts val="0"/>
              </a:spcBef>
              <a:spcAft>
                <a:spcPts val="0"/>
              </a:spcAft>
              <a:buClr>
                <a:schemeClr val="lt1"/>
              </a:buClr>
              <a:buSzPts val="1800"/>
              <a:buChar char="●"/>
              <a:defRPr sz="1800">
                <a:solidFill>
                  <a:schemeClr val="lt1"/>
                </a:solidFill>
              </a:defRPr>
            </a:lvl4pPr>
            <a:lvl5pPr indent="-342900" lvl="4" marL="2286000">
              <a:lnSpc>
                <a:spcPct val="115000"/>
              </a:lnSpc>
              <a:spcBef>
                <a:spcPts val="0"/>
              </a:spcBef>
              <a:spcAft>
                <a:spcPts val="0"/>
              </a:spcAft>
              <a:buClr>
                <a:schemeClr val="lt1"/>
              </a:buClr>
              <a:buSzPts val="1800"/>
              <a:buChar char="○"/>
              <a:defRPr sz="1800">
                <a:solidFill>
                  <a:schemeClr val="lt1"/>
                </a:solidFill>
              </a:defRPr>
            </a:lvl5pPr>
            <a:lvl6pPr indent="-342900" lvl="5" marL="2743200">
              <a:lnSpc>
                <a:spcPct val="115000"/>
              </a:lnSpc>
              <a:spcBef>
                <a:spcPts val="0"/>
              </a:spcBef>
              <a:spcAft>
                <a:spcPts val="0"/>
              </a:spcAft>
              <a:buClr>
                <a:schemeClr val="lt1"/>
              </a:buClr>
              <a:buSzPts val="1800"/>
              <a:buChar char="■"/>
              <a:defRPr sz="1800">
                <a:solidFill>
                  <a:schemeClr val="lt1"/>
                </a:solidFill>
              </a:defRPr>
            </a:lvl6pPr>
            <a:lvl7pPr indent="-342900" lvl="6" marL="3200400">
              <a:lnSpc>
                <a:spcPct val="115000"/>
              </a:lnSpc>
              <a:spcBef>
                <a:spcPts val="0"/>
              </a:spcBef>
              <a:spcAft>
                <a:spcPts val="0"/>
              </a:spcAft>
              <a:buClr>
                <a:schemeClr val="lt1"/>
              </a:buClr>
              <a:buSzPts val="1800"/>
              <a:buChar char="●"/>
              <a:defRPr sz="1800">
                <a:solidFill>
                  <a:schemeClr val="lt1"/>
                </a:solidFill>
              </a:defRPr>
            </a:lvl7pPr>
            <a:lvl8pPr indent="-342900" lvl="7" marL="3657600">
              <a:lnSpc>
                <a:spcPct val="115000"/>
              </a:lnSpc>
              <a:spcBef>
                <a:spcPts val="0"/>
              </a:spcBef>
              <a:spcAft>
                <a:spcPts val="0"/>
              </a:spcAft>
              <a:buClr>
                <a:schemeClr val="lt1"/>
              </a:buClr>
              <a:buSzPts val="1800"/>
              <a:buChar char="○"/>
              <a:defRPr sz="1800">
                <a:solidFill>
                  <a:schemeClr val="lt1"/>
                </a:solidFill>
              </a:defRPr>
            </a:lvl8pPr>
            <a:lvl9pPr indent="-342900" lvl="8" marL="4114800">
              <a:lnSpc>
                <a:spcPct val="115000"/>
              </a:lnSpc>
              <a:spcBef>
                <a:spcPts val="0"/>
              </a:spcBef>
              <a:spcAft>
                <a:spcPts val="0"/>
              </a:spcAft>
              <a:buClr>
                <a:schemeClr val="lt1"/>
              </a:buClr>
              <a:buSzPts val="1800"/>
              <a:buChar char="■"/>
              <a:defRPr sz="1800">
                <a:solidFill>
                  <a:schemeClr val="lt1"/>
                </a:solidFill>
              </a:defRPr>
            </a:lvl9pPr>
          </a:lstStyle>
          <a:p/>
        </p:txBody>
      </p:sp>
      <p:sp>
        <p:nvSpPr>
          <p:cNvPr id="2204" name="Google Shape;2204;p120"/>
          <p:cNvSpPr txBox="1"/>
          <p:nvPr>
            <p:ph idx="2" type="body"/>
          </p:nvPr>
        </p:nvSpPr>
        <p:spPr>
          <a:xfrm>
            <a:off x="895825" y="3852225"/>
            <a:ext cx="16441200" cy="2607600"/>
          </a:xfrm>
          <a:prstGeom prst="rect">
            <a:avLst/>
          </a:prstGeom>
          <a:solidFill>
            <a:srgbClr val="192E4D"/>
          </a:solidFill>
        </p:spPr>
        <p:txBody>
          <a:bodyPr anchorCtr="0" anchor="t" bIns="0" lIns="0" spcFirstLastPara="1" rIns="0" wrap="square" tIns="0">
            <a:spAutoFit/>
          </a:bodyPr>
          <a:lstStyle>
            <a:lvl1pPr indent="-514350" lvl="0" marL="457200">
              <a:lnSpc>
                <a:spcPct val="115000"/>
              </a:lnSpc>
              <a:spcBef>
                <a:spcPts val="0"/>
              </a:spcBef>
              <a:spcAft>
                <a:spcPts val="0"/>
              </a:spcAft>
              <a:buClr>
                <a:schemeClr val="lt1"/>
              </a:buClr>
              <a:buSzPts val="4500"/>
              <a:buChar char="●"/>
              <a:defRPr sz="4500">
                <a:solidFill>
                  <a:schemeClr val="lt1"/>
                </a:solidFill>
              </a:defRPr>
            </a:lvl1pPr>
            <a:lvl2pPr indent="-514350" lvl="1" marL="914400">
              <a:lnSpc>
                <a:spcPct val="115000"/>
              </a:lnSpc>
              <a:spcBef>
                <a:spcPts val="0"/>
              </a:spcBef>
              <a:spcAft>
                <a:spcPts val="0"/>
              </a:spcAft>
              <a:buClr>
                <a:schemeClr val="lt1"/>
              </a:buClr>
              <a:buSzPts val="4500"/>
              <a:buChar char="○"/>
              <a:defRPr sz="4500">
                <a:solidFill>
                  <a:schemeClr val="lt1"/>
                </a:solidFill>
              </a:defRPr>
            </a:lvl2pPr>
            <a:lvl3pPr indent="-514350" lvl="2" marL="1371600">
              <a:lnSpc>
                <a:spcPct val="115000"/>
              </a:lnSpc>
              <a:spcBef>
                <a:spcPts val="0"/>
              </a:spcBef>
              <a:spcAft>
                <a:spcPts val="0"/>
              </a:spcAft>
              <a:buClr>
                <a:schemeClr val="lt1"/>
              </a:buClr>
              <a:buSzPts val="4500"/>
              <a:buChar char="■"/>
              <a:defRPr sz="4500">
                <a:solidFill>
                  <a:schemeClr val="lt1"/>
                </a:solidFill>
              </a:defRPr>
            </a:lvl3pPr>
            <a:lvl4pPr indent="-514350" lvl="3" marL="1828800">
              <a:lnSpc>
                <a:spcPct val="115000"/>
              </a:lnSpc>
              <a:spcBef>
                <a:spcPts val="0"/>
              </a:spcBef>
              <a:spcAft>
                <a:spcPts val="0"/>
              </a:spcAft>
              <a:buClr>
                <a:schemeClr val="lt1"/>
              </a:buClr>
              <a:buSzPts val="4500"/>
              <a:buChar char="●"/>
              <a:defRPr sz="4500">
                <a:solidFill>
                  <a:schemeClr val="lt1"/>
                </a:solidFill>
              </a:defRPr>
            </a:lvl4pPr>
            <a:lvl5pPr indent="-514350" lvl="4" marL="2286000">
              <a:lnSpc>
                <a:spcPct val="115000"/>
              </a:lnSpc>
              <a:spcBef>
                <a:spcPts val="0"/>
              </a:spcBef>
              <a:spcAft>
                <a:spcPts val="0"/>
              </a:spcAft>
              <a:buClr>
                <a:schemeClr val="lt1"/>
              </a:buClr>
              <a:buSzPts val="4500"/>
              <a:buChar char="○"/>
              <a:defRPr sz="4500">
                <a:solidFill>
                  <a:schemeClr val="lt1"/>
                </a:solidFill>
              </a:defRPr>
            </a:lvl5pPr>
            <a:lvl6pPr indent="-514350" lvl="5" marL="2743200">
              <a:lnSpc>
                <a:spcPct val="115000"/>
              </a:lnSpc>
              <a:spcBef>
                <a:spcPts val="0"/>
              </a:spcBef>
              <a:spcAft>
                <a:spcPts val="0"/>
              </a:spcAft>
              <a:buClr>
                <a:schemeClr val="lt1"/>
              </a:buClr>
              <a:buSzPts val="4500"/>
              <a:buChar char="■"/>
              <a:defRPr sz="4500">
                <a:solidFill>
                  <a:schemeClr val="lt1"/>
                </a:solidFill>
              </a:defRPr>
            </a:lvl6pPr>
            <a:lvl7pPr indent="-514350" lvl="6" marL="3200400">
              <a:lnSpc>
                <a:spcPct val="115000"/>
              </a:lnSpc>
              <a:spcBef>
                <a:spcPts val="0"/>
              </a:spcBef>
              <a:spcAft>
                <a:spcPts val="0"/>
              </a:spcAft>
              <a:buClr>
                <a:schemeClr val="lt1"/>
              </a:buClr>
              <a:buSzPts val="4500"/>
              <a:buChar char="●"/>
              <a:defRPr sz="4500">
                <a:solidFill>
                  <a:schemeClr val="lt1"/>
                </a:solidFill>
              </a:defRPr>
            </a:lvl7pPr>
            <a:lvl8pPr indent="-514350" lvl="7" marL="3657600">
              <a:lnSpc>
                <a:spcPct val="115000"/>
              </a:lnSpc>
              <a:spcBef>
                <a:spcPts val="0"/>
              </a:spcBef>
              <a:spcAft>
                <a:spcPts val="0"/>
              </a:spcAft>
              <a:buClr>
                <a:schemeClr val="lt1"/>
              </a:buClr>
              <a:buSzPts val="4500"/>
              <a:buChar char="○"/>
              <a:defRPr sz="4500">
                <a:solidFill>
                  <a:schemeClr val="lt1"/>
                </a:solidFill>
              </a:defRPr>
            </a:lvl8pPr>
            <a:lvl9pPr indent="-514350" lvl="8" marL="4114800">
              <a:lnSpc>
                <a:spcPct val="115000"/>
              </a:lnSpc>
              <a:spcBef>
                <a:spcPts val="0"/>
              </a:spcBef>
              <a:spcAft>
                <a:spcPts val="0"/>
              </a:spcAft>
              <a:buClr>
                <a:schemeClr val="lt1"/>
              </a:buClr>
              <a:buSzPts val="4500"/>
              <a:buChar char="■"/>
              <a:defRPr sz="4500">
                <a:solidFill>
                  <a:schemeClr val="lt1"/>
                </a:solidFill>
              </a:defRPr>
            </a:lvl9pPr>
          </a:lstStyle>
          <a:p/>
        </p:txBody>
      </p:sp>
      <p:cxnSp>
        <p:nvCxnSpPr>
          <p:cNvPr id="2205" name="Google Shape;2205;p120"/>
          <p:cNvCxnSpPr/>
          <p:nvPr/>
        </p:nvCxnSpPr>
        <p:spPr>
          <a:xfrm rot="10800000">
            <a:off x="527250" y="-6600"/>
            <a:ext cx="0" cy="9766500"/>
          </a:xfrm>
          <a:prstGeom prst="straightConnector1">
            <a:avLst/>
          </a:prstGeom>
          <a:noFill/>
          <a:ln cap="flat" cmpd="sng" w="9525">
            <a:solidFill>
              <a:srgbClr val="6B7786"/>
            </a:solidFill>
            <a:prstDash val="solid"/>
            <a:round/>
            <a:headEnd len="med" w="med" type="none"/>
            <a:tailEnd len="med" w="med" type="none"/>
          </a:ln>
        </p:spPr>
      </p:cxnSp>
      <p:cxnSp>
        <p:nvCxnSpPr>
          <p:cNvPr id="2206" name="Google Shape;2206;p120"/>
          <p:cNvCxnSpPr/>
          <p:nvPr/>
        </p:nvCxnSpPr>
        <p:spPr>
          <a:xfrm rot="10800000">
            <a:off x="17758800" y="-6600"/>
            <a:ext cx="0" cy="9766500"/>
          </a:xfrm>
          <a:prstGeom prst="straightConnector1">
            <a:avLst/>
          </a:prstGeom>
          <a:noFill/>
          <a:ln cap="flat" cmpd="sng" w="9525">
            <a:solidFill>
              <a:srgbClr val="6B7786"/>
            </a:solidFill>
            <a:prstDash val="solid"/>
            <a:round/>
            <a:headEnd len="med" w="med" type="none"/>
            <a:tailEnd len="med" w="med" type="none"/>
          </a:ln>
        </p:spPr>
      </p:cxnSp>
      <p:cxnSp>
        <p:nvCxnSpPr>
          <p:cNvPr id="2207" name="Google Shape;2207;p120"/>
          <p:cNvCxnSpPr/>
          <p:nvPr/>
        </p:nvCxnSpPr>
        <p:spPr>
          <a:xfrm>
            <a:off x="0" y="526975"/>
            <a:ext cx="18291000" cy="0"/>
          </a:xfrm>
          <a:prstGeom prst="straightConnector1">
            <a:avLst/>
          </a:prstGeom>
          <a:noFill/>
          <a:ln cap="flat" cmpd="sng" w="9525">
            <a:solidFill>
              <a:srgbClr val="6B7786"/>
            </a:solidFill>
            <a:prstDash val="solid"/>
            <a:round/>
            <a:headEnd len="med" w="med" type="none"/>
            <a:tailEnd len="med" w="med" type="none"/>
          </a:ln>
        </p:spPr>
      </p:cxnSp>
      <p:sp>
        <p:nvSpPr>
          <p:cNvPr id="2208" name="Google Shape;2208;p120"/>
          <p:cNvSpPr/>
          <p:nvPr/>
        </p:nvSpPr>
        <p:spPr>
          <a:xfrm flipH="1" rot="-5400000">
            <a:off x="302094" y="301931"/>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rgbClr val="3367FF"/>
          </a:solidFill>
          <a:ln>
            <a:noFill/>
          </a:ln>
        </p:spPr>
      </p:sp>
      <p:sp>
        <p:nvSpPr>
          <p:cNvPr id="2209" name="Google Shape;2209;p120"/>
          <p:cNvSpPr txBox="1"/>
          <p:nvPr/>
        </p:nvSpPr>
        <p:spPr>
          <a:xfrm>
            <a:off x="17530075" y="9759900"/>
            <a:ext cx="758100" cy="55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 sz="1000">
                <a:solidFill>
                  <a:schemeClr val="lt1"/>
                </a:solidFill>
                <a:latin typeface="Libre Franklin"/>
                <a:ea typeface="Libre Franklin"/>
                <a:cs typeface="Libre Franklin"/>
                <a:sym typeface="Libre Franklin"/>
              </a:rPr>
              <a:t>‹#›</a:t>
            </a:fld>
            <a:endParaRPr b="1" sz="1000">
              <a:solidFill>
                <a:schemeClr val="lt1"/>
              </a:solidFill>
              <a:latin typeface="Libre Franklin"/>
              <a:ea typeface="Libre Franklin"/>
              <a:cs typeface="Libre Franklin"/>
              <a:sym typeface="Libre Franklin"/>
            </a:endParaRPr>
          </a:p>
        </p:txBody>
      </p:sp>
      <p:cxnSp>
        <p:nvCxnSpPr>
          <p:cNvPr id="2210" name="Google Shape;2210;p120"/>
          <p:cNvCxnSpPr/>
          <p:nvPr/>
        </p:nvCxnSpPr>
        <p:spPr>
          <a:xfrm>
            <a:off x="0" y="9762900"/>
            <a:ext cx="18291000" cy="0"/>
          </a:xfrm>
          <a:prstGeom prst="straightConnector1">
            <a:avLst/>
          </a:prstGeom>
          <a:noFill/>
          <a:ln cap="flat" cmpd="sng" w="9525">
            <a:solidFill>
              <a:srgbClr val="6B7786"/>
            </a:solidFill>
            <a:prstDash val="solid"/>
            <a:round/>
            <a:headEnd len="med" w="med" type="none"/>
            <a:tailEnd len="med" w="med" type="none"/>
          </a:ln>
        </p:spPr>
      </p:cxnSp>
      <p:grpSp>
        <p:nvGrpSpPr>
          <p:cNvPr id="2211" name="Google Shape;2211;p120"/>
          <p:cNvGrpSpPr/>
          <p:nvPr/>
        </p:nvGrpSpPr>
        <p:grpSpPr>
          <a:xfrm>
            <a:off x="16321019" y="9940892"/>
            <a:ext cx="1188866" cy="190224"/>
            <a:chOff x="238125" y="2252900"/>
            <a:chExt cx="7144625" cy="1210075"/>
          </a:xfrm>
        </p:grpSpPr>
        <p:sp>
          <p:nvSpPr>
            <p:cNvPr id="2212" name="Google Shape;2212;p120"/>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20"/>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20"/>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20"/>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20"/>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20"/>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20"/>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20"/>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20"/>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6">
    <p:bg>
      <p:bgPr>
        <a:blipFill>
          <a:blip r:embed="rId2">
            <a:alphaModFix/>
          </a:blip>
          <a:stretch>
            <a:fillRect/>
          </a:stretch>
        </a:blipFill>
      </p:bgPr>
    </p:bg>
    <p:spTree>
      <p:nvGrpSpPr>
        <p:cNvPr id="2221" name="Shape 2221"/>
        <p:cNvGrpSpPr/>
        <p:nvPr/>
      </p:nvGrpSpPr>
      <p:grpSpPr>
        <a:xfrm>
          <a:off x="0" y="0"/>
          <a:ext cx="0" cy="0"/>
          <a:chOff x="0" y="0"/>
          <a:chExt cx="0" cy="0"/>
        </a:xfrm>
      </p:grpSpPr>
      <p:cxnSp>
        <p:nvCxnSpPr>
          <p:cNvPr id="2222" name="Google Shape;2222;p121"/>
          <p:cNvCxnSpPr/>
          <p:nvPr/>
        </p:nvCxnSpPr>
        <p:spPr>
          <a:xfrm>
            <a:off x="755700" y="2686863"/>
            <a:ext cx="16787400" cy="0"/>
          </a:xfrm>
          <a:prstGeom prst="straightConnector1">
            <a:avLst/>
          </a:prstGeom>
          <a:noFill/>
          <a:ln cap="flat" cmpd="sng" w="9525">
            <a:solidFill>
              <a:srgbClr val="6B7786"/>
            </a:solidFill>
            <a:prstDash val="solid"/>
            <a:round/>
            <a:headEnd len="med" w="med" type="none"/>
            <a:tailEnd len="med" w="med" type="none"/>
          </a:ln>
        </p:spPr>
      </p:cxnSp>
      <p:cxnSp>
        <p:nvCxnSpPr>
          <p:cNvPr id="2223" name="Google Shape;2223;p121"/>
          <p:cNvCxnSpPr/>
          <p:nvPr/>
        </p:nvCxnSpPr>
        <p:spPr>
          <a:xfrm>
            <a:off x="755700" y="7600138"/>
            <a:ext cx="16777200" cy="0"/>
          </a:xfrm>
          <a:prstGeom prst="straightConnector1">
            <a:avLst/>
          </a:prstGeom>
          <a:noFill/>
          <a:ln cap="flat" cmpd="sng" w="9525">
            <a:solidFill>
              <a:srgbClr val="6B7786"/>
            </a:solidFill>
            <a:prstDash val="solid"/>
            <a:round/>
            <a:headEnd len="med" w="med" type="none"/>
            <a:tailEnd len="med" w="med" type="none"/>
          </a:ln>
        </p:spPr>
      </p:cxnSp>
      <p:cxnSp>
        <p:nvCxnSpPr>
          <p:cNvPr id="2224" name="Google Shape;2224;p121"/>
          <p:cNvCxnSpPr/>
          <p:nvPr/>
        </p:nvCxnSpPr>
        <p:spPr>
          <a:xfrm rot="10800000">
            <a:off x="755850" y="-6600"/>
            <a:ext cx="0" cy="10300200"/>
          </a:xfrm>
          <a:prstGeom prst="straightConnector1">
            <a:avLst/>
          </a:prstGeom>
          <a:noFill/>
          <a:ln cap="flat" cmpd="sng" w="9525">
            <a:solidFill>
              <a:srgbClr val="6B7786"/>
            </a:solidFill>
            <a:prstDash val="solid"/>
            <a:round/>
            <a:headEnd len="med" w="med" type="none"/>
            <a:tailEnd len="med" w="med" type="none"/>
          </a:ln>
        </p:spPr>
      </p:cxnSp>
      <p:cxnSp>
        <p:nvCxnSpPr>
          <p:cNvPr id="2225" name="Google Shape;2225;p121"/>
          <p:cNvCxnSpPr/>
          <p:nvPr/>
        </p:nvCxnSpPr>
        <p:spPr>
          <a:xfrm rot="10800000">
            <a:off x="17530200" y="-6600"/>
            <a:ext cx="0" cy="10300200"/>
          </a:xfrm>
          <a:prstGeom prst="straightConnector1">
            <a:avLst/>
          </a:prstGeom>
          <a:noFill/>
          <a:ln cap="flat" cmpd="sng" w="9525">
            <a:solidFill>
              <a:srgbClr val="6B7786"/>
            </a:solidFill>
            <a:prstDash val="solid"/>
            <a:round/>
            <a:headEnd len="med" w="med" type="none"/>
            <a:tailEnd len="med" w="med" type="none"/>
          </a:ln>
        </p:spPr>
      </p:cxnSp>
      <p:grpSp>
        <p:nvGrpSpPr>
          <p:cNvPr id="2226" name="Google Shape;2226;p121"/>
          <p:cNvGrpSpPr/>
          <p:nvPr/>
        </p:nvGrpSpPr>
        <p:grpSpPr>
          <a:xfrm>
            <a:off x="1481967" y="920173"/>
            <a:ext cx="3234372" cy="517428"/>
            <a:chOff x="238125" y="2252900"/>
            <a:chExt cx="7144625" cy="1210075"/>
          </a:xfrm>
        </p:grpSpPr>
        <p:sp>
          <p:nvSpPr>
            <p:cNvPr id="2227" name="Google Shape;2227;p121"/>
            <p:cNvSpPr/>
            <p:nvPr/>
          </p:nvSpPr>
          <p:spPr>
            <a:xfrm>
              <a:off x="238125" y="2287225"/>
              <a:ext cx="347600" cy="347575"/>
            </a:xfrm>
            <a:custGeom>
              <a:rect b="b" l="l" r="r" t="t"/>
              <a:pathLst>
                <a:path extrusionOk="0" h="13903" w="13904">
                  <a:moveTo>
                    <a:pt x="0" y="0"/>
                  </a:moveTo>
                  <a:lnTo>
                    <a:pt x="0" y="6934"/>
                  </a:lnTo>
                  <a:lnTo>
                    <a:pt x="6969" y="6934"/>
                  </a:lnTo>
                  <a:lnTo>
                    <a:pt x="6969" y="13903"/>
                  </a:lnTo>
                  <a:lnTo>
                    <a:pt x="13903" y="13903"/>
                  </a:lnTo>
                  <a:lnTo>
                    <a:pt x="13903" y="6934"/>
                  </a:lnTo>
                  <a:lnTo>
                    <a:pt x="1390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28" name="Google Shape;2228;p121"/>
            <p:cNvSpPr/>
            <p:nvPr/>
          </p:nvSpPr>
          <p:spPr>
            <a:xfrm>
              <a:off x="412325" y="2287225"/>
              <a:ext cx="787875" cy="1160300"/>
            </a:xfrm>
            <a:custGeom>
              <a:rect b="b" l="l" r="r" t="t"/>
              <a:pathLst>
                <a:path extrusionOk="0" h="46412" w="31515">
                  <a:moveTo>
                    <a:pt x="17886" y="25368"/>
                  </a:moveTo>
                  <a:lnTo>
                    <a:pt x="19705" y="25471"/>
                  </a:lnTo>
                  <a:lnTo>
                    <a:pt x="21216" y="25780"/>
                  </a:lnTo>
                  <a:lnTo>
                    <a:pt x="22417" y="26295"/>
                  </a:lnTo>
                  <a:lnTo>
                    <a:pt x="23344" y="27085"/>
                  </a:lnTo>
                  <a:lnTo>
                    <a:pt x="23962" y="28149"/>
                  </a:lnTo>
                  <a:lnTo>
                    <a:pt x="24374" y="29591"/>
                  </a:lnTo>
                  <a:lnTo>
                    <a:pt x="24580" y="31410"/>
                  </a:lnTo>
                  <a:lnTo>
                    <a:pt x="24580" y="32474"/>
                  </a:lnTo>
                  <a:lnTo>
                    <a:pt x="24580" y="33401"/>
                  </a:lnTo>
                  <a:lnTo>
                    <a:pt x="24374" y="35015"/>
                  </a:lnTo>
                  <a:lnTo>
                    <a:pt x="23962" y="36353"/>
                  </a:lnTo>
                  <a:lnTo>
                    <a:pt x="23344" y="37418"/>
                  </a:lnTo>
                  <a:lnTo>
                    <a:pt x="22417" y="38241"/>
                  </a:lnTo>
                  <a:lnTo>
                    <a:pt x="21216" y="38825"/>
                  </a:lnTo>
                  <a:lnTo>
                    <a:pt x="19705" y="39203"/>
                  </a:lnTo>
                  <a:lnTo>
                    <a:pt x="17886" y="39374"/>
                  </a:lnTo>
                  <a:lnTo>
                    <a:pt x="7038" y="39374"/>
                  </a:lnTo>
                  <a:lnTo>
                    <a:pt x="7038" y="25368"/>
                  </a:lnTo>
                  <a:close/>
                  <a:moveTo>
                    <a:pt x="11569" y="0"/>
                  </a:moveTo>
                  <a:lnTo>
                    <a:pt x="11569" y="6934"/>
                  </a:lnTo>
                  <a:lnTo>
                    <a:pt x="17131" y="6934"/>
                  </a:lnTo>
                  <a:lnTo>
                    <a:pt x="18023" y="6969"/>
                  </a:lnTo>
                  <a:lnTo>
                    <a:pt x="19534" y="7278"/>
                  </a:lnTo>
                  <a:lnTo>
                    <a:pt x="20701" y="7793"/>
                  </a:lnTo>
                  <a:lnTo>
                    <a:pt x="21593" y="8479"/>
                  </a:lnTo>
                  <a:lnTo>
                    <a:pt x="22246" y="9337"/>
                  </a:lnTo>
                  <a:lnTo>
                    <a:pt x="22657" y="10264"/>
                  </a:lnTo>
                  <a:lnTo>
                    <a:pt x="23001" y="11740"/>
                  </a:lnTo>
                  <a:lnTo>
                    <a:pt x="23001" y="12701"/>
                  </a:lnTo>
                  <a:lnTo>
                    <a:pt x="22966" y="13697"/>
                  </a:lnTo>
                  <a:lnTo>
                    <a:pt x="22657" y="15345"/>
                  </a:lnTo>
                  <a:lnTo>
                    <a:pt x="22177" y="16546"/>
                  </a:lnTo>
                  <a:lnTo>
                    <a:pt x="21490" y="17404"/>
                  </a:lnTo>
                  <a:lnTo>
                    <a:pt x="20598" y="17954"/>
                  </a:lnTo>
                  <a:lnTo>
                    <a:pt x="19499" y="18297"/>
                  </a:lnTo>
                  <a:lnTo>
                    <a:pt x="17543" y="18537"/>
                  </a:lnTo>
                  <a:lnTo>
                    <a:pt x="15963" y="18606"/>
                  </a:lnTo>
                  <a:lnTo>
                    <a:pt x="1" y="18606"/>
                  </a:lnTo>
                  <a:lnTo>
                    <a:pt x="1" y="46411"/>
                  </a:lnTo>
                  <a:lnTo>
                    <a:pt x="16616" y="46411"/>
                  </a:lnTo>
                  <a:lnTo>
                    <a:pt x="18641" y="46343"/>
                  </a:lnTo>
                  <a:lnTo>
                    <a:pt x="22143" y="45794"/>
                  </a:lnTo>
                  <a:lnTo>
                    <a:pt x="25026" y="44729"/>
                  </a:lnTo>
                  <a:lnTo>
                    <a:pt x="27326" y="43288"/>
                  </a:lnTo>
                  <a:lnTo>
                    <a:pt x="29077" y="41468"/>
                  </a:lnTo>
                  <a:lnTo>
                    <a:pt x="30347" y="39374"/>
                  </a:lnTo>
                  <a:lnTo>
                    <a:pt x="31137" y="37109"/>
                  </a:lnTo>
                  <a:lnTo>
                    <a:pt x="31480" y="34671"/>
                  </a:lnTo>
                  <a:lnTo>
                    <a:pt x="31514" y="33435"/>
                  </a:lnTo>
                  <a:lnTo>
                    <a:pt x="31514" y="32406"/>
                  </a:lnTo>
                  <a:lnTo>
                    <a:pt x="31308" y="30415"/>
                  </a:lnTo>
                  <a:lnTo>
                    <a:pt x="30828" y="28630"/>
                  </a:lnTo>
                  <a:lnTo>
                    <a:pt x="30072" y="27016"/>
                  </a:lnTo>
                  <a:lnTo>
                    <a:pt x="28940" y="25609"/>
                  </a:lnTo>
                  <a:lnTo>
                    <a:pt x="27429" y="24442"/>
                  </a:lnTo>
                  <a:lnTo>
                    <a:pt x="25472" y="23515"/>
                  </a:lnTo>
                  <a:lnTo>
                    <a:pt x="23035" y="22828"/>
                  </a:lnTo>
                  <a:lnTo>
                    <a:pt x="21593" y="22622"/>
                  </a:lnTo>
                  <a:lnTo>
                    <a:pt x="21593" y="21524"/>
                  </a:lnTo>
                  <a:lnTo>
                    <a:pt x="22829" y="21318"/>
                  </a:lnTo>
                  <a:lnTo>
                    <a:pt x="24923" y="20666"/>
                  </a:lnTo>
                  <a:lnTo>
                    <a:pt x="26605" y="19704"/>
                  </a:lnTo>
                  <a:lnTo>
                    <a:pt x="27910" y="18537"/>
                  </a:lnTo>
                  <a:lnTo>
                    <a:pt x="28871" y="17198"/>
                  </a:lnTo>
                  <a:lnTo>
                    <a:pt x="29557" y="15722"/>
                  </a:lnTo>
                  <a:lnTo>
                    <a:pt x="29969" y="14109"/>
                  </a:lnTo>
                  <a:lnTo>
                    <a:pt x="30141" y="12461"/>
                  </a:lnTo>
                  <a:lnTo>
                    <a:pt x="30175" y="11637"/>
                  </a:lnTo>
                  <a:lnTo>
                    <a:pt x="30141" y="10607"/>
                  </a:lnTo>
                  <a:lnTo>
                    <a:pt x="29763" y="8548"/>
                  </a:lnTo>
                  <a:lnTo>
                    <a:pt x="29043" y="6557"/>
                  </a:lnTo>
                  <a:lnTo>
                    <a:pt x="27875" y="4703"/>
                  </a:lnTo>
                  <a:lnTo>
                    <a:pt x="26296" y="3055"/>
                  </a:lnTo>
                  <a:lnTo>
                    <a:pt x="24305" y="1682"/>
                  </a:lnTo>
                  <a:lnTo>
                    <a:pt x="21799" y="687"/>
                  </a:lnTo>
                  <a:lnTo>
                    <a:pt x="18847" y="103"/>
                  </a:lnTo>
                  <a:lnTo>
                    <a:pt x="17131"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29" name="Google Shape;2229;p121"/>
            <p:cNvSpPr/>
            <p:nvPr/>
          </p:nvSpPr>
          <p:spPr>
            <a:xfrm>
              <a:off x="1337475" y="2593600"/>
              <a:ext cx="814475" cy="869375"/>
            </a:xfrm>
            <a:custGeom>
              <a:rect b="b" l="l" r="r" t="t"/>
              <a:pathLst>
                <a:path extrusionOk="0" h="34775" w="32579">
                  <a:moveTo>
                    <a:pt x="15140" y="17061"/>
                  </a:moveTo>
                  <a:lnTo>
                    <a:pt x="16787" y="17267"/>
                  </a:lnTo>
                  <a:lnTo>
                    <a:pt x="18195" y="17713"/>
                  </a:lnTo>
                  <a:lnTo>
                    <a:pt x="19328" y="18297"/>
                  </a:lnTo>
                  <a:lnTo>
                    <a:pt x="20255" y="19052"/>
                  </a:lnTo>
                  <a:lnTo>
                    <a:pt x="20975" y="19979"/>
                  </a:lnTo>
                  <a:lnTo>
                    <a:pt x="21422" y="21043"/>
                  </a:lnTo>
                  <a:lnTo>
                    <a:pt x="21662" y="22210"/>
                  </a:lnTo>
                  <a:lnTo>
                    <a:pt x="21662" y="22828"/>
                  </a:lnTo>
                  <a:lnTo>
                    <a:pt x="21662" y="23480"/>
                  </a:lnTo>
                  <a:lnTo>
                    <a:pt x="21422" y="24648"/>
                  </a:lnTo>
                  <a:lnTo>
                    <a:pt x="20975" y="25712"/>
                  </a:lnTo>
                  <a:lnTo>
                    <a:pt x="20255" y="26604"/>
                  </a:lnTo>
                  <a:lnTo>
                    <a:pt x="19328" y="27394"/>
                  </a:lnTo>
                  <a:lnTo>
                    <a:pt x="18195" y="27977"/>
                  </a:lnTo>
                  <a:lnTo>
                    <a:pt x="16787" y="28389"/>
                  </a:lnTo>
                  <a:lnTo>
                    <a:pt x="15140" y="28630"/>
                  </a:lnTo>
                  <a:lnTo>
                    <a:pt x="13320" y="28630"/>
                  </a:lnTo>
                  <a:lnTo>
                    <a:pt x="11707" y="28389"/>
                  </a:lnTo>
                  <a:lnTo>
                    <a:pt x="10299" y="27977"/>
                  </a:lnTo>
                  <a:lnTo>
                    <a:pt x="9132" y="27394"/>
                  </a:lnTo>
                  <a:lnTo>
                    <a:pt x="8205" y="26604"/>
                  </a:lnTo>
                  <a:lnTo>
                    <a:pt x="7519" y="25712"/>
                  </a:lnTo>
                  <a:lnTo>
                    <a:pt x="7072" y="24648"/>
                  </a:lnTo>
                  <a:lnTo>
                    <a:pt x="6832" y="23480"/>
                  </a:lnTo>
                  <a:lnTo>
                    <a:pt x="6798" y="22828"/>
                  </a:lnTo>
                  <a:lnTo>
                    <a:pt x="6832" y="22210"/>
                  </a:lnTo>
                  <a:lnTo>
                    <a:pt x="7072" y="21043"/>
                  </a:lnTo>
                  <a:lnTo>
                    <a:pt x="7519" y="19979"/>
                  </a:lnTo>
                  <a:lnTo>
                    <a:pt x="8205" y="19052"/>
                  </a:lnTo>
                  <a:lnTo>
                    <a:pt x="9132" y="18297"/>
                  </a:lnTo>
                  <a:lnTo>
                    <a:pt x="10299" y="17713"/>
                  </a:lnTo>
                  <a:lnTo>
                    <a:pt x="11707" y="17267"/>
                  </a:lnTo>
                  <a:lnTo>
                    <a:pt x="13320" y="17061"/>
                  </a:lnTo>
                  <a:close/>
                  <a:moveTo>
                    <a:pt x="3949" y="0"/>
                  </a:moveTo>
                  <a:lnTo>
                    <a:pt x="3949" y="6145"/>
                  </a:lnTo>
                  <a:lnTo>
                    <a:pt x="21662" y="6145"/>
                  </a:lnTo>
                  <a:lnTo>
                    <a:pt x="21662" y="15001"/>
                  </a:lnTo>
                  <a:lnTo>
                    <a:pt x="20872" y="14006"/>
                  </a:lnTo>
                  <a:lnTo>
                    <a:pt x="19534" y="12839"/>
                  </a:lnTo>
                  <a:lnTo>
                    <a:pt x="18504" y="12187"/>
                  </a:lnTo>
                  <a:lnTo>
                    <a:pt x="17371" y="11706"/>
                  </a:lnTo>
                  <a:lnTo>
                    <a:pt x="16101" y="11294"/>
                  </a:lnTo>
                  <a:lnTo>
                    <a:pt x="13904" y="10951"/>
                  </a:lnTo>
                  <a:lnTo>
                    <a:pt x="12187" y="10916"/>
                  </a:lnTo>
                  <a:lnTo>
                    <a:pt x="10677" y="10951"/>
                  </a:lnTo>
                  <a:lnTo>
                    <a:pt x="7965" y="11500"/>
                  </a:lnTo>
                  <a:lnTo>
                    <a:pt x="5665" y="12461"/>
                  </a:lnTo>
                  <a:lnTo>
                    <a:pt x="3777" y="13834"/>
                  </a:lnTo>
                  <a:lnTo>
                    <a:pt x="2266" y="15516"/>
                  </a:lnTo>
                  <a:lnTo>
                    <a:pt x="1134" y="17439"/>
                  </a:lnTo>
                  <a:lnTo>
                    <a:pt x="378" y="19533"/>
                  </a:lnTo>
                  <a:lnTo>
                    <a:pt x="35" y="21730"/>
                  </a:lnTo>
                  <a:lnTo>
                    <a:pt x="1" y="22828"/>
                  </a:lnTo>
                  <a:lnTo>
                    <a:pt x="1" y="22863"/>
                  </a:lnTo>
                  <a:lnTo>
                    <a:pt x="35" y="23961"/>
                  </a:lnTo>
                  <a:lnTo>
                    <a:pt x="378" y="26158"/>
                  </a:lnTo>
                  <a:lnTo>
                    <a:pt x="1134" y="28252"/>
                  </a:lnTo>
                  <a:lnTo>
                    <a:pt x="2266" y="30174"/>
                  </a:lnTo>
                  <a:lnTo>
                    <a:pt x="3743" y="31856"/>
                  </a:lnTo>
                  <a:lnTo>
                    <a:pt x="5665" y="33230"/>
                  </a:lnTo>
                  <a:lnTo>
                    <a:pt x="7965" y="34191"/>
                  </a:lnTo>
                  <a:lnTo>
                    <a:pt x="10677" y="34740"/>
                  </a:lnTo>
                  <a:lnTo>
                    <a:pt x="12187" y="34774"/>
                  </a:lnTo>
                  <a:lnTo>
                    <a:pt x="13904" y="34740"/>
                  </a:lnTo>
                  <a:lnTo>
                    <a:pt x="16101" y="34397"/>
                  </a:lnTo>
                  <a:lnTo>
                    <a:pt x="17371" y="33985"/>
                  </a:lnTo>
                  <a:lnTo>
                    <a:pt x="18504" y="33470"/>
                  </a:lnTo>
                  <a:lnTo>
                    <a:pt x="19534" y="32852"/>
                  </a:lnTo>
                  <a:lnTo>
                    <a:pt x="20872"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0" name="Google Shape;2230;p121"/>
            <p:cNvSpPr/>
            <p:nvPr/>
          </p:nvSpPr>
          <p:spPr>
            <a:xfrm>
              <a:off x="2228300" y="2576425"/>
              <a:ext cx="736375" cy="886550"/>
            </a:xfrm>
            <a:custGeom>
              <a:rect b="b" l="l" r="r" t="t"/>
              <a:pathLst>
                <a:path extrusionOk="0" h="35462" w="29455">
                  <a:moveTo>
                    <a:pt x="1" y="17714"/>
                  </a:moveTo>
                  <a:lnTo>
                    <a:pt x="1" y="17748"/>
                  </a:lnTo>
                  <a:lnTo>
                    <a:pt x="1" y="17731"/>
                  </a:lnTo>
                  <a:lnTo>
                    <a:pt x="1" y="17714"/>
                  </a:lnTo>
                  <a:close/>
                  <a:moveTo>
                    <a:pt x="15277" y="1"/>
                  </a:moveTo>
                  <a:lnTo>
                    <a:pt x="14350" y="35"/>
                  </a:lnTo>
                  <a:lnTo>
                    <a:pt x="12599" y="172"/>
                  </a:lnTo>
                  <a:lnTo>
                    <a:pt x="10917" y="516"/>
                  </a:lnTo>
                  <a:lnTo>
                    <a:pt x="9407" y="962"/>
                  </a:lnTo>
                  <a:lnTo>
                    <a:pt x="7965" y="1580"/>
                  </a:lnTo>
                  <a:lnTo>
                    <a:pt x="6660" y="2369"/>
                  </a:lnTo>
                  <a:lnTo>
                    <a:pt x="5459" y="3262"/>
                  </a:lnTo>
                  <a:lnTo>
                    <a:pt x="4395" y="4292"/>
                  </a:lnTo>
                  <a:lnTo>
                    <a:pt x="3434" y="5459"/>
                  </a:lnTo>
                  <a:lnTo>
                    <a:pt x="2575" y="6729"/>
                  </a:lnTo>
                  <a:lnTo>
                    <a:pt x="1511" y="8857"/>
                  </a:lnTo>
                  <a:lnTo>
                    <a:pt x="550" y="12118"/>
                  </a:lnTo>
                  <a:lnTo>
                    <a:pt x="69" y="15757"/>
                  </a:lnTo>
                  <a:lnTo>
                    <a:pt x="1" y="17731"/>
                  </a:lnTo>
                  <a:lnTo>
                    <a:pt x="69" y="19705"/>
                  </a:lnTo>
                  <a:lnTo>
                    <a:pt x="550" y="23344"/>
                  </a:lnTo>
                  <a:lnTo>
                    <a:pt x="1511" y="26605"/>
                  </a:lnTo>
                  <a:lnTo>
                    <a:pt x="2575" y="28733"/>
                  </a:lnTo>
                  <a:lnTo>
                    <a:pt x="3434" y="30003"/>
                  </a:lnTo>
                  <a:lnTo>
                    <a:pt x="4395" y="31170"/>
                  </a:lnTo>
                  <a:lnTo>
                    <a:pt x="5459" y="32200"/>
                  </a:lnTo>
                  <a:lnTo>
                    <a:pt x="6660" y="33093"/>
                  </a:lnTo>
                  <a:lnTo>
                    <a:pt x="7965" y="33882"/>
                  </a:lnTo>
                  <a:lnTo>
                    <a:pt x="9407" y="34500"/>
                  </a:lnTo>
                  <a:lnTo>
                    <a:pt x="10951" y="34946"/>
                  </a:lnTo>
                  <a:lnTo>
                    <a:pt x="12599" y="35290"/>
                  </a:lnTo>
                  <a:lnTo>
                    <a:pt x="14350" y="35427"/>
                  </a:lnTo>
                  <a:lnTo>
                    <a:pt x="15277" y="35461"/>
                  </a:lnTo>
                  <a:lnTo>
                    <a:pt x="16925" y="35393"/>
                  </a:lnTo>
                  <a:lnTo>
                    <a:pt x="19911" y="34912"/>
                  </a:lnTo>
                  <a:lnTo>
                    <a:pt x="22554" y="33951"/>
                  </a:lnTo>
                  <a:lnTo>
                    <a:pt x="24786" y="32543"/>
                  </a:lnTo>
                  <a:lnTo>
                    <a:pt x="26605" y="30758"/>
                  </a:lnTo>
                  <a:lnTo>
                    <a:pt x="27978" y="28596"/>
                  </a:lnTo>
                  <a:lnTo>
                    <a:pt x="28940" y="26090"/>
                  </a:lnTo>
                  <a:lnTo>
                    <a:pt x="29420" y="23309"/>
                  </a:lnTo>
                  <a:lnTo>
                    <a:pt x="29454" y="21833"/>
                  </a:lnTo>
                  <a:lnTo>
                    <a:pt x="22657" y="21833"/>
                  </a:lnTo>
                  <a:lnTo>
                    <a:pt x="22520" y="23378"/>
                  </a:lnTo>
                  <a:lnTo>
                    <a:pt x="21971" y="25438"/>
                  </a:lnTo>
                  <a:lnTo>
                    <a:pt x="21387" y="26639"/>
                  </a:lnTo>
                  <a:lnTo>
                    <a:pt x="20598" y="27635"/>
                  </a:lnTo>
                  <a:lnTo>
                    <a:pt x="19568" y="28458"/>
                  </a:lnTo>
                  <a:lnTo>
                    <a:pt x="18229" y="29008"/>
                  </a:lnTo>
                  <a:lnTo>
                    <a:pt x="16581" y="29282"/>
                  </a:lnTo>
                  <a:lnTo>
                    <a:pt x="15620" y="29317"/>
                  </a:lnTo>
                  <a:lnTo>
                    <a:pt x="14453" y="29317"/>
                  </a:lnTo>
                  <a:lnTo>
                    <a:pt x="12462" y="29008"/>
                  </a:lnTo>
                  <a:lnTo>
                    <a:pt x="10780" y="28424"/>
                  </a:lnTo>
                  <a:lnTo>
                    <a:pt x="9407" y="27497"/>
                  </a:lnTo>
                  <a:lnTo>
                    <a:pt x="8342" y="26158"/>
                  </a:lnTo>
                  <a:lnTo>
                    <a:pt x="7587" y="24373"/>
                  </a:lnTo>
                  <a:lnTo>
                    <a:pt x="7107" y="22108"/>
                  </a:lnTo>
                  <a:lnTo>
                    <a:pt x="6866" y="19362"/>
                  </a:lnTo>
                  <a:lnTo>
                    <a:pt x="6832" y="17714"/>
                  </a:lnTo>
                  <a:lnTo>
                    <a:pt x="6866" y="16100"/>
                  </a:lnTo>
                  <a:lnTo>
                    <a:pt x="7107" y="13354"/>
                  </a:lnTo>
                  <a:lnTo>
                    <a:pt x="7587" y="11089"/>
                  </a:lnTo>
                  <a:lnTo>
                    <a:pt x="8342" y="9303"/>
                  </a:lnTo>
                  <a:lnTo>
                    <a:pt x="9407" y="7965"/>
                  </a:lnTo>
                  <a:lnTo>
                    <a:pt x="10780" y="7038"/>
                  </a:lnTo>
                  <a:lnTo>
                    <a:pt x="12462" y="6454"/>
                  </a:lnTo>
                  <a:lnTo>
                    <a:pt x="14453" y="6145"/>
                  </a:lnTo>
                  <a:lnTo>
                    <a:pt x="15620" y="6145"/>
                  </a:lnTo>
                  <a:lnTo>
                    <a:pt x="16581" y="6180"/>
                  </a:lnTo>
                  <a:lnTo>
                    <a:pt x="18229" y="6454"/>
                  </a:lnTo>
                  <a:lnTo>
                    <a:pt x="19568" y="7004"/>
                  </a:lnTo>
                  <a:lnTo>
                    <a:pt x="20598" y="7827"/>
                  </a:lnTo>
                  <a:lnTo>
                    <a:pt x="21387" y="8823"/>
                  </a:lnTo>
                  <a:lnTo>
                    <a:pt x="21971" y="10024"/>
                  </a:lnTo>
                  <a:lnTo>
                    <a:pt x="22520" y="12084"/>
                  </a:lnTo>
                  <a:lnTo>
                    <a:pt x="22657" y="13629"/>
                  </a:lnTo>
                  <a:lnTo>
                    <a:pt x="29454" y="13629"/>
                  </a:lnTo>
                  <a:lnTo>
                    <a:pt x="29420" y="12153"/>
                  </a:lnTo>
                  <a:lnTo>
                    <a:pt x="28940" y="9372"/>
                  </a:lnTo>
                  <a:lnTo>
                    <a:pt x="27978" y="6866"/>
                  </a:lnTo>
                  <a:lnTo>
                    <a:pt x="26605" y="4704"/>
                  </a:lnTo>
                  <a:lnTo>
                    <a:pt x="24786" y="2918"/>
                  </a:lnTo>
                  <a:lnTo>
                    <a:pt x="22554" y="1511"/>
                  </a:lnTo>
                  <a:lnTo>
                    <a:pt x="19911" y="550"/>
                  </a:lnTo>
                  <a:lnTo>
                    <a:pt x="16925" y="69"/>
                  </a:lnTo>
                  <a:lnTo>
                    <a:pt x="1527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1" name="Google Shape;2231;p121"/>
            <p:cNvSpPr/>
            <p:nvPr/>
          </p:nvSpPr>
          <p:spPr>
            <a:xfrm>
              <a:off x="3126850" y="2252900"/>
              <a:ext cx="748375" cy="1192900"/>
            </a:xfrm>
            <a:custGeom>
              <a:rect b="b" l="l" r="r" t="t"/>
              <a:pathLst>
                <a:path extrusionOk="0" h="47716" w="29935">
                  <a:moveTo>
                    <a:pt x="1" y="0"/>
                  </a:moveTo>
                  <a:lnTo>
                    <a:pt x="1" y="47716"/>
                  </a:lnTo>
                  <a:lnTo>
                    <a:pt x="6832" y="47716"/>
                  </a:lnTo>
                  <a:lnTo>
                    <a:pt x="6832" y="33813"/>
                  </a:lnTo>
                  <a:lnTo>
                    <a:pt x="12119" y="33813"/>
                  </a:lnTo>
                  <a:lnTo>
                    <a:pt x="21662" y="47716"/>
                  </a:lnTo>
                  <a:lnTo>
                    <a:pt x="29935" y="47716"/>
                  </a:lnTo>
                  <a:lnTo>
                    <a:pt x="18263" y="30758"/>
                  </a:lnTo>
                  <a:lnTo>
                    <a:pt x="29935" y="13628"/>
                  </a:lnTo>
                  <a:lnTo>
                    <a:pt x="21662" y="13628"/>
                  </a:lnTo>
                  <a:lnTo>
                    <a:pt x="12119" y="27668"/>
                  </a:lnTo>
                  <a:lnTo>
                    <a:pt x="6832" y="27668"/>
                  </a:lnTo>
                  <a:lnTo>
                    <a:pt x="6832"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2" name="Google Shape;2232;p121"/>
            <p:cNvSpPr/>
            <p:nvPr/>
          </p:nvSpPr>
          <p:spPr>
            <a:xfrm>
              <a:off x="4003075" y="2252900"/>
              <a:ext cx="797325" cy="1210075"/>
            </a:xfrm>
            <a:custGeom>
              <a:rect b="b" l="l" r="r" t="t"/>
              <a:pathLst>
                <a:path extrusionOk="0" h="48403" w="31893">
                  <a:moveTo>
                    <a:pt x="15929" y="19086"/>
                  </a:moveTo>
                  <a:lnTo>
                    <a:pt x="17165" y="19121"/>
                  </a:lnTo>
                  <a:lnTo>
                    <a:pt x="19293" y="19430"/>
                  </a:lnTo>
                  <a:lnTo>
                    <a:pt x="21044" y="20116"/>
                  </a:lnTo>
                  <a:lnTo>
                    <a:pt x="22452" y="21146"/>
                  </a:lnTo>
                  <a:lnTo>
                    <a:pt x="23516" y="22553"/>
                  </a:lnTo>
                  <a:lnTo>
                    <a:pt x="24305" y="24338"/>
                  </a:lnTo>
                  <a:lnTo>
                    <a:pt x="24820" y="26535"/>
                  </a:lnTo>
                  <a:lnTo>
                    <a:pt x="25061" y="29179"/>
                  </a:lnTo>
                  <a:lnTo>
                    <a:pt x="25061" y="30689"/>
                  </a:lnTo>
                  <a:lnTo>
                    <a:pt x="25061" y="32165"/>
                  </a:lnTo>
                  <a:lnTo>
                    <a:pt x="24820" y="34808"/>
                  </a:lnTo>
                  <a:lnTo>
                    <a:pt x="24305" y="37005"/>
                  </a:lnTo>
                  <a:lnTo>
                    <a:pt x="23516" y="38791"/>
                  </a:lnTo>
                  <a:lnTo>
                    <a:pt x="22452" y="40198"/>
                  </a:lnTo>
                  <a:lnTo>
                    <a:pt x="21044" y="41228"/>
                  </a:lnTo>
                  <a:lnTo>
                    <a:pt x="19293" y="41914"/>
                  </a:lnTo>
                  <a:lnTo>
                    <a:pt x="17165" y="42223"/>
                  </a:lnTo>
                  <a:lnTo>
                    <a:pt x="15929" y="42258"/>
                  </a:lnTo>
                  <a:lnTo>
                    <a:pt x="14728" y="42223"/>
                  </a:lnTo>
                  <a:lnTo>
                    <a:pt x="12599" y="41914"/>
                  </a:lnTo>
                  <a:lnTo>
                    <a:pt x="10849" y="41228"/>
                  </a:lnTo>
                  <a:lnTo>
                    <a:pt x="9441" y="40198"/>
                  </a:lnTo>
                  <a:lnTo>
                    <a:pt x="8343" y="38791"/>
                  </a:lnTo>
                  <a:lnTo>
                    <a:pt x="7553" y="37005"/>
                  </a:lnTo>
                  <a:lnTo>
                    <a:pt x="7073" y="34808"/>
                  </a:lnTo>
                  <a:lnTo>
                    <a:pt x="6832" y="32165"/>
                  </a:lnTo>
                  <a:lnTo>
                    <a:pt x="6798" y="30689"/>
                  </a:lnTo>
                  <a:lnTo>
                    <a:pt x="6832" y="29179"/>
                  </a:lnTo>
                  <a:lnTo>
                    <a:pt x="7073" y="26535"/>
                  </a:lnTo>
                  <a:lnTo>
                    <a:pt x="7553" y="24338"/>
                  </a:lnTo>
                  <a:lnTo>
                    <a:pt x="8343" y="22553"/>
                  </a:lnTo>
                  <a:lnTo>
                    <a:pt x="9441" y="21146"/>
                  </a:lnTo>
                  <a:lnTo>
                    <a:pt x="10849" y="20116"/>
                  </a:lnTo>
                  <a:lnTo>
                    <a:pt x="12599" y="19430"/>
                  </a:lnTo>
                  <a:lnTo>
                    <a:pt x="14728" y="19121"/>
                  </a:lnTo>
                  <a:lnTo>
                    <a:pt x="15929" y="19086"/>
                  </a:lnTo>
                  <a:close/>
                  <a:moveTo>
                    <a:pt x="1" y="0"/>
                  </a:moveTo>
                  <a:lnTo>
                    <a:pt x="1" y="47716"/>
                  </a:lnTo>
                  <a:lnTo>
                    <a:pt x="6798" y="47716"/>
                  </a:lnTo>
                  <a:lnTo>
                    <a:pt x="6798" y="43631"/>
                  </a:lnTo>
                  <a:lnTo>
                    <a:pt x="7210" y="44180"/>
                  </a:lnTo>
                  <a:lnTo>
                    <a:pt x="8102" y="45176"/>
                  </a:lnTo>
                  <a:lnTo>
                    <a:pt x="9098" y="46034"/>
                  </a:lnTo>
                  <a:lnTo>
                    <a:pt x="10231" y="46789"/>
                  </a:lnTo>
                  <a:lnTo>
                    <a:pt x="11501" y="47407"/>
                  </a:lnTo>
                  <a:lnTo>
                    <a:pt x="12908" y="47887"/>
                  </a:lnTo>
                  <a:lnTo>
                    <a:pt x="14419" y="48231"/>
                  </a:lnTo>
                  <a:lnTo>
                    <a:pt x="16067" y="48368"/>
                  </a:lnTo>
                  <a:lnTo>
                    <a:pt x="16959" y="48402"/>
                  </a:lnTo>
                  <a:lnTo>
                    <a:pt x="17989" y="48368"/>
                  </a:lnTo>
                  <a:lnTo>
                    <a:pt x="19877" y="48196"/>
                  </a:lnTo>
                  <a:lnTo>
                    <a:pt x="21628" y="47853"/>
                  </a:lnTo>
                  <a:lnTo>
                    <a:pt x="23207" y="47338"/>
                  </a:lnTo>
                  <a:lnTo>
                    <a:pt x="24649" y="46686"/>
                  </a:lnTo>
                  <a:lnTo>
                    <a:pt x="25953" y="45896"/>
                  </a:lnTo>
                  <a:lnTo>
                    <a:pt x="27086" y="44935"/>
                  </a:lnTo>
                  <a:lnTo>
                    <a:pt x="28116" y="43871"/>
                  </a:lnTo>
                  <a:lnTo>
                    <a:pt x="29008" y="42704"/>
                  </a:lnTo>
                  <a:lnTo>
                    <a:pt x="29764" y="41399"/>
                  </a:lnTo>
                  <a:lnTo>
                    <a:pt x="30656" y="39237"/>
                  </a:lnTo>
                  <a:lnTo>
                    <a:pt x="31480" y="36044"/>
                  </a:lnTo>
                  <a:lnTo>
                    <a:pt x="31858" y="32543"/>
                  </a:lnTo>
                  <a:lnTo>
                    <a:pt x="31892" y="30689"/>
                  </a:lnTo>
                  <a:lnTo>
                    <a:pt x="31858" y="28835"/>
                  </a:lnTo>
                  <a:lnTo>
                    <a:pt x="31480" y="25300"/>
                  </a:lnTo>
                  <a:lnTo>
                    <a:pt x="30691" y="22107"/>
                  </a:lnTo>
                  <a:lnTo>
                    <a:pt x="29764" y="19979"/>
                  </a:lnTo>
                  <a:lnTo>
                    <a:pt x="29008" y="18674"/>
                  </a:lnTo>
                  <a:lnTo>
                    <a:pt x="28116" y="17473"/>
                  </a:lnTo>
                  <a:lnTo>
                    <a:pt x="27120" y="16409"/>
                  </a:lnTo>
                  <a:lnTo>
                    <a:pt x="25953" y="15448"/>
                  </a:lnTo>
                  <a:lnTo>
                    <a:pt x="24649" y="14658"/>
                  </a:lnTo>
                  <a:lnTo>
                    <a:pt x="23241" y="14006"/>
                  </a:lnTo>
                  <a:lnTo>
                    <a:pt x="21628" y="13491"/>
                  </a:lnTo>
                  <a:lnTo>
                    <a:pt x="19877" y="13148"/>
                  </a:lnTo>
                  <a:lnTo>
                    <a:pt x="17989" y="12976"/>
                  </a:lnTo>
                  <a:lnTo>
                    <a:pt x="16959" y="12942"/>
                  </a:lnTo>
                  <a:lnTo>
                    <a:pt x="16067" y="12976"/>
                  </a:lnTo>
                  <a:lnTo>
                    <a:pt x="14419" y="13148"/>
                  </a:lnTo>
                  <a:lnTo>
                    <a:pt x="12908" y="13457"/>
                  </a:lnTo>
                  <a:lnTo>
                    <a:pt x="11501" y="13937"/>
                  </a:lnTo>
                  <a:lnTo>
                    <a:pt x="10231" y="14555"/>
                  </a:lnTo>
                  <a:lnTo>
                    <a:pt x="9098" y="15310"/>
                  </a:lnTo>
                  <a:lnTo>
                    <a:pt x="8102" y="16203"/>
                  </a:lnTo>
                  <a:lnTo>
                    <a:pt x="7210" y="17198"/>
                  </a:lnTo>
                  <a:lnTo>
                    <a:pt x="6798" y="17713"/>
                  </a:lnTo>
                  <a:lnTo>
                    <a:pt x="6798"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3" name="Google Shape;2233;p121"/>
            <p:cNvSpPr/>
            <p:nvPr/>
          </p:nvSpPr>
          <p:spPr>
            <a:xfrm>
              <a:off x="4911075" y="2593600"/>
              <a:ext cx="814475" cy="869375"/>
            </a:xfrm>
            <a:custGeom>
              <a:rect b="b" l="l" r="r" t="t"/>
              <a:pathLst>
                <a:path extrusionOk="0" h="34775" w="32579">
                  <a:moveTo>
                    <a:pt x="15174" y="17061"/>
                  </a:moveTo>
                  <a:lnTo>
                    <a:pt x="16787" y="17267"/>
                  </a:lnTo>
                  <a:lnTo>
                    <a:pt x="18194" y="17713"/>
                  </a:lnTo>
                  <a:lnTo>
                    <a:pt x="19362" y="18297"/>
                  </a:lnTo>
                  <a:lnTo>
                    <a:pt x="20289" y="19052"/>
                  </a:lnTo>
                  <a:lnTo>
                    <a:pt x="20975" y="19979"/>
                  </a:lnTo>
                  <a:lnTo>
                    <a:pt x="21421" y="21043"/>
                  </a:lnTo>
                  <a:lnTo>
                    <a:pt x="21662" y="22210"/>
                  </a:lnTo>
                  <a:lnTo>
                    <a:pt x="21696" y="22828"/>
                  </a:lnTo>
                  <a:lnTo>
                    <a:pt x="21662" y="23480"/>
                  </a:lnTo>
                  <a:lnTo>
                    <a:pt x="21421" y="24648"/>
                  </a:lnTo>
                  <a:lnTo>
                    <a:pt x="20975" y="25712"/>
                  </a:lnTo>
                  <a:lnTo>
                    <a:pt x="20289" y="26604"/>
                  </a:lnTo>
                  <a:lnTo>
                    <a:pt x="19362" y="27394"/>
                  </a:lnTo>
                  <a:lnTo>
                    <a:pt x="18194" y="27977"/>
                  </a:lnTo>
                  <a:lnTo>
                    <a:pt x="16787" y="28389"/>
                  </a:lnTo>
                  <a:lnTo>
                    <a:pt x="15174" y="28630"/>
                  </a:lnTo>
                  <a:lnTo>
                    <a:pt x="13354" y="28630"/>
                  </a:lnTo>
                  <a:lnTo>
                    <a:pt x="11706" y="28389"/>
                  </a:lnTo>
                  <a:lnTo>
                    <a:pt x="10299" y="27977"/>
                  </a:lnTo>
                  <a:lnTo>
                    <a:pt x="9166" y="27394"/>
                  </a:lnTo>
                  <a:lnTo>
                    <a:pt x="8239" y="26604"/>
                  </a:lnTo>
                  <a:lnTo>
                    <a:pt x="7518" y="25712"/>
                  </a:lnTo>
                  <a:lnTo>
                    <a:pt x="7072" y="24648"/>
                  </a:lnTo>
                  <a:lnTo>
                    <a:pt x="6832" y="23480"/>
                  </a:lnTo>
                  <a:lnTo>
                    <a:pt x="6832" y="22828"/>
                  </a:lnTo>
                  <a:lnTo>
                    <a:pt x="6832" y="22210"/>
                  </a:lnTo>
                  <a:lnTo>
                    <a:pt x="7072" y="21043"/>
                  </a:lnTo>
                  <a:lnTo>
                    <a:pt x="7518" y="19979"/>
                  </a:lnTo>
                  <a:lnTo>
                    <a:pt x="8239" y="19052"/>
                  </a:lnTo>
                  <a:lnTo>
                    <a:pt x="9166" y="18297"/>
                  </a:lnTo>
                  <a:lnTo>
                    <a:pt x="10299" y="17713"/>
                  </a:lnTo>
                  <a:lnTo>
                    <a:pt x="11706" y="17267"/>
                  </a:lnTo>
                  <a:lnTo>
                    <a:pt x="13354" y="17061"/>
                  </a:lnTo>
                  <a:close/>
                  <a:moveTo>
                    <a:pt x="3948" y="0"/>
                  </a:moveTo>
                  <a:lnTo>
                    <a:pt x="3948" y="6145"/>
                  </a:lnTo>
                  <a:lnTo>
                    <a:pt x="21696" y="6145"/>
                  </a:lnTo>
                  <a:lnTo>
                    <a:pt x="21696" y="15001"/>
                  </a:lnTo>
                  <a:lnTo>
                    <a:pt x="20906" y="14006"/>
                  </a:lnTo>
                  <a:lnTo>
                    <a:pt x="19533" y="12839"/>
                  </a:lnTo>
                  <a:lnTo>
                    <a:pt x="18538" y="12187"/>
                  </a:lnTo>
                  <a:lnTo>
                    <a:pt x="17405" y="11706"/>
                  </a:lnTo>
                  <a:lnTo>
                    <a:pt x="16100" y="11294"/>
                  </a:lnTo>
                  <a:lnTo>
                    <a:pt x="13938" y="10951"/>
                  </a:lnTo>
                  <a:lnTo>
                    <a:pt x="12221" y="10916"/>
                  </a:lnTo>
                  <a:lnTo>
                    <a:pt x="10677" y="10951"/>
                  </a:lnTo>
                  <a:lnTo>
                    <a:pt x="7965" y="11500"/>
                  </a:lnTo>
                  <a:lnTo>
                    <a:pt x="5665" y="12461"/>
                  </a:lnTo>
                  <a:lnTo>
                    <a:pt x="3777" y="13834"/>
                  </a:lnTo>
                  <a:lnTo>
                    <a:pt x="2266" y="15516"/>
                  </a:lnTo>
                  <a:lnTo>
                    <a:pt x="1133" y="17439"/>
                  </a:lnTo>
                  <a:lnTo>
                    <a:pt x="412" y="19533"/>
                  </a:lnTo>
                  <a:lnTo>
                    <a:pt x="35" y="21730"/>
                  </a:lnTo>
                  <a:lnTo>
                    <a:pt x="0" y="22828"/>
                  </a:lnTo>
                  <a:lnTo>
                    <a:pt x="0" y="22863"/>
                  </a:lnTo>
                  <a:lnTo>
                    <a:pt x="35" y="23961"/>
                  </a:lnTo>
                  <a:lnTo>
                    <a:pt x="412" y="26158"/>
                  </a:lnTo>
                  <a:lnTo>
                    <a:pt x="1133" y="28252"/>
                  </a:lnTo>
                  <a:lnTo>
                    <a:pt x="2266" y="30174"/>
                  </a:lnTo>
                  <a:lnTo>
                    <a:pt x="3777" y="31856"/>
                  </a:lnTo>
                  <a:lnTo>
                    <a:pt x="5665" y="33230"/>
                  </a:lnTo>
                  <a:lnTo>
                    <a:pt x="7965" y="34191"/>
                  </a:lnTo>
                  <a:lnTo>
                    <a:pt x="10677" y="34740"/>
                  </a:lnTo>
                  <a:lnTo>
                    <a:pt x="12221" y="34774"/>
                  </a:lnTo>
                  <a:lnTo>
                    <a:pt x="13938" y="34740"/>
                  </a:lnTo>
                  <a:lnTo>
                    <a:pt x="16100" y="34397"/>
                  </a:lnTo>
                  <a:lnTo>
                    <a:pt x="17371" y="33985"/>
                  </a:lnTo>
                  <a:lnTo>
                    <a:pt x="18538" y="33470"/>
                  </a:lnTo>
                  <a:lnTo>
                    <a:pt x="19533" y="32852"/>
                  </a:lnTo>
                  <a:lnTo>
                    <a:pt x="20906" y="31650"/>
                  </a:lnTo>
                  <a:lnTo>
                    <a:pt x="21662" y="30689"/>
                  </a:lnTo>
                  <a:lnTo>
                    <a:pt x="21662" y="34088"/>
                  </a:lnTo>
                  <a:lnTo>
                    <a:pt x="32578" y="34088"/>
                  </a:lnTo>
                  <a:lnTo>
                    <a:pt x="32578" y="27291"/>
                  </a:lnTo>
                  <a:lnTo>
                    <a:pt x="28493" y="27291"/>
                  </a:lnTo>
                  <a:lnTo>
                    <a:pt x="28493" y="0"/>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4" name="Google Shape;2234;p121"/>
            <p:cNvSpPr/>
            <p:nvPr/>
          </p:nvSpPr>
          <p:spPr>
            <a:xfrm>
              <a:off x="5853400" y="2576425"/>
              <a:ext cx="682300" cy="886550"/>
            </a:xfrm>
            <a:custGeom>
              <a:rect b="b" l="l" r="r" t="t"/>
              <a:pathLst>
                <a:path extrusionOk="0" h="35462" w="27292">
                  <a:moveTo>
                    <a:pt x="12152" y="1"/>
                  </a:moveTo>
                  <a:lnTo>
                    <a:pt x="10779" y="35"/>
                  </a:lnTo>
                  <a:lnTo>
                    <a:pt x="8308" y="378"/>
                  </a:lnTo>
                  <a:lnTo>
                    <a:pt x="6076" y="1065"/>
                  </a:lnTo>
                  <a:lnTo>
                    <a:pt x="4154" y="2060"/>
                  </a:lnTo>
                  <a:lnTo>
                    <a:pt x="2575" y="3296"/>
                  </a:lnTo>
                  <a:lnTo>
                    <a:pt x="1339" y="4807"/>
                  </a:lnTo>
                  <a:lnTo>
                    <a:pt x="481" y="6557"/>
                  </a:lnTo>
                  <a:lnTo>
                    <a:pt x="34" y="8514"/>
                  </a:lnTo>
                  <a:lnTo>
                    <a:pt x="0" y="9544"/>
                  </a:lnTo>
                  <a:lnTo>
                    <a:pt x="34" y="10539"/>
                  </a:lnTo>
                  <a:lnTo>
                    <a:pt x="309" y="12359"/>
                  </a:lnTo>
                  <a:lnTo>
                    <a:pt x="893" y="14006"/>
                  </a:lnTo>
                  <a:lnTo>
                    <a:pt x="1888" y="15482"/>
                  </a:lnTo>
                  <a:lnTo>
                    <a:pt x="3296" y="16787"/>
                  </a:lnTo>
                  <a:lnTo>
                    <a:pt x="5184" y="17920"/>
                  </a:lnTo>
                  <a:lnTo>
                    <a:pt x="7621" y="18950"/>
                  </a:lnTo>
                  <a:lnTo>
                    <a:pt x="10642" y="19842"/>
                  </a:lnTo>
                  <a:lnTo>
                    <a:pt x="12427" y="20254"/>
                  </a:lnTo>
                  <a:lnTo>
                    <a:pt x="14624" y="20769"/>
                  </a:lnTo>
                  <a:lnTo>
                    <a:pt x="17061" y="21559"/>
                  </a:lnTo>
                  <a:lnTo>
                    <a:pt x="18297" y="22108"/>
                  </a:lnTo>
                  <a:lnTo>
                    <a:pt x="19224" y="22691"/>
                  </a:lnTo>
                  <a:lnTo>
                    <a:pt x="19876" y="23344"/>
                  </a:lnTo>
                  <a:lnTo>
                    <a:pt x="20254" y="24064"/>
                  </a:lnTo>
                  <a:lnTo>
                    <a:pt x="20460" y="24854"/>
                  </a:lnTo>
                  <a:lnTo>
                    <a:pt x="20460" y="25300"/>
                  </a:lnTo>
                  <a:lnTo>
                    <a:pt x="20460" y="25678"/>
                  </a:lnTo>
                  <a:lnTo>
                    <a:pt x="20288" y="26467"/>
                  </a:lnTo>
                  <a:lnTo>
                    <a:pt x="19979" y="27188"/>
                  </a:lnTo>
                  <a:lnTo>
                    <a:pt x="19464" y="27806"/>
                  </a:lnTo>
                  <a:lnTo>
                    <a:pt x="18743" y="28355"/>
                  </a:lnTo>
                  <a:lnTo>
                    <a:pt x="17817" y="28836"/>
                  </a:lnTo>
                  <a:lnTo>
                    <a:pt x="16684" y="29145"/>
                  </a:lnTo>
                  <a:lnTo>
                    <a:pt x="15276" y="29317"/>
                  </a:lnTo>
                  <a:lnTo>
                    <a:pt x="14452" y="29317"/>
                  </a:lnTo>
                  <a:lnTo>
                    <a:pt x="12633" y="29282"/>
                  </a:lnTo>
                  <a:lnTo>
                    <a:pt x="9303" y="28767"/>
                  </a:lnTo>
                  <a:lnTo>
                    <a:pt x="6008" y="27566"/>
                  </a:lnTo>
                  <a:lnTo>
                    <a:pt x="2231" y="25575"/>
                  </a:lnTo>
                  <a:lnTo>
                    <a:pt x="0" y="24202"/>
                  </a:lnTo>
                  <a:lnTo>
                    <a:pt x="0" y="31102"/>
                  </a:lnTo>
                  <a:lnTo>
                    <a:pt x="1854" y="32269"/>
                  </a:lnTo>
                  <a:lnTo>
                    <a:pt x="5355" y="33985"/>
                  </a:lnTo>
                  <a:lnTo>
                    <a:pt x="8857" y="34981"/>
                  </a:lnTo>
                  <a:lnTo>
                    <a:pt x="12496" y="35427"/>
                  </a:lnTo>
                  <a:lnTo>
                    <a:pt x="14452" y="35461"/>
                  </a:lnTo>
                  <a:lnTo>
                    <a:pt x="15928" y="35427"/>
                  </a:lnTo>
                  <a:lnTo>
                    <a:pt x="18606" y="35015"/>
                  </a:lnTo>
                  <a:lnTo>
                    <a:pt x="20975" y="34260"/>
                  </a:lnTo>
                  <a:lnTo>
                    <a:pt x="23000" y="33196"/>
                  </a:lnTo>
                  <a:lnTo>
                    <a:pt x="24648" y="31823"/>
                  </a:lnTo>
                  <a:lnTo>
                    <a:pt x="25918" y="30175"/>
                  </a:lnTo>
                  <a:lnTo>
                    <a:pt x="26811" y="28321"/>
                  </a:lnTo>
                  <a:lnTo>
                    <a:pt x="27257" y="26296"/>
                  </a:lnTo>
                  <a:lnTo>
                    <a:pt x="27291" y="25232"/>
                  </a:lnTo>
                  <a:lnTo>
                    <a:pt x="27257" y="24099"/>
                  </a:lnTo>
                  <a:lnTo>
                    <a:pt x="26879" y="22108"/>
                  </a:lnTo>
                  <a:lnTo>
                    <a:pt x="26124" y="20426"/>
                  </a:lnTo>
                  <a:lnTo>
                    <a:pt x="24957" y="18984"/>
                  </a:lnTo>
                  <a:lnTo>
                    <a:pt x="23309" y="17748"/>
                  </a:lnTo>
                  <a:lnTo>
                    <a:pt x="21181" y="16650"/>
                  </a:lnTo>
                  <a:lnTo>
                    <a:pt x="18537" y="15620"/>
                  </a:lnTo>
                  <a:lnTo>
                    <a:pt x="15345" y="14624"/>
                  </a:lnTo>
                  <a:lnTo>
                    <a:pt x="13525" y="14109"/>
                  </a:lnTo>
                  <a:lnTo>
                    <a:pt x="11500" y="13560"/>
                  </a:lnTo>
                  <a:lnTo>
                    <a:pt x="8788" y="12427"/>
                  </a:lnTo>
                  <a:lnTo>
                    <a:pt x="7655" y="11569"/>
                  </a:lnTo>
                  <a:lnTo>
                    <a:pt x="7209" y="10986"/>
                  </a:lnTo>
                  <a:lnTo>
                    <a:pt x="6866" y="10059"/>
                  </a:lnTo>
                  <a:lnTo>
                    <a:pt x="6831" y="9338"/>
                  </a:lnTo>
                  <a:lnTo>
                    <a:pt x="6866" y="8720"/>
                  </a:lnTo>
                  <a:lnTo>
                    <a:pt x="7346" y="7587"/>
                  </a:lnTo>
                  <a:lnTo>
                    <a:pt x="8136" y="6901"/>
                  </a:lnTo>
                  <a:lnTo>
                    <a:pt x="8822" y="6557"/>
                  </a:lnTo>
                  <a:lnTo>
                    <a:pt x="10230" y="6180"/>
                  </a:lnTo>
                  <a:lnTo>
                    <a:pt x="11466" y="6145"/>
                  </a:lnTo>
                  <a:lnTo>
                    <a:pt x="12873" y="6180"/>
                  </a:lnTo>
                  <a:lnTo>
                    <a:pt x="15928" y="6592"/>
                  </a:lnTo>
                  <a:lnTo>
                    <a:pt x="19190" y="7484"/>
                  </a:lnTo>
                  <a:lnTo>
                    <a:pt x="22691" y="8823"/>
                  </a:lnTo>
                  <a:lnTo>
                    <a:pt x="24545" y="9681"/>
                  </a:lnTo>
                  <a:lnTo>
                    <a:pt x="24545" y="3536"/>
                  </a:lnTo>
                  <a:lnTo>
                    <a:pt x="23275" y="2713"/>
                  </a:lnTo>
                  <a:lnTo>
                    <a:pt x="20357" y="1408"/>
                  </a:lnTo>
                  <a:lnTo>
                    <a:pt x="17199" y="516"/>
                  </a:lnTo>
                  <a:lnTo>
                    <a:pt x="13869" y="35"/>
                  </a:lnTo>
                  <a:lnTo>
                    <a:pt x="12152"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sp>
          <p:nvSpPr>
            <p:cNvPr id="2235" name="Google Shape;2235;p121"/>
            <p:cNvSpPr/>
            <p:nvPr/>
          </p:nvSpPr>
          <p:spPr>
            <a:xfrm>
              <a:off x="6646375" y="2576425"/>
              <a:ext cx="736375" cy="886550"/>
            </a:xfrm>
            <a:custGeom>
              <a:rect b="b" l="l" r="r" t="t"/>
              <a:pathLst>
                <a:path extrusionOk="0" h="35462" w="29455">
                  <a:moveTo>
                    <a:pt x="14727" y="6145"/>
                  </a:moveTo>
                  <a:lnTo>
                    <a:pt x="15723" y="6180"/>
                  </a:lnTo>
                  <a:lnTo>
                    <a:pt x="17508" y="6420"/>
                  </a:lnTo>
                  <a:lnTo>
                    <a:pt x="18984" y="6901"/>
                  </a:lnTo>
                  <a:lnTo>
                    <a:pt x="20186" y="7690"/>
                  </a:lnTo>
                  <a:lnTo>
                    <a:pt x="21147" y="8720"/>
                  </a:lnTo>
                  <a:lnTo>
                    <a:pt x="21833" y="10059"/>
                  </a:lnTo>
                  <a:lnTo>
                    <a:pt x="22314" y="11672"/>
                  </a:lnTo>
                  <a:lnTo>
                    <a:pt x="22589" y="13594"/>
                  </a:lnTo>
                  <a:lnTo>
                    <a:pt x="22623" y="14659"/>
                  </a:lnTo>
                  <a:lnTo>
                    <a:pt x="6798" y="14659"/>
                  </a:lnTo>
                  <a:lnTo>
                    <a:pt x="6866" y="13663"/>
                  </a:lnTo>
                  <a:lnTo>
                    <a:pt x="7175" y="11809"/>
                  </a:lnTo>
                  <a:lnTo>
                    <a:pt x="7656" y="10230"/>
                  </a:lnTo>
                  <a:lnTo>
                    <a:pt x="8377" y="8892"/>
                  </a:lnTo>
                  <a:lnTo>
                    <a:pt x="9304" y="7827"/>
                  </a:lnTo>
                  <a:lnTo>
                    <a:pt x="10471" y="7004"/>
                  </a:lnTo>
                  <a:lnTo>
                    <a:pt x="11947" y="6454"/>
                  </a:lnTo>
                  <a:lnTo>
                    <a:pt x="13698" y="6180"/>
                  </a:lnTo>
                  <a:lnTo>
                    <a:pt x="14727" y="6145"/>
                  </a:lnTo>
                  <a:close/>
                  <a:moveTo>
                    <a:pt x="14727" y="1"/>
                  </a:moveTo>
                  <a:lnTo>
                    <a:pt x="13732" y="35"/>
                  </a:lnTo>
                  <a:lnTo>
                    <a:pt x="11913" y="172"/>
                  </a:lnTo>
                  <a:lnTo>
                    <a:pt x="10230" y="516"/>
                  </a:lnTo>
                  <a:lnTo>
                    <a:pt x="8686" y="962"/>
                  </a:lnTo>
                  <a:lnTo>
                    <a:pt x="7278" y="1580"/>
                  </a:lnTo>
                  <a:lnTo>
                    <a:pt x="6008" y="2369"/>
                  </a:lnTo>
                  <a:lnTo>
                    <a:pt x="4875" y="3262"/>
                  </a:lnTo>
                  <a:lnTo>
                    <a:pt x="3880" y="4292"/>
                  </a:lnTo>
                  <a:lnTo>
                    <a:pt x="2987" y="5459"/>
                  </a:lnTo>
                  <a:lnTo>
                    <a:pt x="2198" y="6729"/>
                  </a:lnTo>
                  <a:lnTo>
                    <a:pt x="1271" y="8857"/>
                  </a:lnTo>
                  <a:lnTo>
                    <a:pt x="412" y="12118"/>
                  </a:lnTo>
                  <a:lnTo>
                    <a:pt x="35" y="15757"/>
                  </a:lnTo>
                  <a:lnTo>
                    <a:pt x="1" y="17748"/>
                  </a:lnTo>
                  <a:lnTo>
                    <a:pt x="1" y="19053"/>
                  </a:lnTo>
                  <a:lnTo>
                    <a:pt x="241" y="21867"/>
                  </a:lnTo>
                  <a:lnTo>
                    <a:pt x="893" y="24854"/>
                  </a:lnTo>
                  <a:lnTo>
                    <a:pt x="1717" y="27051"/>
                  </a:lnTo>
                  <a:lnTo>
                    <a:pt x="2438" y="28458"/>
                  </a:lnTo>
                  <a:lnTo>
                    <a:pt x="3330" y="29797"/>
                  </a:lnTo>
                  <a:lnTo>
                    <a:pt x="4429" y="31067"/>
                  </a:lnTo>
                  <a:lnTo>
                    <a:pt x="5733" y="32200"/>
                  </a:lnTo>
                  <a:lnTo>
                    <a:pt x="7244" y="33196"/>
                  </a:lnTo>
                  <a:lnTo>
                    <a:pt x="8995" y="34054"/>
                  </a:lnTo>
                  <a:lnTo>
                    <a:pt x="11020" y="34740"/>
                  </a:lnTo>
                  <a:lnTo>
                    <a:pt x="13320" y="35187"/>
                  </a:lnTo>
                  <a:lnTo>
                    <a:pt x="15895" y="35427"/>
                  </a:lnTo>
                  <a:lnTo>
                    <a:pt x="17302" y="35461"/>
                  </a:lnTo>
                  <a:lnTo>
                    <a:pt x="19156" y="35461"/>
                  </a:lnTo>
                  <a:lnTo>
                    <a:pt x="22348" y="35152"/>
                  </a:lnTo>
                  <a:lnTo>
                    <a:pt x="25232" y="34569"/>
                  </a:lnTo>
                  <a:lnTo>
                    <a:pt x="27120" y="34088"/>
                  </a:lnTo>
                  <a:lnTo>
                    <a:pt x="27120" y="28081"/>
                  </a:lnTo>
                  <a:lnTo>
                    <a:pt x="25507" y="28527"/>
                  </a:lnTo>
                  <a:lnTo>
                    <a:pt x="22760" y="29042"/>
                  </a:lnTo>
                  <a:lnTo>
                    <a:pt x="19327" y="29317"/>
                  </a:lnTo>
                  <a:lnTo>
                    <a:pt x="17302" y="29317"/>
                  </a:lnTo>
                  <a:lnTo>
                    <a:pt x="15860" y="29282"/>
                  </a:lnTo>
                  <a:lnTo>
                    <a:pt x="13389" y="28973"/>
                  </a:lnTo>
                  <a:lnTo>
                    <a:pt x="11432" y="28321"/>
                  </a:lnTo>
                  <a:lnTo>
                    <a:pt x="9921" y="27394"/>
                  </a:lnTo>
                  <a:lnTo>
                    <a:pt x="8754" y="26261"/>
                  </a:lnTo>
                  <a:lnTo>
                    <a:pt x="7930" y="24888"/>
                  </a:lnTo>
                  <a:lnTo>
                    <a:pt x="7381" y="23378"/>
                  </a:lnTo>
                  <a:lnTo>
                    <a:pt x="7038" y="21696"/>
                  </a:lnTo>
                  <a:lnTo>
                    <a:pt x="6935" y="20803"/>
                  </a:lnTo>
                  <a:lnTo>
                    <a:pt x="29454" y="20803"/>
                  </a:lnTo>
                  <a:lnTo>
                    <a:pt x="29454" y="17062"/>
                  </a:lnTo>
                  <a:lnTo>
                    <a:pt x="29420" y="15071"/>
                  </a:lnTo>
                  <a:lnTo>
                    <a:pt x="29008" y="11500"/>
                  </a:lnTo>
                  <a:lnTo>
                    <a:pt x="28150" y="8342"/>
                  </a:lnTo>
                  <a:lnTo>
                    <a:pt x="27223" y="6283"/>
                  </a:lnTo>
                  <a:lnTo>
                    <a:pt x="26433" y="5081"/>
                  </a:lnTo>
                  <a:lnTo>
                    <a:pt x="25575" y="3983"/>
                  </a:lnTo>
                  <a:lnTo>
                    <a:pt x="24545" y="3021"/>
                  </a:lnTo>
                  <a:lnTo>
                    <a:pt x="23413" y="2163"/>
                  </a:lnTo>
                  <a:lnTo>
                    <a:pt x="22142" y="1477"/>
                  </a:lnTo>
                  <a:lnTo>
                    <a:pt x="20735" y="893"/>
                  </a:lnTo>
                  <a:lnTo>
                    <a:pt x="19190" y="447"/>
                  </a:lnTo>
                  <a:lnTo>
                    <a:pt x="16650" y="69"/>
                  </a:lnTo>
                  <a:lnTo>
                    <a:pt x="14727" y="1"/>
                  </a:lnTo>
                  <a:close/>
                </a:path>
              </a:pathLst>
            </a:custGeom>
            <a:solidFill>
              <a:schemeClr val="lt1"/>
            </a:solidFill>
            <a:ln>
              <a:noFill/>
            </a:ln>
          </p:spPr>
          <p:txBody>
            <a:bodyPr anchorCtr="0" anchor="ctr" bIns="202125" lIns="202125" spcFirstLastPara="1" rIns="202125" wrap="square" tIns="202125">
              <a:noAutofit/>
            </a:bodyPr>
            <a:lstStyle/>
            <a:p>
              <a:pPr indent="0" lvl="0" marL="0" rtl="0" algn="l">
                <a:spcBef>
                  <a:spcPts val="0"/>
                </a:spcBef>
                <a:spcAft>
                  <a:spcPts val="0"/>
                </a:spcAft>
                <a:buNone/>
              </a:pPr>
              <a:r>
                <a:t/>
              </a:r>
              <a:endParaRPr/>
            </a:p>
          </p:txBody>
        </p:sp>
      </p:grpSp>
      <p:sp>
        <p:nvSpPr>
          <p:cNvPr id="2236" name="Google Shape;2236;p121"/>
          <p:cNvSpPr txBox="1"/>
          <p:nvPr/>
        </p:nvSpPr>
        <p:spPr>
          <a:xfrm>
            <a:off x="1481967" y="3773550"/>
            <a:ext cx="9250800" cy="2739900"/>
          </a:xfrm>
          <a:prstGeom prst="rect">
            <a:avLst/>
          </a:prstGeom>
          <a:noFill/>
          <a:ln>
            <a:noFill/>
          </a:ln>
        </p:spPr>
        <p:txBody>
          <a:bodyPr anchorCtr="0" anchor="ctr" bIns="365750" lIns="0" spcFirstLastPara="1" rIns="365750" wrap="square" tIns="365750">
            <a:spAutoFit/>
          </a:bodyPr>
          <a:lstStyle/>
          <a:p>
            <a:pPr indent="0" lvl="0" marL="0" rtl="0" algn="l">
              <a:lnSpc>
                <a:spcPct val="115000"/>
              </a:lnSpc>
              <a:spcBef>
                <a:spcPts val="0"/>
              </a:spcBef>
              <a:spcAft>
                <a:spcPts val="0"/>
              </a:spcAft>
              <a:buNone/>
            </a:pPr>
            <a:r>
              <a:rPr lang="en" sz="13000">
                <a:solidFill>
                  <a:schemeClr val="lt1"/>
                </a:solidFill>
                <a:latin typeface="Libre Franklin Light"/>
                <a:ea typeface="Libre Franklin Light"/>
                <a:cs typeface="Libre Franklin Light"/>
                <a:sym typeface="Libre Franklin Light"/>
              </a:rPr>
              <a:t>Thank you</a:t>
            </a:r>
            <a:endParaRPr sz="13000">
              <a:solidFill>
                <a:schemeClr val="lt1"/>
              </a:solidFill>
              <a:latin typeface="Libre Franklin Light"/>
              <a:ea typeface="Libre Franklin Light"/>
              <a:cs typeface="Libre Franklin Light"/>
              <a:sym typeface="Libre Franklin Light"/>
            </a:endParaRPr>
          </a:p>
        </p:txBody>
      </p:sp>
      <p:sp>
        <p:nvSpPr>
          <p:cNvPr id="2237" name="Google Shape;2237;p121"/>
          <p:cNvSpPr/>
          <p:nvPr/>
        </p:nvSpPr>
        <p:spPr>
          <a:xfrm rot="-5400000">
            <a:off x="17301775" y="2687763"/>
            <a:ext cx="229200" cy="227400"/>
          </a:xfrm>
          <a:custGeom>
            <a:rect b="b" l="l" r="r" t="t"/>
            <a:pathLst>
              <a:path extrusionOk="0" h="9096" w="9168">
                <a:moveTo>
                  <a:pt x="19" y="4762"/>
                </a:moveTo>
                <a:lnTo>
                  <a:pt x="4567" y="4762"/>
                </a:lnTo>
                <a:lnTo>
                  <a:pt x="4566" y="0"/>
                </a:lnTo>
                <a:lnTo>
                  <a:pt x="9168" y="0"/>
                </a:lnTo>
                <a:lnTo>
                  <a:pt x="9168" y="9096"/>
                </a:lnTo>
                <a:lnTo>
                  <a:pt x="0" y="9096"/>
                </a:lnTo>
                <a:close/>
              </a:path>
            </a:pathLst>
          </a:custGeom>
          <a:solidFill>
            <a:schemeClr val="lt1"/>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theme" Target="../theme/theme1.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14.xml"/><Relationship Id="rId42" Type="http://schemas.openxmlformats.org/officeDocument/2006/relationships/slideLayout" Target="../slideLayouts/slideLayout116.xml"/><Relationship Id="rId41" Type="http://schemas.openxmlformats.org/officeDocument/2006/relationships/slideLayout" Target="../slideLayouts/slideLayout115.xml"/><Relationship Id="rId44" Type="http://schemas.openxmlformats.org/officeDocument/2006/relationships/slideLayout" Target="../slideLayouts/slideLayout118.xml"/><Relationship Id="rId43" Type="http://schemas.openxmlformats.org/officeDocument/2006/relationships/slideLayout" Target="../slideLayouts/slideLayout117.xml"/><Relationship Id="rId46" Type="http://schemas.openxmlformats.org/officeDocument/2006/relationships/theme" Target="../theme/theme2.xml"/><Relationship Id="rId45" Type="http://schemas.openxmlformats.org/officeDocument/2006/relationships/slideLayout" Target="../slideLayouts/slideLayout119.xml"/><Relationship Id="rId1" Type="http://schemas.openxmlformats.org/officeDocument/2006/relationships/slideLayout" Target="../slideLayouts/slideLayout75.xml"/><Relationship Id="rId2" Type="http://schemas.openxmlformats.org/officeDocument/2006/relationships/slideLayout" Target="../slideLayouts/slideLayout76.xml"/><Relationship Id="rId3" Type="http://schemas.openxmlformats.org/officeDocument/2006/relationships/slideLayout" Target="../slideLayouts/slideLayout77.xml"/><Relationship Id="rId4" Type="http://schemas.openxmlformats.org/officeDocument/2006/relationships/slideLayout" Target="../slideLayouts/slideLayout78.xml"/><Relationship Id="rId9" Type="http://schemas.openxmlformats.org/officeDocument/2006/relationships/slideLayout" Target="../slideLayouts/slideLayout83.xml"/><Relationship Id="rId5" Type="http://schemas.openxmlformats.org/officeDocument/2006/relationships/slideLayout" Target="../slideLayouts/slideLayout79.xml"/><Relationship Id="rId6" Type="http://schemas.openxmlformats.org/officeDocument/2006/relationships/slideLayout" Target="../slideLayouts/slideLayout80.xml"/><Relationship Id="rId7" Type="http://schemas.openxmlformats.org/officeDocument/2006/relationships/slideLayout" Target="../slideLayouts/slideLayout81.xml"/><Relationship Id="rId8" Type="http://schemas.openxmlformats.org/officeDocument/2006/relationships/slideLayout" Target="../slideLayouts/slideLayout82.xml"/><Relationship Id="rId31" Type="http://schemas.openxmlformats.org/officeDocument/2006/relationships/slideLayout" Target="../slideLayouts/slideLayout105.xml"/><Relationship Id="rId30" Type="http://schemas.openxmlformats.org/officeDocument/2006/relationships/slideLayout" Target="../slideLayouts/slideLayout104.xml"/><Relationship Id="rId33" Type="http://schemas.openxmlformats.org/officeDocument/2006/relationships/slideLayout" Target="../slideLayouts/slideLayout107.xml"/><Relationship Id="rId32" Type="http://schemas.openxmlformats.org/officeDocument/2006/relationships/slideLayout" Target="../slideLayouts/slideLayout106.xml"/><Relationship Id="rId35" Type="http://schemas.openxmlformats.org/officeDocument/2006/relationships/slideLayout" Target="../slideLayouts/slideLayout109.xml"/><Relationship Id="rId34" Type="http://schemas.openxmlformats.org/officeDocument/2006/relationships/slideLayout" Target="../slideLayouts/slideLayout108.xml"/><Relationship Id="rId37" Type="http://schemas.openxmlformats.org/officeDocument/2006/relationships/slideLayout" Target="../slideLayouts/slideLayout111.xml"/><Relationship Id="rId36" Type="http://schemas.openxmlformats.org/officeDocument/2006/relationships/slideLayout" Target="../slideLayouts/slideLayout110.xml"/><Relationship Id="rId39" Type="http://schemas.openxmlformats.org/officeDocument/2006/relationships/slideLayout" Target="../slideLayouts/slideLayout113.xml"/><Relationship Id="rId38" Type="http://schemas.openxmlformats.org/officeDocument/2006/relationships/slideLayout" Target="../slideLayouts/slideLayout112.xml"/><Relationship Id="rId20" Type="http://schemas.openxmlformats.org/officeDocument/2006/relationships/slideLayout" Target="../slideLayouts/slideLayout94.xml"/><Relationship Id="rId22" Type="http://schemas.openxmlformats.org/officeDocument/2006/relationships/slideLayout" Target="../slideLayouts/slideLayout96.xml"/><Relationship Id="rId21" Type="http://schemas.openxmlformats.org/officeDocument/2006/relationships/slideLayout" Target="../slideLayouts/slideLayout95.xml"/><Relationship Id="rId24" Type="http://schemas.openxmlformats.org/officeDocument/2006/relationships/slideLayout" Target="../slideLayouts/slideLayout98.xml"/><Relationship Id="rId23" Type="http://schemas.openxmlformats.org/officeDocument/2006/relationships/slideLayout" Target="../slideLayouts/slideLayout97.xml"/><Relationship Id="rId26" Type="http://schemas.openxmlformats.org/officeDocument/2006/relationships/slideLayout" Target="../slideLayouts/slideLayout100.xml"/><Relationship Id="rId25" Type="http://schemas.openxmlformats.org/officeDocument/2006/relationships/slideLayout" Target="../slideLayouts/slideLayout99.xml"/><Relationship Id="rId28" Type="http://schemas.openxmlformats.org/officeDocument/2006/relationships/slideLayout" Target="../slideLayouts/slideLayout102.xml"/><Relationship Id="rId27" Type="http://schemas.openxmlformats.org/officeDocument/2006/relationships/slideLayout" Target="../slideLayouts/slideLayout101.xml"/><Relationship Id="rId29" Type="http://schemas.openxmlformats.org/officeDocument/2006/relationships/slideLayout" Target="../slideLayouts/slideLayout103.xml"/><Relationship Id="rId11" Type="http://schemas.openxmlformats.org/officeDocument/2006/relationships/slideLayout" Target="../slideLayouts/slideLayout85.xml"/><Relationship Id="rId10" Type="http://schemas.openxmlformats.org/officeDocument/2006/relationships/slideLayout" Target="../slideLayouts/slideLayout84.xml"/><Relationship Id="rId13" Type="http://schemas.openxmlformats.org/officeDocument/2006/relationships/slideLayout" Target="../slideLayouts/slideLayout87.xml"/><Relationship Id="rId12" Type="http://schemas.openxmlformats.org/officeDocument/2006/relationships/slideLayout" Target="../slideLayouts/slideLayout86.xml"/><Relationship Id="rId15" Type="http://schemas.openxmlformats.org/officeDocument/2006/relationships/slideLayout" Target="../slideLayouts/slideLayout89.xml"/><Relationship Id="rId14" Type="http://schemas.openxmlformats.org/officeDocument/2006/relationships/slideLayout" Target="../slideLayouts/slideLayout88.xml"/><Relationship Id="rId17" Type="http://schemas.openxmlformats.org/officeDocument/2006/relationships/slideLayout" Target="../slideLayouts/slideLayout91.xml"/><Relationship Id="rId16" Type="http://schemas.openxmlformats.org/officeDocument/2006/relationships/slideLayout" Target="../slideLayouts/slideLayout90.xml"/><Relationship Id="rId19" Type="http://schemas.openxmlformats.org/officeDocument/2006/relationships/slideLayout" Target="../slideLayouts/slideLayout93.xml"/><Relationship Id="rId18"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33800" y="731400"/>
            <a:ext cx="16930800" cy="787200"/>
          </a:xfrm>
          <a:prstGeom prst="rect">
            <a:avLst/>
          </a:prstGeom>
          <a:noFill/>
          <a:ln>
            <a:noFill/>
          </a:ln>
        </p:spPr>
        <p:txBody>
          <a:bodyPr anchorCtr="0" anchor="t" bIns="0" lIns="0" spcFirstLastPara="1" rIns="0" wrap="square" tIns="0">
            <a:spAutoFit/>
          </a:bodyPr>
          <a:lstStyle>
            <a:lvl1pPr lvl="0" rtl="0">
              <a:spcBef>
                <a:spcPts val="0"/>
              </a:spcBef>
              <a:spcAft>
                <a:spcPts val="0"/>
              </a:spcAft>
              <a:buClr>
                <a:schemeClr val="dk1"/>
              </a:buClr>
              <a:buSzPts val="4600"/>
              <a:buFont typeface="Libre Franklin"/>
              <a:buNone/>
              <a:defRPr b="1" sz="4600">
                <a:solidFill>
                  <a:schemeClr val="dk1"/>
                </a:solidFill>
                <a:latin typeface="Libre Franklin"/>
                <a:ea typeface="Libre Franklin"/>
                <a:cs typeface="Libre Franklin"/>
                <a:sym typeface="Libre Franklin"/>
              </a:defRPr>
            </a:lvl1pPr>
            <a:lvl2pPr lvl="1"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2pPr>
            <a:lvl3pPr lvl="2"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3pPr>
            <a:lvl4pPr lvl="3"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4pPr>
            <a:lvl5pPr lvl="4"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5pPr>
            <a:lvl6pPr lvl="5"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6pPr>
            <a:lvl7pPr lvl="6"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7pPr>
            <a:lvl8pPr lvl="7"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8pPr>
            <a:lvl9pPr lvl="8" rtl="0">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9pPr>
          </a:lstStyle>
          <a:p/>
        </p:txBody>
      </p:sp>
      <p:sp>
        <p:nvSpPr>
          <p:cNvPr id="7" name="Google Shape;7;p1"/>
          <p:cNvSpPr txBox="1"/>
          <p:nvPr>
            <p:ph idx="1" type="body"/>
          </p:nvPr>
        </p:nvSpPr>
        <p:spPr>
          <a:xfrm>
            <a:off x="733800" y="1981200"/>
            <a:ext cx="16930800" cy="7156800"/>
          </a:xfrm>
          <a:prstGeom prst="rect">
            <a:avLst/>
          </a:prstGeom>
          <a:noFill/>
          <a:ln>
            <a:noFill/>
          </a:ln>
        </p:spPr>
        <p:txBody>
          <a:bodyPr anchorCtr="0" anchor="t" bIns="0" lIns="0" spcFirstLastPara="1" rIns="0" wrap="square" tIns="0">
            <a:spAutoFit/>
          </a:bodyPr>
          <a:lstStyle>
            <a:lvl1pPr indent="-381000" lvl="0" marL="4572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1pPr>
            <a:lvl2pPr indent="-381000" lvl="1" marL="9144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2pPr>
            <a:lvl3pPr indent="-381000" lvl="2" marL="13716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3pPr>
            <a:lvl4pPr indent="-381000" lvl="3" marL="18288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4pPr>
            <a:lvl5pPr indent="-381000" lvl="4" marL="22860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5pPr>
            <a:lvl6pPr indent="-381000" lvl="5" marL="27432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6pPr>
            <a:lvl7pPr indent="-381000" lvl="6" marL="32004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7pPr>
            <a:lvl8pPr indent="-381000" lvl="7" marL="36576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8pPr>
            <a:lvl9pPr indent="-381000" lvl="8" marL="4114800" rtl="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62">
          <p15:clr>
            <a:srgbClr val="EA4335"/>
          </p15:clr>
        </p15:guide>
        <p15:guide id="2" orient="horz" pos="461">
          <p15:clr>
            <a:srgbClr val="EA4335"/>
          </p15:clr>
        </p15:guide>
        <p15:guide id="3" orient="horz" pos="6019">
          <p15:clr>
            <a:srgbClr val="EA4335"/>
          </p15:clr>
        </p15:guide>
        <p15:guide id="4" pos="11058">
          <p15:clr>
            <a:srgbClr val="EA4335"/>
          </p15:clr>
        </p15:guide>
        <p15:guide id="5" pos="5760">
          <p15:clr>
            <a:srgbClr val="EA4335"/>
          </p15:clr>
        </p15:guide>
        <p15:guide id="6" orient="horz" pos="3240">
          <p15:clr>
            <a:srgbClr val="EA4335"/>
          </p15:clr>
        </p15:guide>
        <p15:guide id="7" pos="5529">
          <p15:clr>
            <a:srgbClr val="EA4335"/>
          </p15:clr>
        </p15:guide>
        <p15:guide id="8" pos="5991">
          <p15:clr>
            <a:srgbClr val="EA4335"/>
          </p15:clr>
        </p15:guide>
        <p15:guide id="9" pos="6451">
          <p15:clr>
            <a:srgbClr val="EA4335"/>
          </p15:clr>
        </p15:guide>
        <p15:guide id="10" pos="5069">
          <p15:clr>
            <a:srgbClr val="EA4335"/>
          </p15:clr>
        </p15:guide>
        <p15:guide id="11" pos="2766">
          <p15:clr>
            <a:srgbClr val="EA4335"/>
          </p15:clr>
        </p15:guide>
        <p15:guide id="12" pos="3228">
          <p15:clr>
            <a:srgbClr val="EA4335"/>
          </p15:clr>
        </p15:guide>
        <p15:guide id="13" pos="8295">
          <p15:clr>
            <a:srgbClr val="EA4335"/>
          </p15:clr>
        </p15:guide>
        <p15:guide id="14" pos="8757">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13" name="Shape 1113"/>
        <p:cNvGrpSpPr/>
        <p:nvPr/>
      </p:nvGrpSpPr>
      <p:grpSpPr>
        <a:xfrm>
          <a:off x="0" y="0"/>
          <a:ext cx="0" cy="0"/>
          <a:chOff x="0" y="0"/>
          <a:chExt cx="0" cy="0"/>
        </a:xfrm>
      </p:grpSpPr>
      <p:sp>
        <p:nvSpPr>
          <p:cNvPr id="1114" name="Google Shape;1114;p76"/>
          <p:cNvSpPr txBox="1"/>
          <p:nvPr>
            <p:ph type="title"/>
          </p:nvPr>
        </p:nvSpPr>
        <p:spPr>
          <a:xfrm>
            <a:off x="733800" y="731400"/>
            <a:ext cx="16930800" cy="787200"/>
          </a:xfrm>
          <a:prstGeom prst="rect">
            <a:avLst/>
          </a:prstGeom>
          <a:noFill/>
          <a:ln>
            <a:noFill/>
          </a:ln>
        </p:spPr>
        <p:txBody>
          <a:bodyPr anchorCtr="0" anchor="t" bIns="0" lIns="0" spcFirstLastPara="1" rIns="0" wrap="square" tIns="0">
            <a:spAutoFit/>
          </a:bodyPr>
          <a:lstStyle>
            <a:lvl1pPr lvl="0">
              <a:spcBef>
                <a:spcPts val="0"/>
              </a:spcBef>
              <a:spcAft>
                <a:spcPts val="0"/>
              </a:spcAft>
              <a:buClr>
                <a:schemeClr val="dk1"/>
              </a:buClr>
              <a:buSzPts val="4600"/>
              <a:buFont typeface="Libre Franklin"/>
              <a:buNone/>
              <a:defRPr b="1" sz="4600">
                <a:solidFill>
                  <a:schemeClr val="dk1"/>
                </a:solidFill>
                <a:latin typeface="Libre Franklin"/>
                <a:ea typeface="Libre Franklin"/>
                <a:cs typeface="Libre Franklin"/>
                <a:sym typeface="Libre Franklin"/>
              </a:defRPr>
            </a:lvl1pPr>
            <a:lvl2pPr lvl="1">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2pPr>
            <a:lvl3pPr lvl="2">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3pPr>
            <a:lvl4pPr lvl="3">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4pPr>
            <a:lvl5pPr lvl="4">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5pPr>
            <a:lvl6pPr lvl="5">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6pPr>
            <a:lvl7pPr lvl="6">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7pPr>
            <a:lvl8pPr lvl="7">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8pPr>
            <a:lvl9pPr lvl="8">
              <a:spcBef>
                <a:spcPts val="0"/>
              </a:spcBef>
              <a:spcAft>
                <a:spcPts val="0"/>
              </a:spcAft>
              <a:buClr>
                <a:schemeClr val="dk1"/>
              </a:buClr>
              <a:buSzPts val="5600"/>
              <a:buFont typeface="Libre Franklin"/>
              <a:buNone/>
              <a:defRPr sz="5600">
                <a:solidFill>
                  <a:schemeClr val="dk1"/>
                </a:solidFill>
                <a:latin typeface="Libre Franklin"/>
                <a:ea typeface="Libre Franklin"/>
                <a:cs typeface="Libre Franklin"/>
                <a:sym typeface="Libre Franklin"/>
              </a:defRPr>
            </a:lvl9pPr>
          </a:lstStyle>
          <a:p/>
        </p:txBody>
      </p:sp>
      <p:sp>
        <p:nvSpPr>
          <p:cNvPr id="1115" name="Google Shape;1115;p76"/>
          <p:cNvSpPr txBox="1"/>
          <p:nvPr>
            <p:ph idx="1" type="body"/>
          </p:nvPr>
        </p:nvSpPr>
        <p:spPr>
          <a:xfrm>
            <a:off x="733800" y="1981200"/>
            <a:ext cx="16930800" cy="7156800"/>
          </a:xfrm>
          <a:prstGeom prst="rect">
            <a:avLst/>
          </a:prstGeom>
          <a:noFill/>
          <a:ln>
            <a:noFill/>
          </a:ln>
        </p:spPr>
        <p:txBody>
          <a:bodyPr anchorCtr="0" anchor="t" bIns="0" lIns="0" spcFirstLastPara="1" rIns="0" wrap="square" tIns="0">
            <a:spAutoFit/>
          </a:bodyPr>
          <a:lstStyle>
            <a:lvl1pPr indent="-381000" lvl="0" marL="4572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1pPr>
            <a:lvl2pPr indent="-381000" lvl="1" marL="9144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2pPr>
            <a:lvl3pPr indent="-381000" lvl="2" marL="13716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3pPr>
            <a:lvl4pPr indent="-381000" lvl="3" marL="18288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4pPr>
            <a:lvl5pPr indent="-381000" lvl="4" marL="22860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5pPr>
            <a:lvl6pPr indent="-381000" lvl="5" marL="27432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6pPr>
            <a:lvl7pPr indent="-381000" lvl="6" marL="32004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7pPr>
            <a:lvl8pPr indent="-381000" lvl="7" marL="36576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8pPr>
            <a:lvl9pPr indent="-381000" lvl="8" marL="4114800">
              <a:lnSpc>
                <a:spcPct val="150000"/>
              </a:lnSpc>
              <a:spcBef>
                <a:spcPts val="0"/>
              </a:spcBef>
              <a:spcAft>
                <a:spcPts val="0"/>
              </a:spcAft>
              <a:buClr>
                <a:schemeClr val="dk1"/>
              </a:buClr>
              <a:buSzPts val="2400"/>
              <a:buFont typeface="Libre Franklin"/>
              <a:buChar char="■"/>
              <a:defRPr sz="2400">
                <a:solidFill>
                  <a:schemeClr val="dk1"/>
                </a:solidFill>
                <a:latin typeface="Libre Franklin"/>
                <a:ea typeface="Libre Franklin"/>
                <a:cs typeface="Libre Franklin"/>
                <a:sym typeface="Libre Franklin"/>
              </a:defRPr>
            </a:lvl9pPr>
          </a:lstStyle>
          <a:p/>
        </p:txBody>
      </p:sp>
    </p:spTree>
  </p:cSld>
  <p:clrMap accent1="accent1" accent2="accent2" accent3="accent3" accent4="accent4" accent5="accent5" accent6="accent6" bg1="lt1" bg2="dk2" tx1="dk1" tx2="lt2" folHlink="folHlink" hlink="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76">
          <p15:clr>
            <a:srgbClr val="EA4335"/>
          </p15:clr>
        </p15:guide>
        <p15:guide id="2" orient="horz" pos="476">
          <p15:clr>
            <a:srgbClr val="EA4335"/>
          </p15:clr>
        </p15:guide>
        <p15:guide id="3" orient="horz" pos="6004">
          <p15:clr>
            <a:srgbClr val="EA4335"/>
          </p15:clr>
        </p15:guide>
        <p15:guide id="4" pos="11043">
          <p15:clr>
            <a:srgbClr val="EA4335"/>
          </p15:clr>
        </p15:guide>
        <p15:guide id="5" pos="5760">
          <p15:clr>
            <a:srgbClr val="EA4335"/>
          </p15:clr>
        </p15:guide>
        <p15:guide id="6" orient="horz" pos="3240">
          <p15:clr>
            <a:srgbClr val="EA4335"/>
          </p15:clr>
        </p15:guide>
        <p15:guide id="7" pos="5529">
          <p15:clr>
            <a:srgbClr val="EA4335"/>
          </p15:clr>
        </p15:guide>
        <p15:guide id="8" pos="5991">
          <p15:clr>
            <a:srgbClr val="EA4335"/>
          </p15:clr>
        </p15:guide>
        <p15:guide id="9" pos="6451">
          <p15:clr>
            <a:srgbClr val="EA4335"/>
          </p15:clr>
        </p15:guide>
        <p15:guide id="10" pos="5069">
          <p15:clr>
            <a:srgbClr val="EA4335"/>
          </p15:clr>
        </p15:guide>
        <p15:guide id="11" pos="2766">
          <p15:clr>
            <a:srgbClr val="EA4335"/>
          </p15:clr>
        </p15:guide>
        <p15:guide id="12" pos="3228">
          <p15:clr>
            <a:srgbClr val="EA4335"/>
          </p15:clr>
        </p15:guide>
        <p15:guide id="13" pos="8295">
          <p15:clr>
            <a:srgbClr val="EA4335"/>
          </p15:clr>
        </p15:guide>
        <p15:guide id="14" pos="8757">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7.png"/><Relationship Id="rId8"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6.png"/><Relationship Id="rId6"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35.png"/><Relationship Id="rId7" Type="http://schemas.openxmlformats.org/officeDocument/2006/relationships/image" Target="../media/image30.png"/><Relationship Id="rId8"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40.png"/><Relationship Id="rId7" Type="http://schemas.openxmlformats.org/officeDocument/2006/relationships/image" Target="../media/image39.png"/><Relationship Id="rId8"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notesSlide" Target="../notesSlides/notesSlide32.xml"/><Relationship Id="rId3" Type="http://schemas.openxmlformats.org/officeDocument/2006/relationships/image" Target="../media/image44.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1" name="Shape 2241"/>
        <p:cNvGrpSpPr/>
        <p:nvPr/>
      </p:nvGrpSpPr>
      <p:grpSpPr>
        <a:xfrm>
          <a:off x="0" y="0"/>
          <a:ext cx="0" cy="0"/>
          <a:chOff x="0" y="0"/>
          <a:chExt cx="0" cy="0"/>
        </a:xfrm>
      </p:grpSpPr>
      <p:sp>
        <p:nvSpPr>
          <p:cNvPr id="2242" name="Google Shape;2242;p122"/>
          <p:cNvSpPr txBox="1"/>
          <p:nvPr>
            <p:ph idx="1" type="body"/>
          </p:nvPr>
        </p:nvSpPr>
        <p:spPr>
          <a:xfrm>
            <a:off x="1495918" y="3356965"/>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TEMPLATE</a:t>
            </a:r>
            <a:endParaRPr/>
          </a:p>
        </p:txBody>
      </p:sp>
      <p:sp>
        <p:nvSpPr>
          <p:cNvPr id="2243" name="Google Shape;2243;p122"/>
          <p:cNvSpPr txBox="1"/>
          <p:nvPr>
            <p:ph type="title"/>
          </p:nvPr>
        </p:nvSpPr>
        <p:spPr>
          <a:xfrm>
            <a:off x="1459975" y="4120558"/>
            <a:ext cx="92496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Master Slides Template</a:t>
            </a:r>
            <a:endParaRPr/>
          </a:p>
        </p:txBody>
      </p:sp>
      <p:sp>
        <p:nvSpPr>
          <p:cNvPr id="2244" name="Google Shape;2244;p122"/>
          <p:cNvSpPr txBox="1"/>
          <p:nvPr>
            <p:ph idx="2" type="body"/>
          </p:nvPr>
        </p:nvSpPr>
        <p:spPr>
          <a:xfrm>
            <a:off x="1373525" y="7827480"/>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Updated - March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123"/>
          <p:cNvSpPr txBox="1"/>
          <p:nvPr>
            <p:ph idx="1" type="body"/>
          </p:nvPr>
        </p:nvSpPr>
        <p:spPr>
          <a:xfrm>
            <a:off x="1525925" y="3456516"/>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GUIDELINES</a:t>
            </a:r>
            <a:endParaRPr/>
          </a:p>
        </p:txBody>
      </p:sp>
      <p:sp>
        <p:nvSpPr>
          <p:cNvPr id="2250" name="Google Shape;2250;p123"/>
          <p:cNvSpPr txBox="1"/>
          <p:nvPr>
            <p:ph type="title"/>
          </p:nvPr>
        </p:nvSpPr>
        <p:spPr>
          <a:xfrm>
            <a:off x="1525925" y="4220100"/>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to use this template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
        <p:nvSpPr>
          <p:cNvPr id="2255" name="Google Shape;2255;p124"/>
          <p:cNvSpPr txBox="1"/>
          <p:nvPr>
            <p:ph idx="2" type="body"/>
          </p:nvPr>
        </p:nvSpPr>
        <p:spPr>
          <a:xfrm>
            <a:off x="1154727" y="2935575"/>
            <a:ext cx="7906500" cy="1015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Every slide in this template uses a pre-built layout designed for a specific purpose. Each layout is named to make it easy to identify, always use the layout that matches the content you're creating.</a:t>
            </a:r>
            <a:endParaRPr/>
          </a:p>
        </p:txBody>
      </p:sp>
      <p:sp>
        <p:nvSpPr>
          <p:cNvPr id="2256" name="Google Shape;2256;p124"/>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Master Slides</a:t>
            </a:r>
            <a:endParaRPr/>
          </a:p>
        </p:txBody>
      </p:sp>
      <p:sp>
        <p:nvSpPr>
          <p:cNvPr id="2257" name="Google Shape;2257;p124"/>
          <p:cNvSpPr txBox="1"/>
          <p:nvPr>
            <p:ph idx="1" type="subTitle"/>
          </p:nvPr>
        </p:nvSpPr>
        <p:spPr>
          <a:xfrm>
            <a:off x="1111755" y="1978600"/>
            <a:ext cx="7865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Using slide layouts</a:t>
            </a:r>
            <a:endParaRPr/>
          </a:p>
        </p:txBody>
      </p:sp>
      <p:sp>
        <p:nvSpPr>
          <p:cNvPr id="2258" name="Google Shape;2258;p124"/>
          <p:cNvSpPr txBox="1"/>
          <p:nvPr>
            <p:ph idx="2" type="body"/>
          </p:nvPr>
        </p:nvSpPr>
        <p:spPr>
          <a:xfrm>
            <a:off x="1154727" y="4439885"/>
            <a:ext cx="7906500" cy="167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 to apply a layout:</a:t>
            </a:r>
            <a:endParaRPr/>
          </a:p>
          <a:p>
            <a:pPr indent="-355600" lvl="0" marL="457200" rtl="0" algn="l">
              <a:spcBef>
                <a:spcPts val="2400"/>
              </a:spcBef>
              <a:spcAft>
                <a:spcPts val="0"/>
              </a:spcAft>
              <a:buSzPts val="2000"/>
              <a:buAutoNum type="arabicPeriod"/>
            </a:pPr>
            <a:r>
              <a:rPr lang="en"/>
              <a:t>Right-click on the slide background</a:t>
            </a:r>
            <a:endParaRPr/>
          </a:p>
          <a:p>
            <a:pPr indent="-355600" lvl="0" marL="457200" rtl="0" algn="l">
              <a:spcBef>
                <a:spcPts val="0"/>
              </a:spcBef>
              <a:spcAft>
                <a:spcPts val="0"/>
              </a:spcAft>
              <a:buSzPts val="2000"/>
              <a:buAutoNum type="arabicPeriod"/>
            </a:pPr>
            <a:r>
              <a:rPr lang="en"/>
              <a:t>Select </a:t>
            </a:r>
            <a:r>
              <a:rPr b="1" lang="en"/>
              <a:t>Apply layout </a:t>
            </a:r>
            <a:r>
              <a:rPr lang="en"/>
              <a:t>from the menu</a:t>
            </a:r>
            <a:endParaRPr/>
          </a:p>
          <a:p>
            <a:pPr indent="-355600" lvl="0" marL="457200" rtl="0" algn="l">
              <a:spcBef>
                <a:spcPts val="0"/>
              </a:spcBef>
              <a:spcAft>
                <a:spcPts val="0"/>
              </a:spcAft>
              <a:buSzPts val="2000"/>
              <a:buAutoNum type="arabicPeriod"/>
            </a:pPr>
            <a:r>
              <a:rPr lang="en"/>
              <a:t>Choose the layout you need</a:t>
            </a:r>
            <a:endParaRPr/>
          </a:p>
        </p:txBody>
      </p:sp>
      <p:sp>
        <p:nvSpPr>
          <p:cNvPr id="2259" name="Google Shape;2259;p124"/>
          <p:cNvSpPr txBox="1"/>
          <p:nvPr>
            <p:ph idx="2" type="body"/>
          </p:nvPr>
        </p:nvSpPr>
        <p:spPr>
          <a:xfrm>
            <a:off x="1154727" y="6606275"/>
            <a:ext cx="7906500" cy="2031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You can apply a layout to multiple slides at once by selecting them in the sidebar first, then following the same steps.</a:t>
            </a:r>
            <a:endParaRPr/>
          </a:p>
          <a:p>
            <a:pPr indent="0" lvl="0" marL="0" rtl="0" algn="l">
              <a:spcBef>
                <a:spcPts val="2400"/>
              </a:spcBef>
              <a:spcAft>
                <a:spcPts val="2400"/>
              </a:spcAft>
              <a:buNone/>
            </a:pPr>
            <a:r>
              <a:rPr lang="en"/>
              <a:t>When you add a new slide, it will automatically use the same layout as the slide before it. If that's not the one you need, simply switch it using the steps above.</a:t>
            </a:r>
            <a:endParaRPr/>
          </a:p>
        </p:txBody>
      </p:sp>
      <p:pic>
        <p:nvPicPr>
          <p:cNvPr id="2260" name="Google Shape;2260;p124" title="Screenshot 2026-03-11 at 12.23.24.png"/>
          <p:cNvPicPr preferRelativeResize="0"/>
          <p:nvPr/>
        </p:nvPicPr>
        <p:blipFill rotWithShape="1">
          <a:blip r:embed="rId3">
            <a:alphaModFix/>
          </a:blip>
          <a:srcRect b="169" l="0" r="0" t="179"/>
          <a:stretch/>
        </p:blipFill>
        <p:spPr>
          <a:xfrm>
            <a:off x="10240200" y="1872662"/>
            <a:ext cx="6737576" cy="6541676"/>
          </a:xfrm>
          <a:prstGeom prst="rect">
            <a:avLst/>
          </a:prstGeom>
          <a:noFill/>
          <a:ln>
            <a:noFill/>
          </a:ln>
          <a:effectLst>
            <a:outerShdw blurRad="171450" rotWithShape="0" algn="bl" dir="5400000" dist="19050">
              <a:srgbClr val="000000">
                <a:alpha val="1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4" name="Shape 2264"/>
        <p:cNvGrpSpPr/>
        <p:nvPr/>
      </p:nvGrpSpPr>
      <p:grpSpPr>
        <a:xfrm>
          <a:off x="0" y="0"/>
          <a:ext cx="0" cy="0"/>
          <a:chOff x="0" y="0"/>
          <a:chExt cx="0" cy="0"/>
        </a:xfrm>
      </p:grpSpPr>
      <p:sp>
        <p:nvSpPr>
          <p:cNvPr id="2265" name="Google Shape;2265;p125"/>
          <p:cNvSpPr txBox="1"/>
          <p:nvPr>
            <p:ph idx="2" type="body"/>
          </p:nvPr>
        </p:nvSpPr>
        <p:spPr>
          <a:xfrm>
            <a:off x="1154725" y="2935575"/>
            <a:ext cx="7150800" cy="340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When changing the color of text or any visual element, always choose from the theme colors at the top of </a:t>
            </a:r>
            <a:br>
              <a:rPr lang="en"/>
            </a:br>
            <a:r>
              <a:rPr lang="en"/>
              <a:t>the color picker. </a:t>
            </a:r>
            <a:endParaRPr/>
          </a:p>
          <a:p>
            <a:pPr indent="0" lvl="0" marL="0" rtl="0" algn="l">
              <a:spcBef>
                <a:spcPts val="2400"/>
              </a:spcBef>
              <a:spcAft>
                <a:spcPts val="0"/>
              </a:spcAft>
              <a:buNone/>
            </a:pPr>
            <a:r>
              <a:rPr b="1" lang="en"/>
              <a:t>These are already set to your brand palette, so there's </a:t>
            </a:r>
            <a:br>
              <a:rPr b="1" lang="en"/>
            </a:br>
            <a:r>
              <a:rPr b="1" lang="en"/>
              <a:t>no need to manually enter color codes or make adjustments.</a:t>
            </a:r>
            <a:endParaRPr b="1"/>
          </a:p>
          <a:p>
            <a:pPr indent="0" lvl="0" marL="0" rtl="0" algn="l">
              <a:spcBef>
                <a:spcPts val="2400"/>
              </a:spcBef>
              <a:spcAft>
                <a:spcPts val="2400"/>
              </a:spcAft>
              <a:buNone/>
            </a:pPr>
            <a:r>
              <a:rPr lang="en"/>
              <a:t>Sticking to theme colors keeps your presentation </a:t>
            </a:r>
            <a:br>
              <a:rPr lang="en"/>
            </a:br>
            <a:r>
              <a:rPr lang="en"/>
              <a:t>consistent and saves you time.</a:t>
            </a:r>
            <a:endParaRPr/>
          </a:p>
        </p:txBody>
      </p:sp>
      <p:sp>
        <p:nvSpPr>
          <p:cNvPr id="2266" name="Google Shape;2266;p125"/>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Colours</a:t>
            </a:r>
            <a:endParaRPr/>
          </a:p>
        </p:txBody>
      </p:sp>
      <p:sp>
        <p:nvSpPr>
          <p:cNvPr id="2267" name="Google Shape;2267;p125"/>
          <p:cNvSpPr txBox="1"/>
          <p:nvPr>
            <p:ph idx="1" type="subTitle"/>
          </p:nvPr>
        </p:nvSpPr>
        <p:spPr>
          <a:xfrm>
            <a:off x="1111755" y="1978600"/>
            <a:ext cx="7865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Using theme colours</a:t>
            </a:r>
            <a:endParaRPr/>
          </a:p>
        </p:txBody>
      </p:sp>
      <p:pic>
        <p:nvPicPr>
          <p:cNvPr id="2268" name="Google Shape;2268;p125" title="Screenshot 2026-03-11 at 12.30.02.png"/>
          <p:cNvPicPr preferRelativeResize="0"/>
          <p:nvPr/>
        </p:nvPicPr>
        <p:blipFill rotWithShape="1">
          <a:blip r:embed="rId3">
            <a:alphaModFix/>
          </a:blip>
          <a:srcRect b="606" l="1037" r="1164" t="0"/>
          <a:stretch/>
        </p:blipFill>
        <p:spPr>
          <a:xfrm>
            <a:off x="11873956" y="1390839"/>
            <a:ext cx="3732884" cy="7505324"/>
          </a:xfrm>
          <a:prstGeom prst="rect">
            <a:avLst/>
          </a:prstGeom>
          <a:noFill/>
          <a:ln>
            <a:noFill/>
          </a:ln>
          <a:effectLst>
            <a:outerShdw blurRad="185687" rotWithShape="0" algn="bl" dir="5400000" dist="20632">
              <a:srgbClr val="000000">
                <a:alpha val="15000"/>
              </a:srgbClr>
            </a:outerShdw>
          </a:effectLst>
        </p:spPr>
      </p:pic>
      <p:sp>
        <p:nvSpPr>
          <p:cNvPr id="2269" name="Google Shape;2269;p125"/>
          <p:cNvSpPr/>
          <p:nvPr/>
        </p:nvSpPr>
        <p:spPr>
          <a:xfrm>
            <a:off x="10101700" y="2482244"/>
            <a:ext cx="5488500" cy="956100"/>
          </a:xfrm>
          <a:prstGeom prst="rect">
            <a:avLst/>
          </a:prstGeom>
          <a:noFill/>
          <a:ln cap="flat" cmpd="sng" w="10325">
            <a:solidFill>
              <a:schemeClr val="dk2"/>
            </a:solidFill>
            <a:prstDash val="solid"/>
            <a:round/>
            <a:headEnd len="sm" w="sm" type="none"/>
            <a:tailEnd len="sm" w="sm" type="none"/>
          </a:ln>
        </p:spPr>
        <p:txBody>
          <a:bodyPr anchorCtr="0" anchor="ctr" bIns="99025" lIns="99025" spcFirstLastPara="1" rIns="99025" wrap="square" tIns="99025">
            <a:noAutofit/>
          </a:bodyPr>
          <a:lstStyle/>
          <a:p>
            <a:pPr indent="0" lvl="0" marL="0" rtl="0" algn="ctr">
              <a:spcBef>
                <a:spcPts val="0"/>
              </a:spcBef>
              <a:spcAft>
                <a:spcPts val="0"/>
              </a:spcAft>
              <a:buNone/>
            </a:pPr>
            <a:r>
              <a:t/>
            </a:r>
            <a:endParaRPr sz="1516">
              <a:solidFill>
                <a:schemeClr val="lt1"/>
              </a:solidFill>
              <a:latin typeface="Libre Franklin"/>
              <a:ea typeface="Libre Franklin"/>
              <a:cs typeface="Libre Franklin"/>
              <a:sym typeface="Libre Franklin"/>
            </a:endParaRPr>
          </a:p>
        </p:txBody>
      </p:sp>
      <p:sp>
        <p:nvSpPr>
          <p:cNvPr id="2270" name="Google Shape;2270;p125"/>
          <p:cNvSpPr txBox="1"/>
          <p:nvPr/>
        </p:nvSpPr>
        <p:spPr>
          <a:xfrm>
            <a:off x="10262417" y="2537804"/>
            <a:ext cx="3249000" cy="845100"/>
          </a:xfrm>
          <a:prstGeom prst="rect">
            <a:avLst/>
          </a:prstGeom>
          <a:noFill/>
          <a:ln>
            <a:noFill/>
          </a:ln>
        </p:spPr>
        <p:txBody>
          <a:bodyPr anchorCtr="0" anchor="t" bIns="99025" lIns="99025" spcFirstLastPara="1" rIns="99025" wrap="square" tIns="99025">
            <a:spAutoFit/>
          </a:bodyPr>
          <a:lstStyle/>
          <a:p>
            <a:pPr indent="0" lvl="0" marL="0" rtl="0" algn="l">
              <a:lnSpc>
                <a:spcPct val="115000"/>
              </a:lnSpc>
              <a:spcBef>
                <a:spcPts val="0"/>
              </a:spcBef>
              <a:spcAft>
                <a:spcPts val="2599"/>
              </a:spcAft>
              <a:buNone/>
            </a:pPr>
            <a:r>
              <a:rPr lang="en" sz="1949">
                <a:solidFill>
                  <a:schemeClr val="dk2"/>
                </a:solidFill>
                <a:latin typeface="Libre Franklin"/>
                <a:ea typeface="Libre Franklin"/>
                <a:cs typeface="Libre Franklin"/>
                <a:sym typeface="Libre Franklin"/>
              </a:rPr>
              <a:t>T</a:t>
            </a:r>
            <a:r>
              <a:rPr lang="en" sz="1949">
                <a:solidFill>
                  <a:schemeClr val="dk2"/>
                </a:solidFill>
                <a:latin typeface="Libre Franklin"/>
                <a:ea typeface="Libre Franklin"/>
                <a:cs typeface="Libre Franklin"/>
                <a:sym typeface="Libre Franklin"/>
              </a:rPr>
              <a:t>heme </a:t>
            </a:r>
            <a:br>
              <a:rPr lang="en" sz="1949">
                <a:solidFill>
                  <a:schemeClr val="dk2"/>
                </a:solidFill>
                <a:latin typeface="Libre Franklin"/>
                <a:ea typeface="Libre Franklin"/>
                <a:cs typeface="Libre Franklin"/>
                <a:sym typeface="Libre Franklin"/>
              </a:rPr>
            </a:br>
            <a:r>
              <a:rPr lang="en" sz="1949">
                <a:solidFill>
                  <a:schemeClr val="dk2"/>
                </a:solidFill>
                <a:latin typeface="Libre Franklin"/>
                <a:ea typeface="Libre Franklin"/>
                <a:cs typeface="Libre Franklin"/>
                <a:sym typeface="Libre Franklin"/>
              </a:rPr>
              <a:t>colors </a:t>
            </a:r>
            <a:endParaRPr sz="1949">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id="2275" name="Google Shape;2275;p126"/>
          <p:cNvSpPr txBox="1"/>
          <p:nvPr>
            <p:ph idx="2" type="body"/>
          </p:nvPr>
        </p:nvSpPr>
        <p:spPr>
          <a:xfrm>
            <a:off x="1154725" y="2887950"/>
            <a:ext cx="7989300" cy="609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Level 1 | Labels </a:t>
            </a:r>
            <a:r>
              <a:rPr lang="en"/>
              <a:t> (18pt - UPPERCASE)</a:t>
            </a:r>
            <a:br>
              <a:rPr lang="en"/>
            </a:br>
            <a:r>
              <a:rPr lang="en"/>
              <a:t>Used for captions, tags, or small annotations above the title.</a:t>
            </a:r>
            <a:endParaRPr/>
          </a:p>
          <a:p>
            <a:pPr indent="0" lvl="0" marL="0" rtl="0" algn="l">
              <a:spcBef>
                <a:spcPts val="2400"/>
              </a:spcBef>
              <a:spcAft>
                <a:spcPts val="0"/>
              </a:spcAft>
              <a:buNone/>
            </a:pPr>
            <a:r>
              <a:rPr b="1" lang="en"/>
              <a:t>Level 2 | Titles </a:t>
            </a:r>
            <a:r>
              <a:rPr lang="en"/>
              <a:t>(45pt)</a:t>
            </a:r>
            <a:br>
              <a:rPr lang="en"/>
            </a:br>
            <a:r>
              <a:rPr lang="en"/>
              <a:t>The largest and most prominent text on the slide.</a:t>
            </a:r>
            <a:endParaRPr/>
          </a:p>
          <a:p>
            <a:pPr indent="0" lvl="0" marL="0" rtl="0" algn="l">
              <a:spcBef>
                <a:spcPts val="2400"/>
              </a:spcBef>
              <a:spcAft>
                <a:spcPts val="0"/>
              </a:spcAft>
              <a:buNone/>
            </a:pPr>
            <a:r>
              <a:rPr b="1" lang="en"/>
              <a:t>Level 3 | Subtitles </a:t>
            </a:r>
            <a:r>
              <a:rPr lang="en"/>
              <a:t>(24pt)</a:t>
            </a:r>
            <a:br>
              <a:rPr lang="en"/>
            </a:br>
            <a:r>
              <a:rPr lang="en"/>
              <a:t>Used for supporting headings or key phrases.</a:t>
            </a:r>
            <a:endParaRPr/>
          </a:p>
          <a:p>
            <a:pPr indent="0" lvl="0" marL="0" rtl="0" algn="l">
              <a:spcBef>
                <a:spcPts val="2400"/>
              </a:spcBef>
              <a:spcAft>
                <a:spcPts val="0"/>
              </a:spcAft>
              <a:buClr>
                <a:schemeClr val="lt2"/>
              </a:buClr>
              <a:buSzPts val="1100"/>
              <a:buFont typeface="Arial"/>
              <a:buNone/>
            </a:pPr>
            <a:r>
              <a:rPr b="1" lang="en"/>
              <a:t>Level 4 | Body text </a:t>
            </a:r>
            <a:r>
              <a:rPr lang="en"/>
              <a:t>(20pt)</a:t>
            </a:r>
            <a:br>
              <a:rPr lang="en"/>
            </a:br>
            <a:r>
              <a:rPr lang="en"/>
              <a:t>Body text, used for descriptions, details, and general content.</a:t>
            </a:r>
            <a:endParaRPr/>
          </a:p>
          <a:p>
            <a:pPr indent="0" lvl="0" marL="0" rtl="0" algn="l">
              <a:spcBef>
                <a:spcPts val="2400"/>
              </a:spcBef>
              <a:spcAft>
                <a:spcPts val="0"/>
              </a:spcAft>
              <a:buNone/>
            </a:pPr>
            <a:r>
              <a:rPr lang="en"/>
              <a:t>Each new slide includes the levels relevant to its layout. Titles </a:t>
            </a:r>
            <a:br>
              <a:rPr lang="en"/>
            </a:br>
            <a:r>
              <a:rPr lang="en"/>
              <a:t>and body text appear on every slide, while labels and subtitles are included only where the layout calls for them.</a:t>
            </a:r>
            <a:endParaRPr/>
          </a:p>
          <a:p>
            <a:pPr indent="0" lvl="0" marL="0" rtl="0" algn="l">
              <a:spcBef>
                <a:spcPts val="2400"/>
              </a:spcBef>
              <a:spcAft>
                <a:spcPts val="2400"/>
              </a:spcAft>
              <a:buNone/>
            </a:pPr>
            <a:r>
              <a:rPr lang="en"/>
              <a:t>To keep your presentation looking polished, avoid manually resizing text. The levels are already sized and spaced to work together.</a:t>
            </a:r>
            <a:endParaRPr/>
          </a:p>
        </p:txBody>
      </p:sp>
      <p:sp>
        <p:nvSpPr>
          <p:cNvPr id="2276" name="Google Shape;2276;p126"/>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Text Hierarchy</a:t>
            </a:r>
            <a:endParaRPr/>
          </a:p>
        </p:txBody>
      </p:sp>
      <p:sp>
        <p:nvSpPr>
          <p:cNvPr id="2277" name="Google Shape;2277;p126"/>
          <p:cNvSpPr txBox="1"/>
          <p:nvPr>
            <p:ph idx="1" type="subTitle"/>
          </p:nvPr>
        </p:nvSpPr>
        <p:spPr>
          <a:xfrm>
            <a:off x="1111755" y="1978600"/>
            <a:ext cx="7865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F</a:t>
            </a:r>
            <a:r>
              <a:rPr lang="en"/>
              <a:t>our-level text system</a:t>
            </a:r>
            <a:endParaRPr/>
          </a:p>
        </p:txBody>
      </p:sp>
      <p:pic>
        <p:nvPicPr>
          <p:cNvPr id="2278" name="Google Shape;2278;p126" title="Screenshot 2026-03-12 at 09.18.08.png"/>
          <p:cNvPicPr preferRelativeResize="0"/>
          <p:nvPr/>
        </p:nvPicPr>
        <p:blipFill rotWithShape="1">
          <a:blip r:embed="rId3">
            <a:alphaModFix/>
          </a:blip>
          <a:srcRect b="0" l="1098" r="0" t="1884"/>
          <a:stretch/>
        </p:blipFill>
        <p:spPr>
          <a:xfrm>
            <a:off x="10062275" y="2887950"/>
            <a:ext cx="6832225" cy="3443650"/>
          </a:xfrm>
          <a:prstGeom prst="rect">
            <a:avLst/>
          </a:prstGeom>
          <a:noFill/>
          <a:ln>
            <a:noFill/>
          </a:ln>
          <a:effectLst>
            <a:outerShdw blurRad="171450" rotWithShape="0" algn="bl" dir="5400000" dist="19050">
              <a:srgbClr val="000000">
                <a:alpha val="1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2" name="Shape 2282"/>
        <p:cNvGrpSpPr/>
        <p:nvPr/>
      </p:nvGrpSpPr>
      <p:grpSpPr>
        <a:xfrm>
          <a:off x="0" y="0"/>
          <a:ext cx="0" cy="0"/>
          <a:chOff x="0" y="0"/>
          <a:chExt cx="0" cy="0"/>
        </a:xfrm>
      </p:grpSpPr>
      <p:sp>
        <p:nvSpPr>
          <p:cNvPr id="2283" name="Google Shape;2283;p127"/>
          <p:cNvSpPr txBox="1"/>
          <p:nvPr>
            <p:ph idx="2" type="body"/>
          </p:nvPr>
        </p:nvSpPr>
        <p:spPr>
          <a:xfrm>
            <a:off x="1154725" y="2887950"/>
            <a:ext cx="6439800" cy="2432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b="1" lang="en"/>
              <a:t>Cover - Photo</a:t>
            </a:r>
            <a:br>
              <a:rPr b="1" lang="en"/>
            </a:br>
            <a:r>
              <a:rPr lang="en"/>
              <a:t>These covers come with pre-selected photography and are ready to use as-is. Several options are available in the layout picker, featuring segment-specific imagery with localization in mind. There are also employee branding photos designed for HR use cases.</a:t>
            </a:r>
            <a:endParaRPr/>
          </a:p>
        </p:txBody>
      </p:sp>
      <p:sp>
        <p:nvSpPr>
          <p:cNvPr id="2284" name="Google Shape;2284;p127"/>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Covers</a:t>
            </a:r>
            <a:endParaRPr/>
          </a:p>
        </p:txBody>
      </p:sp>
      <p:sp>
        <p:nvSpPr>
          <p:cNvPr id="2285" name="Google Shape;2285;p127"/>
          <p:cNvSpPr txBox="1"/>
          <p:nvPr>
            <p:ph idx="1" type="subTitle"/>
          </p:nvPr>
        </p:nvSpPr>
        <p:spPr>
          <a:xfrm>
            <a:off x="1111755" y="1978600"/>
            <a:ext cx="7865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T</a:t>
            </a:r>
            <a:r>
              <a:rPr lang="en"/>
              <a:t>wo types of cover slides</a:t>
            </a:r>
            <a:endParaRPr/>
          </a:p>
        </p:txBody>
      </p:sp>
      <p:pic>
        <p:nvPicPr>
          <p:cNvPr id="2286" name="Google Shape;2286;p127" title="Screenshot 2026-03-12 at 09.31.10.png"/>
          <p:cNvPicPr preferRelativeResize="0"/>
          <p:nvPr/>
        </p:nvPicPr>
        <p:blipFill>
          <a:blip r:embed="rId3">
            <a:alphaModFix/>
          </a:blip>
          <a:stretch>
            <a:fillRect/>
          </a:stretch>
        </p:blipFill>
        <p:spPr>
          <a:xfrm>
            <a:off x="8623750" y="1767175"/>
            <a:ext cx="3978126" cy="2236999"/>
          </a:xfrm>
          <a:prstGeom prst="rect">
            <a:avLst/>
          </a:prstGeom>
          <a:noFill/>
          <a:ln>
            <a:noFill/>
          </a:ln>
        </p:spPr>
      </p:pic>
      <p:pic>
        <p:nvPicPr>
          <p:cNvPr id="2287" name="Google Shape;2287;p127" title="Screenshot 2026-03-12 at 09.31.24.png"/>
          <p:cNvPicPr preferRelativeResize="0"/>
          <p:nvPr/>
        </p:nvPicPr>
        <p:blipFill rotWithShape="1">
          <a:blip r:embed="rId4">
            <a:alphaModFix/>
          </a:blip>
          <a:srcRect b="0" l="189" r="199" t="0"/>
          <a:stretch/>
        </p:blipFill>
        <p:spPr>
          <a:xfrm>
            <a:off x="12854625" y="1767175"/>
            <a:ext cx="3978127" cy="2236999"/>
          </a:xfrm>
          <a:prstGeom prst="rect">
            <a:avLst/>
          </a:prstGeom>
          <a:noFill/>
          <a:ln>
            <a:noFill/>
          </a:ln>
        </p:spPr>
      </p:pic>
      <p:pic>
        <p:nvPicPr>
          <p:cNvPr id="2288" name="Google Shape;2288;p127" title="Screenshot 2026-03-12 at 09.33.40.png"/>
          <p:cNvPicPr preferRelativeResize="0"/>
          <p:nvPr/>
        </p:nvPicPr>
        <p:blipFill rotWithShape="1">
          <a:blip r:embed="rId5">
            <a:alphaModFix/>
          </a:blip>
          <a:srcRect b="0" l="0" r="0" t="0"/>
          <a:stretch/>
        </p:blipFill>
        <p:spPr>
          <a:xfrm>
            <a:off x="8623750" y="4203825"/>
            <a:ext cx="3978126" cy="2236999"/>
          </a:xfrm>
          <a:prstGeom prst="rect">
            <a:avLst/>
          </a:prstGeom>
          <a:noFill/>
          <a:ln>
            <a:noFill/>
          </a:ln>
        </p:spPr>
      </p:pic>
      <p:pic>
        <p:nvPicPr>
          <p:cNvPr id="2289" name="Google Shape;2289;p127" title="Screenshot 2026-03-12 at 09.31.41.png"/>
          <p:cNvPicPr preferRelativeResize="0"/>
          <p:nvPr/>
        </p:nvPicPr>
        <p:blipFill rotWithShape="1">
          <a:blip r:embed="rId6">
            <a:alphaModFix/>
          </a:blip>
          <a:srcRect b="0" l="0" r="0" t="0"/>
          <a:stretch/>
        </p:blipFill>
        <p:spPr>
          <a:xfrm>
            <a:off x="12854625" y="4203825"/>
            <a:ext cx="3978126" cy="2236999"/>
          </a:xfrm>
          <a:prstGeom prst="rect">
            <a:avLst/>
          </a:prstGeom>
          <a:noFill/>
          <a:ln>
            <a:noFill/>
          </a:ln>
        </p:spPr>
      </p:pic>
      <p:sp>
        <p:nvSpPr>
          <p:cNvPr id="2290" name="Google Shape;2290;p127"/>
          <p:cNvSpPr txBox="1"/>
          <p:nvPr>
            <p:ph idx="2" type="body"/>
          </p:nvPr>
        </p:nvSpPr>
        <p:spPr>
          <a:xfrm>
            <a:off x="1154725" y="6216550"/>
            <a:ext cx="6439800" cy="2432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b="1" lang="en"/>
              <a:t>Cover - Color Block</a:t>
            </a:r>
            <a:br>
              <a:rPr b="1" lang="en"/>
            </a:br>
            <a:r>
              <a:rPr lang="en"/>
              <a:t>These covers use a dark blue gradient background with no photography. Two options are available, </a:t>
            </a:r>
            <a:br>
              <a:rPr lang="en"/>
            </a:br>
            <a:r>
              <a:rPr lang="en"/>
              <a:t>a standard version and a partner version that includes space for a customer or partner logo alongside our logo. When using the partner version, make sure the partner logo is proportional to the Backbase one.</a:t>
            </a:r>
            <a:endParaRPr/>
          </a:p>
        </p:txBody>
      </p:sp>
      <p:pic>
        <p:nvPicPr>
          <p:cNvPr id="2291" name="Google Shape;2291;p127" title="Screenshot 2026-03-12 at 09.36.00.png"/>
          <p:cNvPicPr preferRelativeResize="0"/>
          <p:nvPr/>
        </p:nvPicPr>
        <p:blipFill rotWithShape="1">
          <a:blip r:embed="rId7">
            <a:alphaModFix/>
          </a:blip>
          <a:srcRect b="0" l="90" r="100" t="0"/>
          <a:stretch/>
        </p:blipFill>
        <p:spPr>
          <a:xfrm>
            <a:off x="8623750" y="6640475"/>
            <a:ext cx="3978126" cy="2236999"/>
          </a:xfrm>
          <a:prstGeom prst="rect">
            <a:avLst/>
          </a:prstGeom>
          <a:noFill/>
          <a:ln>
            <a:noFill/>
          </a:ln>
        </p:spPr>
      </p:pic>
      <p:pic>
        <p:nvPicPr>
          <p:cNvPr id="2292" name="Google Shape;2292;p127" title="Screenshot 2026-03-12 at 09.35.45.png"/>
          <p:cNvPicPr preferRelativeResize="0"/>
          <p:nvPr/>
        </p:nvPicPr>
        <p:blipFill rotWithShape="1">
          <a:blip r:embed="rId8">
            <a:alphaModFix/>
          </a:blip>
          <a:srcRect b="80" l="0" r="0" t="90"/>
          <a:stretch/>
        </p:blipFill>
        <p:spPr>
          <a:xfrm>
            <a:off x="12854625" y="6640475"/>
            <a:ext cx="3978126" cy="2236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28"/>
          <p:cNvSpPr txBox="1"/>
          <p:nvPr>
            <p:ph idx="2" type="body"/>
          </p:nvPr>
        </p:nvSpPr>
        <p:spPr>
          <a:xfrm>
            <a:off x="1154725" y="2887950"/>
            <a:ext cx="6439800" cy="3801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Chapter - Numbered</a:t>
            </a:r>
            <a:br>
              <a:rPr b="1" lang="en"/>
            </a:br>
            <a:r>
              <a:rPr lang="en"/>
              <a:t>Includes a dedicated space for a chapter number alongside the title. Available in both dark blue and primary blue.</a:t>
            </a:r>
            <a:endParaRPr/>
          </a:p>
          <a:p>
            <a:pPr indent="0" lvl="0" marL="0" rtl="0" algn="l">
              <a:spcBef>
                <a:spcPts val="2400"/>
              </a:spcBef>
              <a:spcAft>
                <a:spcPts val="2400"/>
              </a:spcAft>
              <a:buNone/>
            </a:pPr>
            <a:r>
              <a:rPr lang="en"/>
              <a:t>When you first apply this layout, you'll see a large title running vertically across the slide. This isn't an error,  it's how Google Slides displays empty text placeholders. Simply click the text and type your chapter number, and it will snap into its correct formatting automatically.</a:t>
            </a:r>
            <a:endParaRPr/>
          </a:p>
        </p:txBody>
      </p:sp>
      <p:sp>
        <p:nvSpPr>
          <p:cNvPr id="2298" name="Google Shape;2298;p128"/>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Chapter </a:t>
            </a:r>
            <a:r>
              <a:rPr lang="en"/>
              <a:t>Covers</a:t>
            </a:r>
            <a:endParaRPr/>
          </a:p>
        </p:txBody>
      </p:sp>
      <p:sp>
        <p:nvSpPr>
          <p:cNvPr id="2299" name="Google Shape;2299;p128"/>
          <p:cNvSpPr txBox="1"/>
          <p:nvPr>
            <p:ph idx="1" type="subTitle"/>
          </p:nvPr>
        </p:nvSpPr>
        <p:spPr>
          <a:xfrm>
            <a:off x="1111755" y="1978600"/>
            <a:ext cx="7865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T</a:t>
            </a:r>
            <a:r>
              <a:rPr lang="en"/>
              <a:t>wo types of chapter covers</a:t>
            </a:r>
            <a:endParaRPr/>
          </a:p>
        </p:txBody>
      </p:sp>
      <p:pic>
        <p:nvPicPr>
          <p:cNvPr id="2300" name="Google Shape;2300;p128" title="Screenshot 2026-03-12 at 09.38.30.png"/>
          <p:cNvPicPr preferRelativeResize="0"/>
          <p:nvPr/>
        </p:nvPicPr>
        <p:blipFill rotWithShape="1">
          <a:blip r:embed="rId3">
            <a:alphaModFix/>
          </a:blip>
          <a:srcRect b="80" l="0" r="0" t="90"/>
          <a:stretch/>
        </p:blipFill>
        <p:spPr>
          <a:xfrm>
            <a:off x="8623750" y="1767175"/>
            <a:ext cx="3978126" cy="2236999"/>
          </a:xfrm>
          <a:prstGeom prst="rect">
            <a:avLst/>
          </a:prstGeom>
          <a:noFill/>
          <a:ln>
            <a:noFill/>
          </a:ln>
        </p:spPr>
      </p:pic>
      <p:pic>
        <p:nvPicPr>
          <p:cNvPr id="2301" name="Google Shape;2301;p128" title="Screenshot 2026-03-12 at 09.38.37.png"/>
          <p:cNvPicPr preferRelativeResize="0"/>
          <p:nvPr/>
        </p:nvPicPr>
        <p:blipFill rotWithShape="1">
          <a:blip r:embed="rId4">
            <a:alphaModFix/>
          </a:blip>
          <a:srcRect b="140" l="0" r="0" t="140"/>
          <a:stretch/>
        </p:blipFill>
        <p:spPr>
          <a:xfrm>
            <a:off x="12854625" y="1767175"/>
            <a:ext cx="3978126" cy="2236999"/>
          </a:xfrm>
          <a:prstGeom prst="rect">
            <a:avLst/>
          </a:prstGeom>
          <a:noFill/>
          <a:ln>
            <a:noFill/>
          </a:ln>
        </p:spPr>
      </p:pic>
      <p:pic>
        <p:nvPicPr>
          <p:cNvPr id="2302" name="Google Shape;2302;p128" title="Screenshot 2026-03-12 at 09.38.45.png"/>
          <p:cNvPicPr preferRelativeResize="0"/>
          <p:nvPr/>
        </p:nvPicPr>
        <p:blipFill rotWithShape="1">
          <a:blip r:embed="rId5">
            <a:alphaModFix/>
          </a:blip>
          <a:srcRect b="160" l="0" r="0" t="150"/>
          <a:stretch/>
        </p:blipFill>
        <p:spPr>
          <a:xfrm>
            <a:off x="8623750" y="4203825"/>
            <a:ext cx="3978126" cy="2236999"/>
          </a:xfrm>
          <a:prstGeom prst="rect">
            <a:avLst/>
          </a:prstGeom>
          <a:noFill/>
          <a:ln>
            <a:noFill/>
          </a:ln>
        </p:spPr>
      </p:pic>
      <p:pic>
        <p:nvPicPr>
          <p:cNvPr id="2303" name="Google Shape;2303;p128" title="Screenshot 2026-03-12 at 09.38.54.png"/>
          <p:cNvPicPr preferRelativeResize="0"/>
          <p:nvPr/>
        </p:nvPicPr>
        <p:blipFill rotWithShape="1">
          <a:blip r:embed="rId6">
            <a:alphaModFix/>
          </a:blip>
          <a:srcRect b="160" l="0" r="0" t="150"/>
          <a:stretch/>
        </p:blipFill>
        <p:spPr>
          <a:xfrm>
            <a:off x="12854625" y="4203825"/>
            <a:ext cx="3978126" cy="2236999"/>
          </a:xfrm>
          <a:prstGeom prst="rect">
            <a:avLst/>
          </a:prstGeom>
          <a:noFill/>
          <a:ln>
            <a:noFill/>
          </a:ln>
        </p:spPr>
      </p:pic>
      <p:sp>
        <p:nvSpPr>
          <p:cNvPr id="2304" name="Google Shape;2304;p128"/>
          <p:cNvSpPr txBox="1"/>
          <p:nvPr>
            <p:ph idx="2" type="body"/>
          </p:nvPr>
        </p:nvSpPr>
        <p:spPr>
          <a:xfrm>
            <a:off x="1154725" y="7099225"/>
            <a:ext cx="6439800" cy="1369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b="1" lang="en"/>
              <a:t>Chapter - Standard</a:t>
            </a:r>
            <a:br>
              <a:rPr b="1" lang="en"/>
            </a:br>
            <a:r>
              <a:rPr lang="en"/>
              <a:t>A clean chapter cover with a title only and no chapter number. Also available in both dark blue and primary blue.</a:t>
            </a:r>
            <a:endParaRPr/>
          </a:p>
        </p:txBody>
      </p:sp>
      <p:sp>
        <p:nvSpPr>
          <p:cNvPr id="2305" name="Google Shape;2305;p128"/>
          <p:cNvSpPr txBox="1"/>
          <p:nvPr>
            <p:ph idx="2" type="body"/>
          </p:nvPr>
        </p:nvSpPr>
        <p:spPr>
          <a:xfrm>
            <a:off x="8777100" y="6811250"/>
            <a:ext cx="8055600" cy="661800"/>
          </a:xfrm>
          <a:prstGeom prst="rect">
            <a:avLst/>
          </a:prstGeom>
        </p:spPr>
        <p:txBody>
          <a:bodyPr anchorCtr="0" anchor="t" bIns="0" lIns="0" spcFirstLastPara="1" rIns="0" wrap="square" tIns="0">
            <a:spAutoFit/>
          </a:bodyPr>
          <a:lstStyle/>
          <a:p>
            <a:pPr indent="0" lvl="0" marL="0" rtl="0" algn="l">
              <a:spcBef>
                <a:spcPts val="1200"/>
              </a:spcBef>
              <a:spcAft>
                <a:spcPts val="1200"/>
              </a:spcAft>
              <a:buNone/>
            </a:pPr>
            <a:r>
              <a:rPr i="1" lang="en"/>
              <a:t>Don't forget to update the chapter number for each new chapter, </a:t>
            </a:r>
            <a:br>
              <a:rPr i="1" lang="en"/>
            </a:br>
            <a:r>
              <a:rPr i="1" lang="en"/>
              <a:t>it's fully editable.</a:t>
            </a:r>
            <a:endParaRPr i="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129"/>
          <p:cNvSpPr txBox="1"/>
          <p:nvPr>
            <p:ph idx="2" type="body"/>
          </p:nvPr>
        </p:nvSpPr>
        <p:spPr>
          <a:xfrm>
            <a:off x="1154725" y="2506950"/>
            <a:ext cx="6439800" cy="6541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TOC (Table of Contents)</a:t>
            </a:r>
            <a:br>
              <a:rPr b="1" lang="en"/>
            </a:br>
            <a:r>
              <a:rPr lang="en"/>
              <a:t>Available in 5, 4, and 3 row layouts, each with a numbered and non-numbered version. The numbers in the numbered versions are fixed and not editable. For the non-numbered versions, you can replace the row markers with icons to suit your content.</a:t>
            </a:r>
            <a:endParaRPr/>
          </a:p>
          <a:p>
            <a:pPr indent="0" lvl="0" marL="0" rtl="0" algn="l">
              <a:spcBef>
                <a:spcPts val="2400"/>
              </a:spcBef>
              <a:spcAft>
                <a:spcPts val="0"/>
              </a:spcAft>
              <a:buNone/>
            </a:pPr>
            <a:r>
              <a:rPr b="1" lang="en"/>
              <a:t>Overview - About</a:t>
            </a:r>
            <a:br>
              <a:rPr lang="en"/>
            </a:br>
            <a:r>
              <a:rPr lang="en"/>
              <a:t>Designed for introducing Backbase or a customer. This layout includes a placeholder for photos and spaces at the bottom for icons or stats.</a:t>
            </a:r>
            <a:endParaRPr/>
          </a:p>
          <a:p>
            <a:pPr indent="0" lvl="0" marL="0" rtl="0" algn="l">
              <a:spcBef>
                <a:spcPts val="2400"/>
              </a:spcBef>
              <a:spcAft>
                <a:spcPts val="0"/>
              </a:spcAft>
              <a:buNone/>
            </a:pPr>
            <a:r>
              <a:rPr b="1" lang="en"/>
              <a:t>Content - Standard</a:t>
            </a:r>
            <a:br>
              <a:rPr lang="en"/>
            </a:br>
            <a:r>
              <a:rPr lang="en"/>
              <a:t>A versatile layout for general content. Available in both dark blue and primary blue.</a:t>
            </a:r>
            <a:endParaRPr/>
          </a:p>
          <a:p>
            <a:pPr indent="0" lvl="0" marL="0" rtl="0" algn="l">
              <a:spcBef>
                <a:spcPts val="2400"/>
              </a:spcBef>
              <a:spcAft>
                <a:spcPts val="2400"/>
              </a:spcAft>
              <a:buNone/>
            </a:pPr>
            <a:r>
              <a:rPr b="1" lang="en"/>
              <a:t>Content - Columns</a:t>
            </a:r>
            <a:br>
              <a:rPr lang="en"/>
            </a:br>
            <a:r>
              <a:rPr lang="en"/>
              <a:t>Available in 2 to 6 column layouts. You can add icons above the text in each column if needed.</a:t>
            </a:r>
            <a:endParaRPr/>
          </a:p>
        </p:txBody>
      </p:sp>
      <p:sp>
        <p:nvSpPr>
          <p:cNvPr id="2311" name="Google Shape;2311;p129"/>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 slides #1</a:t>
            </a:r>
            <a:endParaRPr/>
          </a:p>
        </p:txBody>
      </p:sp>
      <p:pic>
        <p:nvPicPr>
          <p:cNvPr id="2312" name="Google Shape;2312;p129" title="Screenshot 2026-03-12 at 10.16.47.png"/>
          <p:cNvPicPr preferRelativeResize="0"/>
          <p:nvPr/>
        </p:nvPicPr>
        <p:blipFill rotWithShape="1">
          <a:blip r:embed="rId3">
            <a:alphaModFix/>
          </a:blip>
          <a:srcRect b="0" l="159" r="169" t="0"/>
          <a:stretch/>
        </p:blipFill>
        <p:spPr>
          <a:xfrm>
            <a:off x="8623750" y="1767175"/>
            <a:ext cx="3978126" cy="2236999"/>
          </a:xfrm>
          <a:prstGeom prst="rect">
            <a:avLst/>
          </a:prstGeom>
          <a:noFill/>
          <a:ln cap="flat" cmpd="sng" w="9525">
            <a:solidFill>
              <a:srgbClr val="CED2D7"/>
            </a:solidFill>
            <a:prstDash val="solid"/>
            <a:round/>
            <a:headEnd len="sm" w="sm" type="none"/>
            <a:tailEnd len="sm" w="sm" type="none"/>
          </a:ln>
        </p:spPr>
      </p:pic>
      <p:pic>
        <p:nvPicPr>
          <p:cNvPr id="2313" name="Google Shape;2313;p129" title="Screenshot 2026-03-12 at 10.16.55.png"/>
          <p:cNvPicPr preferRelativeResize="0"/>
          <p:nvPr/>
        </p:nvPicPr>
        <p:blipFill rotWithShape="1">
          <a:blip r:embed="rId4">
            <a:alphaModFix/>
          </a:blip>
          <a:srcRect b="10" l="0" r="0" t="20"/>
          <a:stretch/>
        </p:blipFill>
        <p:spPr>
          <a:xfrm>
            <a:off x="12854625" y="1767175"/>
            <a:ext cx="3978126" cy="2236999"/>
          </a:xfrm>
          <a:prstGeom prst="rect">
            <a:avLst/>
          </a:prstGeom>
          <a:noFill/>
          <a:ln cap="flat" cmpd="sng" w="9525">
            <a:solidFill>
              <a:srgbClr val="CED2D7"/>
            </a:solidFill>
            <a:prstDash val="solid"/>
            <a:round/>
            <a:headEnd len="sm" w="sm" type="none"/>
            <a:tailEnd len="sm" w="sm" type="none"/>
          </a:ln>
        </p:spPr>
      </p:pic>
      <p:pic>
        <p:nvPicPr>
          <p:cNvPr id="2314" name="Google Shape;2314;p129" title="Screenshot 2026-03-12 at 10.17.15.png"/>
          <p:cNvPicPr preferRelativeResize="0"/>
          <p:nvPr/>
        </p:nvPicPr>
        <p:blipFill rotWithShape="1">
          <a:blip r:embed="rId5">
            <a:alphaModFix/>
          </a:blip>
          <a:srcRect b="0" l="229" r="239" t="0"/>
          <a:stretch/>
        </p:blipFill>
        <p:spPr>
          <a:xfrm>
            <a:off x="8623750" y="4203825"/>
            <a:ext cx="3978126" cy="2236999"/>
          </a:xfrm>
          <a:prstGeom prst="rect">
            <a:avLst/>
          </a:prstGeom>
          <a:noFill/>
          <a:ln cap="flat" cmpd="sng" w="9525">
            <a:solidFill>
              <a:srgbClr val="CED2D7"/>
            </a:solidFill>
            <a:prstDash val="solid"/>
            <a:round/>
            <a:headEnd len="sm" w="sm" type="none"/>
            <a:tailEnd len="sm" w="sm" type="none"/>
          </a:ln>
        </p:spPr>
      </p:pic>
      <p:pic>
        <p:nvPicPr>
          <p:cNvPr id="2315" name="Google Shape;2315;p129" title="Screenshot 2026-03-12 at 10.17.24.png"/>
          <p:cNvPicPr preferRelativeResize="0"/>
          <p:nvPr/>
        </p:nvPicPr>
        <p:blipFill rotWithShape="1">
          <a:blip r:embed="rId6">
            <a:alphaModFix/>
          </a:blip>
          <a:srcRect b="10" l="0" r="0" t="20"/>
          <a:stretch/>
        </p:blipFill>
        <p:spPr>
          <a:xfrm>
            <a:off x="12854625" y="4203825"/>
            <a:ext cx="3978126" cy="2236999"/>
          </a:xfrm>
          <a:prstGeom prst="rect">
            <a:avLst/>
          </a:prstGeom>
          <a:noFill/>
          <a:ln cap="flat" cmpd="sng" w="9525">
            <a:solidFill>
              <a:srgbClr val="CED2D7"/>
            </a:solidFill>
            <a:prstDash val="solid"/>
            <a:round/>
            <a:headEnd len="sm" w="sm" type="none"/>
            <a:tailEnd len="sm" w="sm" type="none"/>
          </a:ln>
        </p:spPr>
      </p:pic>
      <p:pic>
        <p:nvPicPr>
          <p:cNvPr id="2316" name="Google Shape;2316;p129" title="Screenshot 2026-03-12 at 10.27.01.png"/>
          <p:cNvPicPr preferRelativeResize="0"/>
          <p:nvPr/>
        </p:nvPicPr>
        <p:blipFill rotWithShape="1">
          <a:blip r:embed="rId7">
            <a:alphaModFix/>
          </a:blip>
          <a:srcRect b="0" l="40" r="40" t="0"/>
          <a:stretch/>
        </p:blipFill>
        <p:spPr>
          <a:xfrm>
            <a:off x="8623750" y="6640475"/>
            <a:ext cx="3978126" cy="2236999"/>
          </a:xfrm>
          <a:prstGeom prst="rect">
            <a:avLst/>
          </a:prstGeom>
          <a:noFill/>
          <a:ln cap="flat" cmpd="sng" w="9525">
            <a:solidFill>
              <a:srgbClr val="CED2D7"/>
            </a:solidFill>
            <a:prstDash val="solid"/>
            <a:round/>
            <a:headEnd len="sm" w="sm" type="none"/>
            <a:tailEnd len="sm" w="sm" type="none"/>
          </a:ln>
        </p:spPr>
      </p:pic>
      <p:pic>
        <p:nvPicPr>
          <p:cNvPr id="2317" name="Google Shape;2317;p129" title="Screenshot 2026-03-12 at 10.17.33.png"/>
          <p:cNvPicPr preferRelativeResize="0"/>
          <p:nvPr/>
        </p:nvPicPr>
        <p:blipFill rotWithShape="1">
          <a:blip r:embed="rId8">
            <a:alphaModFix/>
          </a:blip>
          <a:srcRect b="30" l="0" r="0" t="30"/>
          <a:stretch/>
        </p:blipFill>
        <p:spPr>
          <a:xfrm>
            <a:off x="12854625" y="6640475"/>
            <a:ext cx="3978126" cy="2236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130"/>
          <p:cNvSpPr txBox="1"/>
          <p:nvPr>
            <p:ph idx="2" type="body"/>
          </p:nvPr>
        </p:nvSpPr>
        <p:spPr>
          <a:xfrm>
            <a:off x="1070600" y="2198775"/>
            <a:ext cx="6893100" cy="689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Product</a:t>
            </a:r>
            <a:br>
              <a:rPr b="1" lang="en"/>
            </a:br>
            <a:r>
              <a:rPr lang="en"/>
              <a:t>Includes space for a product screen, available with or without a background. Use the background version for single, clean images. When visuals are more complex, switch to the version without a background to keep the slide readable.</a:t>
            </a:r>
            <a:endParaRPr/>
          </a:p>
          <a:p>
            <a:pPr indent="0" lvl="0" marL="0" rtl="0" algn="l">
              <a:spcBef>
                <a:spcPts val="2400"/>
              </a:spcBef>
              <a:spcAft>
                <a:spcPts val="0"/>
              </a:spcAft>
              <a:buNone/>
            </a:pPr>
            <a:r>
              <a:rPr b="1" lang="en"/>
              <a:t>Team</a:t>
            </a:r>
            <a:br>
              <a:rPr lang="en"/>
            </a:br>
            <a:r>
              <a:rPr lang="en"/>
              <a:t>Grid layouts available in multiple sizes - 16, 12, 8, 5, 3, </a:t>
            </a:r>
            <a:br>
              <a:rPr lang="en"/>
            </a:br>
            <a:r>
              <a:rPr lang="en"/>
              <a:t>and 2 members.</a:t>
            </a:r>
            <a:endParaRPr/>
          </a:p>
          <a:p>
            <a:pPr indent="0" lvl="0" marL="0" rtl="0" algn="l">
              <a:spcBef>
                <a:spcPts val="2400"/>
              </a:spcBef>
              <a:spcAft>
                <a:spcPts val="0"/>
              </a:spcAft>
              <a:buNone/>
            </a:pPr>
            <a:r>
              <a:rPr b="1" lang="en"/>
              <a:t>Testimonial</a:t>
            </a:r>
            <a:br>
              <a:rPr lang="en"/>
            </a:br>
            <a:r>
              <a:rPr lang="en"/>
              <a:t>Includes placeholders for the customer logo and the quote author's photo. Always include the author's photo.</a:t>
            </a:r>
            <a:endParaRPr/>
          </a:p>
          <a:p>
            <a:pPr indent="0" lvl="0" marL="0" rtl="0" algn="l">
              <a:spcBef>
                <a:spcPts val="2400"/>
              </a:spcBef>
              <a:spcAft>
                <a:spcPts val="2400"/>
              </a:spcAft>
              <a:buNone/>
            </a:pPr>
            <a:r>
              <a:rPr b="1" lang="en"/>
              <a:t>Statement</a:t>
            </a:r>
            <a:br>
              <a:rPr lang="en"/>
            </a:br>
            <a:r>
              <a:rPr lang="en"/>
              <a:t>Available in positive and negative versions. Use these for key statements, questions, or standout stats. You can highlight specific words in primary blue or red for emphasis.</a:t>
            </a:r>
            <a:endParaRPr/>
          </a:p>
        </p:txBody>
      </p:sp>
      <p:sp>
        <p:nvSpPr>
          <p:cNvPr id="2323" name="Google Shape;2323;p130"/>
          <p:cNvSpPr txBox="1"/>
          <p:nvPr>
            <p:ph type="title"/>
          </p:nvPr>
        </p:nvSpPr>
        <p:spPr>
          <a:xfrm>
            <a:off x="1070602" y="1046625"/>
            <a:ext cx="79065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 slides #2</a:t>
            </a:r>
            <a:endParaRPr/>
          </a:p>
        </p:txBody>
      </p:sp>
      <p:pic>
        <p:nvPicPr>
          <p:cNvPr id="2324" name="Google Shape;2324;p130" title="Screenshot 2026-03-12 at 10.20.02.png"/>
          <p:cNvPicPr preferRelativeResize="0"/>
          <p:nvPr/>
        </p:nvPicPr>
        <p:blipFill rotWithShape="1">
          <a:blip r:embed="rId3">
            <a:alphaModFix/>
          </a:blip>
          <a:srcRect b="60" l="0" r="0" t="60"/>
          <a:stretch/>
        </p:blipFill>
        <p:spPr>
          <a:xfrm>
            <a:off x="8623750" y="1767175"/>
            <a:ext cx="3978126" cy="2236999"/>
          </a:xfrm>
          <a:prstGeom prst="rect">
            <a:avLst/>
          </a:prstGeom>
          <a:noFill/>
          <a:ln cap="flat" cmpd="sng" w="9525">
            <a:solidFill>
              <a:srgbClr val="CED2D7"/>
            </a:solidFill>
            <a:prstDash val="solid"/>
            <a:round/>
            <a:headEnd len="sm" w="sm" type="none"/>
            <a:tailEnd len="sm" w="sm" type="none"/>
          </a:ln>
        </p:spPr>
      </p:pic>
      <p:pic>
        <p:nvPicPr>
          <p:cNvPr id="2325" name="Google Shape;2325;p130" title="Screenshot 2026-03-12 at 10.20.10.png"/>
          <p:cNvPicPr preferRelativeResize="0"/>
          <p:nvPr/>
        </p:nvPicPr>
        <p:blipFill rotWithShape="1">
          <a:blip r:embed="rId4">
            <a:alphaModFix/>
          </a:blip>
          <a:srcRect b="0" l="10" r="10" t="0"/>
          <a:stretch/>
        </p:blipFill>
        <p:spPr>
          <a:xfrm>
            <a:off x="12854625" y="1767175"/>
            <a:ext cx="3978128" cy="2236999"/>
          </a:xfrm>
          <a:prstGeom prst="rect">
            <a:avLst/>
          </a:prstGeom>
          <a:noFill/>
          <a:ln cap="flat" cmpd="sng" w="9525">
            <a:solidFill>
              <a:srgbClr val="CED2D7"/>
            </a:solidFill>
            <a:prstDash val="solid"/>
            <a:round/>
            <a:headEnd len="sm" w="sm" type="none"/>
            <a:tailEnd len="sm" w="sm" type="none"/>
          </a:ln>
        </p:spPr>
      </p:pic>
      <p:pic>
        <p:nvPicPr>
          <p:cNvPr id="2326" name="Google Shape;2326;p130" title="Screenshot 2026-03-12 at 10.33.00.png"/>
          <p:cNvPicPr preferRelativeResize="0"/>
          <p:nvPr/>
        </p:nvPicPr>
        <p:blipFill rotWithShape="1">
          <a:blip r:embed="rId5">
            <a:alphaModFix/>
          </a:blip>
          <a:srcRect b="0" l="110" r="110" t="0"/>
          <a:stretch/>
        </p:blipFill>
        <p:spPr>
          <a:xfrm>
            <a:off x="8623750" y="4203825"/>
            <a:ext cx="3978126" cy="2236999"/>
          </a:xfrm>
          <a:prstGeom prst="rect">
            <a:avLst/>
          </a:prstGeom>
          <a:noFill/>
          <a:ln cap="flat" cmpd="sng" w="9525">
            <a:solidFill>
              <a:srgbClr val="CED2D7"/>
            </a:solidFill>
            <a:prstDash val="solid"/>
            <a:round/>
            <a:headEnd len="sm" w="sm" type="none"/>
            <a:tailEnd len="sm" w="sm" type="none"/>
          </a:ln>
        </p:spPr>
      </p:pic>
      <p:pic>
        <p:nvPicPr>
          <p:cNvPr id="2327" name="Google Shape;2327;p130" title="Screenshot 2026-03-12 at 10.33.08.png"/>
          <p:cNvPicPr preferRelativeResize="0"/>
          <p:nvPr/>
        </p:nvPicPr>
        <p:blipFill rotWithShape="1">
          <a:blip r:embed="rId6">
            <a:alphaModFix/>
          </a:blip>
          <a:srcRect b="10" l="0" r="0" t="20"/>
          <a:stretch/>
        </p:blipFill>
        <p:spPr>
          <a:xfrm>
            <a:off x="12854625" y="4203825"/>
            <a:ext cx="3978126" cy="2236999"/>
          </a:xfrm>
          <a:prstGeom prst="rect">
            <a:avLst/>
          </a:prstGeom>
          <a:noFill/>
          <a:ln cap="flat" cmpd="sng" w="9525">
            <a:solidFill>
              <a:srgbClr val="CED2D7"/>
            </a:solidFill>
            <a:prstDash val="solid"/>
            <a:round/>
            <a:headEnd len="sm" w="sm" type="none"/>
            <a:tailEnd len="sm" w="sm" type="none"/>
          </a:ln>
        </p:spPr>
      </p:pic>
      <p:pic>
        <p:nvPicPr>
          <p:cNvPr id="2328" name="Google Shape;2328;p130" title="Screenshot 2026-03-12 at 10.33.14.png"/>
          <p:cNvPicPr preferRelativeResize="0"/>
          <p:nvPr/>
        </p:nvPicPr>
        <p:blipFill rotWithShape="1">
          <a:blip r:embed="rId7">
            <a:alphaModFix/>
          </a:blip>
          <a:srcRect b="199" l="0" r="0" t="189"/>
          <a:stretch/>
        </p:blipFill>
        <p:spPr>
          <a:xfrm>
            <a:off x="8623750" y="6640475"/>
            <a:ext cx="3978125" cy="2237000"/>
          </a:xfrm>
          <a:prstGeom prst="rect">
            <a:avLst/>
          </a:prstGeom>
          <a:noFill/>
          <a:ln cap="flat" cmpd="sng" w="9525">
            <a:solidFill>
              <a:srgbClr val="CED2D7"/>
            </a:solidFill>
            <a:prstDash val="solid"/>
            <a:round/>
            <a:headEnd len="sm" w="sm" type="none"/>
            <a:tailEnd len="sm" w="sm" type="none"/>
          </a:ln>
        </p:spPr>
      </p:pic>
      <p:pic>
        <p:nvPicPr>
          <p:cNvPr id="2329" name="Google Shape;2329;p130" title="Screenshot 2026-03-12 at 10.33.26.png"/>
          <p:cNvPicPr preferRelativeResize="0"/>
          <p:nvPr/>
        </p:nvPicPr>
        <p:blipFill rotWithShape="1">
          <a:blip r:embed="rId8">
            <a:alphaModFix/>
          </a:blip>
          <a:srcRect b="0" l="357" r="348" t="0"/>
          <a:stretch/>
        </p:blipFill>
        <p:spPr>
          <a:xfrm>
            <a:off x="12854625" y="6640475"/>
            <a:ext cx="3978126" cy="2236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131"/>
          <p:cNvSpPr txBox="1"/>
          <p:nvPr>
            <p:ph idx="1" type="body"/>
          </p:nvPr>
        </p:nvSpPr>
        <p:spPr>
          <a:xfrm>
            <a:off x="1525925" y="3456516"/>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TEMPLATE</a:t>
            </a:r>
            <a:endParaRPr/>
          </a:p>
        </p:txBody>
      </p:sp>
      <p:sp>
        <p:nvSpPr>
          <p:cNvPr id="2335" name="Google Shape;2335;p131"/>
          <p:cNvSpPr txBox="1"/>
          <p:nvPr>
            <p:ph type="title"/>
          </p:nvPr>
        </p:nvSpPr>
        <p:spPr>
          <a:xfrm>
            <a:off x="1525925" y="4220100"/>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Ready to use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32"/>
          <p:cNvSpPr txBox="1"/>
          <p:nvPr>
            <p:ph idx="2" type="body"/>
          </p:nvPr>
        </p:nvSpPr>
        <p:spPr>
          <a:xfrm>
            <a:off x="1373525" y="7827480"/>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41" name="Google Shape;2341;p132"/>
          <p:cNvSpPr txBox="1"/>
          <p:nvPr>
            <p:ph idx="1" type="body"/>
          </p:nvPr>
        </p:nvSpPr>
        <p:spPr>
          <a:xfrm>
            <a:off x="1495918" y="3356965"/>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342" name="Google Shape;2342;p132"/>
          <p:cNvSpPr txBox="1"/>
          <p:nvPr>
            <p:ph type="title"/>
          </p:nvPr>
        </p:nvSpPr>
        <p:spPr>
          <a:xfrm>
            <a:off x="1459975" y="4120558"/>
            <a:ext cx="92496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133"/>
          <p:cNvSpPr txBox="1"/>
          <p:nvPr>
            <p:ph idx="1" type="body"/>
          </p:nvPr>
        </p:nvSpPr>
        <p:spPr>
          <a:xfrm>
            <a:off x="1373525" y="7827480"/>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48" name="Google Shape;2348;p133"/>
          <p:cNvSpPr/>
          <p:nvPr>
            <p:ph idx="2" type="pic"/>
          </p:nvPr>
        </p:nvSpPr>
        <p:spPr>
          <a:xfrm>
            <a:off x="12899663" y="657638"/>
            <a:ext cx="3583200" cy="1042500"/>
          </a:xfrm>
          <a:prstGeom prst="rect">
            <a:avLst/>
          </a:prstGeom>
        </p:spPr>
      </p:sp>
      <p:sp>
        <p:nvSpPr>
          <p:cNvPr id="2349" name="Google Shape;2349;p133"/>
          <p:cNvSpPr txBox="1"/>
          <p:nvPr>
            <p:ph idx="3" type="body"/>
          </p:nvPr>
        </p:nvSpPr>
        <p:spPr>
          <a:xfrm>
            <a:off x="1495918" y="3356965"/>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350" name="Google Shape;2350;p133"/>
          <p:cNvSpPr txBox="1"/>
          <p:nvPr>
            <p:ph type="title"/>
          </p:nvPr>
        </p:nvSpPr>
        <p:spPr>
          <a:xfrm>
            <a:off x="1459975" y="4120558"/>
            <a:ext cx="92496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4" name="Shape 2354"/>
        <p:cNvGrpSpPr/>
        <p:nvPr/>
      </p:nvGrpSpPr>
      <p:grpSpPr>
        <a:xfrm>
          <a:off x="0" y="0"/>
          <a:ext cx="0" cy="0"/>
          <a:chOff x="0" y="0"/>
          <a:chExt cx="0" cy="0"/>
        </a:xfrm>
      </p:grpSpPr>
      <p:sp>
        <p:nvSpPr>
          <p:cNvPr id="2355" name="Google Shape;2355;p134"/>
          <p:cNvSpPr txBox="1"/>
          <p:nvPr>
            <p:ph idx="1" type="body"/>
          </p:nvPr>
        </p:nvSpPr>
        <p:spPr>
          <a:xfrm>
            <a:off x="1373525" y="6684475"/>
            <a:ext cx="7761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56" name="Google Shape;2356;p134"/>
          <p:cNvSpPr txBox="1"/>
          <p:nvPr>
            <p:ph idx="2" type="body"/>
          </p:nvPr>
        </p:nvSpPr>
        <p:spPr>
          <a:xfrm>
            <a:off x="1495918" y="3356965"/>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357" name="Google Shape;2357;p134"/>
          <p:cNvSpPr txBox="1"/>
          <p:nvPr>
            <p:ph type="title"/>
          </p:nvPr>
        </p:nvSpPr>
        <p:spPr>
          <a:xfrm>
            <a:off x="1459975" y="4120550"/>
            <a:ext cx="77616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1" name="Shape 2361"/>
        <p:cNvGrpSpPr/>
        <p:nvPr/>
      </p:nvGrpSpPr>
      <p:grpSpPr>
        <a:xfrm>
          <a:off x="0" y="0"/>
          <a:ext cx="0" cy="0"/>
          <a:chOff x="0" y="0"/>
          <a:chExt cx="0" cy="0"/>
        </a:xfrm>
      </p:grpSpPr>
      <p:sp>
        <p:nvSpPr>
          <p:cNvPr id="2362" name="Google Shape;2362;p135"/>
          <p:cNvSpPr txBox="1"/>
          <p:nvPr>
            <p:ph idx="1" type="body"/>
          </p:nvPr>
        </p:nvSpPr>
        <p:spPr>
          <a:xfrm>
            <a:off x="5305800" y="3416541"/>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363" name="Google Shape;2363;p135"/>
          <p:cNvSpPr txBox="1"/>
          <p:nvPr>
            <p:ph idx="2" type="title"/>
          </p:nvPr>
        </p:nvSpPr>
        <p:spPr>
          <a:xfrm>
            <a:off x="5305800" y="4180125"/>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64" name="Google Shape;2364;p135"/>
          <p:cNvSpPr txBox="1"/>
          <p:nvPr>
            <p:ph idx="3" type="body"/>
          </p:nvPr>
        </p:nvSpPr>
        <p:spPr>
          <a:xfrm>
            <a:off x="1525925" y="7529405"/>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65" name="Google Shape;2365;p135"/>
          <p:cNvSpPr txBox="1"/>
          <p:nvPr>
            <p:ph idx="4" type="body"/>
          </p:nvPr>
        </p:nvSpPr>
        <p:spPr>
          <a:xfrm>
            <a:off x="1333708" y="3160583"/>
            <a:ext cx="2449200" cy="2308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sz="15000">
                <a:solidFill>
                  <a:schemeClr val="dk2"/>
                </a:solidFill>
              </a:rPr>
              <a:t>01</a:t>
            </a:r>
            <a:endParaRPr sz="150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9" name="Shape 2369"/>
        <p:cNvGrpSpPr/>
        <p:nvPr/>
      </p:nvGrpSpPr>
      <p:grpSpPr>
        <a:xfrm>
          <a:off x="0" y="0"/>
          <a:ext cx="0" cy="0"/>
          <a:chOff x="0" y="0"/>
          <a:chExt cx="0" cy="0"/>
        </a:xfrm>
      </p:grpSpPr>
      <p:sp>
        <p:nvSpPr>
          <p:cNvPr id="2370" name="Google Shape;2370;p136"/>
          <p:cNvSpPr txBox="1"/>
          <p:nvPr>
            <p:ph idx="1" type="body"/>
          </p:nvPr>
        </p:nvSpPr>
        <p:spPr>
          <a:xfrm>
            <a:off x="5305800" y="3416541"/>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371" name="Google Shape;2371;p136"/>
          <p:cNvSpPr txBox="1"/>
          <p:nvPr>
            <p:ph type="title"/>
          </p:nvPr>
        </p:nvSpPr>
        <p:spPr>
          <a:xfrm>
            <a:off x="5305800" y="4180125"/>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72" name="Google Shape;2372;p136"/>
          <p:cNvSpPr txBox="1"/>
          <p:nvPr>
            <p:ph idx="2" type="body"/>
          </p:nvPr>
        </p:nvSpPr>
        <p:spPr>
          <a:xfrm>
            <a:off x="1525925" y="7529405"/>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73" name="Google Shape;2373;p136"/>
          <p:cNvSpPr txBox="1"/>
          <p:nvPr>
            <p:ph idx="3" type="body"/>
          </p:nvPr>
        </p:nvSpPr>
        <p:spPr>
          <a:xfrm>
            <a:off x="1333708" y="3160583"/>
            <a:ext cx="2449200" cy="2308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01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137"/>
          <p:cNvSpPr txBox="1"/>
          <p:nvPr>
            <p:ph idx="1" type="body"/>
          </p:nvPr>
        </p:nvSpPr>
        <p:spPr>
          <a:xfrm>
            <a:off x="1525925" y="3035541"/>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379" name="Google Shape;2379;p137"/>
          <p:cNvSpPr txBox="1"/>
          <p:nvPr>
            <p:ph type="title"/>
          </p:nvPr>
        </p:nvSpPr>
        <p:spPr>
          <a:xfrm>
            <a:off x="1525925" y="3799125"/>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80" name="Google Shape;2380;p137"/>
          <p:cNvSpPr txBox="1"/>
          <p:nvPr>
            <p:ph idx="2" type="body"/>
          </p:nvPr>
        </p:nvSpPr>
        <p:spPr>
          <a:xfrm>
            <a:off x="1525925" y="7529405"/>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138"/>
          <p:cNvSpPr txBox="1"/>
          <p:nvPr>
            <p:ph idx="1" type="body"/>
          </p:nvPr>
        </p:nvSpPr>
        <p:spPr>
          <a:xfrm>
            <a:off x="1525925" y="3035541"/>
            <a:ext cx="5763000" cy="3078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386" name="Google Shape;2386;p138"/>
          <p:cNvSpPr txBox="1"/>
          <p:nvPr>
            <p:ph type="title"/>
          </p:nvPr>
        </p:nvSpPr>
        <p:spPr>
          <a:xfrm>
            <a:off x="1525925" y="3799125"/>
            <a:ext cx="115662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87" name="Google Shape;2387;p138"/>
          <p:cNvSpPr txBox="1"/>
          <p:nvPr>
            <p:ph idx="2" type="body"/>
          </p:nvPr>
        </p:nvSpPr>
        <p:spPr>
          <a:xfrm>
            <a:off x="1525925" y="7529405"/>
            <a:ext cx="90624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1" name="Shape 2391"/>
        <p:cNvGrpSpPr/>
        <p:nvPr/>
      </p:nvGrpSpPr>
      <p:grpSpPr>
        <a:xfrm>
          <a:off x="0" y="0"/>
          <a:ext cx="0" cy="0"/>
          <a:chOff x="0" y="0"/>
          <a:chExt cx="0" cy="0"/>
        </a:xfrm>
      </p:grpSpPr>
      <p:sp>
        <p:nvSpPr>
          <p:cNvPr id="2392" name="Google Shape;2392;p139"/>
          <p:cNvSpPr txBox="1"/>
          <p:nvPr>
            <p:ph idx="1" type="body"/>
          </p:nvPr>
        </p:nvSpPr>
        <p:spPr>
          <a:xfrm>
            <a:off x="1162202" y="1417789"/>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393" name="Google Shape;2393;p139"/>
          <p:cNvSpPr txBox="1"/>
          <p:nvPr>
            <p:ph type="title"/>
          </p:nvPr>
        </p:nvSpPr>
        <p:spPr>
          <a:xfrm>
            <a:off x="1105528" y="2033065"/>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394" name="Google Shape;2394;p139"/>
          <p:cNvSpPr txBox="1"/>
          <p:nvPr>
            <p:ph idx="2" type="body"/>
          </p:nvPr>
        </p:nvSpPr>
        <p:spPr>
          <a:xfrm>
            <a:off x="8859675" y="1276688"/>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95" name="Google Shape;2395;p139"/>
          <p:cNvSpPr txBox="1"/>
          <p:nvPr>
            <p:ph idx="3" type="body"/>
          </p:nvPr>
        </p:nvSpPr>
        <p:spPr>
          <a:xfrm>
            <a:off x="8859675" y="3079134"/>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96" name="Google Shape;2396;p139"/>
          <p:cNvSpPr txBox="1"/>
          <p:nvPr>
            <p:ph idx="4" type="body"/>
          </p:nvPr>
        </p:nvSpPr>
        <p:spPr>
          <a:xfrm>
            <a:off x="8859675" y="4962877"/>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97" name="Google Shape;2397;p139"/>
          <p:cNvSpPr txBox="1"/>
          <p:nvPr>
            <p:ph idx="5" type="body"/>
          </p:nvPr>
        </p:nvSpPr>
        <p:spPr>
          <a:xfrm>
            <a:off x="8859675" y="6781970"/>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98" name="Google Shape;2398;p139"/>
          <p:cNvSpPr txBox="1"/>
          <p:nvPr>
            <p:ph idx="6" type="body"/>
          </p:nvPr>
        </p:nvSpPr>
        <p:spPr>
          <a:xfrm>
            <a:off x="8859675" y="8684173"/>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399" name="Google Shape;2399;p139"/>
          <p:cNvSpPr txBox="1"/>
          <p:nvPr>
            <p:ph idx="7" type="subTitle"/>
          </p:nvPr>
        </p:nvSpPr>
        <p:spPr>
          <a:xfrm>
            <a:off x="1154771" y="4796121"/>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3" name="Shape 2403"/>
        <p:cNvGrpSpPr/>
        <p:nvPr/>
      </p:nvGrpSpPr>
      <p:grpSpPr>
        <a:xfrm>
          <a:off x="0" y="0"/>
          <a:ext cx="0" cy="0"/>
          <a:chOff x="0" y="0"/>
          <a:chExt cx="0" cy="0"/>
        </a:xfrm>
      </p:grpSpPr>
      <p:sp>
        <p:nvSpPr>
          <p:cNvPr id="2404" name="Google Shape;2404;p140"/>
          <p:cNvSpPr txBox="1"/>
          <p:nvPr>
            <p:ph idx="3" type="body"/>
          </p:nvPr>
        </p:nvSpPr>
        <p:spPr>
          <a:xfrm>
            <a:off x="7722812" y="1451239"/>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05" name="Google Shape;2405;p140"/>
          <p:cNvSpPr txBox="1"/>
          <p:nvPr>
            <p:ph idx="4" type="body"/>
          </p:nvPr>
        </p:nvSpPr>
        <p:spPr>
          <a:xfrm>
            <a:off x="7722812" y="3167739"/>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06" name="Google Shape;2406;p140"/>
          <p:cNvSpPr txBox="1"/>
          <p:nvPr>
            <p:ph idx="5" type="body"/>
          </p:nvPr>
        </p:nvSpPr>
        <p:spPr>
          <a:xfrm>
            <a:off x="7722812" y="4940726"/>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07" name="Google Shape;2407;p140"/>
          <p:cNvSpPr txBox="1"/>
          <p:nvPr>
            <p:ph idx="6" type="body"/>
          </p:nvPr>
        </p:nvSpPr>
        <p:spPr>
          <a:xfrm>
            <a:off x="7722812" y="6671214"/>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08" name="Google Shape;2408;p140"/>
          <p:cNvSpPr txBox="1"/>
          <p:nvPr>
            <p:ph idx="7" type="body"/>
          </p:nvPr>
        </p:nvSpPr>
        <p:spPr>
          <a:xfrm>
            <a:off x="7722812" y="8430764"/>
            <a:ext cx="81369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09" name="Google Shape;2409;p140"/>
          <p:cNvSpPr txBox="1"/>
          <p:nvPr>
            <p:ph idx="1" type="body"/>
          </p:nvPr>
        </p:nvSpPr>
        <p:spPr>
          <a:xfrm>
            <a:off x="1162202" y="1417789"/>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410" name="Google Shape;2410;p140"/>
          <p:cNvSpPr txBox="1"/>
          <p:nvPr>
            <p:ph type="title"/>
          </p:nvPr>
        </p:nvSpPr>
        <p:spPr>
          <a:xfrm>
            <a:off x="1105528" y="2033065"/>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411" name="Google Shape;2411;p140"/>
          <p:cNvSpPr txBox="1"/>
          <p:nvPr>
            <p:ph idx="2" type="subTitle"/>
          </p:nvPr>
        </p:nvSpPr>
        <p:spPr>
          <a:xfrm>
            <a:off x="1154771" y="4796121"/>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5" name="Shape 2415"/>
        <p:cNvGrpSpPr/>
        <p:nvPr/>
      </p:nvGrpSpPr>
      <p:grpSpPr>
        <a:xfrm>
          <a:off x="0" y="0"/>
          <a:ext cx="0" cy="0"/>
          <a:chOff x="0" y="0"/>
          <a:chExt cx="0" cy="0"/>
        </a:xfrm>
      </p:grpSpPr>
      <p:sp>
        <p:nvSpPr>
          <p:cNvPr id="2416" name="Google Shape;2416;p141"/>
          <p:cNvSpPr txBox="1"/>
          <p:nvPr>
            <p:ph idx="1" type="body"/>
          </p:nvPr>
        </p:nvSpPr>
        <p:spPr>
          <a:xfrm>
            <a:off x="9671226" y="1445273"/>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17" name="Google Shape;2417;p141"/>
          <p:cNvSpPr txBox="1"/>
          <p:nvPr>
            <p:ph idx="2" type="body"/>
          </p:nvPr>
        </p:nvSpPr>
        <p:spPr>
          <a:xfrm>
            <a:off x="9671226" y="3735310"/>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18" name="Google Shape;2418;p141"/>
          <p:cNvSpPr txBox="1"/>
          <p:nvPr>
            <p:ph idx="3" type="body"/>
          </p:nvPr>
        </p:nvSpPr>
        <p:spPr>
          <a:xfrm>
            <a:off x="9671226" y="6029799"/>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19" name="Google Shape;2419;p141"/>
          <p:cNvSpPr txBox="1"/>
          <p:nvPr>
            <p:ph idx="4" type="body"/>
          </p:nvPr>
        </p:nvSpPr>
        <p:spPr>
          <a:xfrm>
            <a:off x="9671226" y="8396421"/>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20" name="Google Shape;2420;p141"/>
          <p:cNvSpPr txBox="1"/>
          <p:nvPr>
            <p:ph idx="6" type="body"/>
          </p:nvPr>
        </p:nvSpPr>
        <p:spPr>
          <a:xfrm>
            <a:off x="1162202" y="1417789"/>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21" name="Google Shape;2421;p141"/>
          <p:cNvSpPr txBox="1"/>
          <p:nvPr>
            <p:ph idx="5" type="subTitle"/>
          </p:nvPr>
        </p:nvSpPr>
        <p:spPr>
          <a:xfrm>
            <a:off x="1105528" y="5710521"/>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22" name="Google Shape;2422;p141"/>
          <p:cNvSpPr txBox="1"/>
          <p:nvPr>
            <p:ph type="title"/>
          </p:nvPr>
        </p:nvSpPr>
        <p:spPr>
          <a:xfrm>
            <a:off x="1105528" y="2033065"/>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6" name="Shape 2426"/>
        <p:cNvGrpSpPr/>
        <p:nvPr/>
      </p:nvGrpSpPr>
      <p:grpSpPr>
        <a:xfrm>
          <a:off x="0" y="0"/>
          <a:ext cx="0" cy="0"/>
          <a:chOff x="0" y="0"/>
          <a:chExt cx="0" cy="0"/>
        </a:xfrm>
      </p:grpSpPr>
      <p:sp>
        <p:nvSpPr>
          <p:cNvPr id="2427" name="Google Shape;2427;p142"/>
          <p:cNvSpPr txBox="1"/>
          <p:nvPr>
            <p:ph idx="3" type="body"/>
          </p:nvPr>
        </p:nvSpPr>
        <p:spPr>
          <a:xfrm>
            <a:off x="8436675" y="1375505"/>
            <a:ext cx="8696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28" name="Google Shape;2428;p142"/>
          <p:cNvSpPr txBox="1"/>
          <p:nvPr>
            <p:ph idx="4" type="body"/>
          </p:nvPr>
        </p:nvSpPr>
        <p:spPr>
          <a:xfrm>
            <a:off x="8436675" y="3646710"/>
            <a:ext cx="8696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29" name="Google Shape;2429;p142"/>
          <p:cNvSpPr txBox="1"/>
          <p:nvPr>
            <p:ph idx="5" type="body"/>
          </p:nvPr>
        </p:nvSpPr>
        <p:spPr>
          <a:xfrm>
            <a:off x="8436675" y="5941202"/>
            <a:ext cx="8696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30" name="Google Shape;2430;p142"/>
          <p:cNvSpPr txBox="1"/>
          <p:nvPr>
            <p:ph idx="6" type="body"/>
          </p:nvPr>
        </p:nvSpPr>
        <p:spPr>
          <a:xfrm>
            <a:off x="8436675" y="8285676"/>
            <a:ext cx="8696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31" name="Google Shape;2431;p142"/>
          <p:cNvSpPr txBox="1"/>
          <p:nvPr>
            <p:ph idx="1" type="subTitle"/>
          </p:nvPr>
        </p:nvSpPr>
        <p:spPr>
          <a:xfrm>
            <a:off x="1105528" y="5710521"/>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32" name="Google Shape;2432;p142"/>
          <p:cNvSpPr txBox="1"/>
          <p:nvPr>
            <p:ph idx="2" type="body"/>
          </p:nvPr>
        </p:nvSpPr>
        <p:spPr>
          <a:xfrm>
            <a:off x="1162202" y="1417789"/>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433" name="Google Shape;2433;p142"/>
          <p:cNvSpPr txBox="1"/>
          <p:nvPr>
            <p:ph type="title"/>
          </p:nvPr>
        </p:nvSpPr>
        <p:spPr>
          <a:xfrm>
            <a:off x="1105528" y="2033065"/>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7" name="Shape 2437"/>
        <p:cNvGrpSpPr/>
        <p:nvPr/>
      </p:nvGrpSpPr>
      <p:grpSpPr>
        <a:xfrm>
          <a:off x="0" y="0"/>
          <a:ext cx="0" cy="0"/>
          <a:chOff x="0" y="0"/>
          <a:chExt cx="0" cy="0"/>
        </a:xfrm>
      </p:grpSpPr>
      <p:sp>
        <p:nvSpPr>
          <p:cNvPr id="2438" name="Google Shape;2438;p143"/>
          <p:cNvSpPr txBox="1"/>
          <p:nvPr>
            <p:ph idx="1" type="body"/>
          </p:nvPr>
        </p:nvSpPr>
        <p:spPr>
          <a:xfrm>
            <a:off x="9671226" y="1806505"/>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39" name="Google Shape;2439;p143"/>
          <p:cNvSpPr txBox="1"/>
          <p:nvPr>
            <p:ph idx="2" type="body"/>
          </p:nvPr>
        </p:nvSpPr>
        <p:spPr>
          <a:xfrm>
            <a:off x="9671226" y="4931181"/>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40" name="Google Shape;2440;p143"/>
          <p:cNvSpPr txBox="1"/>
          <p:nvPr>
            <p:ph idx="3" type="body"/>
          </p:nvPr>
        </p:nvSpPr>
        <p:spPr>
          <a:xfrm>
            <a:off x="9671226" y="8099517"/>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41" name="Google Shape;2441;p143"/>
          <p:cNvSpPr txBox="1"/>
          <p:nvPr>
            <p:ph idx="5"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42" name="Google Shape;2442;p143"/>
          <p:cNvSpPr txBox="1"/>
          <p:nvPr>
            <p:ph idx="4" type="subTitle"/>
          </p:nvPr>
        </p:nvSpPr>
        <p:spPr>
          <a:xfrm>
            <a:off x="1105528" y="4200063"/>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43" name="Google Shape;2443;p143"/>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sp>
        <p:nvSpPr>
          <p:cNvPr id="2448" name="Google Shape;2448;p144"/>
          <p:cNvSpPr txBox="1"/>
          <p:nvPr>
            <p:ph idx="4"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49" name="Google Shape;2449;p144"/>
          <p:cNvSpPr txBox="1"/>
          <p:nvPr>
            <p:ph idx="1" type="body"/>
          </p:nvPr>
        </p:nvSpPr>
        <p:spPr>
          <a:xfrm>
            <a:off x="9671226" y="1806505"/>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50" name="Google Shape;2450;p144"/>
          <p:cNvSpPr txBox="1"/>
          <p:nvPr>
            <p:ph idx="2" type="body"/>
          </p:nvPr>
        </p:nvSpPr>
        <p:spPr>
          <a:xfrm>
            <a:off x="9671226" y="4931181"/>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51" name="Google Shape;2451;p144"/>
          <p:cNvSpPr txBox="1"/>
          <p:nvPr>
            <p:ph idx="3" type="body"/>
          </p:nvPr>
        </p:nvSpPr>
        <p:spPr>
          <a:xfrm>
            <a:off x="9671226" y="8099517"/>
            <a:ext cx="72177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52" name="Google Shape;2452;p144"/>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453" name="Google Shape;2453;p144"/>
          <p:cNvSpPr txBox="1"/>
          <p:nvPr>
            <p:ph idx="5" type="subTitle"/>
          </p:nvPr>
        </p:nvSpPr>
        <p:spPr>
          <a:xfrm>
            <a:off x="1105528" y="7175463"/>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7" name="Shape 2457"/>
        <p:cNvGrpSpPr/>
        <p:nvPr/>
      </p:nvGrpSpPr>
      <p:grpSpPr>
        <a:xfrm>
          <a:off x="0" y="0"/>
          <a:ext cx="0" cy="0"/>
          <a:chOff x="0" y="0"/>
          <a:chExt cx="0" cy="0"/>
        </a:xfrm>
      </p:grpSpPr>
      <p:sp>
        <p:nvSpPr>
          <p:cNvPr id="2458" name="Google Shape;2458;p145"/>
          <p:cNvSpPr txBox="1"/>
          <p:nvPr>
            <p:ph idx="5"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59" name="Google Shape;2459;p145"/>
          <p:cNvSpPr txBox="1"/>
          <p:nvPr>
            <p:ph idx="1" type="body"/>
          </p:nvPr>
        </p:nvSpPr>
        <p:spPr>
          <a:xfrm>
            <a:off x="8639725" y="1806500"/>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60" name="Google Shape;2460;p145"/>
          <p:cNvSpPr txBox="1"/>
          <p:nvPr>
            <p:ph idx="2" type="body"/>
          </p:nvPr>
        </p:nvSpPr>
        <p:spPr>
          <a:xfrm>
            <a:off x="8639725" y="4931182"/>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61" name="Google Shape;2461;p145"/>
          <p:cNvSpPr txBox="1"/>
          <p:nvPr>
            <p:ph idx="3" type="body"/>
          </p:nvPr>
        </p:nvSpPr>
        <p:spPr>
          <a:xfrm>
            <a:off x="8639725" y="8099524"/>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62" name="Google Shape;2462;p145"/>
          <p:cNvSpPr txBox="1"/>
          <p:nvPr>
            <p:ph idx="4" type="subTitle"/>
          </p:nvPr>
        </p:nvSpPr>
        <p:spPr>
          <a:xfrm>
            <a:off x="1105528" y="4200063"/>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63" name="Google Shape;2463;p145"/>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7" name="Shape 2467"/>
        <p:cNvGrpSpPr/>
        <p:nvPr/>
      </p:nvGrpSpPr>
      <p:grpSpPr>
        <a:xfrm>
          <a:off x="0" y="0"/>
          <a:ext cx="0" cy="0"/>
          <a:chOff x="0" y="0"/>
          <a:chExt cx="0" cy="0"/>
        </a:xfrm>
      </p:grpSpPr>
      <p:sp>
        <p:nvSpPr>
          <p:cNvPr id="2468" name="Google Shape;2468;p146"/>
          <p:cNvSpPr txBox="1"/>
          <p:nvPr>
            <p:ph idx="4"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69" name="Google Shape;2469;p146"/>
          <p:cNvSpPr txBox="1"/>
          <p:nvPr>
            <p:ph idx="1" type="body"/>
          </p:nvPr>
        </p:nvSpPr>
        <p:spPr>
          <a:xfrm>
            <a:off x="8639725" y="1806500"/>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70" name="Google Shape;2470;p146"/>
          <p:cNvSpPr txBox="1"/>
          <p:nvPr>
            <p:ph idx="2" type="body"/>
          </p:nvPr>
        </p:nvSpPr>
        <p:spPr>
          <a:xfrm>
            <a:off x="8639725" y="4931182"/>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71" name="Google Shape;2471;p146"/>
          <p:cNvSpPr txBox="1"/>
          <p:nvPr>
            <p:ph idx="3" type="body"/>
          </p:nvPr>
        </p:nvSpPr>
        <p:spPr>
          <a:xfrm>
            <a:off x="8639725" y="8099524"/>
            <a:ext cx="8249100" cy="338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72" name="Google Shape;2472;p146"/>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473" name="Google Shape;2473;p146"/>
          <p:cNvSpPr txBox="1"/>
          <p:nvPr>
            <p:ph idx="5" type="subTitle"/>
          </p:nvPr>
        </p:nvSpPr>
        <p:spPr>
          <a:xfrm>
            <a:off x="1105528" y="7175463"/>
            <a:ext cx="51426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7" name="Shape 2477"/>
        <p:cNvGrpSpPr/>
        <p:nvPr/>
      </p:nvGrpSpPr>
      <p:grpSpPr>
        <a:xfrm>
          <a:off x="0" y="0"/>
          <a:ext cx="0" cy="0"/>
          <a:chOff x="0" y="0"/>
          <a:chExt cx="0" cy="0"/>
        </a:xfrm>
      </p:grpSpPr>
      <p:sp>
        <p:nvSpPr>
          <p:cNvPr id="2478" name="Google Shape;2478;p147"/>
          <p:cNvSpPr/>
          <p:nvPr>
            <p:ph idx="2" type="pic"/>
          </p:nvPr>
        </p:nvSpPr>
        <p:spPr>
          <a:xfrm>
            <a:off x="10866175" y="530225"/>
            <a:ext cx="6892800" cy="7171200"/>
          </a:xfrm>
          <a:prstGeom prst="rect">
            <a:avLst/>
          </a:prstGeom>
        </p:spPr>
      </p:sp>
      <p:sp>
        <p:nvSpPr>
          <p:cNvPr id="2479" name="Google Shape;2479;p147"/>
          <p:cNvSpPr txBox="1"/>
          <p:nvPr/>
        </p:nvSpPr>
        <p:spPr>
          <a:xfrm>
            <a:off x="1057720" y="8211004"/>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+150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Customers</a:t>
            </a:r>
            <a:endParaRPr>
              <a:solidFill>
                <a:srgbClr val="041326"/>
              </a:solidFill>
              <a:latin typeface="Libre Franklin"/>
              <a:ea typeface="Libre Franklin"/>
              <a:cs typeface="Libre Franklin"/>
              <a:sym typeface="Libre Franklin"/>
            </a:endParaRPr>
          </a:p>
        </p:txBody>
      </p:sp>
      <p:sp>
        <p:nvSpPr>
          <p:cNvPr id="2480" name="Google Shape;2480;p147"/>
          <p:cNvSpPr txBox="1"/>
          <p:nvPr/>
        </p:nvSpPr>
        <p:spPr>
          <a:xfrm>
            <a:off x="4476814" y="8211004"/>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+4,000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Certified Experts</a:t>
            </a:r>
            <a:endParaRPr>
              <a:solidFill>
                <a:srgbClr val="041326"/>
              </a:solidFill>
              <a:latin typeface="Libre Franklin"/>
              <a:ea typeface="Libre Franklin"/>
              <a:cs typeface="Libre Franklin"/>
              <a:sym typeface="Libre Franklin"/>
            </a:endParaRPr>
          </a:p>
        </p:txBody>
      </p:sp>
      <p:sp>
        <p:nvSpPr>
          <p:cNvPr id="2481" name="Google Shape;2481;p147"/>
          <p:cNvSpPr txBox="1"/>
          <p:nvPr/>
        </p:nvSpPr>
        <p:spPr>
          <a:xfrm>
            <a:off x="7870697" y="8211004"/>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50%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RnD Staff</a:t>
            </a:r>
            <a:endParaRPr>
              <a:solidFill>
                <a:srgbClr val="041326"/>
              </a:solidFill>
              <a:latin typeface="Libre Franklin"/>
              <a:ea typeface="Libre Franklin"/>
              <a:cs typeface="Libre Franklin"/>
              <a:sym typeface="Libre Franklin"/>
            </a:endParaRPr>
          </a:p>
        </p:txBody>
      </p:sp>
      <p:sp>
        <p:nvSpPr>
          <p:cNvPr id="2482" name="Google Shape;2482;p147"/>
          <p:cNvSpPr txBox="1"/>
          <p:nvPr/>
        </p:nvSpPr>
        <p:spPr>
          <a:xfrm>
            <a:off x="11213299" y="8211004"/>
            <a:ext cx="249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+2,000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Employees Globally</a:t>
            </a:r>
            <a:endParaRPr>
              <a:solidFill>
                <a:srgbClr val="041326"/>
              </a:solidFill>
              <a:latin typeface="Libre Franklin"/>
              <a:ea typeface="Libre Franklin"/>
              <a:cs typeface="Libre Franklin"/>
              <a:sym typeface="Libre Franklin"/>
            </a:endParaRPr>
          </a:p>
        </p:txBody>
      </p:sp>
      <p:sp>
        <p:nvSpPr>
          <p:cNvPr id="2483" name="Google Shape;2483;p147"/>
          <p:cNvSpPr txBox="1"/>
          <p:nvPr/>
        </p:nvSpPr>
        <p:spPr>
          <a:xfrm>
            <a:off x="14497556" y="8211004"/>
            <a:ext cx="29829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16</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Offices on 5 continents</a:t>
            </a:r>
            <a:endParaRPr>
              <a:solidFill>
                <a:srgbClr val="041326"/>
              </a:solidFill>
              <a:latin typeface="Libre Franklin"/>
              <a:ea typeface="Libre Franklin"/>
              <a:cs typeface="Libre Franklin"/>
              <a:sym typeface="Libre Franklin"/>
            </a:endParaRPr>
          </a:p>
        </p:txBody>
      </p:sp>
      <p:sp>
        <p:nvSpPr>
          <p:cNvPr id="2484" name="Google Shape;2484;p147"/>
          <p:cNvSpPr txBox="1"/>
          <p:nvPr>
            <p:ph idx="1" type="body"/>
          </p:nvPr>
        </p:nvSpPr>
        <p:spPr>
          <a:xfrm>
            <a:off x="977025" y="3147600"/>
            <a:ext cx="89469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85" name="Google Shape;2485;p147"/>
          <p:cNvSpPr txBox="1"/>
          <p:nvPr>
            <p:ph idx="3" type="body"/>
          </p:nvPr>
        </p:nvSpPr>
        <p:spPr>
          <a:xfrm>
            <a:off x="1045080" y="1269702"/>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86" name="Google Shape;2486;p147"/>
          <p:cNvSpPr txBox="1"/>
          <p:nvPr>
            <p:ph type="title"/>
          </p:nvPr>
        </p:nvSpPr>
        <p:spPr>
          <a:xfrm>
            <a:off x="988400" y="1884975"/>
            <a:ext cx="89469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0" name="Shape 2490"/>
        <p:cNvGrpSpPr/>
        <p:nvPr/>
      </p:nvGrpSpPr>
      <p:grpSpPr>
        <a:xfrm>
          <a:off x="0" y="0"/>
          <a:ext cx="0" cy="0"/>
          <a:chOff x="0" y="0"/>
          <a:chExt cx="0" cy="0"/>
        </a:xfrm>
      </p:grpSpPr>
      <p:sp>
        <p:nvSpPr>
          <p:cNvPr id="2491" name="Google Shape;2491;p148"/>
          <p:cNvSpPr txBox="1"/>
          <p:nvPr/>
        </p:nvSpPr>
        <p:spPr>
          <a:xfrm>
            <a:off x="1053220" y="8211008"/>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+150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Customers</a:t>
            </a:r>
            <a:endParaRPr>
              <a:solidFill>
                <a:srgbClr val="041326"/>
              </a:solidFill>
              <a:latin typeface="Libre Franklin"/>
              <a:ea typeface="Libre Franklin"/>
              <a:cs typeface="Libre Franklin"/>
              <a:sym typeface="Libre Franklin"/>
            </a:endParaRPr>
          </a:p>
        </p:txBody>
      </p:sp>
      <p:sp>
        <p:nvSpPr>
          <p:cNvPr id="2492" name="Google Shape;2492;p148"/>
          <p:cNvSpPr txBox="1"/>
          <p:nvPr/>
        </p:nvSpPr>
        <p:spPr>
          <a:xfrm>
            <a:off x="5333443" y="8211008"/>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+4,000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Certified Experts</a:t>
            </a:r>
            <a:endParaRPr>
              <a:solidFill>
                <a:srgbClr val="041326"/>
              </a:solidFill>
              <a:latin typeface="Libre Franklin"/>
              <a:ea typeface="Libre Franklin"/>
              <a:cs typeface="Libre Franklin"/>
              <a:sym typeface="Libre Franklin"/>
            </a:endParaRPr>
          </a:p>
        </p:txBody>
      </p:sp>
      <p:sp>
        <p:nvSpPr>
          <p:cNvPr id="2493" name="Google Shape;2493;p148"/>
          <p:cNvSpPr txBox="1"/>
          <p:nvPr/>
        </p:nvSpPr>
        <p:spPr>
          <a:xfrm>
            <a:off x="9618628" y="8211008"/>
            <a:ext cx="228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50%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RnD Staff</a:t>
            </a:r>
            <a:endParaRPr>
              <a:solidFill>
                <a:srgbClr val="041326"/>
              </a:solidFill>
              <a:latin typeface="Libre Franklin"/>
              <a:ea typeface="Libre Franklin"/>
              <a:cs typeface="Libre Franklin"/>
              <a:sym typeface="Libre Franklin"/>
            </a:endParaRPr>
          </a:p>
        </p:txBody>
      </p:sp>
      <p:sp>
        <p:nvSpPr>
          <p:cNvPr id="2494" name="Google Shape;2494;p148"/>
          <p:cNvSpPr txBox="1"/>
          <p:nvPr/>
        </p:nvSpPr>
        <p:spPr>
          <a:xfrm>
            <a:off x="13923990" y="8211008"/>
            <a:ext cx="2494200" cy="10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3400">
                <a:solidFill>
                  <a:srgbClr val="3367FF"/>
                </a:solidFill>
                <a:latin typeface="Libre Franklin"/>
                <a:ea typeface="Libre Franklin"/>
                <a:cs typeface="Libre Franklin"/>
                <a:sym typeface="Libre Franklin"/>
              </a:rPr>
              <a:t>+2,000</a:t>
            </a:r>
            <a:endParaRPr sz="3400">
              <a:solidFill>
                <a:srgbClr val="3367FF"/>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rPr lang="en" sz="2000">
                <a:solidFill>
                  <a:srgbClr val="041326"/>
                </a:solidFill>
                <a:latin typeface="Libre Franklin"/>
                <a:ea typeface="Libre Franklin"/>
                <a:cs typeface="Libre Franklin"/>
                <a:sym typeface="Libre Franklin"/>
              </a:rPr>
              <a:t>Employees Globally</a:t>
            </a:r>
            <a:endParaRPr>
              <a:solidFill>
                <a:srgbClr val="041326"/>
              </a:solidFill>
              <a:latin typeface="Libre Franklin"/>
              <a:ea typeface="Libre Franklin"/>
              <a:cs typeface="Libre Franklin"/>
              <a:sym typeface="Libre Franklin"/>
            </a:endParaRPr>
          </a:p>
        </p:txBody>
      </p:sp>
      <p:sp>
        <p:nvSpPr>
          <p:cNvPr id="2495" name="Google Shape;2495;p148"/>
          <p:cNvSpPr txBox="1"/>
          <p:nvPr>
            <p:ph idx="3" type="body"/>
          </p:nvPr>
        </p:nvSpPr>
        <p:spPr>
          <a:xfrm>
            <a:off x="1033886" y="1269700"/>
            <a:ext cx="3915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496" name="Google Shape;2496;p148"/>
          <p:cNvSpPr/>
          <p:nvPr>
            <p:ph idx="2" type="pic"/>
          </p:nvPr>
        </p:nvSpPr>
        <p:spPr>
          <a:xfrm>
            <a:off x="9143025" y="530225"/>
            <a:ext cx="8616000" cy="7171200"/>
          </a:xfrm>
          <a:prstGeom prst="rect">
            <a:avLst/>
          </a:prstGeom>
        </p:spPr>
      </p:sp>
      <p:sp>
        <p:nvSpPr>
          <p:cNvPr id="2497" name="Google Shape;2497;p148"/>
          <p:cNvSpPr txBox="1"/>
          <p:nvPr>
            <p:ph idx="1" type="body"/>
          </p:nvPr>
        </p:nvSpPr>
        <p:spPr>
          <a:xfrm>
            <a:off x="977025" y="3147599"/>
            <a:ext cx="74751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498" name="Google Shape;2498;p148"/>
          <p:cNvSpPr txBox="1"/>
          <p:nvPr>
            <p:ph type="title"/>
          </p:nvPr>
        </p:nvSpPr>
        <p:spPr>
          <a:xfrm>
            <a:off x="986529" y="1884973"/>
            <a:ext cx="74751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2" name="Shape 2502"/>
        <p:cNvGrpSpPr/>
        <p:nvPr/>
      </p:nvGrpSpPr>
      <p:grpSpPr>
        <a:xfrm>
          <a:off x="0" y="0"/>
          <a:ext cx="0" cy="0"/>
          <a:chOff x="0" y="0"/>
          <a:chExt cx="0" cy="0"/>
        </a:xfrm>
      </p:grpSpPr>
      <p:sp>
        <p:nvSpPr>
          <p:cNvPr id="2503" name="Google Shape;2503;p149"/>
          <p:cNvSpPr txBox="1"/>
          <p:nvPr>
            <p:ph idx="1" type="subTitle"/>
          </p:nvPr>
        </p:nvSpPr>
        <p:spPr>
          <a:xfrm>
            <a:off x="765803" y="1781901"/>
            <a:ext cx="160782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solidFill>
                <a:schemeClr val="dk2"/>
              </a:solidFill>
            </a:endParaRPr>
          </a:p>
        </p:txBody>
      </p:sp>
      <p:sp>
        <p:nvSpPr>
          <p:cNvPr id="2504" name="Google Shape;2504;p149"/>
          <p:cNvSpPr txBox="1"/>
          <p:nvPr>
            <p:ph type="title"/>
          </p:nvPr>
        </p:nvSpPr>
        <p:spPr>
          <a:xfrm>
            <a:off x="765803" y="849926"/>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505" name="Google Shape;2505;p149"/>
          <p:cNvSpPr txBox="1"/>
          <p:nvPr>
            <p:ph idx="2" type="body"/>
          </p:nvPr>
        </p:nvSpPr>
        <p:spPr>
          <a:xfrm>
            <a:off x="765803" y="2662676"/>
            <a:ext cx="15722400" cy="1539300"/>
          </a:xfrm>
          <a:prstGeom prst="rect">
            <a:avLst/>
          </a:prstGeom>
        </p:spPr>
        <p:txBody>
          <a:bodyPr anchorCtr="0" anchor="t" bIns="0" lIns="0" spcFirstLastPara="1" rIns="0" wrap="square" tIns="0">
            <a:spAutoFit/>
          </a:bodyPr>
          <a:lstStyle/>
          <a:p>
            <a:pPr indent="-355600" lvl="0" marL="457200" rtl="0" algn="l">
              <a:lnSpc>
                <a:spcPct val="200000"/>
              </a:lnSpc>
              <a:spcBef>
                <a:spcPts val="0"/>
              </a:spcBef>
              <a:spcAft>
                <a:spcPts val="0"/>
              </a:spcAft>
              <a:buSzPts val="2000"/>
              <a:buChar char="●"/>
            </a:pPr>
            <a:r>
              <a:rPr lang="en"/>
              <a:t>Subject 1</a:t>
            </a:r>
            <a:endParaRPr/>
          </a:p>
          <a:p>
            <a:pPr indent="-355600" lvl="0" marL="457200" rtl="0" algn="l">
              <a:lnSpc>
                <a:spcPct val="200000"/>
              </a:lnSpc>
              <a:spcBef>
                <a:spcPts val="0"/>
              </a:spcBef>
              <a:spcAft>
                <a:spcPts val="0"/>
              </a:spcAft>
              <a:buSzPts val="2000"/>
              <a:buChar char="●"/>
            </a:pPr>
            <a:r>
              <a:rPr lang="en"/>
              <a:t>Subject 2</a:t>
            </a:r>
            <a:endParaRPr/>
          </a:p>
          <a:p>
            <a:pPr indent="-355600" lvl="0" marL="457200" rtl="0" algn="l">
              <a:lnSpc>
                <a:spcPct val="200000"/>
              </a:lnSpc>
              <a:spcBef>
                <a:spcPts val="0"/>
              </a:spcBef>
              <a:spcAft>
                <a:spcPts val="0"/>
              </a:spcAft>
              <a:buSzPts val="2000"/>
              <a:buChar char="●"/>
            </a:pPr>
            <a:r>
              <a:rPr lang="en"/>
              <a:t>Subject 3</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9" name="Shape 2509"/>
        <p:cNvGrpSpPr/>
        <p:nvPr/>
      </p:nvGrpSpPr>
      <p:grpSpPr>
        <a:xfrm>
          <a:off x="0" y="0"/>
          <a:ext cx="0" cy="0"/>
          <a:chOff x="0" y="0"/>
          <a:chExt cx="0" cy="0"/>
        </a:xfrm>
      </p:grpSpPr>
      <p:sp>
        <p:nvSpPr>
          <p:cNvPr id="2510" name="Google Shape;2510;p150"/>
          <p:cNvSpPr txBox="1"/>
          <p:nvPr>
            <p:ph type="title"/>
          </p:nvPr>
        </p:nvSpPr>
        <p:spPr>
          <a:xfrm>
            <a:off x="765803" y="894228"/>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Roadmap Timeline</a:t>
            </a:r>
            <a:endParaRPr/>
          </a:p>
        </p:txBody>
      </p:sp>
      <p:sp>
        <p:nvSpPr>
          <p:cNvPr id="2511" name="Google Shape;2511;p150"/>
          <p:cNvSpPr/>
          <p:nvPr/>
        </p:nvSpPr>
        <p:spPr>
          <a:xfrm rot="10800000">
            <a:off x="1367875" y="2892746"/>
            <a:ext cx="16162200" cy="1771200"/>
          </a:xfrm>
          <a:prstGeom prst="rect">
            <a:avLst/>
          </a:prstGeom>
          <a:solidFill>
            <a:schemeClr val="accent5"/>
          </a:solidFill>
          <a:ln>
            <a:noFill/>
          </a:ln>
        </p:spPr>
        <p:txBody>
          <a:bodyPr anchorCtr="0" anchor="ctr" bIns="62400" lIns="124850" spcFirstLastPara="1" rIns="124850" wrap="square" tIns="62400">
            <a:noAutofit/>
          </a:bodyPr>
          <a:lstStyle/>
          <a:p>
            <a:pPr indent="0" lvl="0" marL="0" marR="0" rtl="0" algn="l">
              <a:lnSpc>
                <a:spcPct val="100000"/>
              </a:lnSpc>
              <a:spcBef>
                <a:spcPts val="0"/>
              </a:spcBef>
              <a:spcAft>
                <a:spcPts val="0"/>
              </a:spcAft>
              <a:buClr>
                <a:srgbClr val="000000"/>
              </a:buClr>
              <a:buSzPts val="2731"/>
              <a:buFont typeface="Calibri"/>
              <a:buNone/>
            </a:pPr>
            <a:r>
              <a:t/>
            </a:r>
            <a:endParaRPr i="0" sz="1638" u="none" cap="none" strike="noStrike">
              <a:solidFill>
                <a:srgbClr val="FFFFFF"/>
              </a:solidFill>
              <a:latin typeface="Libre Franklin Light"/>
              <a:ea typeface="Libre Franklin Light"/>
              <a:cs typeface="Libre Franklin Light"/>
              <a:sym typeface="Libre Franklin Light"/>
            </a:endParaRPr>
          </a:p>
        </p:txBody>
      </p:sp>
      <p:sp>
        <p:nvSpPr>
          <p:cNvPr id="2512" name="Google Shape;2512;p150"/>
          <p:cNvSpPr/>
          <p:nvPr/>
        </p:nvSpPr>
        <p:spPr>
          <a:xfrm rot="10800000">
            <a:off x="1367875" y="4817824"/>
            <a:ext cx="16162200" cy="1771200"/>
          </a:xfrm>
          <a:prstGeom prst="rect">
            <a:avLst/>
          </a:prstGeom>
          <a:solidFill>
            <a:schemeClr val="accent5"/>
          </a:solidFill>
          <a:ln>
            <a:noFill/>
          </a:ln>
        </p:spPr>
        <p:txBody>
          <a:bodyPr anchorCtr="0" anchor="ctr" bIns="62400" lIns="124850" spcFirstLastPara="1" rIns="124850" wrap="square" tIns="62400">
            <a:noAutofit/>
          </a:bodyPr>
          <a:lstStyle/>
          <a:p>
            <a:pPr indent="0" lvl="0" marL="0" marR="0" rtl="0" algn="l">
              <a:lnSpc>
                <a:spcPct val="100000"/>
              </a:lnSpc>
              <a:spcBef>
                <a:spcPts val="0"/>
              </a:spcBef>
              <a:spcAft>
                <a:spcPts val="0"/>
              </a:spcAft>
              <a:buClr>
                <a:srgbClr val="000000"/>
              </a:buClr>
              <a:buSzPts val="2731"/>
              <a:buFont typeface="Calibri"/>
              <a:buNone/>
            </a:pPr>
            <a:r>
              <a:t/>
            </a:r>
            <a:endParaRPr i="0" sz="1638" u="none" cap="none" strike="noStrike">
              <a:solidFill>
                <a:srgbClr val="FFFFFF"/>
              </a:solidFill>
              <a:latin typeface="Libre Franklin Light"/>
              <a:ea typeface="Libre Franklin Light"/>
              <a:cs typeface="Libre Franklin Light"/>
              <a:sym typeface="Libre Franklin Light"/>
            </a:endParaRPr>
          </a:p>
        </p:txBody>
      </p:sp>
      <p:sp>
        <p:nvSpPr>
          <p:cNvPr id="2513" name="Google Shape;2513;p150"/>
          <p:cNvSpPr/>
          <p:nvPr/>
        </p:nvSpPr>
        <p:spPr>
          <a:xfrm rot="10800000">
            <a:off x="1367875" y="6742700"/>
            <a:ext cx="16162200" cy="1650300"/>
          </a:xfrm>
          <a:prstGeom prst="rect">
            <a:avLst/>
          </a:prstGeom>
          <a:solidFill>
            <a:schemeClr val="accent5"/>
          </a:solidFill>
          <a:ln>
            <a:noFill/>
          </a:ln>
        </p:spPr>
        <p:txBody>
          <a:bodyPr anchorCtr="0" anchor="ctr" bIns="62400" lIns="124850" spcFirstLastPara="1" rIns="124850" wrap="square" tIns="62400">
            <a:noAutofit/>
          </a:bodyPr>
          <a:lstStyle/>
          <a:p>
            <a:pPr indent="0" lvl="0" marL="0" marR="0" rtl="0" algn="l">
              <a:lnSpc>
                <a:spcPct val="100000"/>
              </a:lnSpc>
              <a:spcBef>
                <a:spcPts val="0"/>
              </a:spcBef>
              <a:spcAft>
                <a:spcPts val="0"/>
              </a:spcAft>
              <a:buClr>
                <a:srgbClr val="000000"/>
              </a:buClr>
              <a:buSzPts val="2731"/>
              <a:buFont typeface="Calibri"/>
              <a:buNone/>
            </a:pPr>
            <a:r>
              <a:t/>
            </a:r>
            <a:endParaRPr i="0" sz="1638" u="none" cap="none" strike="noStrike">
              <a:solidFill>
                <a:srgbClr val="FFFFFF"/>
              </a:solidFill>
              <a:latin typeface="Libre Franklin Light"/>
              <a:ea typeface="Libre Franklin Light"/>
              <a:cs typeface="Libre Franklin Light"/>
              <a:sym typeface="Libre Franklin Light"/>
            </a:endParaRPr>
          </a:p>
        </p:txBody>
      </p:sp>
      <p:grpSp>
        <p:nvGrpSpPr>
          <p:cNvPr id="2514" name="Google Shape;2514;p150"/>
          <p:cNvGrpSpPr/>
          <p:nvPr/>
        </p:nvGrpSpPr>
        <p:grpSpPr>
          <a:xfrm>
            <a:off x="4133252" y="2444138"/>
            <a:ext cx="10634580" cy="5964685"/>
            <a:chOff x="3829975" y="2735300"/>
            <a:chExt cx="11682500" cy="4959000"/>
          </a:xfrm>
        </p:grpSpPr>
        <p:cxnSp>
          <p:nvCxnSpPr>
            <p:cNvPr id="2515" name="Google Shape;2515;p150"/>
            <p:cNvCxnSpPr/>
            <p:nvPr/>
          </p:nvCxnSpPr>
          <p:spPr>
            <a:xfrm>
              <a:off x="3829975" y="2735300"/>
              <a:ext cx="0" cy="4959000"/>
            </a:xfrm>
            <a:prstGeom prst="straightConnector1">
              <a:avLst/>
            </a:prstGeom>
            <a:noFill/>
            <a:ln cap="flat" cmpd="sng" w="8675">
              <a:solidFill>
                <a:srgbClr val="9AA2AC"/>
              </a:solidFill>
              <a:prstDash val="solid"/>
              <a:round/>
              <a:headEnd len="med" w="med" type="none"/>
              <a:tailEnd len="med" w="med" type="none"/>
            </a:ln>
          </p:spPr>
        </p:cxnSp>
        <p:cxnSp>
          <p:nvCxnSpPr>
            <p:cNvPr id="2516" name="Google Shape;2516;p150"/>
            <p:cNvCxnSpPr/>
            <p:nvPr/>
          </p:nvCxnSpPr>
          <p:spPr>
            <a:xfrm>
              <a:off x="6166475" y="2735300"/>
              <a:ext cx="0" cy="4959000"/>
            </a:xfrm>
            <a:prstGeom prst="straightConnector1">
              <a:avLst/>
            </a:prstGeom>
            <a:noFill/>
            <a:ln cap="flat" cmpd="sng" w="8675">
              <a:solidFill>
                <a:srgbClr val="9AA2AC"/>
              </a:solidFill>
              <a:prstDash val="solid"/>
              <a:round/>
              <a:headEnd len="med" w="med" type="none"/>
              <a:tailEnd len="med" w="med" type="none"/>
            </a:ln>
          </p:spPr>
        </p:cxnSp>
        <p:cxnSp>
          <p:nvCxnSpPr>
            <p:cNvPr id="2517" name="Google Shape;2517;p150"/>
            <p:cNvCxnSpPr/>
            <p:nvPr/>
          </p:nvCxnSpPr>
          <p:spPr>
            <a:xfrm>
              <a:off x="8502975" y="2735300"/>
              <a:ext cx="0" cy="4959000"/>
            </a:xfrm>
            <a:prstGeom prst="straightConnector1">
              <a:avLst/>
            </a:prstGeom>
            <a:noFill/>
            <a:ln cap="flat" cmpd="sng" w="8675">
              <a:solidFill>
                <a:srgbClr val="9AA2AC"/>
              </a:solidFill>
              <a:prstDash val="solid"/>
              <a:round/>
              <a:headEnd len="med" w="med" type="none"/>
              <a:tailEnd len="med" w="med" type="none"/>
            </a:ln>
          </p:spPr>
        </p:cxnSp>
        <p:cxnSp>
          <p:nvCxnSpPr>
            <p:cNvPr id="2518" name="Google Shape;2518;p150"/>
            <p:cNvCxnSpPr/>
            <p:nvPr/>
          </p:nvCxnSpPr>
          <p:spPr>
            <a:xfrm>
              <a:off x="10839475" y="2735300"/>
              <a:ext cx="0" cy="4959000"/>
            </a:xfrm>
            <a:prstGeom prst="straightConnector1">
              <a:avLst/>
            </a:prstGeom>
            <a:noFill/>
            <a:ln cap="flat" cmpd="sng" w="8675">
              <a:solidFill>
                <a:srgbClr val="9AA2AC"/>
              </a:solidFill>
              <a:prstDash val="solid"/>
              <a:round/>
              <a:headEnd len="med" w="med" type="none"/>
              <a:tailEnd len="med" w="med" type="none"/>
            </a:ln>
          </p:spPr>
        </p:cxnSp>
        <p:cxnSp>
          <p:nvCxnSpPr>
            <p:cNvPr id="2519" name="Google Shape;2519;p150"/>
            <p:cNvCxnSpPr/>
            <p:nvPr/>
          </p:nvCxnSpPr>
          <p:spPr>
            <a:xfrm>
              <a:off x="13168500" y="2735300"/>
              <a:ext cx="0" cy="4959000"/>
            </a:xfrm>
            <a:prstGeom prst="straightConnector1">
              <a:avLst/>
            </a:prstGeom>
            <a:noFill/>
            <a:ln cap="flat" cmpd="sng" w="8675">
              <a:solidFill>
                <a:srgbClr val="9AA2AC"/>
              </a:solidFill>
              <a:prstDash val="solid"/>
              <a:round/>
              <a:headEnd len="med" w="med" type="none"/>
              <a:tailEnd len="med" w="med" type="none"/>
            </a:ln>
          </p:spPr>
        </p:cxnSp>
        <p:cxnSp>
          <p:nvCxnSpPr>
            <p:cNvPr id="2520" name="Google Shape;2520;p150"/>
            <p:cNvCxnSpPr/>
            <p:nvPr/>
          </p:nvCxnSpPr>
          <p:spPr>
            <a:xfrm>
              <a:off x="15512475" y="2735300"/>
              <a:ext cx="0" cy="4959000"/>
            </a:xfrm>
            <a:prstGeom prst="straightConnector1">
              <a:avLst/>
            </a:prstGeom>
            <a:noFill/>
            <a:ln cap="flat" cmpd="sng" w="8675">
              <a:solidFill>
                <a:srgbClr val="9AA2AC"/>
              </a:solidFill>
              <a:prstDash val="solid"/>
              <a:round/>
              <a:headEnd len="med" w="med" type="none"/>
              <a:tailEnd len="med" w="med" type="none"/>
            </a:ln>
          </p:spPr>
        </p:cxnSp>
      </p:grpSp>
      <p:sp>
        <p:nvSpPr>
          <p:cNvPr id="2521" name="Google Shape;2521;p150"/>
          <p:cNvSpPr/>
          <p:nvPr/>
        </p:nvSpPr>
        <p:spPr>
          <a:xfrm rot="-5400000">
            <a:off x="113550" y="3534826"/>
            <a:ext cx="1782600" cy="498300"/>
          </a:xfrm>
          <a:prstGeom prst="rect">
            <a:avLst/>
          </a:prstGeom>
          <a:solidFill>
            <a:schemeClr val="dk1"/>
          </a:solidFill>
          <a:ln>
            <a:noFill/>
          </a:ln>
        </p:spPr>
        <p:txBody>
          <a:bodyPr anchorCtr="0" anchor="ctr" bIns="62350" lIns="124675" spcFirstLastPara="1" rIns="124675" wrap="square" tIns="62350">
            <a:noAutofit/>
          </a:bodyPr>
          <a:lstStyle/>
          <a:p>
            <a:pPr indent="0" lvl="0" marL="0" marR="0" rtl="0" algn="ctr">
              <a:lnSpc>
                <a:spcPct val="100000"/>
              </a:lnSpc>
              <a:spcBef>
                <a:spcPts val="0"/>
              </a:spcBef>
              <a:spcAft>
                <a:spcPts val="0"/>
              </a:spcAft>
              <a:buClr>
                <a:srgbClr val="000000"/>
              </a:buClr>
              <a:buSzPts val="1001"/>
              <a:buFont typeface="Arial"/>
              <a:buNone/>
            </a:pPr>
            <a:r>
              <a:rPr b="1" lang="en" sz="1820">
                <a:solidFill>
                  <a:srgbClr val="FFFFFF"/>
                </a:solidFill>
                <a:latin typeface="Libre Franklin"/>
                <a:ea typeface="Libre Franklin"/>
                <a:cs typeface="Libre Franklin"/>
                <a:sym typeface="Libre Franklin"/>
              </a:rPr>
              <a:t>Title</a:t>
            </a:r>
            <a:endParaRPr b="1" sz="1820">
              <a:solidFill>
                <a:srgbClr val="FFFFFF"/>
              </a:solidFill>
              <a:latin typeface="Libre Franklin"/>
              <a:ea typeface="Libre Franklin"/>
              <a:cs typeface="Libre Franklin"/>
              <a:sym typeface="Libre Franklin"/>
            </a:endParaRPr>
          </a:p>
        </p:txBody>
      </p:sp>
      <p:grpSp>
        <p:nvGrpSpPr>
          <p:cNvPr id="2522" name="Google Shape;2522;p150"/>
          <p:cNvGrpSpPr/>
          <p:nvPr/>
        </p:nvGrpSpPr>
        <p:grpSpPr>
          <a:xfrm>
            <a:off x="2006328" y="2444047"/>
            <a:ext cx="14788392" cy="420286"/>
            <a:chOff x="1493475" y="1897605"/>
            <a:chExt cx="16245625" cy="461700"/>
          </a:xfrm>
        </p:grpSpPr>
        <p:sp>
          <p:nvSpPr>
            <p:cNvPr id="2523" name="Google Shape;2523;p150"/>
            <p:cNvSpPr txBox="1"/>
            <p:nvPr/>
          </p:nvSpPr>
          <p:spPr>
            <a:xfrm>
              <a:off x="1493475"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Jan 2026</a:t>
              </a:r>
              <a:endParaRPr b="1" sz="1638">
                <a:solidFill>
                  <a:srgbClr val="091C35"/>
                </a:solidFill>
                <a:latin typeface="Libre Franklin"/>
                <a:ea typeface="Libre Franklin"/>
                <a:cs typeface="Libre Franklin"/>
                <a:sym typeface="Libre Franklin"/>
              </a:endParaRPr>
            </a:p>
          </p:txBody>
        </p:sp>
        <p:sp>
          <p:nvSpPr>
            <p:cNvPr id="2524" name="Google Shape;2524;p150"/>
            <p:cNvSpPr txBox="1"/>
            <p:nvPr/>
          </p:nvSpPr>
          <p:spPr>
            <a:xfrm>
              <a:off x="3943575"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Feb</a:t>
              </a:r>
              <a:r>
                <a:rPr b="1" lang="en" sz="1638">
                  <a:solidFill>
                    <a:srgbClr val="091C35"/>
                  </a:solidFill>
                  <a:latin typeface="Libre Franklin"/>
                  <a:ea typeface="Libre Franklin"/>
                  <a:cs typeface="Libre Franklin"/>
                  <a:sym typeface="Libre Franklin"/>
                </a:rPr>
                <a:t> 2026</a:t>
              </a:r>
              <a:endParaRPr b="1" sz="1638">
                <a:solidFill>
                  <a:srgbClr val="091C35"/>
                </a:solidFill>
                <a:latin typeface="Libre Franklin"/>
                <a:ea typeface="Libre Franklin"/>
                <a:cs typeface="Libre Franklin"/>
                <a:sym typeface="Libre Franklin"/>
              </a:endParaRPr>
            </a:p>
          </p:txBody>
        </p:sp>
        <p:sp>
          <p:nvSpPr>
            <p:cNvPr id="2525" name="Google Shape;2525;p150"/>
            <p:cNvSpPr txBox="1"/>
            <p:nvPr/>
          </p:nvSpPr>
          <p:spPr>
            <a:xfrm>
              <a:off x="6280075"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Mar 2026</a:t>
              </a:r>
              <a:endParaRPr b="1" sz="1638">
                <a:solidFill>
                  <a:srgbClr val="091C35"/>
                </a:solidFill>
                <a:latin typeface="Libre Franklin"/>
                <a:ea typeface="Libre Franklin"/>
                <a:cs typeface="Libre Franklin"/>
                <a:sym typeface="Libre Franklin"/>
              </a:endParaRPr>
            </a:p>
          </p:txBody>
        </p:sp>
        <p:sp>
          <p:nvSpPr>
            <p:cNvPr id="2526" name="Google Shape;2526;p150"/>
            <p:cNvSpPr txBox="1"/>
            <p:nvPr/>
          </p:nvSpPr>
          <p:spPr>
            <a:xfrm>
              <a:off x="8616575"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Apr 2026</a:t>
              </a:r>
              <a:endParaRPr b="1" sz="1638">
                <a:solidFill>
                  <a:srgbClr val="091C35"/>
                </a:solidFill>
                <a:latin typeface="Libre Franklin"/>
                <a:ea typeface="Libre Franklin"/>
                <a:cs typeface="Libre Franklin"/>
                <a:sym typeface="Libre Franklin"/>
              </a:endParaRPr>
            </a:p>
          </p:txBody>
        </p:sp>
        <p:sp>
          <p:nvSpPr>
            <p:cNvPr id="2527" name="Google Shape;2527;p150"/>
            <p:cNvSpPr txBox="1"/>
            <p:nvPr/>
          </p:nvSpPr>
          <p:spPr>
            <a:xfrm>
              <a:off x="10949338"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May 2026</a:t>
              </a:r>
              <a:endParaRPr b="1" sz="1638">
                <a:solidFill>
                  <a:srgbClr val="091C35"/>
                </a:solidFill>
                <a:latin typeface="Libre Franklin"/>
                <a:ea typeface="Libre Franklin"/>
                <a:cs typeface="Libre Franklin"/>
                <a:sym typeface="Libre Franklin"/>
              </a:endParaRPr>
            </a:p>
          </p:txBody>
        </p:sp>
        <p:sp>
          <p:nvSpPr>
            <p:cNvPr id="2528" name="Google Shape;2528;p150"/>
            <p:cNvSpPr txBox="1"/>
            <p:nvPr/>
          </p:nvSpPr>
          <p:spPr>
            <a:xfrm>
              <a:off x="13285838"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Jun</a:t>
              </a:r>
              <a:r>
                <a:rPr b="1" lang="en" sz="1638">
                  <a:solidFill>
                    <a:srgbClr val="091C35"/>
                  </a:solidFill>
                  <a:latin typeface="Libre Franklin"/>
                  <a:ea typeface="Libre Franklin"/>
                  <a:cs typeface="Libre Franklin"/>
                  <a:sym typeface="Libre Franklin"/>
                </a:rPr>
                <a:t> 2026</a:t>
              </a:r>
              <a:endParaRPr b="1" sz="1638">
                <a:solidFill>
                  <a:srgbClr val="091C35"/>
                </a:solidFill>
                <a:latin typeface="Libre Franklin"/>
                <a:ea typeface="Libre Franklin"/>
                <a:cs typeface="Libre Franklin"/>
                <a:sym typeface="Libre Franklin"/>
              </a:endParaRPr>
            </a:p>
          </p:txBody>
        </p:sp>
        <p:sp>
          <p:nvSpPr>
            <p:cNvPr id="2529" name="Google Shape;2529;p150"/>
            <p:cNvSpPr txBox="1"/>
            <p:nvPr/>
          </p:nvSpPr>
          <p:spPr>
            <a:xfrm>
              <a:off x="15629800" y="1897605"/>
              <a:ext cx="2109300" cy="461700"/>
            </a:xfrm>
            <a:prstGeom prst="rect">
              <a:avLst/>
            </a:prstGeom>
            <a:noFill/>
            <a:ln>
              <a:noFill/>
            </a:ln>
          </p:spPr>
          <p:txBody>
            <a:bodyPr anchorCtr="0" anchor="t" bIns="83250" lIns="83250" spcFirstLastPara="1" rIns="83250" wrap="square" tIns="83250">
              <a:spAutoFit/>
            </a:bodyPr>
            <a:lstStyle/>
            <a:p>
              <a:pPr indent="0" lvl="0" marL="0" rtl="0" algn="ctr">
                <a:spcBef>
                  <a:spcPts val="0"/>
                </a:spcBef>
                <a:spcAft>
                  <a:spcPts val="0"/>
                </a:spcAft>
                <a:buNone/>
              </a:pPr>
              <a:r>
                <a:rPr b="1" lang="en" sz="1638">
                  <a:solidFill>
                    <a:srgbClr val="091C35"/>
                  </a:solidFill>
                  <a:latin typeface="Libre Franklin"/>
                  <a:ea typeface="Libre Franklin"/>
                  <a:cs typeface="Libre Franklin"/>
                  <a:sym typeface="Libre Franklin"/>
                </a:rPr>
                <a:t>Aug</a:t>
              </a:r>
              <a:r>
                <a:rPr b="1" lang="en" sz="1638">
                  <a:solidFill>
                    <a:srgbClr val="091C35"/>
                  </a:solidFill>
                  <a:latin typeface="Libre Franklin"/>
                  <a:ea typeface="Libre Franklin"/>
                  <a:cs typeface="Libre Franklin"/>
                  <a:sym typeface="Libre Franklin"/>
                </a:rPr>
                <a:t> 2026</a:t>
              </a:r>
              <a:endParaRPr b="1" sz="1638">
                <a:solidFill>
                  <a:srgbClr val="091C35"/>
                </a:solidFill>
                <a:latin typeface="Libre Franklin"/>
                <a:ea typeface="Libre Franklin"/>
                <a:cs typeface="Libre Franklin"/>
                <a:sym typeface="Libre Franklin"/>
              </a:endParaRPr>
            </a:p>
          </p:txBody>
        </p:sp>
      </p:grpSp>
      <p:sp>
        <p:nvSpPr>
          <p:cNvPr id="2530" name="Google Shape;2530;p150"/>
          <p:cNvSpPr/>
          <p:nvPr/>
        </p:nvSpPr>
        <p:spPr>
          <a:xfrm rot="-5400000">
            <a:off x="113550" y="5459909"/>
            <a:ext cx="1782600" cy="498300"/>
          </a:xfrm>
          <a:prstGeom prst="rect">
            <a:avLst/>
          </a:prstGeom>
          <a:solidFill>
            <a:schemeClr val="dk1"/>
          </a:solidFill>
          <a:ln>
            <a:noFill/>
          </a:ln>
        </p:spPr>
        <p:txBody>
          <a:bodyPr anchorCtr="0" anchor="ctr" bIns="62350" lIns="124675" spcFirstLastPara="1" rIns="124675" wrap="square" tIns="62350">
            <a:noAutofit/>
          </a:bodyPr>
          <a:lstStyle/>
          <a:p>
            <a:pPr indent="0" lvl="0" marL="0" marR="0" rtl="0" algn="ctr">
              <a:lnSpc>
                <a:spcPct val="100000"/>
              </a:lnSpc>
              <a:spcBef>
                <a:spcPts val="0"/>
              </a:spcBef>
              <a:spcAft>
                <a:spcPts val="0"/>
              </a:spcAft>
              <a:buClr>
                <a:srgbClr val="000000"/>
              </a:buClr>
              <a:buSzPts val="1001"/>
              <a:buFont typeface="Arial"/>
              <a:buNone/>
            </a:pPr>
            <a:r>
              <a:rPr b="1" lang="en" sz="1820">
                <a:solidFill>
                  <a:srgbClr val="FFFFFF"/>
                </a:solidFill>
                <a:latin typeface="Libre Franklin"/>
                <a:ea typeface="Libre Franklin"/>
                <a:cs typeface="Libre Franklin"/>
                <a:sym typeface="Libre Franklin"/>
              </a:rPr>
              <a:t>Title</a:t>
            </a:r>
            <a:endParaRPr b="1" sz="1820">
              <a:solidFill>
                <a:srgbClr val="FFFFFF"/>
              </a:solidFill>
              <a:latin typeface="Libre Franklin"/>
              <a:ea typeface="Libre Franklin"/>
              <a:cs typeface="Libre Franklin"/>
              <a:sym typeface="Libre Franklin"/>
            </a:endParaRPr>
          </a:p>
        </p:txBody>
      </p:sp>
      <p:sp>
        <p:nvSpPr>
          <p:cNvPr id="2531" name="Google Shape;2531;p150"/>
          <p:cNvSpPr/>
          <p:nvPr/>
        </p:nvSpPr>
        <p:spPr>
          <a:xfrm>
            <a:off x="3049845" y="5003284"/>
            <a:ext cx="10566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32" name="Google Shape;2532;p150"/>
          <p:cNvSpPr/>
          <p:nvPr/>
        </p:nvSpPr>
        <p:spPr>
          <a:xfrm>
            <a:off x="4143813" y="5003284"/>
            <a:ext cx="1535400" cy="630600"/>
          </a:xfrm>
          <a:prstGeom prst="rect">
            <a:avLst/>
          </a:prstGeom>
          <a:solidFill>
            <a:srgbClr val="7D9DFF"/>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33" name="Google Shape;2533;p150"/>
          <p:cNvSpPr/>
          <p:nvPr/>
        </p:nvSpPr>
        <p:spPr>
          <a:xfrm>
            <a:off x="5716563" y="5003284"/>
            <a:ext cx="40653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274">
              <a:solidFill>
                <a:srgbClr val="FFFFFF"/>
              </a:solidFill>
            </a:endParaRPr>
          </a:p>
        </p:txBody>
      </p:sp>
      <p:sp>
        <p:nvSpPr>
          <p:cNvPr id="2534" name="Google Shape;2534;p150"/>
          <p:cNvSpPr/>
          <p:nvPr/>
        </p:nvSpPr>
        <p:spPr>
          <a:xfrm>
            <a:off x="6870878" y="5761990"/>
            <a:ext cx="12606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35" name="Google Shape;2535;p150"/>
          <p:cNvSpPr/>
          <p:nvPr/>
        </p:nvSpPr>
        <p:spPr>
          <a:xfrm>
            <a:off x="8184443" y="5761990"/>
            <a:ext cx="56439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36" name="Google Shape;2536;p150"/>
          <p:cNvSpPr/>
          <p:nvPr/>
        </p:nvSpPr>
        <p:spPr>
          <a:xfrm>
            <a:off x="2006447" y="3078196"/>
            <a:ext cx="8472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None/>
            </a:pPr>
            <a:r>
              <a:rPr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37" name="Google Shape;2537;p150"/>
          <p:cNvSpPr/>
          <p:nvPr/>
        </p:nvSpPr>
        <p:spPr>
          <a:xfrm>
            <a:off x="2875428" y="3078196"/>
            <a:ext cx="1328100" cy="630600"/>
          </a:xfrm>
          <a:prstGeom prst="rect">
            <a:avLst/>
          </a:prstGeom>
          <a:solidFill>
            <a:srgbClr val="7D9DFF"/>
          </a:solidFill>
          <a:ln>
            <a:noFill/>
          </a:ln>
        </p:spPr>
        <p:txBody>
          <a:bodyPr anchorCtr="0" anchor="ctr" bIns="83250" lIns="83250" spcFirstLastPara="1" rIns="83250" wrap="square" tIns="83250">
            <a:noAutofit/>
          </a:bodyPr>
          <a:lstStyle/>
          <a:p>
            <a:pPr indent="0" lvl="0" marL="0" rtl="0" algn="ctr">
              <a:spcBef>
                <a:spcPts val="0"/>
              </a:spcBef>
              <a:spcAft>
                <a:spcPts val="0"/>
              </a:spcAft>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38" name="Google Shape;2538;p150"/>
          <p:cNvSpPr/>
          <p:nvPr/>
        </p:nvSpPr>
        <p:spPr>
          <a:xfrm>
            <a:off x="4240883" y="3078196"/>
            <a:ext cx="30732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274">
              <a:solidFill>
                <a:srgbClr val="FFFFFF"/>
              </a:solidFill>
            </a:endParaRPr>
          </a:p>
        </p:txBody>
      </p:sp>
      <p:sp>
        <p:nvSpPr>
          <p:cNvPr id="2539" name="Google Shape;2539;p150"/>
          <p:cNvSpPr/>
          <p:nvPr/>
        </p:nvSpPr>
        <p:spPr>
          <a:xfrm>
            <a:off x="4418497" y="3836904"/>
            <a:ext cx="12606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40" name="Google Shape;2540;p150"/>
          <p:cNvSpPr/>
          <p:nvPr/>
        </p:nvSpPr>
        <p:spPr>
          <a:xfrm>
            <a:off x="5732064" y="3836904"/>
            <a:ext cx="5473200" cy="630600"/>
          </a:xfrm>
          <a:prstGeom prst="rect">
            <a:avLst/>
          </a:prstGeom>
          <a:solidFill>
            <a:schemeClr val="dk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41" name="Google Shape;2541;p150"/>
          <p:cNvSpPr/>
          <p:nvPr/>
        </p:nvSpPr>
        <p:spPr>
          <a:xfrm>
            <a:off x="11258135" y="3836904"/>
            <a:ext cx="1645800" cy="6306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42" name="Google Shape;2542;p150"/>
          <p:cNvSpPr/>
          <p:nvPr/>
        </p:nvSpPr>
        <p:spPr>
          <a:xfrm>
            <a:off x="12956790" y="3836904"/>
            <a:ext cx="3771300" cy="630600"/>
          </a:xfrm>
          <a:prstGeom prst="rect">
            <a:avLst/>
          </a:prstGeom>
          <a:solidFill>
            <a:schemeClr val="accent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43" name="Google Shape;2543;p150"/>
          <p:cNvSpPr/>
          <p:nvPr/>
        </p:nvSpPr>
        <p:spPr>
          <a:xfrm>
            <a:off x="13881212" y="5761990"/>
            <a:ext cx="1434300" cy="6306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44" name="Google Shape;2544;p150"/>
          <p:cNvSpPr/>
          <p:nvPr/>
        </p:nvSpPr>
        <p:spPr>
          <a:xfrm>
            <a:off x="15361717" y="5761992"/>
            <a:ext cx="1328100" cy="630600"/>
          </a:xfrm>
          <a:prstGeom prst="rect">
            <a:avLst/>
          </a:prstGeom>
          <a:solidFill>
            <a:schemeClr val="accent2"/>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b="1" sz="1456">
              <a:solidFill>
                <a:srgbClr val="FFFFFF"/>
              </a:solidFill>
              <a:latin typeface="Libre Franklin"/>
              <a:ea typeface="Libre Franklin"/>
              <a:cs typeface="Libre Franklin"/>
              <a:sym typeface="Libre Franklin"/>
            </a:endParaRPr>
          </a:p>
        </p:txBody>
      </p:sp>
      <p:sp>
        <p:nvSpPr>
          <p:cNvPr id="2545" name="Google Shape;2545;p150"/>
          <p:cNvSpPr/>
          <p:nvPr/>
        </p:nvSpPr>
        <p:spPr>
          <a:xfrm>
            <a:off x="4151488" y="3328914"/>
            <a:ext cx="129000" cy="129000"/>
          </a:xfrm>
          <a:prstGeom prst="rect">
            <a:avLst/>
          </a:prstGeom>
          <a:solidFill>
            <a:srgbClr val="FFAC09"/>
          </a:solidFill>
          <a:ln>
            <a:noFill/>
          </a:ln>
        </p:spPr>
        <p:txBody>
          <a:bodyPr anchorCtr="0" anchor="ctr" bIns="83250" lIns="83250" spcFirstLastPara="1" rIns="83250" wrap="square" tIns="83250">
            <a:noAutofit/>
          </a:bodyPr>
          <a:lstStyle/>
          <a:p>
            <a:pPr indent="0" lvl="0" marL="0" rtl="0" algn="l">
              <a:spcBef>
                <a:spcPts val="0"/>
              </a:spcBef>
              <a:spcAft>
                <a:spcPts val="0"/>
              </a:spcAft>
              <a:buNone/>
            </a:pPr>
            <a:r>
              <a:t/>
            </a:r>
            <a:endParaRPr/>
          </a:p>
        </p:txBody>
      </p:sp>
      <p:sp>
        <p:nvSpPr>
          <p:cNvPr id="2546" name="Google Shape;2546;p150"/>
          <p:cNvSpPr/>
          <p:nvPr/>
        </p:nvSpPr>
        <p:spPr>
          <a:xfrm>
            <a:off x="5647856" y="4087622"/>
            <a:ext cx="129000" cy="129000"/>
          </a:xfrm>
          <a:prstGeom prst="rect">
            <a:avLst/>
          </a:prstGeom>
          <a:solidFill>
            <a:srgbClr val="FFAC09"/>
          </a:solidFill>
          <a:ln>
            <a:noFill/>
          </a:ln>
        </p:spPr>
        <p:txBody>
          <a:bodyPr anchorCtr="0" anchor="ctr" bIns="83250" lIns="83250" spcFirstLastPara="1" rIns="83250" wrap="square" tIns="83250">
            <a:noAutofit/>
          </a:bodyPr>
          <a:lstStyle/>
          <a:p>
            <a:pPr indent="0" lvl="0" marL="0" rtl="0" algn="l">
              <a:spcBef>
                <a:spcPts val="0"/>
              </a:spcBef>
              <a:spcAft>
                <a:spcPts val="0"/>
              </a:spcAft>
              <a:buNone/>
            </a:pPr>
            <a:r>
              <a:t/>
            </a:r>
            <a:endParaRPr/>
          </a:p>
        </p:txBody>
      </p:sp>
      <p:sp>
        <p:nvSpPr>
          <p:cNvPr id="2547" name="Google Shape;2547;p150"/>
          <p:cNvSpPr/>
          <p:nvPr/>
        </p:nvSpPr>
        <p:spPr>
          <a:xfrm>
            <a:off x="5632509" y="5254002"/>
            <a:ext cx="129000" cy="129000"/>
          </a:xfrm>
          <a:prstGeom prst="rect">
            <a:avLst/>
          </a:prstGeom>
          <a:solidFill>
            <a:srgbClr val="FFAC09"/>
          </a:solidFill>
          <a:ln>
            <a:noFill/>
          </a:ln>
        </p:spPr>
        <p:txBody>
          <a:bodyPr anchorCtr="0" anchor="ctr" bIns="83250" lIns="83250" spcFirstLastPara="1" rIns="83250" wrap="square" tIns="83250">
            <a:noAutofit/>
          </a:bodyPr>
          <a:lstStyle/>
          <a:p>
            <a:pPr indent="0" lvl="0" marL="0" rtl="0" algn="l">
              <a:spcBef>
                <a:spcPts val="0"/>
              </a:spcBef>
              <a:spcAft>
                <a:spcPts val="0"/>
              </a:spcAft>
              <a:buNone/>
            </a:pPr>
            <a:r>
              <a:t/>
            </a:r>
            <a:endParaRPr/>
          </a:p>
        </p:txBody>
      </p:sp>
      <p:sp>
        <p:nvSpPr>
          <p:cNvPr id="2548" name="Google Shape;2548;p150"/>
          <p:cNvSpPr/>
          <p:nvPr/>
        </p:nvSpPr>
        <p:spPr>
          <a:xfrm>
            <a:off x="8093208" y="6012707"/>
            <a:ext cx="129000" cy="129000"/>
          </a:xfrm>
          <a:prstGeom prst="rect">
            <a:avLst/>
          </a:prstGeom>
          <a:solidFill>
            <a:srgbClr val="FFAC09"/>
          </a:solidFill>
          <a:ln>
            <a:noFill/>
          </a:ln>
        </p:spPr>
        <p:txBody>
          <a:bodyPr anchorCtr="0" anchor="ctr" bIns="83250" lIns="83250" spcFirstLastPara="1" rIns="83250" wrap="square" tIns="83250">
            <a:noAutofit/>
          </a:bodyPr>
          <a:lstStyle/>
          <a:p>
            <a:pPr indent="0" lvl="0" marL="0" rtl="0" algn="l">
              <a:spcBef>
                <a:spcPts val="0"/>
              </a:spcBef>
              <a:spcAft>
                <a:spcPts val="0"/>
              </a:spcAft>
              <a:buNone/>
            </a:pPr>
            <a:r>
              <a:t/>
            </a:r>
            <a:endParaRPr/>
          </a:p>
        </p:txBody>
      </p:sp>
      <p:sp>
        <p:nvSpPr>
          <p:cNvPr id="2549" name="Google Shape;2549;p150"/>
          <p:cNvSpPr/>
          <p:nvPr/>
        </p:nvSpPr>
        <p:spPr>
          <a:xfrm rot="-5400000">
            <a:off x="172200" y="7326544"/>
            <a:ext cx="1665300" cy="498300"/>
          </a:xfrm>
          <a:prstGeom prst="rect">
            <a:avLst/>
          </a:prstGeom>
          <a:solidFill>
            <a:schemeClr val="dk1"/>
          </a:solidFill>
          <a:ln>
            <a:noFill/>
          </a:ln>
        </p:spPr>
        <p:txBody>
          <a:bodyPr anchorCtr="0" anchor="ctr" bIns="62350" lIns="124675" spcFirstLastPara="1" rIns="124675" wrap="square" tIns="62350">
            <a:noAutofit/>
          </a:bodyPr>
          <a:lstStyle/>
          <a:p>
            <a:pPr indent="0" lvl="0" marL="0" marR="0" rtl="0" algn="ctr">
              <a:lnSpc>
                <a:spcPct val="100000"/>
              </a:lnSpc>
              <a:spcBef>
                <a:spcPts val="0"/>
              </a:spcBef>
              <a:spcAft>
                <a:spcPts val="0"/>
              </a:spcAft>
              <a:buClr>
                <a:srgbClr val="000000"/>
              </a:buClr>
              <a:buSzPts val="1001"/>
              <a:buFont typeface="Arial"/>
              <a:buNone/>
            </a:pPr>
            <a:r>
              <a:rPr b="1" lang="en" sz="1820">
                <a:solidFill>
                  <a:srgbClr val="FFFFFF"/>
                </a:solidFill>
                <a:latin typeface="Libre Franklin"/>
                <a:ea typeface="Libre Franklin"/>
                <a:cs typeface="Libre Franklin"/>
                <a:sym typeface="Libre Franklin"/>
              </a:rPr>
              <a:t>Title</a:t>
            </a:r>
            <a:endParaRPr b="1" sz="1820">
              <a:solidFill>
                <a:srgbClr val="FFFFFF"/>
              </a:solidFill>
              <a:latin typeface="Libre Franklin"/>
              <a:ea typeface="Libre Franklin"/>
              <a:cs typeface="Libre Franklin"/>
              <a:sym typeface="Libre Franklin"/>
            </a:endParaRPr>
          </a:p>
        </p:txBody>
      </p:sp>
      <p:sp>
        <p:nvSpPr>
          <p:cNvPr id="2550" name="Google Shape;2550;p150"/>
          <p:cNvSpPr/>
          <p:nvPr/>
        </p:nvSpPr>
        <p:spPr>
          <a:xfrm>
            <a:off x="2006447" y="6858996"/>
            <a:ext cx="2100000" cy="4203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51" name="Google Shape;2551;p150"/>
          <p:cNvSpPr/>
          <p:nvPr/>
        </p:nvSpPr>
        <p:spPr>
          <a:xfrm>
            <a:off x="2006447" y="7348870"/>
            <a:ext cx="2100000" cy="4203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52" name="Google Shape;2552;p150"/>
          <p:cNvSpPr/>
          <p:nvPr/>
        </p:nvSpPr>
        <p:spPr>
          <a:xfrm>
            <a:off x="5632512" y="6858996"/>
            <a:ext cx="2100000" cy="4203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53" name="Google Shape;2553;p150"/>
          <p:cNvSpPr/>
          <p:nvPr/>
        </p:nvSpPr>
        <p:spPr>
          <a:xfrm>
            <a:off x="5632512" y="7348870"/>
            <a:ext cx="2100000" cy="4203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Clr>
                <a:srgbClr val="000000"/>
              </a:buClr>
              <a:buSzPts val="1001"/>
              <a:buFont typeface="Arial"/>
              <a:buNone/>
            </a:pPr>
            <a:r>
              <a:rPr b="1" lang="en" sz="1456">
                <a:solidFill>
                  <a:srgbClr val="FFFFFF"/>
                </a:solidFill>
                <a:latin typeface="Libre Franklin"/>
                <a:ea typeface="Libre Franklin"/>
                <a:cs typeface="Libre Franklin"/>
                <a:sym typeface="Libre Franklin"/>
              </a:rPr>
              <a:t>—</a:t>
            </a:r>
            <a:endParaRPr sz="1456">
              <a:solidFill>
                <a:srgbClr val="FFFFFF"/>
              </a:solidFill>
              <a:latin typeface="Libre Franklin"/>
              <a:ea typeface="Libre Franklin"/>
              <a:cs typeface="Libre Franklin"/>
              <a:sym typeface="Libre Franklin"/>
            </a:endParaRPr>
          </a:p>
        </p:txBody>
      </p:sp>
      <p:sp>
        <p:nvSpPr>
          <p:cNvPr id="2554" name="Google Shape;2554;p150"/>
          <p:cNvSpPr/>
          <p:nvPr/>
        </p:nvSpPr>
        <p:spPr>
          <a:xfrm>
            <a:off x="6214951" y="7838744"/>
            <a:ext cx="10475100" cy="420300"/>
          </a:xfrm>
          <a:prstGeom prst="rect">
            <a:avLst/>
          </a:prstGeom>
          <a:solidFill>
            <a:srgbClr val="26BC71"/>
          </a:solidFill>
          <a:ln>
            <a:noFill/>
          </a:ln>
        </p:spPr>
        <p:txBody>
          <a:bodyPr anchorCtr="0" anchor="ctr" bIns="83250" lIns="83250" spcFirstLastPara="1" rIns="83250" wrap="square" tIns="83250">
            <a:noAutofit/>
          </a:bodyPr>
          <a:lstStyle/>
          <a:p>
            <a:pPr indent="0" lvl="0" marL="0" rtl="0" algn="ctr">
              <a:spcBef>
                <a:spcPts val="0"/>
              </a:spcBef>
              <a:spcAft>
                <a:spcPts val="0"/>
              </a:spcAft>
              <a:buNone/>
            </a:pPr>
            <a:r>
              <a:rPr lang="en" sz="1456">
                <a:solidFill>
                  <a:srgbClr val="FFFFFF"/>
                </a:solidFill>
                <a:latin typeface="Libre Franklin"/>
                <a:ea typeface="Libre Franklin"/>
                <a:cs typeface="Libre Franklin"/>
                <a:sym typeface="Libre Franklin"/>
              </a:rPr>
              <a:t>Testing delivered features</a:t>
            </a:r>
            <a:endParaRPr sz="1456">
              <a:solidFill>
                <a:srgbClr val="FFFFFF"/>
              </a:solidFill>
              <a:latin typeface="Libre Franklin"/>
              <a:ea typeface="Libre Franklin"/>
              <a:cs typeface="Libre Franklin"/>
              <a:sym typeface="Libre Franklin"/>
            </a:endParaRPr>
          </a:p>
        </p:txBody>
      </p:sp>
      <p:sp>
        <p:nvSpPr>
          <p:cNvPr id="2555" name="Google Shape;2555;p150"/>
          <p:cNvSpPr/>
          <p:nvPr/>
        </p:nvSpPr>
        <p:spPr>
          <a:xfrm>
            <a:off x="1427614" y="8862138"/>
            <a:ext cx="129000" cy="129000"/>
          </a:xfrm>
          <a:prstGeom prst="rect">
            <a:avLst/>
          </a:prstGeom>
          <a:solidFill>
            <a:srgbClr val="FFAC09"/>
          </a:solidFill>
          <a:ln>
            <a:noFill/>
          </a:ln>
        </p:spPr>
        <p:txBody>
          <a:bodyPr anchorCtr="0" anchor="ctr" bIns="83250" lIns="83250" spcFirstLastPara="1" rIns="83250" wrap="square" tIns="83250">
            <a:noAutofit/>
          </a:bodyPr>
          <a:lstStyle/>
          <a:p>
            <a:pPr indent="0" lvl="0" marL="0" rtl="0" algn="l">
              <a:spcBef>
                <a:spcPts val="0"/>
              </a:spcBef>
              <a:spcAft>
                <a:spcPts val="0"/>
              </a:spcAft>
              <a:buNone/>
            </a:pPr>
            <a:r>
              <a:t/>
            </a:r>
            <a:endParaRPr/>
          </a:p>
        </p:txBody>
      </p:sp>
      <p:sp>
        <p:nvSpPr>
          <p:cNvPr id="2556" name="Google Shape;2556;p150"/>
          <p:cNvSpPr txBox="1"/>
          <p:nvPr/>
        </p:nvSpPr>
        <p:spPr>
          <a:xfrm>
            <a:off x="1579541" y="8736496"/>
            <a:ext cx="4570200" cy="504600"/>
          </a:xfrm>
          <a:prstGeom prst="rect">
            <a:avLst/>
          </a:prstGeom>
          <a:noFill/>
          <a:ln cap="flat" cmpd="sng" w="9525">
            <a:solidFill>
              <a:srgbClr val="FFFFFF"/>
            </a:solidFill>
            <a:prstDash val="solid"/>
            <a:round/>
            <a:headEnd len="sm" w="sm" type="none"/>
            <a:tailEnd len="sm" w="sm" type="none"/>
          </a:ln>
        </p:spPr>
        <p:txBody>
          <a:bodyPr anchorCtr="0" anchor="t" bIns="83250" lIns="83250" spcFirstLastPara="1" rIns="83250" wrap="square" tIns="83250">
            <a:spAutoFit/>
          </a:bodyPr>
          <a:lstStyle/>
          <a:p>
            <a:pPr indent="0" lvl="0" marL="0" rtl="0" algn="l">
              <a:spcBef>
                <a:spcPts val="0"/>
              </a:spcBef>
              <a:spcAft>
                <a:spcPts val="0"/>
              </a:spcAft>
              <a:buClr>
                <a:srgbClr val="000000"/>
              </a:buClr>
              <a:buSzPts val="1001"/>
              <a:buFont typeface="Arial"/>
              <a:buNone/>
            </a:pPr>
            <a:r>
              <a:rPr b="1" lang="en" sz="1092">
                <a:solidFill>
                  <a:srgbClr val="000000"/>
                </a:solidFill>
                <a:latin typeface="Libre Franklin"/>
                <a:ea typeface="Libre Franklin"/>
                <a:cs typeface="Libre Franklin"/>
                <a:sym typeface="Libre Franklin"/>
              </a:rPr>
              <a:t>Legend</a:t>
            </a:r>
            <a:endParaRPr sz="1092">
              <a:solidFill>
                <a:srgbClr val="000000"/>
              </a:solidFill>
              <a:latin typeface="Libre Franklin"/>
              <a:ea typeface="Libre Franklin"/>
              <a:cs typeface="Libre Franklin"/>
              <a:sym typeface="Libre Franklin"/>
            </a:endParaRPr>
          </a:p>
          <a:p>
            <a:pPr indent="0" lvl="0" marL="0" rtl="0" algn="l">
              <a:spcBef>
                <a:spcPts val="0"/>
              </a:spcBef>
              <a:spcAft>
                <a:spcPts val="0"/>
              </a:spcAft>
              <a:buNone/>
            </a:pPr>
            <a:r>
              <a:rPr lang="en" sz="1092">
                <a:solidFill>
                  <a:srgbClr val="000000"/>
                </a:solidFill>
                <a:latin typeface="Libre Franklin"/>
                <a:ea typeface="Libre Franklin"/>
                <a:cs typeface="Libre Franklin"/>
                <a:sym typeface="Libre Franklin"/>
              </a:rPr>
              <a:t>Insert text</a:t>
            </a:r>
            <a:endParaRPr b="1" sz="1092">
              <a:latin typeface="Libre Franklin"/>
              <a:ea typeface="Libre Franklin"/>
              <a:cs typeface="Libre Franklin"/>
              <a:sym typeface="Libre Frankli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0" name="Shape 2560"/>
        <p:cNvGrpSpPr/>
        <p:nvPr/>
      </p:nvGrpSpPr>
      <p:grpSpPr>
        <a:xfrm>
          <a:off x="0" y="0"/>
          <a:ext cx="0" cy="0"/>
          <a:chOff x="0" y="0"/>
          <a:chExt cx="0" cy="0"/>
        </a:xfrm>
      </p:grpSpPr>
      <p:sp>
        <p:nvSpPr>
          <p:cNvPr id="2561" name="Google Shape;2561;p151"/>
          <p:cNvSpPr txBox="1"/>
          <p:nvPr>
            <p:ph idx="2" type="body"/>
          </p:nvPr>
        </p:nvSpPr>
        <p:spPr>
          <a:xfrm>
            <a:off x="765803" y="2662676"/>
            <a:ext cx="15722400" cy="1539300"/>
          </a:xfrm>
          <a:prstGeom prst="rect">
            <a:avLst/>
          </a:prstGeom>
        </p:spPr>
        <p:txBody>
          <a:bodyPr anchorCtr="0" anchor="t" bIns="0" lIns="0" spcFirstLastPara="1" rIns="0" wrap="square" tIns="0">
            <a:spAutoFit/>
          </a:bodyPr>
          <a:lstStyle/>
          <a:p>
            <a:pPr indent="-355600" lvl="0" marL="457200" rtl="0" algn="l">
              <a:lnSpc>
                <a:spcPct val="200000"/>
              </a:lnSpc>
              <a:spcBef>
                <a:spcPts val="0"/>
              </a:spcBef>
              <a:spcAft>
                <a:spcPts val="0"/>
              </a:spcAft>
              <a:buClr>
                <a:schemeClr val="lt1"/>
              </a:buClr>
              <a:buSzPts val="2000"/>
              <a:buChar char="●"/>
            </a:pPr>
            <a:r>
              <a:rPr lang="en"/>
              <a:t>Subject 1</a:t>
            </a:r>
            <a:endParaRPr/>
          </a:p>
          <a:p>
            <a:pPr indent="-355600" lvl="0" marL="457200" rtl="0" algn="l">
              <a:lnSpc>
                <a:spcPct val="200000"/>
              </a:lnSpc>
              <a:spcBef>
                <a:spcPts val="0"/>
              </a:spcBef>
              <a:spcAft>
                <a:spcPts val="0"/>
              </a:spcAft>
              <a:buClr>
                <a:schemeClr val="lt1"/>
              </a:buClr>
              <a:buSzPts val="2000"/>
              <a:buChar char="●"/>
            </a:pPr>
            <a:r>
              <a:rPr lang="en"/>
              <a:t>Subject 2</a:t>
            </a:r>
            <a:endParaRPr/>
          </a:p>
          <a:p>
            <a:pPr indent="-355600" lvl="0" marL="457200" rtl="0" algn="l">
              <a:lnSpc>
                <a:spcPct val="200000"/>
              </a:lnSpc>
              <a:spcBef>
                <a:spcPts val="0"/>
              </a:spcBef>
              <a:spcAft>
                <a:spcPts val="0"/>
              </a:spcAft>
              <a:buClr>
                <a:schemeClr val="lt1"/>
              </a:buClr>
              <a:buSzPts val="2000"/>
              <a:buChar char="●"/>
            </a:pPr>
            <a:r>
              <a:rPr lang="en"/>
              <a:t>Subject 3</a:t>
            </a:r>
            <a:endParaRPr/>
          </a:p>
        </p:txBody>
      </p:sp>
      <p:sp>
        <p:nvSpPr>
          <p:cNvPr id="2562" name="Google Shape;2562;p151"/>
          <p:cNvSpPr txBox="1"/>
          <p:nvPr>
            <p:ph type="title"/>
          </p:nvPr>
        </p:nvSpPr>
        <p:spPr>
          <a:xfrm>
            <a:off x="765803" y="849926"/>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563" name="Google Shape;2563;p151"/>
          <p:cNvSpPr txBox="1"/>
          <p:nvPr>
            <p:ph idx="1" type="subTitle"/>
          </p:nvPr>
        </p:nvSpPr>
        <p:spPr>
          <a:xfrm>
            <a:off x="765803" y="1781901"/>
            <a:ext cx="160782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7" name="Shape 2567"/>
        <p:cNvGrpSpPr/>
        <p:nvPr/>
      </p:nvGrpSpPr>
      <p:grpSpPr>
        <a:xfrm>
          <a:off x="0" y="0"/>
          <a:ext cx="0" cy="0"/>
          <a:chOff x="0" y="0"/>
          <a:chExt cx="0" cy="0"/>
        </a:xfrm>
      </p:grpSpPr>
      <p:sp>
        <p:nvSpPr>
          <p:cNvPr id="2568" name="Google Shape;2568;p152"/>
          <p:cNvSpPr txBox="1"/>
          <p:nvPr>
            <p:ph type="title"/>
          </p:nvPr>
        </p:nvSpPr>
        <p:spPr>
          <a:xfrm>
            <a:off x="765803" y="849926"/>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Agenda</a:t>
            </a:r>
            <a:endParaRPr/>
          </a:p>
        </p:txBody>
      </p:sp>
      <p:graphicFrame>
        <p:nvGraphicFramePr>
          <p:cNvPr id="2569" name="Google Shape;2569;p152"/>
          <p:cNvGraphicFramePr/>
          <p:nvPr/>
        </p:nvGraphicFramePr>
        <p:xfrm>
          <a:off x="2161938" y="2392518"/>
          <a:ext cx="3000000" cy="3000000"/>
        </p:xfrm>
        <a:graphic>
          <a:graphicData uri="http://schemas.openxmlformats.org/drawingml/2006/table">
            <a:tbl>
              <a:tblPr>
                <a:noFill/>
                <a:tableStyleId>{F28DDB04-4A88-4E71-B34A-B21B5DAED532}</a:tableStyleId>
              </a:tblPr>
              <a:tblGrid>
                <a:gridCol w="5327875"/>
                <a:gridCol w="2878750"/>
                <a:gridCol w="2878750"/>
                <a:gridCol w="2878750"/>
              </a:tblGrid>
              <a:tr h="829600">
                <a:tc>
                  <a:txBody>
                    <a:bodyPr/>
                    <a:lstStyle/>
                    <a:p>
                      <a:pPr indent="0" lvl="0" marL="0" rtl="0" algn="l">
                        <a:spcBef>
                          <a:spcPts val="0"/>
                        </a:spcBef>
                        <a:spcAft>
                          <a:spcPts val="0"/>
                        </a:spcAft>
                        <a:buNone/>
                      </a:pPr>
                      <a:r>
                        <a:rPr b="1" lang="en" sz="2800">
                          <a:solidFill>
                            <a:srgbClr val="FFFFFF"/>
                          </a:solidFill>
                          <a:latin typeface="Libre Franklin"/>
                          <a:ea typeface="Libre Franklin"/>
                          <a:cs typeface="Libre Franklin"/>
                          <a:sym typeface="Libre Franklin"/>
                        </a:rPr>
                        <a:t>Agenda - Day 1  </a:t>
                      </a:r>
                      <a:endParaRPr b="1" sz="3000">
                        <a:solidFill>
                          <a:srgbClr val="FFFFFF"/>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28575">
                      <a:solidFill>
                        <a:srgbClr val="FFFFFF">
                          <a:alpha val="0"/>
                        </a:srgbClr>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FFFFFF"/>
                          </a:solidFill>
                          <a:latin typeface="Libre Franklin"/>
                          <a:ea typeface="Libre Franklin"/>
                          <a:cs typeface="Libre Franklin"/>
                          <a:sym typeface="Libre Franklin"/>
                        </a:rPr>
                        <a:t>Time</a:t>
                      </a:r>
                      <a:endParaRPr b="1" sz="2000">
                        <a:solidFill>
                          <a:srgbClr val="FFFFFF"/>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28575">
                      <a:solidFill>
                        <a:srgbClr val="FFFFFF">
                          <a:alpha val="0"/>
                        </a:srgbClr>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FFFFFF"/>
                          </a:solidFill>
                          <a:latin typeface="Libre Franklin"/>
                          <a:ea typeface="Libre Franklin"/>
                          <a:cs typeface="Libre Franklin"/>
                          <a:sym typeface="Libre Franklin"/>
                        </a:rPr>
                        <a:t>Location</a:t>
                      </a:r>
                      <a:endParaRPr b="1" sz="2000">
                        <a:solidFill>
                          <a:srgbClr val="FFFFFF"/>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28575">
                      <a:solidFill>
                        <a:srgbClr val="FFFFFF">
                          <a:alpha val="0"/>
                        </a:srgbClr>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FFFFFF"/>
                          </a:solidFill>
                          <a:latin typeface="Libre Franklin"/>
                          <a:ea typeface="Libre Franklin"/>
                          <a:cs typeface="Libre Franklin"/>
                          <a:sym typeface="Libre Franklin"/>
                        </a:rPr>
                        <a:t>Speaker</a:t>
                      </a:r>
                      <a:endParaRPr b="1" sz="2000">
                        <a:solidFill>
                          <a:srgbClr val="FFFFFF"/>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28575">
                      <a:solidFill>
                        <a:srgbClr val="FFFFFF">
                          <a:alpha val="0"/>
                        </a:srgbClr>
                      </a:solidFill>
                      <a:prstDash val="solid"/>
                      <a:round/>
                      <a:headEnd len="sm" w="sm" type="none"/>
                      <a:tailEnd len="sm" w="sm" type="none"/>
                    </a:lnT>
                    <a:lnB cap="flat" cmpd="sng" w="9525">
                      <a:solidFill>
                        <a:srgbClr val="6B7786"/>
                      </a:solidFill>
                      <a:prstDash val="solid"/>
                      <a:round/>
                      <a:headEnd len="sm" w="sm" type="none"/>
                      <a:tailEnd len="sm" w="sm" type="none"/>
                    </a:lnB>
                  </a:tcPr>
                </a:tc>
              </a:tr>
              <a:tr h="778725">
                <a:tc>
                  <a:txBody>
                    <a:bodyPr/>
                    <a:lstStyle/>
                    <a:p>
                      <a:pPr indent="0" lvl="0" marL="0" marR="0" rtl="0" algn="l">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Welcome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8:30-9:30</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Room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Speaker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r>
              <a:tr h="778725">
                <a:tc>
                  <a:txBody>
                    <a:bodyPr/>
                    <a:lstStyle/>
                    <a:p>
                      <a:pPr indent="0" lvl="0" marL="0" rtl="0" algn="l">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Session Title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9:30-11:00</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Room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Speaker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r>
              <a:tr h="778725">
                <a:tc>
                  <a:txBody>
                    <a:bodyPr/>
                    <a:lstStyle/>
                    <a:p>
                      <a:pPr indent="0" lvl="0" marL="0" rtl="0" algn="l">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Morning break</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11:00-11:30</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marR="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r>
              <a:tr h="778725">
                <a:tc>
                  <a:txBody>
                    <a:bodyPr/>
                    <a:lstStyle/>
                    <a:p>
                      <a:pPr indent="0" lvl="0" marL="0" rtl="0" algn="l">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Session Title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11:30-12:15</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2000">
                          <a:solidFill>
                            <a:schemeClr val="lt1"/>
                          </a:solidFill>
                          <a:latin typeface="Libre Franklin"/>
                          <a:ea typeface="Libre Franklin"/>
                          <a:cs typeface="Libre Franklin"/>
                          <a:sym typeface="Libre Franklin"/>
                        </a:rPr>
                        <a:t>Room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2000">
                          <a:solidFill>
                            <a:schemeClr val="lt1"/>
                          </a:solidFill>
                          <a:latin typeface="Libre Franklin"/>
                          <a:ea typeface="Libre Franklin"/>
                          <a:cs typeface="Libre Franklin"/>
                          <a:sym typeface="Libre Franklin"/>
                        </a:rPr>
                        <a:t>Speaker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tcPr>
                </a:tc>
              </a:tr>
              <a:tr h="778725">
                <a:tc>
                  <a:txBody>
                    <a:bodyPr/>
                    <a:lstStyle/>
                    <a:p>
                      <a:pPr indent="0" lvl="0" marL="0" marR="0" rtl="0" algn="l">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Lunch</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12:15-13:15</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c>
                  <a:txBody>
                    <a:bodyPr/>
                    <a:lstStyle/>
                    <a:p>
                      <a:pPr indent="0" lvl="0" marL="0" rtl="0" algn="ctr">
                        <a:lnSpc>
                          <a:spcPct val="115000"/>
                        </a:lnSpc>
                        <a:spcBef>
                          <a:spcPts val="0"/>
                        </a:spcBef>
                        <a:spcAft>
                          <a:spcPts val="6400"/>
                        </a:spcAft>
                        <a:buNone/>
                      </a:pPr>
                      <a:r>
                        <a:rPr lang="en" sz="2000">
                          <a:solidFill>
                            <a:schemeClr val="lt1"/>
                          </a:solidFill>
                          <a:latin typeface="Libre Franklin"/>
                          <a:ea typeface="Libre Franklin"/>
                          <a:cs typeface="Libre Franklin"/>
                          <a:sym typeface="Libre Franklin"/>
                        </a:rPr>
                        <a:t>-</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B7786"/>
                      </a:solidFill>
                      <a:prstDash val="solid"/>
                      <a:round/>
                      <a:headEnd len="sm" w="sm" type="none"/>
                      <a:tailEnd len="sm" w="sm" type="none"/>
                    </a:lnB>
                    <a:solidFill>
                      <a:srgbClr val="192E4D"/>
                    </a:solidFill>
                  </a:tcPr>
                </a:tc>
              </a:tr>
              <a:tr h="778725">
                <a:tc>
                  <a:txBody>
                    <a:bodyPr/>
                    <a:lstStyle/>
                    <a:p>
                      <a:pPr indent="0" lvl="0" marL="0" rtl="0" algn="l">
                        <a:lnSpc>
                          <a:spcPct val="115000"/>
                        </a:lnSpc>
                        <a:spcBef>
                          <a:spcPts val="0"/>
                        </a:spcBef>
                        <a:spcAft>
                          <a:spcPts val="6400"/>
                        </a:spcAft>
                        <a:buClr>
                          <a:srgbClr val="000000"/>
                        </a:buClr>
                        <a:buSzPts val="1100"/>
                        <a:buFont typeface="Arial"/>
                        <a:buNone/>
                      </a:pPr>
                      <a:r>
                        <a:rPr lang="en" sz="2000">
                          <a:solidFill>
                            <a:schemeClr val="lt1"/>
                          </a:solidFill>
                          <a:latin typeface="Libre Franklin"/>
                          <a:ea typeface="Libre Franklin"/>
                          <a:cs typeface="Libre Franklin"/>
                          <a:sym typeface="Libre Franklin"/>
                        </a:rPr>
                        <a:t>Session Title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77180"/>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Libre Franklin"/>
                          <a:ea typeface="Libre Franklin"/>
                          <a:cs typeface="Libre Franklin"/>
                          <a:sym typeface="Libre Franklin"/>
                        </a:rPr>
                        <a:t>13:15-14:15</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7718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2000">
                          <a:solidFill>
                            <a:schemeClr val="lt1"/>
                          </a:solidFill>
                          <a:latin typeface="Libre Franklin"/>
                          <a:ea typeface="Libre Franklin"/>
                          <a:cs typeface="Libre Franklin"/>
                          <a:sym typeface="Libre Franklin"/>
                        </a:rPr>
                        <a:t>Room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77180"/>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2000">
                          <a:solidFill>
                            <a:schemeClr val="lt1"/>
                          </a:solidFill>
                          <a:latin typeface="Libre Franklin"/>
                          <a:ea typeface="Libre Franklin"/>
                          <a:cs typeface="Libre Franklin"/>
                          <a:sym typeface="Libre Franklin"/>
                        </a:rPr>
                        <a:t>Speaker Name</a:t>
                      </a:r>
                      <a:endParaRPr sz="2000">
                        <a:solidFill>
                          <a:schemeClr val="lt1"/>
                        </a:solidFill>
                        <a:latin typeface="Libre Franklin"/>
                        <a:ea typeface="Libre Franklin"/>
                        <a:cs typeface="Libre Franklin"/>
                        <a:sym typeface="Libre Franklin"/>
                      </a:endParaRPr>
                    </a:p>
                  </a:txBody>
                  <a:tcPr marT="182850" marB="182850" marR="182850" marL="182850" anchor="ctr">
                    <a:lnL cap="flat" cmpd="sng" w="28575">
                      <a:solidFill>
                        <a:srgbClr val="FFFFFF">
                          <a:alpha val="0"/>
                        </a:srgbClr>
                      </a:solidFill>
                      <a:prstDash val="solid"/>
                      <a:round/>
                      <a:headEnd len="sm" w="sm" type="none"/>
                      <a:tailEnd len="sm" w="sm" type="none"/>
                    </a:lnL>
                    <a:lnR cap="flat" cmpd="sng" w="28575">
                      <a:solidFill>
                        <a:srgbClr val="FFFFFF">
                          <a:alpha val="0"/>
                        </a:srgbClr>
                      </a:solidFill>
                      <a:prstDash val="solid"/>
                      <a:round/>
                      <a:headEnd len="sm" w="sm" type="none"/>
                      <a:tailEnd len="sm" w="sm" type="none"/>
                    </a:lnR>
                    <a:lnT cap="flat" cmpd="sng" w="9525">
                      <a:solidFill>
                        <a:srgbClr val="6B7786"/>
                      </a:solidFill>
                      <a:prstDash val="solid"/>
                      <a:round/>
                      <a:headEnd len="sm" w="sm" type="none"/>
                      <a:tailEnd len="sm" w="sm" type="none"/>
                    </a:lnT>
                    <a:lnB cap="flat" cmpd="sng" w="9525">
                      <a:solidFill>
                        <a:srgbClr val="677180"/>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3" name="Shape 2573"/>
        <p:cNvGrpSpPr/>
        <p:nvPr/>
      </p:nvGrpSpPr>
      <p:grpSpPr>
        <a:xfrm>
          <a:off x="0" y="0"/>
          <a:ext cx="0" cy="0"/>
          <a:chOff x="0" y="0"/>
          <a:chExt cx="0" cy="0"/>
        </a:xfrm>
      </p:grpSpPr>
      <p:sp>
        <p:nvSpPr>
          <p:cNvPr id="2574" name="Google Shape;2574;p153"/>
          <p:cNvSpPr txBox="1"/>
          <p:nvPr>
            <p:ph idx="1" type="subTitle"/>
          </p:nvPr>
        </p:nvSpPr>
        <p:spPr>
          <a:xfrm>
            <a:off x="1086751" y="5772000"/>
            <a:ext cx="56961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Increase the stickiness</a:t>
            </a:r>
            <a:br>
              <a:rPr lang="en"/>
            </a:br>
            <a:r>
              <a:rPr lang="en"/>
              <a:t>Become the primary app </a:t>
            </a:r>
            <a:endParaRPr/>
          </a:p>
        </p:txBody>
      </p:sp>
      <p:sp>
        <p:nvSpPr>
          <p:cNvPr id="2575" name="Google Shape;2575;p153"/>
          <p:cNvSpPr txBox="1"/>
          <p:nvPr>
            <p:ph idx="3" type="body"/>
          </p:nvPr>
        </p:nvSpPr>
        <p:spPr>
          <a:xfrm>
            <a:off x="1161403" y="1433152"/>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NEW TO BANK</a:t>
            </a:r>
            <a:endParaRPr/>
          </a:p>
        </p:txBody>
      </p:sp>
      <p:pic>
        <p:nvPicPr>
          <p:cNvPr id="2576" name="Google Shape;2576;p153"/>
          <p:cNvPicPr preferRelativeResize="0"/>
          <p:nvPr/>
        </p:nvPicPr>
        <p:blipFill rotWithShape="1">
          <a:blip r:embed="rId3">
            <a:alphaModFix/>
          </a:blip>
          <a:srcRect b="2833" l="13729" r="15759" t="2425"/>
          <a:stretch/>
        </p:blipFill>
        <p:spPr>
          <a:xfrm>
            <a:off x="8179675" y="1234413"/>
            <a:ext cx="6669000" cy="7612800"/>
          </a:xfrm>
          <a:prstGeom prst="roundRect">
            <a:avLst>
              <a:gd fmla="val 5780" name="adj"/>
            </a:avLst>
          </a:prstGeom>
          <a:noFill/>
          <a:ln cap="flat" cmpd="sng" w="9525">
            <a:solidFill>
              <a:srgbClr val="F3F6F9"/>
            </a:solidFill>
            <a:prstDash val="solid"/>
            <a:round/>
            <a:headEnd len="sm" w="sm" type="none"/>
            <a:tailEnd len="sm" w="sm" type="none"/>
          </a:ln>
        </p:spPr>
      </p:pic>
      <p:pic>
        <p:nvPicPr>
          <p:cNvPr id="2577" name="Google Shape;2577;p153"/>
          <p:cNvPicPr preferRelativeResize="0"/>
          <p:nvPr/>
        </p:nvPicPr>
        <p:blipFill>
          <a:blip r:embed="rId4">
            <a:alphaModFix/>
          </a:blip>
          <a:stretch>
            <a:fillRect/>
          </a:stretch>
        </p:blipFill>
        <p:spPr>
          <a:xfrm>
            <a:off x="11846925" y="2276210"/>
            <a:ext cx="5257551" cy="6776389"/>
          </a:xfrm>
          <a:prstGeom prst="rect">
            <a:avLst/>
          </a:prstGeom>
          <a:noFill/>
          <a:ln>
            <a:noFill/>
          </a:ln>
        </p:spPr>
      </p:pic>
      <p:sp>
        <p:nvSpPr>
          <p:cNvPr id="2578" name="Google Shape;2578;p153"/>
          <p:cNvSpPr txBox="1"/>
          <p:nvPr>
            <p:ph type="title"/>
          </p:nvPr>
        </p:nvSpPr>
        <p:spPr>
          <a:xfrm>
            <a:off x="1086751" y="2048425"/>
            <a:ext cx="56961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Activation plan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2" name="Shape 2582"/>
        <p:cNvGrpSpPr/>
        <p:nvPr/>
      </p:nvGrpSpPr>
      <p:grpSpPr>
        <a:xfrm>
          <a:off x="0" y="0"/>
          <a:ext cx="0" cy="0"/>
          <a:chOff x="0" y="0"/>
          <a:chExt cx="0" cy="0"/>
        </a:xfrm>
      </p:grpSpPr>
      <p:sp>
        <p:nvSpPr>
          <p:cNvPr id="2583" name="Google Shape;2583;p154"/>
          <p:cNvSpPr txBox="1"/>
          <p:nvPr>
            <p:ph idx="1" type="subTitle"/>
          </p:nvPr>
        </p:nvSpPr>
        <p:spPr>
          <a:xfrm>
            <a:off x="1086751" y="5772000"/>
            <a:ext cx="5696100" cy="1219200"/>
          </a:xfrm>
          <a:prstGeom prst="rect">
            <a:avLst/>
          </a:prstGeom>
        </p:spPr>
        <p:txBody>
          <a:bodyPr anchorCtr="0" anchor="t" bIns="0" lIns="0" spcFirstLastPara="1" rIns="0" wrap="square" tIns="0">
            <a:spAutoFit/>
          </a:bodyPr>
          <a:lstStyle/>
          <a:p>
            <a:pPr indent="-381000" lvl="0" marL="457200" rtl="0" algn="l">
              <a:spcBef>
                <a:spcPts val="0"/>
              </a:spcBef>
              <a:spcAft>
                <a:spcPts val="0"/>
              </a:spcAft>
              <a:buSzPts val="2400"/>
              <a:buChar char="●"/>
            </a:pPr>
            <a:r>
              <a:rPr lang="en"/>
              <a:t>Complete financial tools</a:t>
            </a:r>
            <a:endParaRPr/>
          </a:p>
          <a:p>
            <a:pPr indent="-381000" lvl="0" marL="457200" rtl="0" algn="l">
              <a:spcBef>
                <a:spcPts val="0"/>
              </a:spcBef>
              <a:spcAft>
                <a:spcPts val="0"/>
              </a:spcAft>
              <a:buSzPts val="2400"/>
              <a:buChar char="●"/>
            </a:pPr>
            <a:r>
              <a:rPr lang="en"/>
              <a:t>Intuitive self-service experience</a:t>
            </a:r>
            <a:endParaRPr/>
          </a:p>
          <a:p>
            <a:pPr indent="-381000" lvl="0" marL="457200" rtl="0" algn="l">
              <a:spcBef>
                <a:spcPts val="0"/>
              </a:spcBef>
              <a:spcAft>
                <a:spcPts val="0"/>
              </a:spcAft>
              <a:buSzPts val="2400"/>
              <a:buChar char="●"/>
            </a:pPr>
            <a:r>
              <a:rPr lang="en"/>
              <a:t>Efficient bank operations</a:t>
            </a:r>
            <a:endParaRPr/>
          </a:p>
        </p:txBody>
      </p:sp>
      <p:pic>
        <p:nvPicPr>
          <p:cNvPr id="2584" name="Google Shape;2584;p154"/>
          <p:cNvPicPr preferRelativeResize="0"/>
          <p:nvPr/>
        </p:nvPicPr>
        <p:blipFill rotWithShape="1">
          <a:blip r:embed="rId3">
            <a:alphaModFix/>
          </a:blip>
          <a:srcRect b="0" l="0" r="0" t="0"/>
          <a:stretch/>
        </p:blipFill>
        <p:spPr>
          <a:xfrm>
            <a:off x="10680001" y="1622525"/>
            <a:ext cx="3975297" cy="7041955"/>
          </a:xfrm>
          <a:prstGeom prst="rect">
            <a:avLst/>
          </a:prstGeom>
          <a:noFill/>
          <a:ln>
            <a:noFill/>
          </a:ln>
        </p:spPr>
      </p:pic>
      <p:sp>
        <p:nvSpPr>
          <p:cNvPr id="2585" name="Google Shape;2585;p154"/>
          <p:cNvSpPr txBox="1"/>
          <p:nvPr>
            <p:ph idx="2" type="body"/>
          </p:nvPr>
        </p:nvSpPr>
        <p:spPr>
          <a:xfrm>
            <a:off x="1161403" y="1433152"/>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ONE-STOP-SHOP BANK</a:t>
            </a:r>
            <a:endParaRPr/>
          </a:p>
        </p:txBody>
      </p:sp>
      <p:sp>
        <p:nvSpPr>
          <p:cNvPr id="2586" name="Google Shape;2586;p154"/>
          <p:cNvSpPr txBox="1"/>
          <p:nvPr>
            <p:ph type="title"/>
          </p:nvPr>
        </p:nvSpPr>
        <p:spPr>
          <a:xfrm>
            <a:off x="1086751" y="2048425"/>
            <a:ext cx="5696100" cy="138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Small business banking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0" name="Shape 2590"/>
        <p:cNvGrpSpPr/>
        <p:nvPr/>
      </p:nvGrpSpPr>
      <p:grpSpPr>
        <a:xfrm>
          <a:off x="0" y="0"/>
          <a:ext cx="0" cy="0"/>
          <a:chOff x="0" y="0"/>
          <a:chExt cx="0" cy="0"/>
        </a:xfrm>
      </p:grpSpPr>
      <p:sp>
        <p:nvSpPr>
          <p:cNvPr id="2591" name="Google Shape;2591;p155"/>
          <p:cNvSpPr txBox="1"/>
          <p:nvPr>
            <p:ph idx="1"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592" name="Google Shape;2592;p155"/>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593" name="Google Shape;2593;p155"/>
          <p:cNvSpPr txBox="1"/>
          <p:nvPr>
            <p:ph idx="2" type="subTitle"/>
          </p:nvPr>
        </p:nvSpPr>
        <p:spPr>
          <a:xfrm>
            <a:off x="1091446" y="3908133"/>
            <a:ext cx="7381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594" name="Google Shape;2594;p155"/>
          <p:cNvSpPr txBox="1"/>
          <p:nvPr>
            <p:ph idx="3" type="body"/>
          </p:nvPr>
        </p:nvSpPr>
        <p:spPr>
          <a:xfrm>
            <a:off x="1091450" y="4722958"/>
            <a:ext cx="7381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595" name="Google Shape;2595;p155"/>
          <p:cNvSpPr txBox="1"/>
          <p:nvPr>
            <p:ph idx="4" type="subTitle"/>
          </p:nvPr>
        </p:nvSpPr>
        <p:spPr>
          <a:xfrm>
            <a:off x="9645683" y="3908133"/>
            <a:ext cx="7381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596" name="Google Shape;2596;p155"/>
          <p:cNvSpPr txBox="1"/>
          <p:nvPr>
            <p:ph idx="5" type="body"/>
          </p:nvPr>
        </p:nvSpPr>
        <p:spPr>
          <a:xfrm>
            <a:off x="9645688" y="4722958"/>
            <a:ext cx="7381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0" name="Shape 2600"/>
        <p:cNvGrpSpPr/>
        <p:nvPr/>
      </p:nvGrpSpPr>
      <p:grpSpPr>
        <a:xfrm>
          <a:off x="0" y="0"/>
          <a:ext cx="0" cy="0"/>
          <a:chOff x="0" y="0"/>
          <a:chExt cx="0" cy="0"/>
        </a:xfrm>
      </p:grpSpPr>
      <p:sp>
        <p:nvSpPr>
          <p:cNvPr id="2601" name="Google Shape;2601;p156"/>
          <p:cNvSpPr txBox="1"/>
          <p:nvPr>
            <p:ph idx="1" type="subTitle"/>
          </p:nvPr>
        </p:nvSpPr>
        <p:spPr>
          <a:xfrm>
            <a:off x="6799708" y="3912450"/>
            <a:ext cx="46869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02" name="Google Shape;2602;p156"/>
          <p:cNvSpPr txBox="1"/>
          <p:nvPr>
            <p:ph idx="2" type="subTitle"/>
          </p:nvPr>
        </p:nvSpPr>
        <p:spPr>
          <a:xfrm>
            <a:off x="12543433" y="3912450"/>
            <a:ext cx="46869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03" name="Google Shape;2603;p156"/>
          <p:cNvSpPr txBox="1"/>
          <p:nvPr>
            <p:ph idx="3" type="body"/>
          </p:nvPr>
        </p:nvSpPr>
        <p:spPr>
          <a:xfrm>
            <a:off x="6799708" y="4727275"/>
            <a:ext cx="45024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04" name="Google Shape;2604;p156"/>
          <p:cNvSpPr txBox="1"/>
          <p:nvPr>
            <p:ph idx="4" type="body"/>
          </p:nvPr>
        </p:nvSpPr>
        <p:spPr>
          <a:xfrm>
            <a:off x="12543433" y="4727275"/>
            <a:ext cx="45024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05" name="Google Shape;2605;p156"/>
          <p:cNvSpPr txBox="1"/>
          <p:nvPr>
            <p:ph idx="5"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606" name="Google Shape;2606;p156"/>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607" name="Google Shape;2607;p156"/>
          <p:cNvSpPr txBox="1"/>
          <p:nvPr>
            <p:ph idx="6" type="subTitle"/>
          </p:nvPr>
        </p:nvSpPr>
        <p:spPr>
          <a:xfrm>
            <a:off x="1091448" y="3908125"/>
            <a:ext cx="46869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08" name="Google Shape;2608;p156"/>
          <p:cNvSpPr txBox="1"/>
          <p:nvPr>
            <p:ph idx="7" type="body"/>
          </p:nvPr>
        </p:nvSpPr>
        <p:spPr>
          <a:xfrm>
            <a:off x="1091451" y="4722950"/>
            <a:ext cx="46869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2" name="Shape 2612"/>
        <p:cNvGrpSpPr/>
        <p:nvPr/>
      </p:nvGrpSpPr>
      <p:grpSpPr>
        <a:xfrm>
          <a:off x="0" y="0"/>
          <a:ext cx="0" cy="0"/>
          <a:chOff x="0" y="0"/>
          <a:chExt cx="0" cy="0"/>
        </a:xfrm>
      </p:grpSpPr>
      <p:sp>
        <p:nvSpPr>
          <p:cNvPr id="2613" name="Google Shape;2613;p157"/>
          <p:cNvSpPr txBox="1"/>
          <p:nvPr>
            <p:ph idx="1" type="subTitle"/>
          </p:nvPr>
        </p:nvSpPr>
        <p:spPr>
          <a:xfrm>
            <a:off x="981330" y="3879473"/>
            <a:ext cx="3385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4" name="Google Shape;2614;p157"/>
          <p:cNvSpPr txBox="1"/>
          <p:nvPr>
            <p:ph idx="3" type="subTitle"/>
          </p:nvPr>
        </p:nvSpPr>
        <p:spPr>
          <a:xfrm>
            <a:off x="5243697" y="3879473"/>
            <a:ext cx="3385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5" name="Google Shape;2615;p157"/>
          <p:cNvSpPr txBox="1"/>
          <p:nvPr>
            <p:ph idx="5" type="subTitle"/>
          </p:nvPr>
        </p:nvSpPr>
        <p:spPr>
          <a:xfrm>
            <a:off x="9589432" y="3879473"/>
            <a:ext cx="3385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6" name="Google Shape;2616;p157"/>
          <p:cNvSpPr txBox="1"/>
          <p:nvPr>
            <p:ph idx="2" type="body"/>
          </p:nvPr>
        </p:nvSpPr>
        <p:spPr>
          <a:xfrm>
            <a:off x="981330" y="4694298"/>
            <a:ext cx="3385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7" name="Google Shape;2617;p157"/>
          <p:cNvSpPr txBox="1"/>
          <p:nvPr>
            <p:ph idx="4" type="body"/>
          </p:nvPr>
        </p:nvSpPr>
        <p:spPr>
          <a:xfrm>
            <a:off x="5301320" y="4694298"/>
            <a:ext cx="3385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8" name="Google Shape;2618;p157"/>
          <p:cNvSpPr txBox="1"/>
          <p:nvPr>
            <p:ph idx="6" type="body"/>
          </p:nvPr>
        </p:nvSpPr>
        <p:spPr>
          <a:xfrm>
            <a:off x="9647055" y="4694298"/>
            <a:ext cx="3385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19" name="Google Shape;2619;p157"/>
          <p:cNvSpPr txBox="1"/>
          <p:nvPr>
            <p:ph idx="7" type="subTitle"/>
          </p:nvPr>
        </p:nvSpPr>
        <p:spPr>
          <a:xfrm>
            <a:off x="13866627" y="3879473"/>
            <a:ext cx="3385800" cy="3693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20" name="Google Shape;2620;p157"/>
          <p:cNvSpPr txBox="1"/>
          <p:nvPr>
            <p:ph idx="8" type="body"/>
          </p:nvPr>
        </p:nvSpPr>
        <p:spPr>
          <a:xfrm>
            <a:off x="13924250" y="4694298"/>
            <a:ext cx="33858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21" name="Google Shape;2621;p157"/>
          <p:cNvSpPr txBox="1"/>
          <p:nvPr>
            <p:ph idx="9"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622" name="Google Shape;2622;p157"/>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6" name="Shape 2626"/>
        <p:cNvGrpSpPr/>
        <p:nvPr/>
      </p:nvGrpSpPr>
      <p:grpSpPr>
        <a:xfrm>
          <a:off x="0" y="0"/>
          <a:ext cx="0" cy="0"/>
          <a:chOff x="0" y="0"/>
          <a:chExt cx="0" cy="0"/>
        </a:xfrm>
      </p:grpSpPr>
      <p:sp>
        <p:nvSpPr>
          <p:cNvPr id="2627" name="Google Shape;2627;p158"/>
          <p:cNvSpPr txBox="1"/>
          <p:nvPr>
            <p:ph idx="1" type="subTitle"/>
          </p:nvPr>
        </p:nvSpPr>
        <p:spPr>
          <a:xfrm>
            <a:off x="957655" y="3865065"/>
            <a:ext cx="26457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28" name="Google Shape;2628;p158"/>
          <p:cNvSpPr txBox="1"/>
          <p:nvPr>
            <p:ph idx="3" type="subTitle"/>
          </p:nvPr>
        </p:nvSpPr>
        <p:spPr>
          <a:xfrm>
            <a:off x="4389993" y="3865065"/>
            <a:ext cx="26457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29" name="Google Shape;2629;p158"/>
          <p:cNvSpPr txBox="1"/>
          <p:nvPr>
            <p:ph idx="5" type="subTitle"/>
          </p:nvPr>
        </p:nvSpPr>
        <p:spPr>
          <a:xfrm>
            <a:off x="7832948" y="3865065"/>
            <a:ext cx="26457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0" name="Google Shape;2630;p158"/>
          <p:cNvSpPr txBox="1"/>
          <p:nvPr>
            <p:ph idx="2" type="body"/>
          </p:nvPr>
        </p:nvSpPr>
        <p:spPr>
          <a:xfrm>
            <a:off x="957655" y="4908490"/>
            <a:ext cx="26457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1" name="Google Shape;2631;p158"/>
          <p:cNvSpPr txBox="1"/>
          <p:nvPr>
            <p:ph idx="4" type="body"/>
          </p:nvPr>
        </p:nvSpPr>
        <p:spPr>
          <a:xfrm>
            <a:off x="4389993" y="4908490"/>
            <a:ext cx="26457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2" name="Google Shape;2632;p158"/>
          <p:cNvSpPr txBox="1"/>
          <p:nvPr>
            <p:ph idx="6" type="body"/>
          </p:nvPr>
        </p:nvSpPr>
        <p:spPr>
          <a:xfrm>
            <a:off x="7832948" y="4908490"/>
            <a:ext cx="26457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3" name="Google Shape;2633;p158"/>
          <p:cNvSpPr txBox="1"/>
          <p:nvPr>
            <p:ph idx="7" type="subTitle"/>
          </p:nvPr>
        </p:nvSpPr>
        <p:spPr>
          <a:xfrm>
            <a:off x="11261490" y="3865065"/>
            <a:ext cx="26457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4" name="Google Shape;2634;p158"/>
          <p:cNvSpPr txBox="1"/>
          <p:nvPr>
            <p:ph idx="8" type="body"/>
          </p:nvPr>
        </p:nvSpPr>
        <p:spPr>
          <a:xfrm>
            <a:off x="11261490" y="4908490"/>
            <a:ext cx="26457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5" name="Google Shape;2635;p158"/>
          <p:cNvSpPr txBox="1"/>
          <p:nvPr>
            <p:ph idx="9" type="subTitle"/>
          </p:nvPr>
        </p:nvSpPr>
        <p:spPr>
          <a:xfrm>
            <a:off x="14685357" y="3865065"/>
            <a:ext cx="2645700" cy="7941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6" name="Google Shape;2636;p158"/>
          <p:cNvSpPr txBox="1"/>
          <p:nvPr>
            <p:ph idx="13" type="body"/>
          </p:nvPr>
        </p:nvSpPr>
        <p:spPr>
          <a:xfrm>
            <a:off x="14685357" y="4908490"/>
            <a:ext cx="2645700" cy="307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t/>
            </a:r>
            <a:endParaRPr/>
          </a:p>
        </p:txBody>
      </p:sp>
      <p:sp>
        <p:nvSpPr>
          <p:cNvPr id="2637" name="Google Shape;2637;p158"/>
          <p:cNvSpPr txBox="1"/>
          <p:nvPr>
            <p:ph idx="14"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638" name="Google Shape;2638;p158"/>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159"/>
          <p:cNvSpPr/>
          <p:nvPr>
            <p:ph idx="2" type="pic"/>
          </p:nvPr>
        </p:nvSpPr>
        <p:spPr>
          <a:xfrm>
            <a:off x="527250" y="8156450"/>
            <a:ext cx="1402200" cy="1601100"/>
          </a:xfrm>
          <a:prstGeom prst="rect">
            <a:avLst/>
          </a:prstGeom>
        </p:spPr>
      </p:sp>
      <p:sp>
        <p:nvSpPr>
          <p:cNvPr id="2644" name="Google Shape;2644;p159"/>
          <p:cNvSpPr/>
          <p:nvPr>
            <p:ph idx="3" type="pic"/>
          </p:nvPr>
        </p:nvSpPr>
        <p:spPr>
          <a:xfrm>
            <a:off x="9141383" y="8156450"/>
            <a:ext cx="1402200" cy="1601100"/>
          </a:xfrm>
          <a:prstGeom prst="rect">
            <a:avLst/>
          </a:prstGeom>
        </p:spPr>
      </p:sp>
      <p:sp>
        <p:nvSpPr>
          <p:cNvPr id="2645" name="Google Shape;2645;p159"/>
          <p:cNvSpPr/>
          <p:nvPr>
            <p:ph idx="4" type="pic"/>
          </p:nvPr>
        </p:nvSpPr>
        <p:spPr>
          <a:xfrm>
            <a:off x="13451749" y="8156450"/>
            <a:ext cx="1402200" cy="1601100"/>
          </a:xfrm>
          <a:prstGeom prst="rect">
            <a:avLst/>
          </a:prstGeom>
        </p:spPr>
      </p:sp>
      <p:sp>
        <p:nvSpPr>
          <p:cNvPr id="2646" name="Google Shape;2646;p159"/>
          <p:cNvSpPr txBox="1"/>
          <p:nvPr/>
        </p:nvSpPr>
        <p:spPr>
          <a:xfrm>
            <a:off x="2274349" y="3933114"/>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47" name="Google Shape;2647;p159"/>
          <p:cNvSpPr txBox="1"/>
          <p:nvPr/>
        </p:nvSpPr>
        <p:spPr>
          <a:xfrm>
            <a:off x="6676623" y="3933114"/>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48" name="Google Shape;2648;p159"/>
          <p:cNvSpPr txBox="1"/>
          <p:nvPr/>
        </p:nvSpPr>
        <p:spPr>
          <a:xfrm>
            <a:off x="10869411" y="3933114"/>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49" name="Google Shape;2649;p159"/>
          <p:cNvSpPr txBox="1"/>
          <p:nvPr/>
        </p:nvSpPr>
        <p:spPr>
          <a:xfrm>
            <a:off x="15039961" y="3933114"/>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0" name="Google Shape;2650;p159"/>
          <p:cNvSpPr txBox="1"/>
          <p:nvPr/>
        </p:nvSpPr>
        <p:spPr>
          <a:xfrm>
            <a:off x="2274349" y="5497202"/>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1" name="Google Shape;2651;p159"/>
          <p:cNvSpPr txBox="1"/>
          <p:nvPr/>
        </p:nvSpPr>
        <p:spPr>
          <a:xfrm>
            <a:off x="6676623" y="5497202"/>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2" name="Google Shape;2652;p159"/>
          <p:cNvSpPr txBox="1"/>
          <p:nvPr/>
        </p:nvSpPr>
        <p:spPr>
          <a:xfrm>
            <a:off x="10869411" y="5497202"/>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3" name="Google Shape;2653;p159"/>
          <p:cNvSpPr txBox="1"/>
          <p:nvPr/>
        </p:nvSpPr>
        <p:spPr>
          <a:xfrm>
            <a:off x="15039961" y="5497202"/>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4" name="Google Shape;2654;p159"/>
          <p:cNvSpPr txBox="1"/>
          <p:nvPr/>
        </p:nvSpPr>
        <p:spPr>
          <a:xfrm>
            <a:off x="2274349" y="716391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5" name="Google Shape;2655;p159"/>
          <p:cNvSpPr txBox="1"/>
          <p:nvPr/>
        </p:nvSpPr>
        <p:spPr>
          <a:xfrm>
            <a:off x="6676623" y="716391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6" name="Google Shape;2656;p159"/>
          <p:cNvSpPr txBox="1"/>
          <p:nvPr/>
        </p:nvSpPr>
        <p:spPr>
          <a:xfrm>
            <a:off x="10869411" y="716391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7" name="Google Shape;2657;p159"/>
          <p:cNvSpPr txBox="1"/>
          <p:nvPr/>
        </p:nvSpPr>
        <p:spPr>
          <a:xfrm>
            <a:off x="15039961" y="716391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8" name="Google Shape;2658;p159"/>
          <p:cNvSpPr txBox="1"/>
          <p:nvPr/>
        </p:nvSpPr>
        <p:spPr>
          <a:xfrm>
            <a:off x="2274349" y="872626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59" name="Google Shape;2659;p159"/>
          <p:cNvSpPr txBox="1"/>
          <p:nvPr/>
        </p:nvSpPr>
        <p:spPr>
          <a:xfrm>
            <a:off x="6676623" y="872626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60" name="Google Shape;2660;p159"/>
          <p:cNvSpPr txBox="1"/>
          <p:nvPr/>
        </p:nvSpPr>
        <p:spPr>
          <a:xfrm>
            <a:off x="10869411" y="872626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61" name="Google Shape;2661;p159"/>
          <p:cNvSpPr txBox="1"/>
          <p:nvPr/>
        </p:nvSpPr>
        <p:spPr>
          <a:xfrm>
            <a:off x="15039961" y="8726263"/>
            <a:ext cx="22122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62" name="Google Shape;2662;p159"/>
          <p:cNvSpPr txBox="1"/>
          <p:nvPr>
            <p:ph idx="1"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663" name="Google Shape;2663;p159"/>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664" name="Google Shape;2664;p159"/>
          <p:cNvSpPr/>
          <p:nvPr>
            <p:ph idx="5" type="pic"/>
          </p:nvPr>
        </p:nvSpPr>
        <p:spPr>
          <a:xfrm>
            <a:off x="4834316" y="8156450"/>
            <a:ext cx="1402200" cy="1601100"/>
          </a:xfrm>
          <a:prstGeom prst="rect">
            <a:avLst/>
          </a:prstGeom>
        </p:spPr>
      </p:sp>
      <p:sp>
        <p:nvSpPr>
          <p:cNvPr id="2665" name="Google Shape;2665;p159"/>
          <p:cNvSpPr/>
          <p:nvPr>
            <p:ph idx="6" type="pic"/>
          </p:nvPr>
        </p:nvSpPr>
        <p:spPr>
          <a:xfrm>
            <a:off x="527250" y="6552663"/>
            <a:ext cx="1402200" cy="1601100"/>
          </a:xfrm>
          <a:prstGeom prst="rect">
            <a:avLst/>
          </a:prstGeom>
        </p:spPr>
      </p:sp>
      <p:sp>
        <p:nvSpPr>
          <p:cNvPr id="2666" name="Google Shape;2666;p159"/>
          <p:cNvSpPr/>
          <p:nvPr>
            <p:ph idx="7" type="pic"/>
          </p:nvPr>
        </p:nvSpPr>
        <p:spPr>
          <a:xfrm>
            <a:off x="9141383" y="6552663"/>
            <a:ext cx="1402200" cy="1601100"/>
          </a:xfrm>
          <a:prstGeom prst="rect">
            <a:avLst/>
          </a:prstGeom>
        </p:spPr>
      </p:sp>
      <p:sp>
        <p:nvSpPr>
          <p:cNvPr id="2667" name="Google Shape;2667;p159"/>
          <p:cNvSpPr/>
          <p:nvPr>
            <p:ph idx="8" type="pic"/>
          </p:nvPr>
        </p:nvSpPr>
        <p:spPr>
          <a:xfrm>
            <a:off x="13451749" y="6552663"/>
            <a:ext cx="1402200" cy="1601100"/>
          </a:xfrm>
          <a:prstGeom prst="rect">
            <a:avLst/>
          </a:prstGeom>
        </p:spPr>
      </p:sp>
      <p:sp>
        <p:nvSpPr>
          <p:cNvPr id="2668" name="Google Shape;2668;p159"/>
          <p:cNvSpPr/>
          <p:nvPr>
            <p:ph idx="9" type="pic"/>
          </p:nvPr>
        </p:nvSpPr>
        <p:spPr>
          <a:xfrm>
            <a:off x="4834316" y="6552663"/>
            <a:ext cx="1402200" cy="1601100"/>
          </a:xfrm>
          <a:prstGeom prst="rect">
            <a:avLst/>
          </a:prstGeom>
        </p:spPr>
      </p:sp>
      <p:sp>
        <p:nvSpPr>
          <p:cNvPr id="2669" name="Google Shape;2669;p159"/>
          <p:cNvSpPr/>
          <p:nvPr>
            <p:ph idx="13" type="pic"/>
          </p:nvPr>
        </p:nvSpPr>
        <p:spPr>
          <a:xfrm>
            <a:off x="527250" y="4946200"/>
            <a:ext cx="1402200" cy="1601100"/>
          </a:xfrm>
          <a:prstGeom prst="rect">
            <a:avLst/>
          </a:prstGeom>
        </p:spPr>
      </p:sp>
      <p:sp>
        <p:nvSpPr>
          <p:cNvPr id="2670" name="Google Shape;2670;p159"/>
          <p:cNvSpPr/>
          <p:nvPr>
            <p:ph idx="14" type="pic"/>
          </p:nvPr>
        </p:nvSpPr>
        <p:spPr>
          <a:xfrm>
            <a:off x="9141383" y="4946200"/>
            <a:ext cx="1402200" cy="1601100"/>
          </a:xfrm>
          <a:prstGeom prst="rect">
            <a:avLst/>
          </a:prstGeom>
        </p:spPr>
      </p:sp>
      <p:sp>
        <p:nvSpPr>
          <p:cNvPr id="2671" name="Google Shape;2671;p159"/>
          <p:cNvSpPr/>
          <p:nvPr>
            <p:ph idx="15" type="pic"/>
          </p:nvPr>
        </p:nvSpPr>
        <p:spPr>
          <a:xfrm>
            <a:off x="13451749" y="4946200"/>
            <a:ext cx="1402200" cy="1601100"/>
          </a:xfrm>
          <a:prstGeom prst="rect">
            <a:avLst/>
          </a:prstGeom>
        </p:spPr>
      </p:sp>
      <p:sp>
        <p:nvSpPr>
          <p:cNvPr id="2672" name="Google Shape;2672;p159"/>
          <p:cNvSpPr/>
          <p:nvPr>
            <p:ph idx="16" type="pic"/>
          </p:nvPr>
        </p:nvSpPr>
        <p:spPr>
          <a:xfrm>
            <a:off x="4834316" y="4946200"/>
            <a:ext cx="1402200" cy="1601100"/>
          </a:xfrm>
          <a:prstGeom prst="rect">
            <a:avLst/>
          </a:prstGeom>
        </p:spPr>
      </p:sp>
      <p:sp>
        <p:nvSpPr>
          <p:cNvPr id="2673" name="Google Shape;2673;p159"/>
          <p:cNvSpPr/>
          <p:nvPr>
            <p:ph idx="17" type="pic"/>
          </p:nvPr>
        </p:nvSpPr>
        <p:spPr>
          <a:xfrm>
            <a:off x="527250" y="3337100"/>
            <a:ext cx="1402200" cy="1601100"/>
          </a:xfrm>
          <a:prstGeom prst="rect">
            <a:avLst/>
          </a:prstGeom>
        </p:spPr>
      </p:sp>
      <p:sp>
        <p:nvSpPr>
          <p:cNvPr id="2674" name="Google Shape;2674;p159"/>
          <p:cNvSpPr/>
          <p:nvPr>
            <p:ph idx="18" type="pic"/>
          </p:nvPr>
        </p:nvSpPr>
        <p:spPr>
          <a:xfrm>
            <a:off x="9141383" y="3337100"/>
            <a:ext cx="1402200" cy="1601100"/>
          </a:xfrm>
          <a:prstGeom prst="rect">
            <a:avLst/>
          </a:prstGeom>
        </p:spPr>
      </p:sp>
      <p:sp>
        <p:nvSpPr>
          <p:cNvPr id="2675" name="Google Shape;2675;p159"/>
          <p:cNvSpPr/>
          <p:nvPr>
            <p:ph idx="19" type="pic"/>
          </p:nvPr>
        </p:nvSpPr>
        <p:spPr>
          <a:xfrm>
            <a:off x="13451750" y="3337100"/>
            <a:ext cx="1402200" cy="1601100"/>
          </a:xfrm>
          <a:prstGeom prst="rect">
            <a:avLst/>
          </a:prstGeom>
        </p:spPr>
      </p:sp>
      <p:sp>
        <p:nvSpPr>
          <p:cNvPr id="2676" name="Google Shape;2676;p159"/>
          <p:cNvSpPr/>
          <p:nvPr>
            <p:ph idx="20" type="pic"/>
          </p:nvPr>
        </p:nvSpPr>
        <p:spPr>
          <a:xfrm>
            <a:off x="4834317" y="3337100"/>
            <a:ext cx="1402200" cy="1601100"/>
          </a:xfrm>
          <a:prstGeom prst="rect">
            <a:avLst/>
          </a:prstGeom>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0" name="Shape 2680"/>
        <p:cNvGrpSpPr/>
        <p:nvPr/>
      </p:nvGrpSpPr>
      <p:grpSpPr>
        <a:xfrm>
          <a:off x="0" y="0"/>
          <a:ext cx="0" cy="0"/>
          <a:chOff x="0" y="0"/>
          <a:chExt cx="0" cy="0"/>
        </a:xfrm>
      </p:grpSpPr>
      <p:sp>
        <p:nvSpPr>
          <p:cNvPr id="2681" name="Google Shape;2681;p160"/>
          <p:cNvSpPr txBox="1"/>
          <p:nvPr/>
        </p:nvSpPr>
        <p:spPr>
          <a:xfrm>
            <a:off x="8192320" y="3808875"/>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2" name="Google Shape;2682;p160"/>
          <p:cNvSpPr txBox="1"/>
          <p:nvPr/>
        </p:nvSpPr>
        <p:spPr>
          <a:xfrm>
            <a:off x="8192320" y="5525366"/>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3" name="Google Shape;2683;p160"/>
          <p:cNvSpPr txBox="1"/>
          <p:nvPr/>
        </p:nvSpPr>
        <p:spPr>
          <a:xfrm>
            <a:off x="8192320" y="7087720"/>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4" name="Google Shape;2684;p160"/>
          <p:cNvSpPr txBox="1"/>
          <p:nvPr/>
        </p:nvSpPr>
        <p:spPr>
          <a:xfrm>
            <a:off x="8192320" y="8726274"/>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5" name="Google Shape;2685;p160"/>
          <p:cNvSpPr txBox="1"/>
          <p:nvPr/>
        </p:nvSpPr>
        <p:spPr>
          <a:xfrm>
            <a:off x="2597270" y="3808875"/>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6" name="Google Shape;2686;p160"/>
          <p:cNvSpPr txBox="1"/>
          <p:nvPr/>
        </p:nvSpPr>
        <p:spPr>
          <a:xfrm>
            <a:off x="2597270" y="5525366"/>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7" name="Google Shape;2687;p160"/>
          <p:cNvSpPr txBox="1"/>
          <p:nvPr/>
        </p:nvSpPr>
        <p:spPr>
          <a:xfrm>
            <a:off x="2597270" y="7087720"/>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8" name="Google Shape;2688;p160"/>
          <p:cNvSpPr txBox="1"/>
          <p:nvPr/>
        </p:nvSpPr>
        <p:spPr>
          <a:xfrm>
            <a:off x="2597270" y="8726274"/>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89" name="Google Shape;2689;p160"/>
          <p:cNvSpPr txBox="1"/>
          <p:nvPr/>
        </p:nvSpPr>
        <p:spPr>
          <a:xfrm>
            <a:off x="13787370" y="3808875"/>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90" name="Google Shape;2690;p160"/>
          <p:cNvSpPr txBox="1"/>
          <p:nvPr/>
        </p:nvSpPr>
        <p:spPr>
          <a:xfrm>
            <a:off x="13787370" y="5525366"/>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91" name="Google Shape;2691;p160"/>
          <p:cNvSpPr txBox="1"/>
          <p:nvPr/>
        </p:nvSpPr>
        <p:spPr>
          <a:xfrm>
            <a:off x="13787370" y="7087720"/>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92" name="Google Shape;2692;p160"/>
          <p:cNvSpPr txBox="1"/>
          <p:nvPr/>
        </p:nvSpPr>
        <p:spPr>
          <a:xfrm>
            <a:off x="13787370" y="8726274"/>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693" name="Google Shape;2693;p160"/>
          <p:cNvSpPr txBox="1"/>
          <p:nvPr>
            <p:ph idx="1"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694" name="Google Shape;2694;p160"/>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695" name="Google Shape;2695;p160"/>
          <p:cNvSpPr/>
          <p:nvPr>
            <p:ph idx="2" type="pic"/>
          </p:nvPr>
        </p:nvSpPr>
        <p:spPr>
          <a:xfrm>
            <a:off x="527250" y="8156450"/>
            <a:ext cx="1402200" cy="1601100"/>
          </a:xfrm>
          <a:prstGeom prst="rect">
            <a:avLst/>
          </a:prstGeom>
        </p:spPr>
      </p:sp>
      <p:sp>
        <p:nvSpPr>
          <p:cNvPr id="2696" name="Google Shape;2696;p160"/>
          <p:cNvSpPr/>
          <p:nvPr>
            <p:ph idx="3" type="pic"/>
          </p:nvPr>
        </p:nvSpPr>
        <p:spPr>
          <a:xfrm>
            <a:off x="527250" y="6552663"/>
            <a:ext cx="1402200" cy="1601100"/>
          </a:xfrm>
          <a:prstGeom prst="rect">
            <a:avLst/>
          </a:prstGeom>
        </p:spPr>
      </p:sp>
      <p:sp>
        <p:nvSpPr>
          <p:cNvPr id="2697" name="Google Shape;2697;p160"/>
          <p:cNvSpPr/>
          <p:nvPr>
            <p:ph idx="4" type="pic"/>
          </p:nvPr>
        </p:nvSpPr>
        <p:spPr>
          <a:xfrm>
            <a:off x="527250" y="4946200"/>
            <a:ext cx="1402200" cy="1601100"/>
          </a:xfrm>
          <a:prstGeom prst="rect">
            <a:avLst/>
          </a:prstGeom>
        </p:spPr>
      </p:sp>
      <p:sp>
        <p:nvSpPr>
          <p:cNvPr id="2698" name="Google Shape;2698;p160"/>
          <p:cNvSpPr/>
          <p:nvPr>
            <p:ph idx="5" type="pic"/>
          </p:nvPr>
        </p:nvSpPr>
        <p:spPr>
          <a:xfrm>
            <a:off x="527250" y="3337100"/>
            <a:ext cx="1402200" cy="1601100"/>
          </a:xfrm>
          <a:prstGeom prst="rect">
            <a:avLst/>
          </a:prstGeom>
        </p:spPr>
      </p:sp>
      <p:sp>
        <p:nvSpPr>
          <p:cNvPr id="2699" name="Google Shape;2699;p160"/>
          <p:cNvSpPr/>
          <p:nvPr>
            <p:ph idx="6" type="pic"/>
          </p:nvPr>
        </p:nvSpPr>
        <p:spPr>
          <a:xfrm>
            <a:off x="6271100" y="8156450"/>
            <a:ext cx="1402200" cy="1601100"/>
          </a:xfrm>
          <a:prstGeom prst="rect">
            <a:avLst/>
          </a:prstGeom>
        </p:spPr>
      </p:sp>
      <p:sp>
        <p:nvSpPr>
          <p:cNvPr id="2700" name="Google Shape;2700;p160"/>
          <p:cNvSpPr/>
          <p:nvPr>
            <p:ph idx="7" type="pic"/>
          </p:nvPr>
        </p:nvSpPr>
        <p:spPr>
          <a:xfrm>
            <a:off x="6271100" y="6552663"/>
            <a:ext cx="1402200" cy="1601100"/>
          </a:xfrm>
          <a:prstGeom prst="rect">
            <a:avLst/>
          </a:prstGeom>
        </p:spPr>
      </p:sp>
      <p:sp>
        <p:nvSpPr>
          <p:cNvPr id="2701" name="Google Shape;2701;p160"/>
          <p:cNvSpPr/>
          <p:nvPr>
            <p:ph idx="8" type="pic"/>
          </p:nvPr>
        </p:nvSpPr>
        <p:spPr>
          <a:xfrm>
            <a:off x="6271100" y="4946200"/>
            <a:ext cx="1402200" cy="1601100"/>
          </a:xfrm>
          <a:prstGeom prst="rect">
            <a:avLst/>
          </a:prstGeom>
        </p:spPr>
      </p:sp>
      <p:sp>
        <p:nvSpPr>
          <p:cNvPr id="2702" name="Google Shape;2702;p160"/>
          <p:cNvSpPr/>
          <p:nvPr>
            <p:ph idx="9" type="pic"/>
          </p:nvPr>
        </p:nvSpPr>
        <p:spPr>
          <a:xfrm>
            <a:off x="6271100" y="3337100"/>
            <a:ext cx="1402200" cy="1601100"/>
          </a:xfrm>
          <a:prstGeom prst="rect">
            <a:avLst/>
          </a:prstGeom>
        </p:spPr>
      </p:sp>
      <p:sp>
        <p:nvSpPr>
          <p:cNvPr id="2703" name="Google Shape;2703;p160"/>
          <p:cNvSpPr/>
          <p:nvPr>
            <p:ph idx="13" type="pic"/>
          </p:nvPr>
        </p:nvSpPr>
        <p:spPr>
          <a:xfrm>
            <a:off x="12014950" y="8156450"/>
            <a:ext cx="1402200" cy="1601100"/>
          </a:xfrm>
          <a:prstGeom prst="rect">
            <a:avLst/>
          </a:prstGeom>
        </p:spPr>
      </p:sp>
      <p:sp>
        <p:nvSpPr>
          <p:cNvPr id="2704" name="Google Shape;2704;p160"/>
          <p:cNvSpPr/>
          <p:nvPr>
            <p:ph idx="14" type="pic"/>
          </p:nvPr>
        </p:nvSpPr>
        <p:spPr>
          <a:xfrm>
            <a:off x="12014950" y="6552663"/>
            <a:ext cx="1402200" cy="1601100"/>
          </a:xfrm>
          <a:prstGeom prst="rect">
            <a:avLst/>
          </a:prstGeom>
        </p:spPr>
      </p:sp>
      <p:sp>
        <p:nvSpPr>
          <p:cNvPr id="2705" name="Google Shape;2705;p160"/>
          <p:cNvSpPr/>
          <p:nvPr>
            <p:ph idx="15" type="pic"/>
          </p:nvPr>
        </p:nvSpPr>
        <p:spPr>
          <a:xfrm>
            <a:off x="12014950" y="4946200"/>
            <a:ext cx="1402200" cy="1601100"/>
          </a:xfrm>
          <a:prstGeom prst="rect">
            <a:avLst/>
          </a:prstGeom>
        </p:spPr>
      </p:sp>
      <p:sp>
        <p:nvSpPr>
          <p:cNvPr id="2706" name="Google Shape;2706;p160"/>
          <p:cNvSpPr/>
          <p:nvPr>
            <p:ph idx="16" type="pic"/>
          </p:nvPr>
        </p:nvSpPr>
        <p:spPr>
          <a:xfrm>
            <a:off x="12014950" y="3337100"/>
            <a:ext cx="1402200" cy="1601100"/>
          </a:xfrm>
          <a:prstGeom prst="rect">
            <a:avLst/>
          </a:prstGeom>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0" name="Shape 2710"/>
        <p:cNvGrpSpPr/>
        <p:nvPr/>
      </p:nvGrpSpPr>
      <p:grpSpPr>
        <a:xfrm>
          <a:off x="0" y="0"/>
          <a:ext cx="0" cy="0"/>
          <a:chOff x="0" y="0"/>
          <a:chExt cx="0" cy="0"/>
        </a:xfrm>
      </p:grpSpPr>
      <p:sp>
        <p:nvSpPr>
          <p:cNvPr id="2711" name="Google Shape;2711;p161"/>
          <p:cNvSpPr txBox="1"/>
          <p:nvPr/>
        </p:nvSpPr>
        <p:spPr>
          <a:xfrm>
            <a:off x="3009170" y="3808875"/>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2" name="Google Shape;2712;p161"/>
          <p:cNvSpPr txBox="1"/>
          <p:nvPr/>
        </p:nvSpPr>
        <p:spPr>
          <a:xfrm>
            <a:off x="3009170" y="5525366"/>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3" name="Google Shape;2713;p161"/>
          <p:cNvSpPr txBox="1"/>
          <p:nvPr/>
        </p:nvSpPr>
        <p:spPr>
          <a:xfrm>
            <a:off x="3009170" y="7087720"/>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4" name="Google Shape;2714;p161"/>
          <p:cNvSpPr txBox="1"/>
          <p:nvPr/>
        </p:nvSpPr>
        <p:spPr>
          <a:xfrm>
            <a:off x="3009170" y="8726274"/>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5" name="Google Shape;2715;p161"/>
          <p:cNvSpPr txBox="1"/>
          <p:nvPr/>
        </p:nvSpPr>
        <p:spPr>
          <a:xfrm>
            <a:off x="12011070" y="3808875"/>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6" name="Google Shape;2716;p161"/>
          <p:cNvSpPr txBox="1"/>
          <p:nvPr/>
        </p:nvSpPr>
        <p:spPr>
          <a:xfrm>
            <a:off x="12011070" y="5525366"/>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7" name="Google Shape;2717;p161"/>
          <p:cNvSpPr txBox="1"/>
          <p:nvPr/>
        </p:nvSpPr>
        <p:spPr>
          <a:xfrm>
            <a:off x="12011070" y="7087720"/>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8" name="Google Shape;2718;p161"/>
          <p:cNvSpPr txBox="1"/>
          <p:nvPr/>
        </p:nvSpPr>
        <p:spPr>
          <a:xfrm>
            <a:off x="12011070" y="8726274"/>
            <a:ext cx="3320700" cy="493200"/>
          </a:xfrm>
          <a:prstGeom prst="rect">
            <a:avLst/>
          </a:prstGeom>
          <a:noFill/>
          <a:ln>
            <a:noFill/>
          </a:ln>
        </p:spPr>
        <p:txBody>
          <a:bodyPr anchorCtr="0" anchor="t" bIns="0" lIns="0" spcFirstLastPara="1" rIns="0" wrap="square" tIns="0">
            <a:spAutoFit/>
          </a:bodyPr>
          <a:lstStyle/>
          <a:p>
            <a:pPr indent="0" lvl="0" marL="0" rtl="0" algn="l">
              <a:spcBef>
                <a:spcPts val="690"/>
              </a:spcBef>
              <a:spcAft>
                <a:spcPts val="0"/>
              </a:spcAft>
              <a:buClr>
                <a:srgbClr val="000000"/>
              </a:buClr>
              <a:buSzPts val="1380"/>
              <a:buFont typeface="Arial"/>
              <a:buNone/>
            </a:pPr>
            <a:r>
              <a:rPr lang="en" sz="18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404">
                <a:solidFill>
                  <a:srgbClr val="091C35"/>
                </a:solidFill>
                <a:latin typeface="Libre Franklin Light"/>
                <a:ea typeface="Libre Franklin Light"/>
                <a:cs typeface="Libre Franklin Light"/>
                <a:sym typeface="Libre Franklin Light"/>
              </a:rPr>
              <a:t>Title</a:t>
            </a:r>
            <a:endParaRPr b="1" sz="1404">
              <a:solidFill>
                <a:srgbClr val="091C35"/>
              </a:solidFill>
              <a:latin typeface="Inter"/>
              <a:ea typeface="Inter"/>
              <a:cs typeface="Inter"/>
              <a:sym typeface="Inter"/>
            </a:endParaRPr>
          </a:p>
        </p:txBody>
      </p:sp>
      <p:sp>
        <p:nvSpPr>
          <p:cNvPr id="2719" name="Google Shape;2719;p161"/>
          <p:cNvSpPr txBox="1"/>
          <p:nvPr>
            <p:ph idx="1"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720" name="Google Shape;2720;p161"/>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21" name="Google Shape;2721;p161"/>
          <p:cNvSpPr/>
          <p:nvPr>
            <p:ph idx="3" type="pic"/>
          </p:nvPr>
        </p:nvSpPr>
        <p:spPr>
          <a:xfrm>
            <a:off x="527250" y="8156450"/>
            <a:ext cx="2087100" cy="1598700"/>
          </a:xfrm>
          <a:prstGeom prst="rect">
            <a:avLst/>
          </a:prstGeom>
        </p:spPr>
      </p:sp>
      <p:sp>
        <p:nvSpPr>
          <p:cNvPr id="2722" name="Google Shape;2722;p161"/>
          <p:cNvSpPr/>
          <p:nvPr>
            <p:ph idx="7" type="pic"/>
          </p:nvPr>
        </p:nvSpPr>
        <p:spPr>
          <a:xfrm>
            <a:off x="527250" y="4947425"/>
            <a:ext cx="2087100" cy="1598700"/>
          </a:xfrm>
          <a:prstGeom prst="rect">
            <a:avLst/>
          </a:prstGeom>
        </p:spPr>
      </p:sp>
      <p:sp>
        <p:nvSpPr>
          <p:cNvPr id="2723" name="Google Shape;2723;p161"/>
          <p:cNvSpPr/>
          <p:nvPr>
            <p:ph idx="4" type="pic"/>
          </p:nvPr>
        </p:nvSpPr>
        <p:spPr>
          <a:xfrm>
            <a:off x="9143025" y="6553862"/>
            <a:ext cx="2087100" cy="1598700"/>
          </a:xfrm>
          <a:prstGeom prst="rect">
            <a:avLst/>
          </a:prstGeom>
        </p:spPr>
      </p:sp>
      <p:sp>
        <p:nvSpPr>
          <p:cNvPr id="2724" name="Google Shape;2724;p161"/>
          <p:cNvSpPr/>
          <p:nvPr>
            <p:ph idx="5" type="pic"/>
          </p:nvPr>
        </p:nvSpPr>
        <p:spPr>
          <a:xfrm>
            <a:off x="527250" y="6553862"/>
            <a:ext cx="2087100" cy="1598700"/>
          </a:xfrm>
          <a:prstGeom prst="rect">
            <a:avLst/>
          </a:prstGeom>
        </p:spPr>
      </p:sp>
      <p:sp>
        <p:nvSpPr>
          <p:cNvPr id="2725" name="Google Shape;2725;p161"/>
          <p:cNvSpPr/>
          <p:nvPr>
            <p:ph idx="6" type="pic"/>
          </p:nvPr>
        </p:nvSpPr>
        <p:spPr>
          <a:xfrm>
            <a:off x="9143025" y="4947425"/>
            <a:ext cx="2087100" cy="1598700"/>
          </a:xfrm>
          <a:prstGeom prst="rect">
            <a:avLst/>
          </a:prstGeom>
        </p:spPr>
      </p:sp>
      <p:sp>
        <p:nvSpPr>
          <p:cNvPr id="2726" name="Google Shape;2726;p161"/>
          <p:cNvSpPr/>
          <p:nvPr>
            <p:ph idx="8" type="pic"/>
          </p:nvPr>
        </p:nvSpPr>
        <p:spPr>
          <a:xfrm>
            <a:off x="9143025" y="3324250"/>
            <a:ext cx="2087100" cy="1598700"/>
          </a:xfrm>
          <a:prstGeom prst="rect">
            <a:avLst/>
          </a:prstGeom>
        </p:spPr>
      </p:sp>
      <p:sp>
        <p:nvSpPr>
          <p:cNvPr id="2727" name="Google Shape;2727;p161"/>
          <p:cNvSpPr/>
          <p:nvPr>
            <p:ph idx="9" type="pic"/>
          </p:nvPr>
        </p:nvSpPr>
        <p:spPr>
          <a:xfrm>
            <a:off x="527250" y="3324250"/>
            <a:ext cx="2087100" cy="1598700"/>
          </a:xfrm>
          <a:prstGeom prst="rect">
            <a:avLst/>
          </a:prstGeom>
        </p:spPr>
      </p:sp>
      <p:sp>
        <p:nvSpPr>
          <p:cNvPr id="2728" name="Google Shape;2728;p161"/>
          <p:cNvSpPr/>
          <p:nvPr>
            <p:ph idx="2" type="pic"/>
          </p:nvPr>
        </p:nvSpPr>
        <p:spPr>
          <a:xfrm>
            <a:off x="9143025" y="8156450"/>
            <a:ext cx="2087100" cy="1598700"/>
          </a:xfrm>
          <a:prstGeom prst="rect">
            <a:avLst/>
          </a:prstGeom>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2" name="Shape 2732"/>
        <p:cNvGrpSpPr/>
        <p:nvPr/>
      </p:nvGrpSpPr>
      <p:grpSpPr>
        <a:xfrm>
          <a:off x="0" y="0"/>
          <a:ext cx="0" cy="0"/>
          <a:chOff x="0" y="0"/>
          <a:chExt cx="0" cy="0"/>
        </a:xfrm>
      </p:grpSpPr>
      <p:sp>
        <p:nvSpPr>
          <p:cNvPr id="2733" name="Google Shape;2733;p162"/>
          <p:cNvSpPr/>
          <p:nvPr>
            <p:ph idx="2" type="pic"/>
          </p:nvPr>
        </p:nvSpPr>
        <p:spPr>
          <a:xfrm>
            <a:off x="527250" y="3344175"/>
            <a:ext cx="3446400" cy="2717400"/>
          </a:xfrm>
          <a:prstGeom prst="rect">
            <a:avLst/>
          </a:prstGeom>
        </p:spPr>
      </p:sp>
      <p:sp>
        <p:nvSpPr>
          <p:cNvPr id="2734" name="Google Shape;2734;p162"/>
          <p:cNvSpPr txBox="1"/>
          <p:nvPr/>
        </p:nvSpPr>
        <p:spPr>
          <a:xfrm>
            <a:off x="1107577" y="6680723"/>
            <a:ext cx="26565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0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604">
                <a:solidFill>
                  <a:srgbClr val="091C35"/>
                </a:solidFill>
                <a:latin typeface="Libre Franklin Light"/>
                <a:ea typeface="Libre Franklin Light"/>
                <a:cs typeface="Libre Franklin Light"/>
                <a:sym typeface="Libre Franklin Light"/>
              </a:rPr>
              <a:t>Title</a:t>
            </a:r>
            <a:endParaRPr b="1" sz="1604">
              <a:solidFill>
                <a:srgbClr val="091C35"/>
              </a:solidFill>
              <a:latin typeface="Inter"/>
              <a:ea typeface="Inter"/>
              <a:cs typeface="Inter"/>
              <a:sym typeface="Inter"/>
            </a:endParaRPr>
          </a:p>
        </p:txBody>
      </p:sp>
      <p:sp>
        <p:nvSpPr>
          <p:cNvPr id="2735" name="Google Shape;2735;p162"/>
          <p:cNvSpPr txBox="1"/>
          <p:nvPr/>
        </p:nvSpPr>
        <p:spPr>
          <a:xfrm>
            <a:off x="4461827" y="6680723"/>
            <a:ext cx="26565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0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604">
                <a:solidFill>
                  <a:srgbClr val="091C35"/>
                </a:solidFill>
                <a:latin typeface="Libre Franklin Light"/>
                <a:ea typeface="Libre Franklin Light"/>
                <a:cs typeface="Libre Franklin Light"/>
                <a:sym typeface="Libre Franklin Light"/>
              </a:rPr>
              <a:t>Title</a:t>
            </a:r>
            <a:endParaRPr b="1" sz="1604">
              <a:solidFill>
                <a:srgbClr val="091C35"/>
              </a:solidFill>
              <a:latin typeface="Inter"/>
              <a:ea typeface="Inter"/>
              <a:cs typeface="Inter"/>
              <a:sym typeface="Inter"/>
            </a:endParaRPr>
          </a:p>
        </p:txBody>
      </p:sp>
      <p:sp>
        <p:nvSpPr>
          <p:cNvPr id="2736" name="Google Shape;2736;p162"/>
          <p:cNvSpPr txBox="1"/>
          <p:nvPr/>
        </p:nvSpPr>
        <p:spPr>
          <a:xfrm>
            <a:off x="7816077" y="6680723"/>
            <a:ext cx="26565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0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604">
                <a:solidFill>
                  <a:srgbClr val="091C35"/>
                </a:solidFill>
                <a:latin typeface="Libre Franklin Light"/>
                <a:ea typeface="Libre Franklin Light"/>
                <a:cs typeface="Libre Franklin Light"/>
                <a:sym typeface="Libre Franklin Light"/>
              </a:rPr>
              <a:t>Title</a:t>
            </a:r>
            <a:endParaRPr b="1" sz="1604">
              <a:solidFill>
                <a:srgbClr val="091C35"/>
              </a:solidFill>
              <a:latin typeface="Inter"/>
              <a:ea typeface="Inter"/>
              <a:cs typeface="Inter"/>
              <a:sym typeface="Inter"/>
            </a:endParaRPr>
          </a:p>
        </p:txBody>
      </p:sp>
      <p:sp>
        <p:nvSpPr>
          <p:cNvPr id="2737" name="Google Shape;2737;p162"/>
          <p:cNvSpPr txBox="1"/>
          <p:nvPr/>
        </p:nvSpPr>
        <p:spPr>
          <a:xfrm>
            <a:off x="11170327" y="6680723"/>
            <a:ext cx="26565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0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604">
                <a:solidFill>
                  <a:srgbClr val="091C35"/>
                </a:solidFill>
                <a:latin typeface="Libre Franklin Light"/>
                <a:ea typeface="Libre Franklin Light"/>
                <a:cs typeface="Libre Franklin Light"/>
                <a:sym typeface="Libre Franklin Light"/>
              </a:rPr>
              <a:t>Title</a:t>
            </a:r>
            <a:endParaRPr b="1" sz="1604">
              <a:solidFill>
                <a:srgbClr val="091C35"/>
              </a:solidFill>
              <a:latin typeface="Inter"/>
              <a:ea typeface="Inter"/>
              <a:cs typeface="Inter"/>
              <a:sym typeface="Inter"/>
            </a:endParaRPr>
          </a:p>
        </p:txBody>
      </p:sp>
      <p:sp>
        <p:nvSpPr>
          <p:cNvPr id="2738" name="Google Shape;2738;p162"/>
          <p:cNvSpPr txBox="1"/>
          <p:nvPr/>
        </p:nvSpPr>
        <p:spPr>
          <a:xfrm>
            <a:off x="14524577" y="6680723"/>
            <a:ext cx="26565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0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604">
                <a:solidFill>
                  <a:srgbClr val="091C35"/>
                </a:solidFill>
                <a:latin typeface="Libre Franklin Light"/>
                <a:ea typeface="Libre Franklin Light"/>
                <a:cs typeface="Libre Franklin Light"/>
                <a:sym typeface="Libre Franklin Light"/>
              </a:rPr>
              <a:t>Title</a:t>
            </a:r>
            <a:endParaRPr b="1" sz="1604">
              <a:solidFill>
                <a:srgbClr val="091C35"/>
              </a:solidFill>
              <a:latin typeface="Inter"/>
              <a:ea typeface="Inter"/>
              <a:cs typeface="Inter"/>
              <a:sym typeface="Inter"/>
            </a:endParaRPr>
          </a:p>
        </p:txBody>
      </p:sp>
      <p:sp>
        <p:nvSpPr>
          <p:cNvPr id="2739" name="Google Shape;2739;p162"/>
          <p:cNvSpPr txBox="1"/>
          <p:nvPr>
            <p:ph idx="1" type="body"/>
          </p:nvPr>
        </p:nvSpPr>
        <p:spPr>
          <a:xfrm>
            <a:off x="1211727" y="1091111"/>
            <a:ext cx="7481400" cy="277200"/>
          </a:xfrm>
          <a:prstGeom prst="rect">
            <a:avLst/>
          </a:prstGeom>
        </p:spPr>
        <p:txBody>
          <a:bodyPr anchorCtr="0" anchor="t" bIns="0" lIns="0" spcFirstLastPara="1" rIns="0" wrap="square" tIns="0">
            <a:spAutoFit/>
          </a:bodyPr>
          <a:lstStyle/>
          <a:p>
            <a:pPr indent="0" lvl="0" marL="0" rtl="0" algn="l">
              <a:spcBef>
                <a:spcPts val="0"/>
              </a:spcBef>
              <a:spcAft>
                <a:spcPts val="2400"/>
              </a:spcAft>
              <a:buClr>
                <a:schemeClr val="lt2"/>
              </a:buClr>
              <a:buSzPts val="1100"/>
              <a:buFont typeface="Arial"/>
              <a:buNone/>
            </a:pPr>
            <a:r>
              <a:rPr lang="en"/>
              <a:t>LABEL</a:t>
            </a:r>
            <a:endParaRPr/>
          </a:p>
        </p:txBody>
      </p:sp>
      <p:sp>
        <p:nvSpPr>
          <p:cNvPr id="2740" name="Google Shape;2740;p162"/>
          <p:cNvSpPr txBox="1"/>
          <p:nvPr>
            <p:ph type="title"/>
          </p:nvPr>
        </p:nvSpPr>
        <p:spPr>
          <a:xfrm>
            <a:off x="1193757" y="1663161"/>
            <a:ext cx="157317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41" name="Google Shape;2741;p162"/>
          <p:cNvSpPr/>
          <p:nvPr>
            <p:ph idx="3" type="pic"/>
          </p:nvPr>
        </p:nvSpPr>
        <p:spPr>
          <a:xfrm>
            <a:off x="3973513" y="3344175"/>
            <a:ext cx="3446400" cy="2717400"/>
          </a:xfrm>
          <a:prstGeom prst="rect">
            <a:avLst/>
          </a:prstGeom>
        </p:spPr>
      </p:sp>
      <p:sp>
        <p:nvSpPr>
          <p:cNvPr id="2742" name="Google Shape;2742;p162"/>
          <p:cNvSpPr/>
          <p:nvPr>
            <p:ph idx="4" type="pic"/>
          </p:nvPr>
        </p:nvSpPr>
        <p:spPr>
          <a:xfrm>
            <a:off x="7419813" y="3344175"/>
            <a:ext cx="3446400" cy="2717400"/>
          </a:xfrm>
          <a:prstGeom prst="rect">
            <a:avLst/>
          </a:prstGeom>
        </p:spPr>
      </p:sp>
      <p:sp>
        <p:nvSpPr>
          <p:cNvPr id="2743" name="Google Shape;2743;p162"/>
          <p:cNvSpPr/>
          <p:nvPr>
            <p:ph idx="5" type="pic"/>
          </p:nvPr>
        </p:nvSpPr>
        <p:spPr>
          <a:xfrm>
            <a:off x="10866150" y="3344175"/>
            <a:ext cx="3446400" cy="2717400"/>
          </a:xfrm>
          <a:prstGeom prst="rect">
            <a:avLst/>
          </a:prstGeom>
        </p:spPr>
      </p:sp>
      <p:sp>
        <p:nvSpPr>
          <p:cNvPr id="2744" name="Google Shape;2744;p162"/>
          <p:cNvSpPr/>
          <p:nvPr>
            <p:ph idx="6" type="pic"/>
          </p:nvPr>
        </p:nvSpPr>
        <p:spPr>
          <a:xfrm>
            <a:off x="14312400" y="3344175"/>
            <a:ext cx="3446400" cy="2717400"/>
          </a:xfrm>
          <a:prstGeom prst="rect">
            <a:avLst/>
          </a:prstGeom>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8" name="Shape 2748"/>
        <p:cNvGrpSpPr/>
        <p:nvPr/>
      </p:nvGrpSpPr>
      <p:grpSpPr>
        <a:xfrm>
          <a:off x="0" y="0"/>
          <a:ext cx="0" cy="0"/>
          <a:chOff x="0" y="0"/>
          <a:chExt cx="0" cy="0"/>
        </a:xfrm>
      </p:grpSpPr>
      <p:sp>
        <p:nvSpPr>
          <p:cNvPr id="2749" name="Google Shape;2749;p163"/>
          <p:cNvSpPr/>
          <p:nvPr>
            <p:ph idx="2" type="pic"/>
          </p:nvPr>
        </p:nvSpPr>
        <p:spPr>
          <a:xfrm>
            <a:off x="7865100" y="526975"/>
            <a:ext cx="3141600" cy="3078600"/>
          </a:xfrm>
          <a:prstGeom prst="rect">
            <a:avLst/>
          </a:prstGeom>
        </p:spPr>
      </p:sp>
      <p:sp>
        <p:nvSpPr>
          <p:cNvPr id="2750" name="Google Shape;2750;p163"/>
          <p:cNvSpPr txBox="1"/>
          <p:nvPr/>
        </p:nvSpPr>
        <p:spPr>
          <a:xfrm>
            <a:off x="11592123" y="1614225"/>
            <a:ext cx="5355600" cy="6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2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
        <p:nvSpPr>
          <p:cNvPr id="2751" name="Google Shape;2751;p163"/>
          <p:cNvSpPr txBox="1"/>
          <p:nvPr/>
        </p:nvSpPr>
        <p:spPr>
          <a:xfrm>
            <a:off x="11592123" y="4809850"/>
            <a:ext cx="5355600" cy="6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2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
        <p:nvSpPr>
          <p:cNvPr id="2752" name="Google Shape;2752;p163"/>
          <p:cNvSpPr txBox="1"/>
          <p:nvPr/>
        </p:nvSpPr>
        <p:spPr>
          <a:xfrm>
            <a:off x="11592123" y="7884825"/>
            <a:ext cx="5355600" cy="6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2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
        <p:nvSpPr>
          <p:cNvPr id="2753" name="Google Shape;2753;p163"/>
          <p:cNvSpPr txBox="1"/>
          <p:nvPr>
            <p:ph idx="1"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754" name="Google Shape;2754;p163"/>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55" name="Google Shape;2755;p163"/>
          <p:cNvSpPr/>
          <p:nvPr>
            <p:ph idx="3" type="pic"/>
          </p:nvPr>
        </p:nvSpPr>
        <p:spPr>
          <a:xfrm>
            <a:off x="7865100" y="3605638"/>
            <a:ext cx="3141600" cy="3078600"/>
          </a:xfrm>
          <a:prstGeom prst="rect">
            <a:avLst/>
          </a:prstGeom>
        </p:spPr>
      </p:sp>
      <p:sp>
        <p:nvSpPr>
          <p:cNvPr id="2756" name="Google Shape;2756;p163"/>
          <p:cNvSpPr/>
          <p:nvPr>
            <p:ph idx="4" type="pic"/>
          </p:nvPr>
        </p:nvSpPr>
        <p:spPr>
          <a:xfrm>
            <a:off x="7865100" y="6684263"/>
            <a:ext cx="3141600" cy="3078600"/>
          </a:xfrm>
          <a:prstGeom prst="rect">
            <a:avLst/>
          </a:prstGeom>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0" name="Shape 2760"/>
        <p:cNvGrpSpPr/>
        <p:nvPr/>
      </p:nvGrpSpPr>
      <p:grpSpPr>
        <a:xfrm>
          <a:off x="0" y="0"/>
          <a:ext cx="0" cy="0"/>
          <a:chOff x="0" y="0"/>
          <a:chExt cx="0" cy="0"/>
        </a:xfrm>
      </p:grpSpPr>
      <p:sp>
        <p:nvSpPr>
          <p:cNvPr id="2761" name="Google Shape;2761;p164"/>
          <p:cNvSpPr txBox="1"/>
          <p:nvPr/>
        </p:nvSpPr>
        <p:spPr>
          <a:xfrm>
            <a:off x="11592123" y="4809850"/>
            <a:ext cx="5370000" cy="6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2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
        <p:nvSpPr>
          <p:cNvPr id="2762" name="Google Shape;2762;p164"/>
          <p:cNvSpPr txBox="1"/>
          <p:nvPr>
            <p:ph idx="1" type="body"/>
          </p:nvPr>
        </p:nvSpPr>
        <p:spPr>
          <a:xfrm>
            <a:off x="1162202" y="1058940"/>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763" name="Google Shape;2763;p164"/>
          <p:cNvSpPr txBox="1"/>
          <p:nvPr>
            <p:ph type="title"/>
          </p:nvPr>
        </p:nvSpPr>
        <p:spPr>
          <a:xfrm>
            <a:off x="1105528" y="1674216"/>
            <a:ext cx="514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64" name="Google Shape;2764;p164"/>
          <p:cNvSpPr/>
          <p:nvPr>
            <p:ph idx="2" type="pic"/>
          </p:nvPr>
        </p:nvSpPr>
        <p:spPr>
          <a:xfrm>
            <a:off x="7865100" y="3605638"/>
            <a:ext cx="3141600" cy="3078600"/>
          </a:xfrm>
          <a:prstGeom prst="rect">
            <a:avLst/>
          </a:prstGeom>
        </p:spPr>
      </p:sp>
      <p:sp>
        <p:nvSpPr>
          <p:cNvPr id="2765" name="Google Shape;2765;p164"/>
          <p:cNvSpPr/>
          <p:nvPr>
            <p:ph idx="3" type="pic"/>
          </p:nvPr>
        </p:nvSpPr>
        <p:spPr>
          <a:xfrm>
            <a:off x="7865100" y="6684263"/>
            <a:ext cx="3141600" cy="3078600"/>
          </a:xfrm>
          <a:prstGeom prst="rect">
            <a:avLst/>
          </a:prstGeom>
        </p:spPr>
      </p:sp>
      <p:sp>
        <p:nvSpPr>
          <p:cNvPr id="2766" name="Google Shape;2766;p164"/>
          <p:cNvSpPr txBox="1"/>
          <p:nvPr/>
        </p:nvSpPr>
        <p:spPr>
          <a:xfrm>
            <a:off x="11592123" y="7884825"/>
            <a:ext cx="5355600" cy="6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2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0" name="Shape 2770"/>
        <p:cNvGrpSpPr/>
        <p:nvPr/>
      </p:nvGrpSpPr>
      <p:grpSpPr>
        <a:xfrm>
          <a:off x="0" y="0"/>
          <a:ext cx="0" cy="0"/>
          <a:chOff x="0" y="0"/>
          <a:chExt cx="0" cy="0"/>
        </a:xfrm>
      </p:grpSpPr>
      <p:sp>
        <p:nvSpPr>
          <p:cNvPr id="2771" name="Google Shape;2771;p165"/>
          <p:cNvSpPr txBox="1"/>
          <p:nvPr>
            <p:ph idx="1" type="body"/>
          </p:nvPr>
        </p:nvSpPr>
        <p:spPr>
          <a:xfrm>
            <a:off x="6098477" y="977414"/>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TESTIMONIAL</a:t>
            </a:r>
            <a:endParaRPr/>
          </a:p>
        </p:txBody>
      </p:sp>
      <p:sp>
        <p:nvSpPr>
          <p:cNvPr id="2772" name="Google Shape;2772;p165"/>
          <p:cNvSpPr/>
          <p:nvPr>
            <p:ph idx="2" type="pic"/>
          </p:nvPr>
        </p:nvSpPr>
        <p:spPr>
          <a:xfrm>
            <a:off x="1399700" y="2393400"/>
            <a:ext cx="3524400" cy="4578000"/>
          </a:xfrm>
          <a:prstGeom prst="rect">
            <a:avLst/>
          </a:prstGeom>
        </p:spPr>
      </p:sp>
      <p:sp>
        <p:nvSpPr>
          <p:cNvPr id="2773" name="Google Shape;2773;p165"/>
          <p:cNvSpPr txBox="1"/>
          <p:nvPr>
            <p:ph idx="3" type="subTitle"/>
          </p:nvPr>
        </p:nvSpPr>
        <p:spPr>
          <a:xfrm>
            <a:off x="6098475" y="4013850"/>
            <a:ext cx="10860000" cy="25860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"In 2026, the most advanced banks will treat AI agents </a:t>
            </a:r>
            <a:br>
              <a:rPr lang="en"/>
            </a:br>
            <a:r>
              <a:rPr lang="en"/>
              <a:t>as full teammates, not side projects. Embedding agentic assistants into servicing, compliance, and product delivery will turn AI from a cost experiment into the fastest route </a:t>
            </a:r>
            <a:br>
              <a:rPr lang="en"/>
            </a:br>
            <a:r>
              <a:rPr lang="en"/>
              <a:t>to new revenue and a much shorter SDLC."</a:t>
            </a:r>
            <a:endParaRPr/>
          </a:p>
        </p:txBody>
      </p:sp>
      <p:grpSp>
        <p:nvGrpSpPr>
          <p:cNvPr id="2774" name="Google Shape;2774;p165"/>
          <p:cNvGrpSpPr/>
          <p:nvPr/>
        </p:nvGrpSpPr>
        <p:grpSpPr>
          <a:xfrm>
            <a:off x="6098471" y="2719342"/>
            <a:ext cx="2614469" cy="401098"/>
            <a:chOff x="238125" y="2318900"/>
            <a:chExt cx="6953375" cy="1066750"/>
          </a:xfrm>
        </p:grpSpPr>
        <p:sp>
          <p:nvSpPr>
            <p:cNvPr id="2775" name="Google Shape;2775;p165"/>
            <p:cNvSpPr/>
            <p:nvPr/>
          </p:nvSpPr>
          <p:spPr>
            <a:xfrm>
              <a:off x="4627650" y="2321500"/>
              <a:ext cx="1163250" cy="1064150"/>
            </a:xfrm>
            <a:custGeom>
              <a:rect b="b" l="l" r="r" t="t"/>
              <a:pathLst>
                <a:path extrusionOk="0" h="42566" w="46530">
                  <a:moveTo>
                    <a:pt x="36619" y="7512"/>
                  </a:moveTo>
                  <a:lnTo>
                    <a:pt x="36619" y="15649"/>
                  </a:lnTo>
                  <a:lnTo>
                    <a:pt x="46530" y="14085"/>
                  </a:lnTo>
                  <a:lnTo>
                    <a:pt x="46530" y="10016"/>
                  </a:lnTo>
                  <a:cubicBezTo>
                    <a:pt x="46530" y="2087"/>
                    <a:pt x="43922" y="1"/>
                    <a:pt x="35889" y="1"/>
                  </a:cubicBezTo>
                  <a:lnTo>
                    <a:pt x="10537" y="1"/>
                  </a:lnTo>
                  <a:cubicBezTo>
                    <a:pt x="2608" y="1"/>
                    <a:pt x="0" y="2087"/>
                    <a:pt x="0" y="10016"/>
                  </a:cubicBezTo>
                  <a:lnTo>
                    <a:pt x="0" y="32446"/>
                  </a:lnTo>
                  <a:cubicBezTo>
                    <a:pt x="0" y="40479"/>
                    <a:pt x="2608" y="42565"/>
                    <a:pt x="10537" y="42565"/>
                  </a:cubicBezTo>
                  <a:lnTo>
                    <a:pt x="35889" y="42565"/>
                  </a:lnTo>
                  <a:cubicBezTo>
                    <a:pt x="43922" y="42565"/>
                    <a:pt x="46530" y="40479"/>
                    <a:pt x="46530" y="32446"/>
                  </a:cubicBezTo>
                  <a:lnTo>
                    <a:pt x="46530" y="27438"/>
                  </a:lnTo>
                  <a:lnTo>
                    <a:pt x="36619" y="25352"/>
                  </a:lnTo>
                  <a:lnTo>
                    <a:pt x="36619" y="34428"/>
                  </a:lnTo>
                  <a:lnTo>
                    <a:pt x="9807" y="34428"/>
                  </a:lnTo>
                  <a:lnTo>
                    <a:pt x="9807" y="7512"/>
                  </a:lnTo>
                  <a:close/>
                </a:path>
              </a:pathLst>
            </a:custGeom>
            <a:solidFill>
              <a:schemeClr val="dk1"/>
            </a:solidFill>
            <a:ln>
              <a:noFill/>
            </a:ln>
          </p:spPr>
          <p:txBody>
            <a:bodyPr anchorCtr="0" anchor="ctr" bIns="34350" lIns="34350" spcFirstLastPara="1" rIns="34350" wrap="square" tIns="34350">
              <a:noAutofit/>
            </a:bodyPr>
            <a:lstStyle/>
            <a:p>
              <a:pPr indent="0" lvl="0" marL="0" rtl="0" algn="l">
                <a:spcBef>
                  <a:spcPts val="0"/>
                </a:spcBef>
                <a:spcAft>
                  <a:spcPts val="0"/>
                </a:spcAft>
                <a:buNone/>
              </a:pPr>
              <a:r>
                <a:t/>
              </a:r>
              <a:endParaRPr/>
            </a:p>
          </p:txBody>
        </p:sp>
        <p:sp>
          <p:nvSpPr>
            <p:cNvPr id="2776" name="Google Shape;2776;p165"/>
            <p:cNvSpPr/>
            <p:nvPr/>
          </p:nvSpPr>
          <p:spPr>
            <a:xfrm>
              <a:off x="5991725" y="2321500"/>
              <a:ext cx="1199775" cy="1064150"/>
            </a:xfrm>
            <a:custGeom>
              <a:rect b="b" l="l" r="r" t="t"/>
              <a:pathLst>
                <a:path extrusionOk="0" h="42566" w="47991">
                  <a:moveTo>
                    <a:pt x="9911" y="1"/>
                  </a:moveTo>
                  <a:lnTo>
                    <a:pt x="0" y="1"/>
                  </a:lnTo>
                  <a:lnTo>
                    <a:pt x="0" y="32446"/>
                  </a:lnTo>
                  <a:cubicBezTo>
                    <a:pt x="0" y="40479"/>
                    <a:pt x="2608" y="42565"/>
                    <a:pt x="10641" y="42565"/>
                  </a:cubicBezTo>
                  <a:lnTo>
                    <a:pt x="37453" y="42565"/>
                  </a:lnTo>
                  <a:cubicBezTo>
                    <a:pt x="45382" y="42565"/>
                    <a:pt x="47990" y="40479"/>
                    <a:pt x="47990" y="32446"/>
                  </a:cubicBezTo>
                  <a:lnTo>
                    <a:pt x="47990" y="1"/>
                  </a:lnTo>
                  <a:lnTo>
                    <a:pt x="38079" y="1"/>
                  </a:lnTo>
                  <a:lnTo>
                    <a:pt x="38079" y="34532"/>
                  </a:lnTo>
                  <a:lnTo>
                    <a:pt x="9911" y="34532"/>
                  </a:lnTo>
                  <a:close/>
                </a:path>
              </a:pathLst>
            </a:custGeom>
            <a:solidFill>
              <a:schemeClr val="dk1"/>
            </a:solidFill>
            <a:ln>
              <a:noFill/>
            </a:ln>
          </p:spPr>
          <p:txBody>
            <a:bodyPr anchorCtr="0" anchor="ctr" bIns="34350" lIns="34350" spcFirstLastPara="1" rIns="34350" wrap="square" tIns="34350">
              <a:noAutofit/>
            </a:bodyPr>
            <a:lstStyle/>
            <a:p>
              <a:pPr indent="0" lvl="0" marL="0" rtl="0" algn="l">
                <a:spcBef>
                  <a:spcPts val="0"/>
                </a:spcBef>
                <a:spcAft>
                  <a:spcPts val="0"/>
                </a:spcAft>
                <a:buNone/>
              </a:pPr>
              <a:r>
                <a:t/>
              </a:r>
              <a:endParaRPr/>
            </a:p>
          </p:txBody>
        </p:sp>
        <p:sp>
          <p:nvSpPr>
            <p:cNvPr id="2777" name="Google Shape;2777;p165"/>
            <p:cNvSpPr/>
            <p:nvPr/>
          </p:nvSpPr>
          <p:spPr>
            <a:xfrm>
              <a:off x="238125" y="2318900"/>
              <a:ext cx="1734450" cy="1056300"/>
            </a:xfrm>
            <a:custGeom>
              <a:rect b="b" l="l" r="r" t="t"/>
              <a:pathLst>
                <a:path extrusionOk="0" h="42252" w="69378">
                  <a:moveTo>
                    <a:pt x="16275" y="42252"/>
                  </a:moveTo>
                  <a:lnTo>
                    <a:pt x="23056" y="42252"/>
                  </a:lnTo>
                  <a:lnTo>
                    <a:pt x="34845" y="13041"/>
                  </a:lnTo>
                  <a:lnTo>
                    <a:pt x="46425" y="42252"/>
                  </a:lnTo>
                  <a:lnTo>
                    <a:pt x="53102" y="42252"/>
                  </a:lnTo>
                  <a:lnTo>
                    <a:pt x="69377" y="0"/>
                  </a:lnTo>
                  <a:lnTo>
                    <a:pt x="60614" y="0"/>
                  </a:lnTo>
                  <a:lnTo>
                    <a:pt x="50390" y="28272"/>
                  </a:lnTo>
                  <a:lnTo>
                    <a:pt x="39018" y="0"/>
                  </a:lnTo>
                  <a:lnTo>
                    <a:pt x="32133" y="0"/>
                  </a:lnTo>
                  <a:lnTo>
                    <a:pt x="20865" y="28272"/>
                  </a:lnTo>
                  <a:lnTo>
                    <a:pt x="10224" y="0"/>
                  </a:lnTo>
                  <a:lnTo>
                    <a:pt x="0" y="0"/>
                  </a:lnTo>
                  <a:close/>
                </a:path>
              </a:pathLst>
            </a:custGeom>
            <a:solidFill>
              <a:schemeClr val="dk1"/>
            </a:solidFill>
            <a:ln>
              <a:noFill/>
            </a:ln>
          </p:spPr>
          <p:txBody>
            <a:bodyPr anchorCtr="0" anchor="ctr" bIns="34350" lIns="34350" spcFirstLastPara="1" rIns="34350" wrap="square" tIns="34350">
              <a:noAutofit/>
            </a:bodyPr>
            <a:lstStyle/>
            <a:p>
              <a:pPr indent="0" lvl="0" marL="0" rtl="0" algn="l">
                <a:spcBef>
                  <a:spcPts val="0"/>
                </a:spcBef>
                <a:spcAft>
                  <a:spcPts val="0"/>
                </a:spcAft>
                <a:buNone/>
              </a:pPr>
              <a:r>
                <a:t/>
              </a:r>
              <a:endParaRPr/>
            </a:p>
          </p:txBody>
        </p:sp>
        <p:sp>
          <p:nvSpPr>
            <p:cNvPr id="2778" name="Google Shape;2778;p165"/>
            <p:cNvSpPr/>
            <p:nvPr/>
          </p:nvSpPr>
          <p:spPr>
            <a:xfrm>
              <a:off x="1982975" y="2318900"/>
              <a:ext cx="1178900" cy="1056300"/>
            </a:xfrm>
            <a:custGeom>
              <a:rect b="b" l="l" r="r" t="t"/>
              <a:pathLst>
                <a:path extrusionOk="0" h="42252" w="47156">
                  <a:moveTo>
                    <a:pt x="37975" y="7407"/>
                  </a:moveTo>
                  <a:lnTo>
                    <a:pt x="37975" y="12206"/>
                  </a:lnTo>
                  <a:lnTo>
                    <a:pt x="46634" y="10120"/>
                  </a:lnTo>
                  <a:lnTo>
                    <a:pt x="46634" y="9285"/>
                  </a:lnTo>
                  <a:cubicBezTo>
                    <a:pt x="46634" y="1983"/>
                    <a:pt x="43713" y="0"/>
                    <a:pt x="36202" y="0"/>
                  </a:cubicBezTo>
                  <a:lnTo>
                    <a:pt x="12102" y="0"/>
                  </a:lnTo>
                  <a:cubicBezTo>
                    <a:pt x="4173" y="0"/>
                    <a:pt x="1670" y="2087"/>
                    <a:pt x="1670" y="10016"/>
                  </a:cubicBezTo>
                  <a:lnTo>
                    <a:pt x="1670" y="14710"/>
                  </a:lnTo>
                  <a:cubicBezTo>
                    <a:pt x="1670" y="22639"/>
                    <a:pt x="4173" y="24725"/>
                    <a:pt x="12102" y="24725"/>
                  </a:cubicBezTo>
                  <a:lnTo>
                    <a:pt x="38497" y="24725"/>
                  </a:lnTo>
                  <a:lnTo>
                    <a:pt x="38497" y="34428"/>
                  </a:lnTo>
                  <a:lnTo>
                    <a:pt x="8555" y="34428"/>
                  </a:lnTo>
                  <a:lnTo>
                    <a:pt x="8555" y="29420"/>
                  </a:lnTo>
                  <a:lnTo>
                    <a:pt x="0" y="31298"/>
                  </a:lnTo>
                  <a:lnTo>
                    <a:pt x="0" y="32237"/>
                  </a:lnTo>
                  <a:cubicBezTo>
                    <a:pt x="0" y="40165"/>
                    <a:pt x="2609" y="42252"/>
                    <a:pt x="10537" y="42252"/>
                  </a:cubicBezTo>
                  <a:lnTo>
                    <a:pt x="36619" y="42252"/>
                  </a:lnTo>
                  <a:cubicBezTo>
                    <a:pt x="44548" y="42252"/>
                    <a:pt x="47156" y="40165"/>
                    <a:pt x="47156" y="32237"/>
                  </a:cubicBezTo>
                  <a:lnTo>
                    <a:pt x="47156" y="26290"/>
                  </a:lnTo>
                  <a:cubicBezTo>
                    <a:pt x="47156" y="18362"/>
                    <a:pt x="44548" y="16275"/>
                    <a:pt x="36619" y="16275"/>
                  </a:cubicBezTo>
                  <a:lnTo>
                    <a:pt x="10329" y="16275"/>
                  </a:lnTo>
                  <a:lnTo>
                    <a:pt x="10329" y="7407"/>
                  </a:lnTo>
                  <a:close/>
                </a:path>
              </a:pathLst>
            </a:custGeom>
            <a:solidFill>
              <a:schemeClr val="dk1"/>
            </a:solidFill>
            <a:ln>
              <a:noFill/>
            </a:ln>
          </p:spPr>
          <p:txBody>
            <a:bodyPr anchorCtr="0" anchor="ctr" bIns="34350" lIns="34350" spcFirstLastPara="1" rIns="34350" wrap="square" tIns="34350">
              <a:noAutofit/>
            </a:bodyPr>
            <a:lstStyle/>
            <a:p>
              <a:pPr indent="0" lvl="0" marL="0" rtl="0" algn="l">
                <a:spcBef>
                  <a:spcPts val="0"/>
                </a:spcBef>
                <a:spcAft>
                  <a:spcPts val="0"/>
                </a:spcAft>
                <a:buNone/>
              </a:pPr>
              <a:r>
                <a:t/>
              </a:r>
              <a:endParaRPr/>
            </a:p>
          </p:txBody>
        </p:sp>
        <p:sp>
          <p:nvSpPr>
            <p:cNvPr id="2779" name="Google Shape;2779;p165"/>
            <p:cNvSpPr/>
            <p:nvPr/>
          </p:nvSpPr>
          <p:spPr>
            <a:xfrm>
              <a:off x="3365300" y="2318900"/>
              <a:ext cx="1092850" cy="1056300"/>
            </a:xfrm>
            <a:custGeom>
              <a:rect b="b" l="l" r="r" t="t"/>
              <a:pathLst>
                <a:path extrusionOk="0" h="42252" w="43714">
                  <a:moveTo>
                    <a:pt x="0" y="42252"/>
                  </a:moveTo>
                  <a:lnTo>
                    <a:pt x="43713" y="42252"/>
                  </a:lnTo>
                  <a:lnTo>
                    <a:pt x="43713" y="34323"/>
                  </a:lnTo>
                  <a:lnTo>
                    <a:pt x="9911" y="34323"/>
                  </a:lnTo>
                  <a:lnTo>
                    <a:pt x="9911" y="23891"/>
                  </a:lnTo>
                  <a:lnTo>
                    <a:pt x="29316" y="23891"/>
                  </a:lnTo>
                  <a:lnTo>
                    <a:pt x="29316" y="16692"/>
                  </a:lnTo>
                  <a:lnTo>
                    <a:pt x="9911" y="16692"/>
                  </a:lnTo>
                  <a:lnTo>
                    <a:pt x="9911" y="7199"/>
                  </a:lnTo>
                  <a:lnTo>
                    <a:pt x="43296" y="7199"/>
                  </a:lnTo>
                  <a:lnTo>
                    <a:pt x="43296" y="0"/>
                  </a:lnTo>
                  <a:lnTo>
                    <a:pt x="0" y="0"/>
                  </a:lnTo>
                  <a:close/>
                </a:path>
              </a:pathLst>
            </a:custGeom>
            <a:solidFill>
              <a:schemeClr val="dk1"/>
            </a:solidFill>
            <a:ln>
              <a:noFill/>
            </a:ln>
          </p:spPr>
          <p:txBody>
            <a:bodyPr anchorCtr="0" anchor="ctr" bIns="34350" lIns="34350" spcFirstLastPara="1" rIns="34350" wrap="square" tIns="34350">
              <a:noAutofit/>
            </a:bodyPr>
            <a:lstStyle/>
            <a:p>
              <a:pPr indent="0" lvl="0" marL="0" rtl="0" algn="l">
                <a:spcBef>
                  <a:spcPts val="0"/>
                </a:spcBef>
                <a:spcAft>
                  <a:spcPts val="0"/>
                </a:spcAft>
                <a:buNone/>
              </a:pPr>
              <a:r>
                <a:t/>
              </a:r>
              <a:endParaRPr/>
            </a:p>
          </p:txBody>
        </p:sp>
      </p:grpSp>
      <p:sp>
        <p:nvSpPr>
          <p:cNvPr id="2780" name="Google Shape;2780;p165"/>
          <p:cNvSpPr txBox="1"/>
          <p:nvPr/>
        </p:nvSpPr>
        <p:spPr>
          <a:xfrm>
            <a:off x="6098474" y="8481445"/>
            <a:ext cx="4686900" cy="702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690"/>
              </a:spcBef>
              <a:spcAft>
                <a:spcPts val="0"/>
              </a:spcAft>
              <a:buClr>
                <a:srgbClr val="000000"/>
              </a:buClr>
              <a:buSzPts val="1380"/>
              <a:buFont typeface="Arial"/>
              <a:buNone/>
            </a:pPr>
            <a:r>
              <a:rPr lang="en" sz="2400">
                <a:solidFill>
                  <a:srgbClr val="3366FF"/>
                </a:solidFill>
                <a:latin typeface="Libre Franklin Light"/>
                <a:ea typeface="Libre Franklin Light"/>
                <a:cs typeface="Libre Franklin Light"/>
                <a:sym typeface="Libre Franklin Light"/>
              </a:rPr>
              <a:t>Name</a:t>
            </a:r>
            <a:br>
              <a:rPr b="1" lang="en" sz="1104">
                <a:solidFill>
                  <a:srgbClr val="091C35"/>
                </a:solidFill>
                <a:latin typeface="Libre Franklin"/>
                <a:ea typeface="Libre Franklin"/>
                <a:cs typeface="Libre Franklin"/>
                <a:sym typeface="Libre Franklin"/>
              </a:rPr>
            </a:br>
            <a:r>
              <a:rPr lang="en" sz="1804">
                <a:solidFill>
                  <a:srgbClr val="091C35"/>
                </a:solidFill>
                <a:latin typeface="Libre Franklin Light"/>
                <a:ea typeface="Libre Franklin Light"/>
                <a:cs typeface="Libre Franklin Light"/>
                <a:sym typeface="Libre Franklin Light"/>
              </a:rPr>
              <a:t>Title</a:t>
            </a:r>
            <a:endParaRPr b="1" sz="1804">
              <a:solidFill>
                <a:srgbClr val="091C35"/>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4" name="Shape 2784"/>
        <p:cNvGrpSpPr/>
        <p:nvPr/>
      </p:nvGrpSpPr>
      <p:grpSpPr>
        <a:xfrm>
          <a:off x="0" y="0"/>
          <a:ext cx="0" cy="0"/>
          <a:chOff x="0" y="0"/>
          <a:chExt cx="0" cy="0"/>
        </a:xfrm>
      </p:grpSpPr>
      <p:sp>
        <p:nvSpPr>
          <p:cNvPr id="2785" name="Google Shape;2785;p166"/>
          <p:cNvSpPr txBox="1"/>
          <p:nvPr>
            <p:ph idx="1" type="body"/>
          </p:nvPr>
        </p:nvSpPr>
        <p:spPr>
          <a:xfrm>
            <a:off x="895827" y="2807416"/>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786" name="Google Shape;2786;p166"/>
          <p:cNvSpPr txBox="1"/>
          <p:nvPr>
            <p:ph idx="2" type="body"/>
          </p:nvPr>
        </p:nvSpPr>
        <p:spPr>
          <a:xfrm>
            <a:off x="895825" y="3852225"/>
            <a:ext cx="16441200" cy="2285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Lorem ipsum dolor sit amet, consectetur adipiscing elit. </a:t>
            </a:r>
            <a:br>
              <a:rPr lang="en"/>
            </a:br>
            <a:r>
              <a:rPr lang="en"/>
              <a:t>Fusce convallis ultrices varius. Ut tincidunt sed nibh feugiat aliquet. </a:t>
            </a:r>
            <a:r>
              <a:rPr lang="en">
                <a:solidFill>
                  <a:schemeClr val="dk2"/>
                </a:solidFill>
              </a:rPr>
              <a:t>Vivamus nec ante et nisl egestas vulputate.</a:t>
            </a:r>
            <a:endParaRPr>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0" name="Shape 2790"/>
        <p:cNvGrpSpPr/>
        <p:nvPr/>
      </p:nvGrpSpPr>
      <p:grpSpPr>
        <a:xfrm>
          <a:off x="0" y="0"/>
          <a:ext cx="0" cy="0"/>
          <a:chOff x="0" y="0"/>
          <a:chExt cx="0" cy="0"/>
        </a:xfrm>
      </p:grpSpPr>
      <p:sp>
        <p:nvSpPr>
          <p:cNvPr id="2791" name="Google Shape;2791;p167"/>
          <p:cNvSpPr txBox="1"/>
          <p:nvPr>
            <p:ph idx="1" type="body"/>
          </p:nvPr>
        </p:nvSpPr>
        <p:spPr>
          <a:xfrm>
            <a:off x="1124427" y="2807416"/>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STAT</a:t>
            </a:r>
            <a:endParaRPr/>
          </a:p>
        </p:txBody>
      </p:sp>
      <p:sp>
        <p:nvSpPr>
          <p:cNvPr id="2792" name="Google Shape;2792;p167"/>
          <p:cNvSpPr txBox="1"/>
          <p:nvPr/>
        </p:nvSpPr>
        <p:spPr>
          <a:xfrm>
            <a:off x="1848626" y="4060650"/>
            <a:ext cx="3308700" cy="2165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14069">
                <a:solidFill>
                  <a:schemeClr val="dk2"/>
                </a:solidFill>
                <a:latin typeface="Libre Franklin"/>
                <a:ea typeface="Libre Franklin"/>
                <a:cs typeface="Libre Franklin"/>
                <a:sym typeface="Libre Franklin"/>
              </a:rPr>
              <a:t>70</a:t>
            </a:r>
            <a:r>
              <a:rPr b="1" lang="en" sz="5665">
                <a:solidFill>
                  <a:schemeClr val="dk2"/>
                </a:solidFill>
                <a:latin typeface="Libre Franklin"/>
                <a:ea typeface="Libre Franklin"/>
                <a:cs typeface="Libre Franklin"/>
                <a:sym typeface="Libre Franklin"/>
              </a:rPr>
              <a:t>%</a:t>
            </a:r>
            <a:endParaRPr b="1" sz="5665">
              <a:solidFill>
                <a:schemeClr val="dk2"/>
              </a:solidFill>
              <a:latin typeface="Libre Franklin"/>
              <a:ea typeface="Libre Franklin"/>
              <a:cs typeface="Libre Franklin"/>
              <a:sym typeface="Libre Franklin"/>
            </a:endParaRPr>
          </a:p>
        </p:txBody>
      </p:sp>
      <p:sp>
        <p:nvSpPr>
          <p:cNvPr id="2793" name="Google Shape;2793;p167"/>
          <p:cNvSpPr txBox="1"/>
          <p:nvPr>
            <p:ph idx="2" type="body"/>
          </p:nvPr>
        </p:nvSpPr>
        <p:spPr>
          <a:xfrm>
            <a:off x="5653800" y="4368456"/>
            <a:ext cx="9468900" cy="14730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sz="2900"/>
              <a:t>Lorem ipsum dolor sit amet, consectetur adipiscing elit. Fusce convallis ultrices varius. feugiat aliquet. </a:t>
            </a:r>
            <a:r>
              <a:rPr lang="en" sz="2900">
                <a:solidFill>
                  <a:schemeClr val="dk2"/>
                </a:solidFill>
              </a:rPr>
              <a:t>Vivamus nec ante et nisl egestas vulputate.</a:t>
            </a:r>
            <a:endParaRPr sz="2900">
              <a:solidFill>
                <a:schemeClr val="dk2"/>
              </a:solidFill>
            </a:endParaRPr>
          </a:p>
        </p:txBody>
      </p:sp>
      <p:sp>
        <p:nvSpPr>
          <p:cNvPr id="2794" name="Google Shape;2794;p167"/>
          <p:cNvSpPr txBox="1"/>
          <p:nvPr>
            <p:ph idx="2" type="body"/>
          </p:nvPr>
        </p:nvSpPr>
        <p:spPr>
          <a:xfrm>
            <a:off x="5653800" y="6226356"/>
            <a:ext cx="9468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sz="1800"/>
              <a:t>Source: Title &amp; Link </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8" name="Shape 2798"/>
        <p:cNvGrpSpPr/>
        <p:nvPr/>
      </p:nvGrpSpPr>
      <p:grpSpPr>
        <a:xfrm>
          <a:off x="0" y="0"/>
          <a:ext cx="0" cy="0"/>
          <a:chOff x="0" y="0"/>
          <a:chExt cx="0" cy="0"/>
        </a:xfrm>
      </p:grpSpPr>
      <p:sp>
        <p:nvSpPr>
          <p:cNvPr id="2799" name="Google Shape;2799;p168"/>
          <p:cNvSpPr txBox="1"/>
          <p:nvPr>
            <p:ph idx="1" type="body"/>
          </p:nvPr>
        </p:nvSpPr>
        <p:spPr>
          <a:xfrm>
            <a:off x="895827" y="2807416"/>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800" name="Google Shape;2800;p168"/>
          <p:cNvSpPr txBox="1"/>
          <p:nvPr>
            <p:ph idx="2" type="body"/>
          </p:nvPr>
        </p:nvSpPr>
        <p:spPr>
          <a:xfrm>
            <a:off x="895825" y="3852225"/>
            <a:ext cx="16441200" cy="2285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Lorem ipsum dolor sit amet, consectetur adipiscing elit. </a:t>
            </a:r>
            <a:br>
              <a:rPr lang="en"/>
            </a:br>
            <a:r>
              <a:rPr lang="en"/>
              <a:t>Fusce convallis ultrices varius. Ut tincidunt sed nibh feugiat aliquet. </a:t>
            </a:r>
            <a:r>
              <a:rPr lang="en">
                <a:solidFill>
                  <a:schemeClr val="accent2"/>
                </a:solidFill>
              </a:rPr>
              <a:t>Vivamus nec ante et nisl egestas vulputate.</a:t>
            </a:r>
            <a:endParaRPr>
              <a:solidFill>
                <a:schemeClr val="accent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4" name="Shape 2804"/>
        <p:cNvGrpSpPr/>
        <p:nvPr/>
      </p:nvGrpSpPr>
      <p:grpSpPr>
        <a:xfrm>
          <a:off x="0" y="0"/>
          <a:ext cx="0" cy="0"/>
          <a:chOff x="0" y="0"/>
          <a:chExt cx="0" cy="0"/>
        </a:xfrm>
      </p:grpSpPr>
      <p:sp>
        <p:nvSpPr>
          <p:cNvPr id="2805" name="Google Shape;2805;p169"/>
          <p:cNvSpPr txBox="1"/>
          <p:nvPr>
            <p:ph idx="1" type="body"/>
          </p:nvPr>
        </p:nvSpPr>
        <p:spPr>
          <a:xfrm>
            <a:off x="1124427" y="2807416"/>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STAT</a:t>
            </a:r>
            <a:endParaRPr/>
          </a:p>
        </p:txBody>
      </p:sp>
      <p:sp>
        <p:nvSpPr>
          <p:cNvPr id="2806" name="Google Shape;2806;p169"/>
          <p:cNvSpPr txBox="1"/>
          <p:nvPr/>
        </p:nvSpPr>
        <p:spPr>
          <a:xfrm>
            <a:off x="1848626" y="4060650"/>
            <a:ext cx="3308700" cy="2165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14069">
                <a:solidFill>
                  <a:schemeClr val="accent2"/>
                </a:solidFill>
                <a:latin typeface="Libre Franklin"/>
                <a:ea typeface="Libre Franklin"/>
                <a:cs typeface="Libre Franklin"/>
                <a:sym typeface="Libre Franklin"/>
              </a:rPr>
              <a:t>70</a:t>
            </a:r>
            <a:r>
              <a:rPr b="1" lang="en" sz="5665">
                <a:solidFill>
                  <a:schemeClr val="accent2"/>
                </a:solidFill>
                <a:latin typeface="Libre Franklin"/>
                <a:ea typeface="Libre Franklin"/>
                <a:cs typeface="Libre Franklin"/>
                <a:sym typeface="Libre Franklin"/>
              </a:rPr>
              <a:t>%</a:t>
            </a:r>
            <a:endParaRPr b="1" sz="5665">
              <a:solidFill>
                <a:schemeClr val="accent2"/>
              </a:solidFill>
              <a:latin typeface="Libre Franklin"/>
              <a:ea typeface="Libre Franklin"/>
              <a:cs typeface="Libre Franklin"/>
              <a:sym typeface="Libre Franklin"/>
            </a:endParaRPr>
          </a:p>
        </p:txBody>
      </p:sp>
      <p:sp>
        <p:nvSpPr>
          <p:cNvPr id="2807" name="Google Shape;2807;p169"/>
          <p:cNvSpPr txBox="1"/>
          <p:nvPr>
            <p:ph idx="2" type="body"/>
          </p:nvPr>
        </p:nvSpPr>
        <p:spPr>
          <a:xfrm>
            <a:off x="5653800" y="4368456"/>
            <a:ext cx="9468900" cy="14730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sz="2900"/>
              <a:t>Lorem ipsum dolor sit amet, consectetur adipiscing elit. Fusce convallis ultrices varius. feugiat aliquet. </a:t>
            </a:r>
            <a:r>
              <a:rPr lang="en" sz="2900">
                <a:solidFill>
                  <a:schemeClr val="accent2"/>
                </a:solidFill>
              </a:rPr>
              <a:t>Vivamus nec ante et nisl egestas vulputate.</a:t>
            </a:r>
            <a:endParaRPr sz="2900">
              <a:solidFill>
                <a:schemeClr val="accent2"/>
              </a:solidFill>
            </a:endParaRPr>
          </a:p>
        </p:txBody>
      </p:sp>
      <p:sp>
        <p:nvSpPr>
          <p:cNvPr id="2808" name="Google Shape;2808;p169"/>
          <p:cNvSpPr txBox="1"/>
          <p:nvPr>
            <p:ph idx="2" type="body"/>
          </p:nvPr>
        </p:nvSpPr>
        <p:spPr>
          <a:xfrm>
            <a:off x="5653800" y="6226356"/>
            <a:ext cx="9468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sz="1800"/>
              <a:t>Source: Title &amp; Link </a:t>
            </a:r>
            <a:endParaRPr sz="1800">
              <a:solidFill>
                <a:schemeClr val="dk2"/>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2" name="Shape 2812"/>
        <p:cNvGrpSpPr/>
        <p:nvPr/>
      </p:nvGrpSpPr>
      <p:grpSpPr>
        <a:xfrm>
          <a:off x="0" y="0"/>
          <a:ext cx="0" cy="0"/>
          <a:chOff x="0" y="0"/>
          <a:chExt cx="0" cy="0"/>
        </a:xfrm>
      </p:grpSpPr>
      <p:sp>
        <p:nvSpPr>
          <p:cNvPr id="2813" name="Google Shape;2813;p170"/>
          <p:cNvSpPr txBox="1"/>
          <p:nvPr>
            <p:ph idx="1" type="body"/>
          </p:nvPr>
        </p:nvSpPr>
        <p:spPr>
          <a:xfrm>
            <a:off x="895827" y="2807416"/>
            <a:ext cx="4686900" cy="2772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LABEL</a:t>
            </a:r>
            <a:endParaRPr/>
          </a:p>
        </p:txBody>
      </p:sp>
      <p:sp>
        <p:nvSpPr>
          <p:cNvPr id="2814" name="Google Shape;2814;p170"/>
          <p:cNvSpPr txBox="1"/>
          <p:nvPr>
            <p:ph idx="2" type="body"/>
          </p:nvPr>
        </p:nvSpPr>
        <p:spPr>
          <a:xfrm>
            <a:off x="895825" y="3852225"/>
            <a:ext cx="16441200" cy="22857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Lorem ipsum dolor sit amet, consectetur adipiscing elit. Fusce convallis ultrices varius. Ut tincidunt sed nibh feugiat aliquet. </a:t>
            </a:r>
            <a:r>
              <a:rPr lang="en">
                <a:solidFill>
                  <a:schemeClr val="dk2"/>
                </a:solidFill>
              </a:rPr>
              <a:t>Vivamus nec ante et nisl egestas vulputate.</a:t>
            </a:r>
            <a:endParaRPr>
              <a:solidFill>
                <a:schemeClr val="dk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8" name="Shape 2818"/>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172"/>
          <p:cNvSpPr txBox="1"/>
          <p:nvPr>
            <p:ph type="title"/>
          </p:nvPr>
        </p:nvSpPr>
        <p:spPr>
          <a:xfrm>
            <a:off x="1088575" y="1140800"/>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Recurring Icons</a:t>
            </a:r>
            <a:endParaRPr/>
          </a:p>
        </p:txBody>
      </p:sp>
      <p:sp>
        <p:nvSpPr>
          <p:cNvPr id="2824" name="Google Shape;2824;p172"/>
          <p:cNvSpPr/>
          <p:nvPr/>
        </p:nvSpPr>
        <p:spPr>
          <a:xfrm>
            <a:off x="15108390" y="3766792"/>
            <a:ext cx="551791" cy="551738"/>
          </a:xfrm>
          <a:custGeom>
            <a:rect b="b" l="l" r="r" t="t"/>
            <a:pathLst>
              <a:path extrusionOk="0" h="10419" w="10420">
                <a:moveTo>
                  <a:pt x="3763" y="881"/>
                </a:moveTo>
                <a:lnTo>
                  <a:pt x="3597" y="1108"/>
                </a:lnTo>
                <a:lnTo>
                  <a:pt x="3311" y="1632"/>
                </a:lnTo>
                <a:lnTo>
                  <a:pt x="3073" y="2227"/>
                </a:lnTo>
                <a:lnTo>
                  <a:pt x="2870" y="2894"/>
                </a:lnTo>
                <a:lnTo>
                  <a:pt x="2799" y="3251"/>
                </a:lnTo>
                <a:lnTo>
                  <a:pt x="1096" y="3251"/>
                </a:lnTo>
                <a:lnTo>
                  <a:pt x="1299" y="2846"/>
                </a:lnTo>
                <a:lnTo>
                  <a:pt x="1846" y="2120"/>
                </a:lnTo>
                <a:lnTo>
                  <a:pt x="2537" y="1513"/>
                </a:lnTo>
                <a:lnTo>
                  <a:pt x="3323" y="1048"/>
                </a:lnTo>
                <a:lnTo>
                  <a:pt x="3763" y="881"/>
                </a:lnTo>
                <a:close/>
                <a:moveTo>
                  <a:pt x="5216" y="643"/>
                </a:moveTo>
                <a:lnTo>
                  <a:pt x="5347" y="655"/>
                </a:lnTo>
                <a:lnTo>
                  <a:pt x="5645" y="774"/>
                </a:lnTo>
                <a:lnTo>
                  <a:pt x="5966" y="1048"/>
                </a:lnTo>
                <a:lnTo>
                  <a:pt x="6311" y="1501"/>
                </a:lnTo>
                <a:lnTo>
                  <a:pt x="6478" y="1810"/>
                </a:lnTo>
                <a:lnTo>
                  <a:pt x="6621" y="2120"/>
                </a:lnTo>
                <a:lnTo>
                  <a:pt x="6859" y="2846"/>
                </a:lnTo>
                <a:lnTo>
                  <a:pt x="6942" y="3251"/>
                </a:lnTo>
                <a:lnTo>
                  <a:pt x="3466" y="3251"/>
                </a:lnTo>
                <a:lnTo>
                  <a:pt x="3561" y="2846"/>
                </a:lnTo>
                <a:lnTo>
                  <a:pt x="3811" y="2120"/>
                </a:lnTo>
                <a:lnTo>
                  <a:pt x="3954" y="1810"/>
                </a:lnTo>
                <a:lnTo>
                  <a:pt x="4121" y="1501"/>
                </a:lnTo>
                <a:lnTo>
                  <a:pt x="4454" y="1048"/>
                </a:lnTo>
                <a:lnTo>
                  <a:pt x="4787" y="774"/>
                </a:lnTo>
                <a:lnTo>
                  <a:pt x="5085" y="655"/>
                </a:lnTo>
                <a:lnTo>
                  <a:pt x="5216" y="643"/>
                </a:lnTo>
                <a:close/>
                <a:moveTo>
                  <a:pt x="6669" y="881"/>
                </a:moveTo>
                <a:lnTo>
                  <a:pt x="7097" y="1048"/>
                </a:lnTo>
                <a:lnTo>
                  <a:pt x="7895" y="1513"/>
                </a:lnTo>
                <a:lnTo>
                  <a:pt x="8574" y="2108"/>
                </a:lnTo>
                <a:lnTo>
                  <a:pt x="9121" y="2846"/>
                </a:lnTo>
                <a:lnTo>
                  <a:pt x="9336" y="3251"/>
                </a:lnTo>
                <a:lnTo>
                  <a:pt x="7633" y="3251"/>
                </a:lnTo>
                <a:lnTo>
                  <a:pt x="7550" y="2894"/>
                </a:lnTo>
                <a:lnTo>
                  <a:pt x="7359" y="2227"/>
                </a:lnTo>
                <a:lnTo>
                  <a:pt x="7109" y="1632"/>
                </a:lnTo>
                <a:lnTo>
                  <a:pt x="6823" y="1108"/>
                </a:lnTo>
                <a:lnTo>
                  <a:pt x="6669" y="881"/>
                </a:lnTo>
                <a:close/>
                <a:moveTo>
                  <a:pt x="9586" y="3906"/>
                </a:moveTo>
                <a:lnTo>
                  <a:pt x="9669" y="4215"/>
                </a:lnTo>
                <a:lnTo>
                  <a:pt x="9764" y="4870"/>
                </a:lnTo>
                <a:lnTo>
                  <a:pt x="9776" y="5204"/>
                </a:lnTo>
                <a:lnTo>
                  <a:pt x="9764" y="5537"/>
                </a:lnTo>
                <a:lnTo>
                  <a:pt x="9669" y="6192"/>
                </a:lnTo>
                <a:lnTo>
                  <a:pt x="9586" y="6501"/>
                </a:lnTo>
                <a:lnTo>
                  <a:pt x="7716" y="6501"/>
                </a:lnTo>
                <a:lnTo>
                  <a:pt x="7800" y="5870"/>
                </a:lnTo>
                <a:lnTo>
                  <a:pt x="7824" y="5204"/>
                </a:lnTo>
                <a:lnTo>
                  <a:pt x="7800" y="4537"/>
                </a:lnTo>
                <a:lnTo>
                  <a:pt x="7716" y="3906"/>
                </a:lnTo>
                <a:close/>
                <a:moveTo>
                  <a:pt x="2692" y="3906"/>
                </a:moveTo>
                <a:lnTo>
                  <a:pt x="2620" y="4537"/>
                </a:lnTo>
                <a:lnTo>
                  <a:pt x="2608" y="5204"/>
                </a:lnTo>
                <a:lnTo>
                  <a:pt x="2620" y="5870"/>
                </a:lnTo>
                <a:lnTo>
                  <a:pt x="2692" y="6513"/>
                </a:lnTo>
                <a:lnTo>
                  <a:pt x="846" y="6513"/>
                </a:lnTo>
                <a:lnTo>
                  <a:pt x="763" y="6192"/>
                </a:lnTo>
                <a:lnTo>
                  <a:pt x="668" y="5537"/>
                </a:lnTo>
                <a:lnTo>
                  <a:pt x="656" y="5204"/>
                </a:lnTo>
                <a:lnTo>
                  <a:pt x="668" y="4870"/>
                </a:lnTo>
                <a:lnTo>
                  <a:pt x="763" y="4215"/>
                </a:lnTo>
                <a:lnTo>
                  <a:pt x="846" y="3906"/>
                </a:lnTo>
                <a:close/>
                <a:moveTo>
                  <a:pt x="7073" y="3906"/>
                </a:moveTo>
                <a:lnTo>
                  <a:pt x="7145" y="4537"/>
                </a:lnTo>
                <a:lnTo>
                  <a:pt x="7169" y="5204"/>
                </a:lnTo>
                <a:lnTo>
                  <a:pt x="7145" y="5882"/>
                </a:lnTo>
                <a:lnTo>
                  <a:pt x="7073" y="6513"/>
                </a:lnTo>
                <a:lnTo>
                  <a:pt x="3347" y="6513"/>
                </a:lnTo>
                <a:lnTo>
                  <a:pt x="3275" y="5882"/>
                </a:lnTo>
                <a:lnTo>
                  <a:pt x="3263" y="5204"/>
                </a:lnTo>
                <a:lnTo>
                  <a:pt x="3275" y="4537"/>
                </a:lnTo>
                <a:lnTo>
                  <a:pt x="3347" y="3906"/>
                </a:lnTo>
                <a:close/>
                <a:moveTo>
                  <a:pt x="2799" y="7156"/>
                </a:moveTo>
                <a:lnTo>
                  <a:pt x="2870" y="7514"/>
                </a:lnTo>
                <a:lnTo>
                  <a:pt x="3073" y="8180"/>
                </a:lnTo>
                <a:lnTo>
                  <a:pt x="3311" y="8788"/>
                </a:lnTo>
                <a:lnTo>
                  <a:pt x="3597" y="9300"/>
                </a:lnTo>
                <a:lnTo>
                  <a:pt x="3763" y="9526"/>
                </a:lnTo>
                <a:lnTo>
                  <a:pt x="3763" y="9526"/>
                </a:lnTo>
                <a:lnTo>
                  <a:pt x="3323" y="9359"/>
                </a:lnTo>
                <a:lnTo>
                  <a:pt x="2537" y="8907"/>
                </a:lnTo>
                <a:lnTo>
                  <a:pt x="1846" y="8299"/>
                </a:lnTo>
                <a:lnTo>
                  <a:pt x="1299" y="7573"/>
                </a:lnTo>
                <a:lnTo>
                  <a:pt x="1096" y="7156"/>
                </a:lnTo>
                <a:close/>
                <a:moveTo>
                  <a:pt x="9336" y="7156"/>
                </a:moveTo>
                <a:lnTo>
                  <a:pt x="9121" y="7561"/>
                </a:lnTo>
                <a:lnTo>
                  <a:pt x="8574" y="8299"/>
                </a:lnTo>
                <a:lnTo>
                  <a:pt x="7895" y="8895"/>
                </a:lnTo>
                <a:lnTo>
                  <a:pt x="7109" y="9359"/>
                </a:lnTo>
                <a:lnTo>
                  <a:pt x="6669" y="9526"/>
                </a:lnTo>
                <a:lnTo>
                  <a:pt x="6669" y="9526"/>
                </a:lnTo>
                <a:lnTo>
                  <a:pt x="6823" y="9300"/>
                </a:lnTo>
                <a:lnTo>
                  <a:pt x="7109" y="8776"/>
                </a:lnTo>
                <a:lnTo>
                  <a:pt x="7359" y="8180"/>
                </a:lnTo>
                <a:lnTo>
                  <a:pt x="7550" y="7514"/>
                </a:lnTo>
                <a:lnTo>
                  <a:pt x="7633" y="7156"/>
                </a:lnTo>
                <a:close/>
                <a:moveTo>
                  <a:pt x="6942" y="7156"/>
                </a:moveTo>
                <a:lnTo>
                  <a:pt x="6859" y="7549"/>
                </a:lnTo>
                <a:lnTo>
                  <a:pt x="6621" y="8287"/>
                </a:lnTo>
                <a:lnTo>
                  <a:pt x="6478" y="8597"/>
                </a:lnTo>
                <a:lnTo>
                  <a:pt x="6311" y="8907"/>
                </a:lnTo>
                <a:lnTo>
                  <a:pt x="5966" y="9359"/>
                </a:lnTo>
                <a:lnTo>
                  <a:pt x="5645" y="9633"/>
                </a:lnTo>
                <a:lnTo>
                  <a:pt x="5347" y="9752"/>
                </a:lnTo>
                <a:lnTo>
                  <a:pt x="5216" y="9764"/>
                </a:lnTo>
                <a:lnTo>
                  <a:pt x="5085" y="9752"/>
                </a:lnTo>
                <a:lnTo>
                  <a:pt x="4775" y="9633"/>
                </a:lnTo>
                <a:lnTo>
                  <a:pt x="4454" y="9359"/>
                </a:lnTo>
                <a:lnTo>
                  <a:pt x="4121" y="8907"/>
                </a:lnTo>
                <a:lnTo>
                  <a:pt x="3954" y="8597"/>
                </a:lnTo>
                <a:lnTo>
                  <a:pt x="3811" y="8287"/>
                </a:lnTo>
                <a:lnTo>
                  <a:pt x="3561" y="7549"/>
                </a:lnTo>
                <a:lnTo>
                  <a:pt x="3466" y="7156"/>
                </a:lnTo>
                <a:close/>
                <a:moveTo>
                  <a:pt x="5216" y="0"/>
                </a:moveTo>
                <a:lnTo>
                  <a:pt x="4680" y="12"/>
                </a:lnTo>
                <a:lnTo>
                  <a:pt x="3656" y="227"/>
                </a:lnTo>
                <a:lnTo>
                  <a:pt x="2727" y="620"/>
                </a:lnTo>
                <a:lnTo>
                  <a:pt x="1894" y="1179"/>
                </a:lnTo>
                <a:lnTo>
                  <a:pt x="1191" y="1882"/>
                </a:lnTo>
                <a:lnTo>
                  <a:pt x="620" y="2715"/>
                </a:lnTo>
                <a:lnTo>
                  <a:pt x="227" y="3656"/>
                </a:lnTo>
                <a:lnTo>
                  <a:pt x="25" y="4668"/>
                </a:lnTo>
                <a:lnTo>
                  <a:pt x="1" y="5204"/>
                </a:lnTo>
                <a:lnTo>
                  <a:pt x="25" y="5739"/>
                </a:lnTo>
                <a:lnTo>
                  <a:pt x="227" y="6763"/>
                </a:lnTo>
                <a:lnTo>
                  <a:pt x="620" y="7692"/>
                </a:lnTo>
                <a:lnTo>
                  <a:pt x="1191" y="8526"/>
                </a:lnTo>
                <a:lnTo>
                  <a:pt x="1894" y="9228"/>
                </a:lnTo>
                <a:lnTo>
                  <a:pt x="2727" y="9788"/>
                </a:lnTo>
                <a:lnTo>
                  <a:pt x="3656" y="10193"/>
                </a:lnTo>
                <a:lnTo>
                  <a:pt x="4680" y="10395"/>
                </a:lnTo>
                <a:lnTo>
                  <a:pt x="5216" y="10419"/>
                </a:lnTo>
                <a:lnTo>
                  <a:pt x="5752" y="10395"/>
                </a:lnTo>
                <a:lnTo>
                  <a:pt x="6764" y="10193"/>
                </a:lnTo>
                <a:lnTo>
                  <a:pt x="7704" y="9788"/>
                </a:lnTo>
                <a:lnTo>
                  <a:pt x="8526" y="9228"/>
                </a:lnTo>
                <a:lnTo>
                  <a:pt x="9240" y="8526"/>
                </a:lnTo>
                <a:lnTo>
                  <a:pt x="9800" y="7692"/>
                </a:lnTo>
                <a:lnTo>
                  <a:pt x="10193" y="6763"/>
                </a:lnTo>
                <a:lnTo>
                  <a:pt x="10407" y="5739"/>
                </a:lnTo>
                <a:lnTo>
                  <a:pt x="10419" y="5204"/>
                </a:lnTo>
                <a:lnTo>
                  <a:pt x="10407" y="4668"/>
                </a:lnTo>
                <a:lnTo>
                  <a:pt x="10193" y="3656"/>
                </a:lnTo>
                <a:lnTo>
                  <a:pt x="9800" y="2715"/>
                </a:lnTo>
                <a:lnTo>
                  <a:pt x="9240" y="1882"/>
                </a:lnTo>
                <a:lnTo>
                  <a:pt x="8526" y="1179"/>
                </a:lnTo>
                <a:lnTo>
                  <a:pt x="7704" y="620"/>
                </a:lnTo>
                <a:lnTo>
                  <a:pt x="6764" y="227"/>
                </a:lnTo>
                <a:lnTo>
                  <a:pt x="5752" y="12"/>
                </a:lnTo>
                <a:lnTo>
                  <a:pt x="5216"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25" name="Google Shape;2825;p172"/>
          <p:cNvSpPr/>
          <p:nvPr/>
        </p:nvSpPr>
        <p:spPr>
          <a:xfrm>
            <a:off x="13686590" y="3766792"/>
            <a:ext cx="551791" cy="551738"/>
          </a:xfrm>
          <a:custGeom>
            <a:rect b="b" l="l" r="r" t="t"/>
            <a:pathLst>
              <a:path extrusionOk="0" h="10419" w="10420">
                <a:moveTo>
                  <a:pt x="7812" y="905"/>
                </a:moveTo>
                <a:lnTo>
                  <a:pt x="8097" y="1858"/>
                </a:lnTo>
                <a:lnTo>
                  <a:pt x="7050" y="2906"/>
                </a:lnTo>
                <a:lnTo>
                  <a:pt x="6895" y="1929"/>
                </a:lnTo>
                <a:lnTo>
                  <a:pt x="6883" y="1846"/>
                </a:lnTo>
                <a:lnTo>
                  <a:pt x="6942" y="1691"/>
                </a:lnTo>
                <a:lnTo>
                  <a:pt x="7002" y="1632"/>
                </a:lnTo>
                <a:lnTo>
                  <a:pt x="7812" y="905"/>
                </a:lnTo>
                <a:close/>
                <a:moveTo>
                  <a:pt x="8562" y="2322"/>
                </a:moveTo>
                <a:lnTo>
                  <a:pt x="9514" y="2608"/>
                </a:lnTo>
                <a:lnTo>
                  <a:pt x="8788" y="3418"/>
                </a:lnTo>
                <a:lnTo>
                  <a:pt x="8729" y="3477"/>
                </a:lnTo>
                <a:lnTo>
                  <a:pt x="8574" y="3525"/>
                </a:lnTo>
                <a:lnTo>
                  <a:pt x="8490" y="3525"/>
                </a:lnTo>
                <a:lnTo>
                  <a:pt x="7514" y="3358"/>
                </a:lnTo>
                <a:lnTo>
                  <a:pt x="8562" y="2322"/>
                </a:lnTo>
                <a:close/>
                <a:moveTo>
                  <a:pt x="7907" y="119"/>
                </a:moveTo>
                <a:lnTo>
                  <a:pt x="7669" y="167"/>
                </a:lnTo>
                <a:lnTo>
                  <a:pt x="7550" y="250"/>
                </a:lnTo>
                <a:lnTo>
                  <a:pt x="6561" y="1143"/>
                </a:lnTo>
                <a:lnTo>
                  <a:pt x="6478" y="1227"/>
                </a:lnTo>
                <a:lnTo>
                  <a:pt x="6335" y="1429"/>
                </a:lnTo>
                <a:lnTo>
                  <a:pt x="6252" y="1667"/>
                </a:lnTo>
                <a:lnTo>
                  <a:pt x="6240" y="1905"/>
                </a:lnTo>
                <a:lnTo>
                  <a:pt x="6252" y="2036"/>
                </a:lnTo>
                <a:lnTo>
                  <a:pt x="6490" y="3465"/>
                </a:lnTo>
                <a:lnTo>
                  <a:pt x="4978" y="4977"/>
                </a:lnTo>
                <a:lnTo>
                  <a:pt x="4906" y="5085"/>
                </a:lnTo>
                <a:lnTo>
                  <a:pt x="4906" y="5335"/>
                </a:lnTo>
                <a:lnTo>
                  <a:pt x="4978" y="5430"/>
                </a:lnTo>
                <a:lnTo>
                  <a:pt x="5085" y="5513"/>
                </a:lnTo>
                <a:lnTo>
                  <a:pt x="5335" y="5513"/>
                </a:lnTo>
                <a:lnTo>
                  <a:pt x="5442" y="5430"/>
                </a:lnTo>
                <a:lnTo>
                  <a:pt x="6954" y="3930"/>
                </a:lnTo>
                <a:lnTo>
                  <a:pt x="8383" y="4168"/>
                </a:lnTo>
                <a:lnTo>
                  <a:pt x="8502" y="4180"/>
                </a:lnTo>
                <a:lnTo>
                  <a:pt x="8752" y="4156"/>
                </a:lnTo>
                <a:lnTo>
                  <a:pt x="8979" y="4072"/>
                </a:lnTo>
                <a:lnTo>
                  <a:pt x="9193" y="3942"/>
                </a:lnTo>
                <a:lnTo>
                  <a:pt x="9276" y="3846"/>
                </a:lnTo>
                <a:lnTo>
                  <a:pt x="10169" y="2846"/>
                </a:lnTo>
                <a:lnTo>
                  <a:pt x="10241" y="2739"/>
                </a:lnTo>
                <a:lnTo>
                  <a:pt x="10300" y="2501"/>
                </a:lnTo>
                <a:lnTo>
                  <a:pt x="10229" y="2275"/>
                </a:lnTo>
                <a:lnTo>
                  <a:pt x="10062" y="2096"/>
                </a:lnTo>
                <a:lnTo>
                  <a:pt x="9943" y="2048"/>
                </a:lnTo>
                <a:lnTo>
                  <a:pt x="8729" y="1691"/>
                </a:lnTo>
                <a:lnTo>
                  <a:pt x="8359" y="477"/>
                </a:lnTo>
                <a:lnTo>
                  <a:pt x="8312" y="346"/>
                </a:lnTo>
                <a:lnTo>
                  <a:pt x="8133" y="179"/>
                </a:lnTo>
                <a:lnTo>
                  <a:pt x="7907" y="119"/>
                </a:lnTo>
                <a:close/>
                <a:moveTo>
                  <a:pt x="5204" y="1929"/>
                </a:moveTo>
                <a:lnTo>
                  <a:pt x="4871" y="1941"/>
                </a:lnTo>
                <a:lnTo>
                  <a:pt x="4240" y="2072"/>
                </a:lnTo>
                <a:lnTo>
                  <a:pt x="3656" y="2310"/>
                </a:lnTo>
                <a:lnTo>
                  <a:pt x="3132" y="2667"/>
                </a:lnTo>
                <a:lnTo>
                  <a:pt x="2692" y="3108"/>
                </a:lnTo>
                <a:lnTo>
                  <a:pt x="2346" y="3620"/>
                </a:lnTo>
                <a:lnTo>
                  <a:pt x="2096" y="4203"/>
                </a:lnTo>
                <a:lnTo>
                  <a:pt x="1965" y="4846"/>
                </a:lnTo>
                <a:lnTo>
                  <a:pt x="1954" y="5192"/>
                </a:lnTo>
                <a:lnTo>
                  <a:pt x="1965" y="5525"/>
                </a:lnTo>
                <a:lnTo>
                  <a:pt x="2096" y="6168"/>
                </a:lnTo>
                <a:lnTo>
                  <a:pt x="2346" y="6751"/>
                </a:lnTo>
                <a:lnTo>
                  <a:pt x="2692" y="7275"/>
                </a:lnTo>
                <a:lnTo>
                  <a:pt x="3132" y="7716"/>
                </a:lnTo>
                <a:lnTo>
                  <a:pt x="3656" y="8073"/>
                </a:lnTo>
                <a:lnTo>
                  <a:pt x="4240" y="8323"/>
                </a:lnTo>
                <a:lnTo>
                  <a:pt x="4871" y="8454"/>
                </a:lnTo>
                <a:lnTo>
                  <a:pt x="5204" y="8466"/>
                </a:lnTo>
                <a:lnTo>
                  <a:pt x="5549" y="8454"/>
                </a:lnTo>
                <a:lnTo>
                  <a:pt x="6180" y="8323"/>
                </a:lnTo>
                <a:lnTo>
                  <a:pt x="6764" y="8073"/>
                </a:lnTo>
                <a:lnTo>
                  <a:pt x="7288" y="7716"/>
                </a:lnTo>
                <a:lnTo>
                  <a:pt x="7728" y="7275"/>
                </a:lnTo>
                <a:lnTo>
                  <a:pt x="8074" y="6751"/>
                </a:lnTo>
                <a:lnTo>
                  <a:pt x="8324" y="6168"/>
                </a:lnTo>
                <a:lnTo>
                  <a:pt x="8455" y="5525"/>
                </a:lnTo>
                <a:lnTo>
                  <a:pt x="8467" y="5192"/>
                </a:lnTo>
                <a:lnTo>
                  <a:pt x="8467" y="5013"/>
                </a:lnTo>
                <a:lnTo>
                  <a:pt x="8443" y="4823"/>
                </a:lnTo>
                <a:lnTo>
                  <a:pt x="8359" y="4823"/>
                </a:lnTo>
                <a:lnTo>
                  <a:pt x="8276" y="4811"/>
                </a:lnTo>
                <a:lnTo>
                  <a:pt x="7776" y="4727"/>
                </a:lnTo>
                <a:lnTo>
                  <a:pt x="7776" y="4727"/>
                </a:lnTo>
                <a:lnTo>
                  <a:pt x="7812" y="4954"/>
                </a:lnTo>
                <a:lnTo>
                  <a:pt x="7812" y="5192"/>
                </a:lnTo>
                <a:lnTo>
                  <a:pt x="7800" y="5454"/>
                </a:lnTo>
                <a:lnTo>
                  <a:pt x="7693" y="5978"/>
                </a:lnTo>
                <a:lnTo>
                  <a:pt x="7490" y="6442"/>
                </a:lnTo>
                <a:lnTo>
                  <a:pt x="7204" y="6859"/>
                </a:lnTo>
                <a:lnTo>
                  <a:pt x="6847" y="7216"/>
                </a:lnTo>
                <a:lnTo>
                  <a:pt x="6430" y="7502"/>
                </a:lnTo>
                <a:lnTo>
                  <a:pt x="5966" y="7692"/>
                </a:lnTo>
                <a:lnTo>
                  <a:pt x="5454" y="7799"/>
                </a:lnTo>
                <a:lnTo>
                  <a:pt x="5192" y="7811"/>
                </a:lnTo>
                <a:lnTo>
                  <a:pt x="4930" y="7799"/>
                </a:lnTo>
                <a:lnTo>
                  <a:pt x="4418" y="7692"/>
                </a:lnTo>
                <a:lnTo>
                  <a:pt x="3954" y="7490"/>
                </a:lnTo>
                <a:lnTo>
                  <a:pt x="3537" y="7204"/>
                </a:lnTo>
                <a:lnTo>
                  <a:pt x="3180" y="6847"/>
                </a:lnTo>
                <a:lnTo>
                  <a:pt x="2906" y="6430"/>
                </a:lnTo>
                <a:lnTo>
                  <a:pt x="2704" y="5954"/>
                </a:lnTo>
                <a:lnTo>
                  <a:pt x="2597" y="5454"/>
                </a:lnTo>
                <a:lnTo>
                  <a:pt x="2585" y="5192"/>
                </a:lnTo>
                <a:lnTo>
                  <a:pt x="2597" y="4918"/>
                </a:lnTo>
                <a:lnTo>
                  <a:pt x="2704" y="4418"/>
                </a:lnTo>
                <a:lnTo>
                  <a:pt x="2906" y="3953"/>
                </a:lnTo>
                <a:lnTo>
                  <a:pt x="3180" y="3537"/>
                </a:lnTo>
                <a:lnTo>
                  <a:pt x="3537" y="3179"/>
                </a:lnTo>
                <a:lnTo>
                  <a:pt x="3954" y="2894"/>
                </a:lnTo>
                <a:lnTo>
                  <a:pt x="4418" y="2703"/>
                </a:lnTo>
                <a:lnTo>
                  <a:pt x="4930" y="2596"/>
                </a:lnTo>
                <a:lnTo>
                  <a:pt x="5192" y="2584"/>
                </a:lnTo>
                <a:lnTo>
                  <a:pt x="5454" y="2596"/>
                </a:lnTo>
                <a:lnTo>
                  <a:pt x="5692" y="2644"/>
                </a:lnTo>
                <a:lnTo>
                  <a:pt x="5609" y="2132"/>
                </a:lnTo>
                <a:lnTo>
                  <a:pt x="5597" y="2048"/>
                </a:lnTo>
                <a:lnTo>
                  <a:pt x="5585" y="1965"/>
                </a:lnTo>
                <a:lnTo>
                  <a:pt x="5407" y="1941"/>
                </a:lnTo>
                <a:lnTo>
                  <a:pt x="5204" y="1929"/>
                </a:lnTo>
                <a:close/>
                <a:moveTo>
                  <a:pt x="5216" y="0"/>
                </a:moveTo>
                <a:lnTo>
                  <a:pt x="4680" y="12"/>
                </a:lnTo>
                <a:lnTo>
                  <a:pt x="3656" y="227"/>
                </a:lnTo>
                <a:lnTo>
                  <a:pt x="2728" y="620"/>
                </a:lnTo>
                <a:lnTo>
                  <a:pt x="1894" y="1179"/>
                </a:lnTo>
                <a:lnTo>
                  <a:pt x="1192" y="1894"/>
                </a:lnTo>
                <a:lnTo>
                  <a:pt x="620" y="2715"/>
                </a:lnTo>
                <a:lnTo>
                  <a:pt x="227" y="3656"/>
                </a:lnTo>
                <a:lnTo>
                  <a:pt x="25" y="4668"/>
                </a:lnTo>
                <a:lnTo>
                  <a:pt x="1" y="5204"/>
                </a:lnTo>
                <a:lnTo>
                  <a:pt x="25" y="5739"/>
                </a:lnTo>
                <a:lnTo>
                  <a:pt x="227" y="6763"/>
                </a:lnTo>
                <a:lnTo>
                  <a:pt x="620" y="7692"/>
                </a:lnTo>
                <a:lnTo>
                  <a:pt x="1192" y="8526"/>
                </a:lnTo>
                <a:lnTo>
                  <a:pt x="1894" y="9228"/>
                </a:lnTo>
                <a:lnTo>
                  <a:pt x="2728" y="9800"/>
                </a:lnTo>
                <a:lnTo>
                  <a:pt x="3656" y="10193"/>
                </a:lnTo>
                <a:lnTo>
                  <a:pt x="4680" y="10395"/>
                </a:lnTo>
                <a:lnTo>
                  <a:pt x="5216" y="10419"/>
                </a:lnTo>
                <a:lnTo>
                  <a:pt x="5752" y="10395"/>
                </a:lnTo>
                <a:lnTo>
                  <a:pt x="6764" y="10193"/>
                </a:lnTo>
                <a:lnTo>
                  <a:pt x="7705" y="9800"/>
                </a:lnTo>
                <a:lnTo>
                  <a:pt x="8526" y="9228"/>
                </a:lnTo>
                <a:lnTo>
                  <a:pt x="9240" y="8526"/>
                </a:lnTo>
                <a:lnTo>
                  <a:pt x="9800" y="7692"/>
                </a:lnTo>
                <a:lnTo>
                  <a:pt x="10193" y="6763"/>
                </a:lnTo>
                <a:lnTo>
                  <a:pt x="10407" y="5739"/>
                </a:lnTo>
                <a:lnTo>
                  <a:pt x="10419" y="5204"/>
                </a:lnTo>
                <a:lnTo>
                  <a:pt x="10407" y="4835"/>
                </a:lnTo>
                <a:lnTo>
                  <a:pt x="10312" y="4120"/>
                </a:lnTo>
                <a:lnTo>
                  <a:pt x="10217" y="3775"/>
                </a:lnTo>
                <a:lnTo>
                  <a:pt x="9752" y="4299"/>
                </a:lnTo>
                <a:lnTo>
                  <a:pt x="9729" y="4323"/>
                </a:lnTo>
                <a:lnTo>
                  <a:pt x="9693" y="4358"/>
                </a:lnTo>
                <a:lnTo>
                  <a:pt x="9752" y="4775"/>
                </a:lnTo>
                <a:lnTo>
                  <a:pt x="9764" y="5204"/>
                </a:lnTo>
                <a:lnTo>
                  <a:pt x="9752" y="5668"/>
                </a:lnTo>
                <a:lnTo>
                  <a:pt x="9574" y="6561"/>
                </a:lnTo>
                <a:lnTo>
                  <a:pt x="9229" y="7383"/>
                </a:lnTo>
                <a:lnTo>
                  <a:pt x="8729" y="8109"/>
                </a:lnTo>
                <a:lnTo>
                  <a:pt x="8109" y="8728"/>
                </a:lnTo>
                <a:lnTo>
                  <a:pt x="7383" y="9216"/>
                </a:lnTo>
                <a:lnTo>
                  <a:pt x="6573" y="9561"/>
                </a:lnTo>
                <a:lnTo>
                  <a:pt x="5680" y="9752"/>
                </a:lnTo>
                <a:lnTo>
                  <a:pt x="5216" y="9764"/>
                </a:lnTo>
                <a:lnTo>
                  <a:pt x="4740" y="9752"/>
                </a:lnTo>
                <a:lnTo>
                  <a:pt x="3859" y="9561"/>
                </a:lnTo>
                <a:lnTo>
                  <a:pt x="3037" y="9216"/>
                </a:lnTo>
                <a:lnTo>
                  <a:pt x="2311" y="8728"/>
                </a:lnTo>
                <a:lnTo>
                  <a:pt x="1692" y="8109"/>
                </a:lnTo>
                <a:lnTo>
                  <a:pt x="1203" y="7383"/>
                </a:lnTo>
                <a:lnTo>
                  <a:pt x="858" y="6561"/>
                </a:lnTo>
                <a:lnTo>
                  <a:pt x="668" y="5668"/>
                </a:lnTo>
                <a:lnTo>
                  <a:pt x="656" y="5204"/>
                </a:lnTo>
                <a:lnTo>
                  <a:pt x="668" y="4739"/>
                </a:lnTo>
                <a:lnTo>
                  <a:pt x="858" y="3846"/>
                </a:lnTo>
                <a:lnTo>
                  <a:pt x="1203" y="3025"/>
                </a:lnTo>
                <a:lnTo>
                  <a:pt x="1692" y="2298"/>
                </a:lnTo>
                <a:lnTo>
                  <a:pt x="2311" y="1679"/>
                </a:lnTo>
                <a:lnTo>
                  <a:pt x="3037" y="1191"/>
                </a:lnTo>
                <a:lnTo>
                  <a:pt x="3859" y="846"/>
                </a:lnTo>
                <a:lnTo>
                  <a:pt x="4740" y="667"/>
                </a:lnTo>
                <a:lnTo>
                  <a:pt x="5216" y="643"/>
                </a:lnTo>
                <a:lnTo>
                  <a:pt x="5645" y="667"/>
                </a:lnTo>
                <a:lnTo>
                  <a:pt x="6061" y="727"/>
                </a:lnTo>
                <a:lnTo>
                  <a:pt x="6085" y="691"/>
                </a:lnTo>
                <a:lnTo>
                  <a:pt x="6121" y="655"/>
                </a:lnTo>
                <a:lnTo>
                  <a:pt x="6645" y="191"/>
                </a:lnTo>
                <a:lnTo>
                  <a:pt x="6288" y="108"/>
                </a:lnTo>
                <a:lnTo>
                  <a:pt x="5585"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26" name="Google Shape;2826;p172"/>
          <p:cNvSpPr/>
          <p:nvPr/>
        </p:nvSpPr>
        <p:spPr>
          <a:xfrm>
            <a:off x="12171828" y="3766792"/>
            <a:ext cx="552374" cy="551738"/>
          </a:xfrm>
          <a:custGeom>
            <a:rect b="b" l="l" r="r" t="t"/>
            <a:pathLst>
              <a:path extrusionOk="0" h="10419" w="10431">
                <a:moveTo>
                  <a:pt x="1369" y="858"/>
                </a:moveTo>
                <a:lnTo>
                  <a:pt x="3239" y="2275"/>
                </a:lnTo>
                <a:lnTo>
                  <a:pt x="3239" y="3239"/>
                </a:lnTo>
                <a:lnTo>
                  <a:pt x="2298" y="3239"/>
                </a:lnTo>
                <a:lnTo>
                  <a:pt x="881" y="1358"/>
                </a:lnTo>
                <a:lnTo>
                  <a:pt x="1369" y="858"/>
                </a:lnTo>
                <a:close/>
                <a:moveTo>
                  <a:pt x="7704" y="0"/>
                </a:moveTo>
                <a:lnTo>
                  <a:pt x="6918" y="12"/>
                </a:lnTo>
                <a:lnTo>
                  <a:pt x="6168" y="227"/>
                </a:lnTo>
                <a:lnTo>
                  <a:pt x="5489" y="620"/>
                </a:lnTo>
                <a:lnTo>
                  <a:pt x="5191" y="893"/>
                </a:lnTo>
                <a:lnTo>
                  <a:pt x="4953" y="1155"/>
                </a:lnTo>
                <a:lnTo>
                  <a:pt x="4763" y="1453"/>
                </a:lnTo>
                <a:lnTo>
                  <a:pt x="4715" y="1548"/>
                </a:lnTo>
                <a:lnTo>
                  <a:pt x="4739" y="1763"/>
                </a:lnTo>
                <a:lnTo>
                  <a:pt x="4810" y="1858"/>
                </a:lnTo>
                <a:lnTo>
                  <a:pt x="4810" y="1846"/>
                </a:lnTo>
                <a:lnTo>
                  <a:pt x="4870" y="1905"/>
                </a:lnTo>
                <a:lnTo>
                  <a:pt x="5001" y="1941"/>
                </a:lnTo>
                <a:lnTo>
                  <a:pt x="5144" y="1929"/>
                </a:lnTo>
                <a:lnTo>
                  <a:pt x="5263" y="1858"/>
                </a:lnTo>
                <a:lnTo>
                  <a:pt x="5310" y="1798"/>
                </a:lnTo>
                <a:lnTo>
                  <a:pt x="5453" y="1560"/>
                </a:lnTo>
                <a:lnTo>
                  <a:pt x="5644" y="1358"/>
                </a:lnTo>
                <a:lnTo>
                  <a:pt x="5822" y="1191"/>
                </a:lnTo>
                <a:lnTo>
                  <a:pt x="6227" y="917"/>
                </a:lnTo>
                <a:lnTo>
                  <a:pt x="6656" y="739"/>
                </a:lnTo>
                <a:lnTo>
                  <a:pt x="7120" y="655"/>
                </a:lnTo>
                <a:lnTo>
                  <a:pt x="7358" y="643"/>
                </a:lnTo>
                <a:lnTo>
                  <a:pt x="7561" y="655"/>
                </a:lnTo>
                <a:lnTo>
                  <a:pt x="7775" y="679"/>
                </a:lnTo>
                <a:lnTo>
                  <a:pt x="6370" y="2096"/>
                </a:lnTo>
                <a:lnTo>
                  <a:pt x="6644" y="3775"/>
                </a:lnTo>
                <a:lnTo>
                  <a:pt x="8335" y="4061"/>
                </a:lnTo>
                <a:lnTo>
                  <a:pt x="9752" y="2656"/>
                </a:lnTo>
                <a:lnTo>
                  <a:pt x="9787" y="2941"/>
                </a:lnTo>
                <a:lnTo>
                  <a:pt x="9752" y="3513"/>
                </a:lnTo>
                <a:lnTo>
                  <a:pt x="9573" y="4061"/>
                </a:lnTo>
                <a:lnTo>
                  <a:pt x="9275" y="4561"/>
                </a:lnTo>
                <a:lnTo>
                  <a:pt x="9073" y="4775"/>
                </a:lnTo>
                <a:lnTo>
                  <a:pt x="8930" y="4906"/>
                </a:lnTo>
                <a:lnTo>
                  <a:pt x="8787" y="5025"/>
                </a:lnTo>
                <a:lnTo>
                  <a:pt x="8728" y="5073"/>
                </a:lnTo>
                <a:lnTo>
                  <a:pt x="8668" y="5192"/>
                </a:lnTo>
                <a:lnTo>
                  <a:pt x="8656" y="5323"/>
                </a:lnTo>
                <a:lnTo>
                  <a:pt x="8704" y="5454"/>
                </a:lnTo>
                <a:lnTo>
                  <a:pt x="8751" y="5501"/>
                </a:lnTo>
                <a:lnTo>
                  <a:pt x="8847" y="5585"/>
                </a:lnTo>
                <a:lnTo>
                  <a:pt x="9073" y="5597"/>
                </a:lnTo>
                <a:lnTo>
                  <a:pt x="9180" y="5537"/>
                </a:lnTo>
                <a:lnTo>
                  <a:pt x="9371" y="5394"/>
                </a:lnTo>
                <a:lnTo>
                  <a:pt x="9537" y="5239"/>
                </a:lnTo>
                <a:lnTo>
                  <a:pt x="9811" y="4942"/>
                </a:lnTo>
                <a:lnTo>
                  <a:pt x="10204" y="4263"/>
                </a:lnTo>
                <a:lnTo>
                  <a:pt x="10418" y="3513"/>
                </a:lnTo>
                <a:lnTo>
                  <a:pt x="10418" y="2715"/>
                </a:lnTo>
                <a:lnTo>
                  <a:pt x="10335" y="2322"/>
                </a:lnTo>
                <a:lnTo>
                  <a:pt x="10299" y="2179"/>
                </a:lnTo>
                <a:lnTo>
                  <a:pt x="10097" y="1977"/>
                </a:lnTo>
                <a:lnTo>
                  <a:pt x="9954" y="1929"/>
                </a:lnTo>
                <a:lnTo>
                  <a:pt x="9811" y="1894"/>
                </a:lnTo>
                <a:lnTo>
                  <a:pt x="9525" y="1965"/>
                </a:lnTo>
                <a:lnTo>
                  <a:pt x="9406" y="2060"/>
                </a:lnTo>
                <a:lnTo>
                  <a:pt x="8108" y="3370"/>
                </a:lnTo>
                <a:lnTo>
                  <a:pt x="7215" y="3215"/>
                </a:lnTo>
                <a:lnTo>
                  <a:pt x="7061" y="2322"/>
                </a:lnTo>
                <a:lnTo>
                  <a:pt x="8359" y="1012"/>
                </a:lnTo>
                <a:lnTo>
                  <a:pt x="8454" y="905"/>
                </a:lnTo>
                <a:lnTo>
                  <a:pt x="8525" y="620"/>
                </a:lnTo>
                <a:lnTo>
                  <a:pt x="8501" y="477"/>
                </a:lnTo>
                <a:lnTo>
                  <a:pt x="8454" y="334"/>
                </a:lnTo>
                <a:lnTo>
                  <a:pt x="8239" y="131"/>
                </a:lnTo>
                <a:lnTo>
                  <a:pt x="8097" y="84"/>
                </a:lnTo>
                <a:lnTo>
                  <a:pt x="7704" y="0"/>
                </a:lnTo>
                <a:close/>
                <a:moveTo>
                  <a:pt x="1631" y="8478"/>
                </a:moveTo>
                <a:lnTo>
                  <a:pt x="1512" y="8490"/>
                </a:lnTo>
                <a:lnTo>
                  <a:pt x="1322" y="8657"/>
                </a:lnTo>
                <a:lnTo>
                  <a:pt x="1298" y="8788"/>
                </a:lnTo>
                <a:lnTo>
                  <a:pt x="1322" y="8907"/>
                </a:lnTo>
                <a:lnTo>
                  <a:pt x="1500" y="9073"/>
                </a:lnTo>
                <a:lnTo>
                  <a:pt x="1631" y="9085"/>
                </a:lnTo>
                <a:lnTo>
                  <a:pt x="1750" y="9073"/>
                </a:lnTo>
                <a:lnTo>
                  <a:pt x="1917" y="8907"/>
                </a:lnTo>
                <a:lnTo>
                  <a:pt x="1941" y="8788"/>
                </a:lnTo>
                <a:lnTo>
                  <a:pt x="1917" y="8668"/>
                </a:lnTo>
                <a:lnTo>
                  <a:pt x="1750" y="8490"/>
                </a:lnTo>
                <a:lnTo>
                  <a:pt x="1631" y="8478"/>
                </a:lnTo>
                <a:close/>
                <a:moveTo>
                  <a:pt x="6561" y="5561"/>
                </a:moveTo>
                <a:lnTo>
                  <a:pt x="6751" y="5573"/>
                </a:lnTo>
                <a:lnTo>
                  <a:pt x="7108" y="5716"/>
                </a:lnTo>
                <a:lnTo>
                  <a:pt x="7251" y="5847"/>
                </a:lnTo>
                <a:lnTo>
                  <a:pt x="9787" y="8383"/>
                </a:lnTo>
                <a:lnTo>
                  <a:pt x="8406" y="9764"/>
                </a:lnTo>
                <a:lnTo>
                  <a:pt x="5870" y="7228"/>
                </a:lnTo>
                <a:lnTo>
                  <a:pt x="5739" y="7085"/>
                </a:lnTo>
                <a:lnTo>
                  <a:pt x="5596" y="6728"/>
                </a:lnTo>
                <a:lnTo>
                  <a:pt x="5584" y="6537"/>
                </a:lnTo>
                <a:lnTo>
                  <a:pt x="5596" y="6347"/>
                </a:lnTo>
                <a:lnTo>
                  <a:pt x="5739" y="5989"/>
                </a:lnTo>
                <a:lnTo>
                  <a:pt x="5870" y="5847"/>
                </a:lnTo>
                <a:lnTo>
                  <a:pt x="6013" y="5716"/>
                </a:lnTo>
                <a:lnTo>
                  <a:pt x="6370" y="5573"/>
                </a:lnTo>
                <a:lnTo>
                  <a:pt x="6561" y="5561"/>
                </a:lnTo>
                <a:close/>
                <a:moveTo>
                  <a:pt x="3310" y="4954"/>
                </a:moveTo>
                <a:lnTo>
                  <a:pt x="3191" y="5025"/>
                </a:lnTo>
                <a:lnTo>
                  <a:pt x="452" y="7775"/>
                </a:lnTo>
                <a:lnTo>
                  <a:pt x="345" y="7883"/>
                </a:lnTo>
                <a:lnTo>
                  <a:pt x="179" y="8145"/>
                </a:lnTo>
                <a:lnTo>
                  <a:pt x="60" y="8418"/>
                </a:lnTo>
                <a:lnTo>
                  <a:pt x="0" y="8716"/>
                </a:lnTo>
                <a:lnTo>
                  <a:pt x="0" y="9014"/>
                </a:lnTo>
                <a:lnTo>
                  <a:pt x="60" y="9311"/>
                </a:lnTo>
                <a:lnTo>
                  <a:pt x="179" y="9585"/>
                </a:lnTo>
                <a:lnTo>
                  <a:pt x="345" y="9847"/>
                </a:lnTo>
                <a:lnTo>
                  <a:pt x="452" y="9954"/>
                </a:lnTo>
                <a:lnTo>
                  <a:pt x="583" y="10085"/>
                </a:lnTo>
                <a:lnTo>
                  <a:pt x="881" y="10264"/>
                </a:lnTo>
                <a:lnTo>
                  <a:pt x="1214" y="10383"/>
                </a:lnTo>
                <a:lnTo>
                  <a:pt x="1572" y="10419"/>
                </a:lnTo>
                <a:lnTo>
                  <a:pt x="1750" y="10395"/>
                </a:lnTo>
                <a:lnTo>
                  <a:pt x="2012" y="10347"/>
                </a:lnTo>
                <a:lnTo>
                  <a:pt x="2489" y="10097"/>
                </a:lnTo>
                <a:lnTo>
                  <a:pt x="2679" y="9919"/>
                </a:lnTo>
                <a:lnTo>
                  <a:pt x="4525" y="8073"/>
                </a:lnTo>
                <a:lnTo>
                  <a:pt x="4596" y="7990"/>
                </a:lnTo>
                <a:lnTo>
                  <a:pt x="4620" y="7787"/>
                </a:lnTo>
                <a:lnTo>
                  <a:pt x="4584" y="7692"/>
                </a:lnTo>
                <a:lnTo>
                  <a:pt x="4596" y="7692"/>
                </a:lnTo>
                <a:lnTo>
                  <a:pt x="4548" y="7621"/>
                </a:lnTo>
                <a:lnTo>
                  <a:pt x="4429" y="7537"/>
                </a:lnTo>
                <a:lnTo>
                  <a:pt x="4286" y="7514"/>
                </a:lnTo>
                <a:lnTo>
                  <a:pt x="4144" y="7561"/>
                </a:lnTo>
                <a:lnTo>
                  <a:pt x="4084" y="7609"/>
                </a:lnTo>
                <a:lnTo>
                  <a:pt x="2215" y="9478"/>
                </a:lnTo>
                <a:lnTo>
                  <a:pt x="2096" y="9585"/>
                </a:lnTo>
                <a:lnTo>
                  <a:pt x="1822" y="9716"/>
                </a:lnTo>
                <a:lnTo>
                  <a:pt x="1512" y="9764"/>
                </a:lnTo>
                <a:lnTo>
                  <a:pt x="1214" y="9692"/>
                </a:lnTo>
                <a:lnTo>
                  <a:pt x="1072" y="9621"/>
                </a:lnTo>
                <a:lnTo>
                  <a:pt x="905" y="9478"/>
                </a:lnTo>
                <a:lnTo>
                  <a:pt x="703" y="9145"/>
                </a:lnTo>
                <a:lnTo>
                  <a:pt x="667" y="8752"/>
                </a:lnTo>
                <a:lnTo>
                  <a:pt x="798" y="8383"/>
                </a:lnTo>
                <a:lnTo>
                  <a:pt x="929" y="8228"/>
                </a:lnTo>
                <a:lnTo>
                  <a:pt x="3667" y="5489"/>
                </a:lnTo>
                <a:lnTo>
                  <a:pt x="3751" y="5382"/>
                </a:lnTo>
                <a:lnTo>
                  <a:pt x="3751" y="5132"/>
                </a:lnTo>
                <a:lnTo>
                  <a:pt x="3667" y="5025"/>
                </a:lnTo>
                <a:lnTo>
                  <a:pt x="3560" y="4954"/>
                </a:lnTo>
                <a:close/>
                <a:moveTo>
                  <a:pt x="1322" y="0"/>
                </a:moveTo>
                <a:lnTo>
                  <a:pt x="24" y="1274"/>
                </a:lnTo>
                <a:lnTo>
                  <a:pt x="1977" y="3870"/>
                </a:lnTo>
                <a:lnTo>
                  <a:pt x="3465" y="3870"/>
                </a:lnTo>
                <a:lnTo>
                  <a:pt x="5203" y="5608"/>
                </a:lnTo>
                <a:lnTo>
                  <a:pt x="5060" y="5847"/>
                </a:lnTo>
                <a:lnTo>
                  <a:pt x="4929" y="6382"/>
                </a:lnTo>
                <a:lnTo>
                  <a:pt x="4989" y="6930"/>
                </a:lnTo>
                <a:lnTo>
                  <a:pt x="5215" y="7430"/>
                </a:lnTo>
                <a:lnTo>
                  <a:pt x="5418" y="7656"/>
                </a:lnTo>
                <a:lnTo>
                  <a:pt x="7942" y="10193"/>
                </a:lnTo>
                <a:lnTo>
                  <a:pt x="8037" y="10300"/>
                </a:lnTo>
                <a:lnTo>
                  <a:pt x="8275" y="10407"/>
                </a:lnTo>
                <a:lnTo>
                  <a:pt x="8406" y="10419"/>
                </a:lnTo>
                <a:lnTo>
                  <a:pt x="8525" y="10407"/>
                </a:lnTo>
                <a:lnTo>
                  <a:pt x="8763" y="10312"/>
                </a:lnTo>
                <a:lnTo>
                  <a:pt x="8871" y="10228"/>
                </a:lnTo>
                <a:lnTo>
                  <a:pt x="10228" y="8835"/>
                </a:lnTo>
                <a:lnTo>
                  <a:pt x="10228" y="8847"/>
                </a:lnTo>
                <a:lnTo>
                  <a:pt x="10323" y="8740"/>
                </a:lnTo>
                <a:lnTo>
                  <a:pt x="10430" y="8502"/>
                </a:lnTo>
                <a:lnTo>
                  <a:pt x="10430" y="8252"/>
                </a:lnTo>
                <a:lnTo>
                  <a:pt x="10335" y="8026"/>
                </a:lnTo>
                <a:lnTo>
                  <a:pt x="10252" y="7918"/>
                </a:lnTo>
                <a:lnTo>
                  <a:pt x="7716" y="5382"/>
                </a:lnTo>
                <a:lnTo>
                  <a:pt x="7597" y="5275"/>
                </a:lnTo>
                <a:lnTo>
                  <a:pt x="7323" y="5096"/>
                </a:lnTo>
                <a:lnTo>
                  <a:pt x="7025" y="4977"/>
                </a:lnTo>
                <a:lnTo>
                  <a:pt x="6715" y="4918"/>
                </a:lnTo>
                <a:lnTo>
                  <a:pt x="6561" y="4906"/>
                </a:lnTo>
                <a:lnTo>
                  <a:pt x="6334" y="4918"/>
                </a:lnTo>
                <a:lnTo>
                  <a:pt x="5870" y="5061"/>
                </a:lnTo>
                <a:lnTo>
                  <a:pt x="5668" y="5180"/>
                </a:lnTo>
                <a:lnTo>
                  <a:pt x="3905" y="3441"/>
                </a:lnTo>
                <a:lnTo>
                  <a:pt x="3905" y="1953"/>
                </a:lnTo>
                <a:lnTo>
                  <a:pt x="1322"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27" name="Google Shape;2827;p172"/>
          <p:cNvSpPr/>
          <p:nvPr/>
        </p:nvSpPr>
        <p:spPr>
          <a:xfrm>
            <a:off x="10734696" y="3766792"/>
            <a:ext cx="689845" cy="551738"/>
          </a:xfrm>
          <a:custGeom>
            <a:rect b="b" l="l" r="r" t="t"/>
            <a:pathLst>
              <a:path extrusionOk="0" h="10419" w="13027">
                <a:moveTo>
                  <a:pt x="3144" y="2298"/>
                </a:moveTo>
                <a:lnTo>
                  <a:pt x="3048" y="2370"/>
                </a:lnTo>
                <a:lnTo>
                  <a:pt x="107" y="4977"/>
                </a:lnTo>
                <a:lnTo>
                  <a:pt x="60" y="5025"/>
                </a:lnTo>
                <a:lnTo>
                  <a:pt x="12" y="5144"/>
                </a:lnTo>
                <a:lnTo>
                  <a:pt x="0" y="5216"/>
                </a:lnTo>
                <a:lnTo>
                  <a:pt x="12" y="5287"/>
                </a:lnTo>
                <a:lnTo>
                  <a:pt x="60" y="5406"/>
                </a:lnTo>
                <a:lnTo>
                  <a:pt x="107" y="5442"/>
                </a:lnTo>
                <a:lnTo>
                  <a:pt x="3048" y="8061"/>
                </a:lnTo>
                <a:lnTo>
                  <a:pt x="3144" y="8133"/>
                </a:lnTo>
                <a:lnTo>
                  <a:pt x="3394" y="8121"/>
                </a:lnTo>
                <a:lnTo>
                  <a:pt x="3489" y="8038"/>
                </a:lnTo>
                <a:lnTo>
                  <a:pt x="3572" y="7930"/>
                </a:lnTo>
                <a:lnTo>
                  <a:pt x="3560" y="7680"/>
                </a:lnTo>
                <a:lnTo>
                  <a:pt x="3477" y="7573"/>
                </a:lnTo>
                <a:lnTo>
                  <a:pt x="822" y="5216"/>
                </a:lnTo>
                <a:lnTo>
                  <a:pt x="3477" y="2858"/>
                </a:lnTo>
                <a:lnTo>
                  <a:pt x="3560" y="2751"/>
                </a:lnTo>
                <a:lnTo>
                  <a:pt x="3584" y="2560"/>
                </a:lnTo>
                <a:lnTo>
                  <a:pt x="3537" y="2441"/>
                </a:lnTo>
                <a:lnTo>
                  <a:pt x="3489" y="2394"/>
                </a:lnTo>
                <a:lnTo>
                  <a:pt x="3394" y="2310"/>
                </a:lnTo>
                <a:lnTo>
                  <a:pt x="3144" y="2298"/>
                </a:lnTo>
                <a:close/>
                <a:moveTo>
                  <a:pt x="9883" y="2298"/>
                </a:moveTo>
                <a:lnTo>
                  <a:pt x="9633" y="2310"/>
                </a:lnTo>
                <a:lnTo>
                  <a:pt x="9526" y="2394"/>
                </a:lnTo>
                <a:lnTo>
                  <a:pt x="9454" y="2501"/>
                </a:lnTo>
                <a:lnTo>
                  <a:pt x="9466" y="2751"/>
                </a:lnTo>
                <a:lnTo>
                  <a:pt x="9561" y="2858"/>
                </a:lnTo>
                <a:lnTo>
                  <a:pt x="12217" y="5204"/>
                </a:lnTo>
                <a:lnTo>
                  <a:pt x="9561" y="7573"/>
                </a:lnTo>
                <a:lnTo>
                  <a:pt x="9466" y="7680"/>
                </a:lnTo>
                <a:lnTo>
                  <a:pt x="9454" y="7930"/>
                </a:lnTo>
                <a:lnTo>
                  <a:pt x="9526" y="8038"/>
                </a:lnTo>
                <a:lnTo>
                  <a:pt x="9633" y="8121"/>
                </a:lnTo>
                <a:lnTo>
                  <a:pt x="9883" y="8133"/>
                </a:lnTo>
                <a:lnTo>
                  <a:pt x="9990" y="8061"/>
                </a:lnTo>
                <a:lnTo>
                  <a:pt x="12919" y="5442"/>
                </a:lnTo>
                <a:lnTo>
                  <a:pt x="12967" y="5406"/>
                </a:lnTo>
                <a:lnTo>
                  <a:pt x="13026" y="5275"/>
                </a:lnTo>
                <a:lnTo>
                  <a:pt x="13026" y="5204"/>
                </a:lnTo>
                <a:lnTo>
                  <a:pt x="13002" y="5085"/>
                </a:lnTo>
                <a:lnTo>
                  <a:pt x="12919" y="4977"/>
                </a:lnTo>
                <a:lnTo>
                  <a:pt x="9990" y="2370"/>
                </a:lnTo>
                <a:lnTo>
                  <a:pt x="9883" y="2298"/>
                </a:lnTo>
                <a:close/>
                <a:moveTo>
                  <a:pt x="8121" y="0"/>
                </a:moveTo>
                <a:lnTo>
                  <a:pt x="7894" y="108"/>
                </a:lnTo>
                <a:lnTo>
                  <a:pt x="7835" y="227"/>
                </a:lnTo>
                <a:lnTo>
                  <a:pt x="4572" y="10002"/>
                </a:lnTo>
                <a:lnTo>
                  <a:pt x="4549" y="10121"/>
                </a:lnTo>
                <a:lnTo>
                  <a:pt x="4668" y="10347"/>
                </a:lnTo>
                <a:lnTo>
                  <a:pt x="4787" y="10407"/>
                </a:lnTo>
                <a:lnTo>
                  <a:pt x="4918" y="10419"/>
                </a:lnTo>
                <a:lnTo>
                  <a:pt x="5132" y="10324"/>
                </a:lnTo>
                <a:lnTo>
                  <a:pt x="5192" y="10205"/>
                </a:lnTo>
                <a:lnTo>
                  <a:pt x="8454" y="441"/>
                </a:lnTo>
                <a:lnTo>
                  <a:pt x="8466" y="310"/>
                </a:lnTo>
                <a:lnTo>
                  <a:pt x="8359" y="84"/>
                </a:lnTo>
                <a:lnTo>
                  <a:pt x="8252" y="24"/>
                </a:lnTo>
                <a:lnTo>
                  <a:pt x="8121"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28" name="Google Shape;2828;p172"/>
          <p:cNvSpPr/>
          <p:nvPr/>
        </p:nvSpPr>
        <p:spPr>
          <a:xfrm>
            <a:off x="9506096" y="3766792"/>
            <a:ext cx="689845" cy="551738"/>
          </a:xfrm>
          <a:custGeom>
            <a:rect b="b" l="l" r="r" t="t"/>
            <a:pathLst>
              <a:path extrusionOk="0" h="10419" w="13027">
                <a:moveTo>
                  <a:pt x="1465" y="0"/>
                </a:moveTo>
                <a:lnTo>
                  <a:pt x="1143" y="72"/>
                </a:lnTo>
                <a:lnTo>
                  <a:pt x="858" y="191"/>
                </a:lnTo>
                <a:lnTo>
                  <a:pt x="596" y="369"/>
                </a:lnTo>
                <a:lnTo>
                  <a:pt x="369" y="584"/>
                </a:lnTo>
                <a:lnTo>
                  <a:pt x="191" y="846"/>
                </a:lnTo>
                <a:lnTo>
                  <a:pt x="72" y="1143"/>
                </a:lnTo>
                <a:lnTo>
                  <a:pt x="12" y="1453"/>
                </a:lnTo>
                <a:lnTo>
                  <a:pt x="0" y="1620"/>
                </a:lnTo>
                <a:lnTo>
                  <a:pt x="0" y="3572"/>
                </a:lnTo>
                <a:lnTo>
                  <a:pt x="24" y="3703"/>
                </a:lnTo>
                <a:lnTo>
                  <a:pt x="203" y="3882"/>
                </a:lnTo>
                <a:lnTo>
                  <a:pt x="334" y="3906"/>
                </a:lnTo>
                <a:lnTo>
                  <a:pt x="453" y="3882"/>
                </a:lnTo>
                <a:lnTo>
                  <a:pt x="631" y="3703"/>
                </a:lnTo>
                <a:lnTo>
                  <a:pt x="655" y="3572"/>
                </a:lnTo>
                <a:lnTo>
                  <a:pt x="655" y="1620"/>
                </a:lnTo>
                <a:lnTo>
                  <a:pt x="667" y="1429"/>
                </a:lnTo>
                <a:lnTo>
                  <a:pt x="810" y="1072"/>
                </a:lnTo>
                <a:lnTo>
                  <a:pt x="1084" y="810"/>
                </a:lnTo>
                <a:lnTo>
                  <a:pt x="1429" y="667"/>
                </a:lnTo>
                <a:lnTo>
                  <a:pt x="1631" y="643"/>
                </a:lnTo>
                <a:lnTo>
                  <a:pt x="11395" y="643"/>
                </a:lnTo>
                <a:lnTo>
                  <a:pt x="11597" y="667"/>
                </a:lnTo>
                <a:lnTo>
                  <a:pt x="11943" y="810"/>
                </a:lnTo>
                <a:lnTo>
                  <a:pt x="12217" y="1072"/>
                </a:lnTo>
                <a:lnTo>
                  <a:pt x="12359" y="1429"/>
                </a:lnTo>
                <a:lnTo>
                  <a:pt x="12371" y="1620"/>
                </a:lnTo>
                <a:lnTo>
                  <a:pt x="12371" y="3572"/>
                </a:lnTo>
                <a:lnTo>
                  <a:pt x="12395" y="3703"/>
                </a:lnTo>
                <a:lnTo>
                  <a:pt x="12574" y="3882"/>
                </a:lnTo>
                <a:lnTo>
                  <a:pt x="12705" y="3906"/>
                </a:lnTo>
                <a:lnTo>
                  <a:pt x="12824" y="3882"/>
                </a:lnTo>
                <a:lnTo>
                  <a:pt x="13002" y="3703"/>
                </a:lnTo>
                <a:lnTo>
                  <a:pt x="13026" y="3572"/>
                </a:lnTo>
                <a:lnTo>
                  <a:pt x="13026" y="1620"/>
                </a:lnTo>
                <a:lnTo>
                  <a:pt x="13014" y="1453"/>
                </a:lnTo>
                <a:lnTo>
                  <a:pt x="12955" y="1143"/>
                </a:lnTo>
                <a:lnTo>
                  <a:pt x="12836" y="846"/>
                </a:lnTo>
                <a:lnTo>
                  <a:pt x="12657" y="584"/>
                </a:lnTo>
                <a:lnTo>
                  <a:pt x="12431" y="369"/>
                </a:lnTo>
                <a:lnTo>
                  <a:pt x="12169" y="191"/>
                </a:lnTo>
                <a:lnTo>
                  <a:pt x="11883" y="72"/>
                </a:lnTo>
                <a:lnTo>
                  <a:pt x="11562" y="0"/>
                </a:lnTo>
                <a:close/>
                <a:moveTo>
                  <a:pt x="6513" y="4227"/>
                </a:moveTo>
                <a:lnTo>
                  <a:pt x="6692" y="4239"/>
                </a:lnTo>
                <a:lnTo>
                  <a:pt x="7025" y="4287"/>
                </a:lnTo>
                <a:lnTo>
                  <a:pt x="7454" y="4465"/>
                </a:lnTo>
                <a:lnTo>
                  <a:pt x="7883" y="4823"/>
                </a:lnTo>
                <a:lnTo>
                  <a:pt x="8073" y="5168"/>
                </a:lnTo>
                <a:lnTo>
                  <a:pt x="8133" y="5406"/>
                </a:lnTo>
                <a:lnTo>
                  <a:pt x="8144" y="5537"/>
                </a:lnTo>
                <a:lnTo>
                  <a:pt x="8133" y="5656"/>
                </a:lnTo>
                <a:lnTo>
                  <a:pt x="8073" y="5906"/>
                </a:lnTo>
                <a:lnTo>
                  <a:pt x="7894" y="6240"/>
                </a:lnTo>
                <a:lnTo>
                  <a:pt x="7466" y="6609"/>
                </a:lnTo>
                <a:lnTo>
                  <a:pt x="7025" y="6775"/>
                </a:lnTo>
                <a:lnTo>
                  <a:pt x="6692" y="6835"/>
                </a:lnTo>
                <a:lnTo>
                  <a:pt x="6335" y="6835"/>
                </a:lnTo>
                <a:lnTo>
                  <a:pt x="6001" y="6775"/>
                </a:lnTo>
                <a:lnTo>
                  <a:pt x="5561" y="6609"/>
                </a:lnTo>
                <a:lnTo>
                  <a:pt x="5132" y="6240"/>
                </a:lnTo>
                <a:lnTo>
                  <a:pt x="4953" y="5906"/>
                </a:lnTo>
                <a:lnTo>
                  <a:pt x="4894" y="5656"/>
                </a:lnTo>
                <a:lnTo>
                  <a:pt x="4882" y="5537"/>
                </a:lnTo>
                <a:lnTo>
                  <a:pt x="4894" y="5406"/>
                </a:lnTo>
                <a:lnTo>
                  <a:pt x="4953" y="5168"/>
                </a:lnTo>
                <a:lnTo>
                  <a:pt x="5144" y="4823"/>
                </a:lnTo>
                <a:lnTo>
                  <a:pt x="5573" y="4465"/>
                </a:lnTo>
                <a:lnTo>
                  <a:pt x="6001" y="4287"/>
                </a:lnTo>
                <a:lnTo>
                  <a:pt x="6335" y="4239"/>
                </a:lnTo>
                <a:lnTo>
                  <a:pt x="6513" y="4227"/>
                </a:lnTo>
                <a:close/>
                <a:moveTo>
                  <a:pt x="6287" y="3584"/>
                </a:moveTo>
                <a:lnTo>
                  <a:pt x="5846" y="3656"/>
                </a:lnTo>
                <a:lnTo>
                  <a:pt x="5442" y="3799"/>
                </a:lnTo>
                <a:lnTo>
                  <a:pt x="5073" y="4001"/>
                </a:lnTo>
                <a:lnTo>
                  <a:pt x="4763" y="4263"/>
                </a:lnTo>
                <a:lnTo>
                  <a:pt x="4513" y="4573"/>
                </a:lnTo>
                <a:lnTo>
                  <a:pt x="4334" y="4930"/>
                </a:lnTo>
                <a:lnTo>
                  <a:pt x="4239" y="5323"/>
                </a:lnTo>
                <a:lnTo>
                  <a:pt x="4239" y="5537"/>
                </a:lnTo>
                <a:lnTo>
                  <a:pt x="4239" y="5739"/>
                </a:lnTo>
                <a:lnTo>
                  <a:pt x="4334" y="6132"/>
                </a:lnTo>
                <a:lnTo>
                  <a:pt x="4513" y="6490"/>
                </a:lnTo>
                <a:lnTo>
                  <a:pt x="4763" y="6799"/>
                </a:lnTo>
                <a:lnTo>
                  <a:pt x="5073" y="7061"/>
                </a:lnTo>
                <a:lnTo>
                  <a:pt x="5442" y="7263"/>
                </a:lnTo>
                <a:lnTo>
                  <a:pt x="5846" y="7406"/>
                </a:lnTo>
                <a:lnTo>
                  <a:pt x="6287" y="7478"/>
                </a:lnTo>
                <a:lnTo>
                  <a:pt x="6513" y="7490"/>
                </a:lnTo>
                <a:lnTo>
                  <a:pt x="6739" y="7478"/>
                </a:lnTo>
                <a:lnTo>
                  <a:pt x="7168" y="7406"/>
                </a:lnTo>
                <a:lnTo>
                  <a:pt x="7573" y="7263"/>
                </a:lnTo>
                <a:lnTo>
                  <a:pt x="7942" y="7061"/>
                </a:lnTo>
                <a:lnTo>
                  <a:pt x="8252" y="6799"/>
                </a:lnTo>
                <a:lnTo>
                  <a:pt x="8514" y="6490"/>
                </a:lnTo>
                <a:lnTo>
                  <a:pt x="8692" y="6132"/>
                </a:lnTo>
                <a:lnTo>
                  <a:pt x="8787" y="5739"/>
                </a:lnTo>
                <a:lnTo>
                  <a:pt x="8787" y="5537"/>
                </a:lnTo>
                <a:lnTo>
                  <a:pt x="8787" y="5323"/>
                </a:lnTo>
                <a:lnTo>
                  <a:pt x="8692" y="4930"/>
                </a:lnTo>
                <a:lnTo>
                  <a:pt x="8514" y="4573"/>
                </a:lnTo>
                <a:lnTo>
                  <a:pt x="8264" y="4263"/>
                </a:lnTo>
                <a:lnTo>
                  <a:pt x="7954" y="4001"/>
                </a:lnTo>
                <a:lnTo>
                  <a:pt x="7585" y="3799"/>
                </a:lnTo>
                <a:lnTo>
                  <a:pt x="7180" y="3656"/>
                </a:lnTo>
                <a:lnTo>
                  <a:pt x="6739" y="3584"/>
                </a:lnTo>
                <a:close/>
                <a:moveTo>
                  <a:pt x="3263" y="8466"/>
                </a:moveTo>
                <a:lnTo>
                  <a:pt x="3525" y="8478"/>
                </a:lnTo>
                <a:lnTo>
                  <a:pt x="3989" y="8680"/>
                </a:lnTo>
                <a:lnTo>
                  <a:pt x="4346" y="9026"/>
                </a:lnTo>
                <a:lnTo>
                  <a:pt x="4537" y="9502"/>
                </a:lnTo>
                <a:lnTo>
                  <a:pt x="4561" y="9764"/>
                </a:lnTo>
                <a:lnTo>
                  <a:pt x="3751" y="9764"/>
                </a:lnTo>
                <a:lnTo>
                  <a:pt x="3644" y="9752"/>
                </a:lnTo>
                <a:lnTo>
                  <a:pt x="3477" y="9681"/>
                </a:lnTo>
                <a:lnTo>
                  <a:pt x="3334" y="9550"/>
                </a:lnTo>
                <a:lnTo>
                  <a:pt x="3263" y="9371"/>
                </a:lnTo>
                <a:lnTo>
                  <a:pt x="3263" y="9276"/>
                </a:lnTo>
                <a:lnTo>
                  <a:pt x="3263" y="8466"/>
                </a:lnTo>
                <a:close/>
                <a:moveTo>
                  <a:pt x="9764" y="8466"/>
                </a:moveTo>
                <a:lnTo>
                  <a:pt x="9764" y="9276"/>
                </a:lnTo>
                <a:lnTo>
                  <a:pt x="9764" y="9383"/>
                </a:lnTo>
                <a:lnTo>
                  <a:pt x="9692" y="9550"/>
                </a:lnTo>
                <a:lnTo>
                  <a:pt x="9549" y="9681"/>
                </a:lnTo>
                <a:lnTo>
                  <a:pt x="9383" y="9764"/>
                </a:lnTo>
                <a:lnTo>
                  <a:pt x="8466" y="9764"/>
                </a:lnTo>
                <a:lnTo>
                  <a:pt x="8490" y="9502"/>
                </a:lnTo>
                <a:lnTo>
                  <a:pt x="8680" y="9038"/>
                </a:lnTo>
                <a:lnTo>
                  <a:pt x="9037" y="8680"/>
                </a:lnTo>
                <a:lnTo>
                  <a:pt x="9502" y="8478"/>
                </a:lnTo>
                <a:lnTo>
                  <a:pt x="9764" y="8466"/>
                </a:lnTo>
                <a:close/>
                <a:moveTo>
                  <a:pt x="2929" y="1953"/>
                </a:moveTo>
                <a:lnTo>
                  <a:pt x="2798" y="1965"/>
                </a:lnTo>
                <a:lnTo>
                  <a:pt x="2620" y="2144"/>
                </a:lnTo>
                <a:lnTo>
                  <a:pt x="2608" y="2275"/>
                </a:lnTo>
                <a:lnTo>
                  <a:pt x="2608" y="9276"/>
                </a:lnTo>
                <a:lnTo>
                  <a:pt x="2620" y="9514"/>
                </a:lnTo>
                <a:lnTo>
                  <a:pt x="2798" y="9919"/>
                </a:lnTo>
                <a:lnTo>
                  <a:pt x="3108" y="10228"/>
                </a:lnTo>
                <a:lnTo>
                  <a:pt x="3513" y="10395"/>
                </a:lnTo>
                <a:lnTo>
                  <a:pt x="3751" y="10419"/>
                </a:lnTo>
                <a:lnTo>
                  <a:pt x="9288" y="10419"/>
                </a:lnTo>
                <a:lnTo>
                  <a:pt x="9514" y="10395"/>
                </a:lnTo>
                <a:lnTo>
                  <a:pt x="9919" y="10228"/>
                </a:lnTo>
                <a:lnTo>
                  <a:pt x="10228" y="9919"/>
                </a:lnTo>
                <a:lnTo>
                  <a:pt x="10407" y="9502"/>
                </a:lnTo>
                <a:lnTo>
                  <a:pt x="10419" y="9276"/>
                </a:lnTo>
                <a:lnTo>
                  <a:pt x="10419" y="2275"/>
                </a:lnTo>
                <a:lnTo>
                  <a:pt x="10407" y="2144"/>
                </a:lnTo>
                <a:lnTo>
                  <a:pt x="10228" y="1965"/>
                </a:lnTo>
                <a:lnTo>
                  <a:pt x="10097" y="1953"/>
                </a:lnTo>
                <a:lnTo>
                  <a:pt x="9966" y="1965"/>
                </a:lnTo>
                <a:lnTo>
                  <a:pt x="9788" y="2144"/>
                </a:lnTo>
                <a:lnTo>
                  <a:pt x="9764" y="2275"/>
                </a:lnTo>
                <a:lnTo>
                  <a:pt x="9764" y="7811"/>
                </a:lnTo>
                <a:lnTo>
                  <a:pt x="9561" y="7823"/>
                </a:lnTo>
                <a:lnTo>
                  <a:pt x="9180" y="7895"/>
                </a:lnTo>
                <a:lnTo>
                  <a:pt x="8823" y="8037"/>
                </a:lnTo>
                <a:lnTo>
                  <a:pt x="8514" y="8252"/>
                </a:lnTo>
                <a:lnTo>
                  <a:pt x="8252" y="8514"/>
                </a:lnTo>
                <a:lnTo>
                  <a:pt x="8049" y="8823"/>
                </a:lnTo>
                <a:lnTo>
                  <a:pt x="7894" y="9180"/>
                </a:lnTo>
                <a:lnTo>
                  <a:pt x="7823" y="9561"/>
                </a:lnTo>
                <a:lnTo>
                  <a:pt x="7811" y="9764"/>
                </a:lnTo>
                <a:lnTo>
                  <a:pt x="5215" y="9764"/>
                </a:lnTo>
                <a:lnTo>
                  <a:pt x="5204" y="9561"/>
                </a:lnTo>
                <a:lnTo>
                  <a:pt x="5132" y="9180"/>
                </a:lnTo>
                <a:lnTo>
                  <a:pt x="4977" y="8823"/>
                </a:lnTo>
                <a:lnTo>
                  <a:pt x="4763" y="8514"/>
                </a:lnTo>
                <a:lnTo>
                  <a:pt x="4501" y="8252"/>
                </a:lnTo>
                <a:lnTo>
                  <a:pt x="4191" y="8037"/>
                </a:lnTo>
                <a:lnTo>
                  <a:pt x="3846" y="7895"/>
                </a:lnTo>
                <a:lnTo>
                  <a:pt x="3453" y="7823"/>
                </a:lnTo>
                <a:lnTo>
                  <a:pt x="3263" y="7811"/>
                </a:lnTo>
                <a:lnTo>
                  <a:pt x="3263" y="2275"/>
                </a:lnTo>
                <a:lnTo>
                  <a:pt x="3239" y="2144"/>
                </a:lnTo>
                <a:lnTo>
                  <a:pt x="3060" y="1965"/>
                </a:lnTo>
                <a:lnTo>
                  <a:pt x="2929" y="1953"/>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29" name="Google Shape;2829;p172"/>
          <p:cNvSpPr/>
          <p:nvPr/>
        </p:nvSpPr>
        <p:spPr>
          <a:xfrm>
            <a:off x="8217959" y="3766474"/>
            <a:ext cx="551738" cy="552374"/>
          </a:xfrm>
          <a:custGeom>
            <a:rect b="b" l="l" r="r" t="t"/>
            <a:pathLst>
              <a:path extrusionOk="0" h="10431" w="10419">
                <a:moveTo>
                  <a:pt x="5965" y="2608"/>
                </a:moveTo>
                <a:lnTo>
                  <a:pt x="6192" y="2656"/>
                </a:lnTo>
                <a:lnTo>
                  <a:pt x="6299" y="2727"/>
                </a:lnTo>
                <a:lnTo>
                  <a:pt x="6394" y="2822"/>
                </a:lnTo>
                <a:lnTo>
                  <a:pt x="6501" y="3049"/>
                </a:lnTo>
                <a:lnTo>
                  <a:pt x="6501" y="3287"/>
                </a:lnTo>
                <a:lnTo>
                  <a:pt x="6418" y="3501"/>
                </a:lnTo>
                <a:lnTo>
                  <a:pt x="6334" y="3584"/>
                </a:lnTo>
                <a:lnTo>
                  <a:pt x="4882" y="5061"/>
                </a:lnTo>
                <a:lnTo>
                  <a:pt x="3417" y="3584"/>
                </a:lnTo>
                <a:lnTo>
                  <a:pt x="3346" y="3501"/>
                </a:lnTo>
                <a:lnTo>
                  <a:pt x="3251" y="3287"/>
                </a:lnTo>
                <a:lnTo>
                  <a:pt x="3251" y="3049"/>
                </a:lnTo>
                <a:lnTo>
                  <a:pt x="3358" y="2822"/>
                </a:lnTo>
                <a:lnTo>
                  <a:pt x="3453" y="2727"/>
                </a:lnTo>
                <a:lnTo>
                  <a:pt x="3560" y="2656"/>
                </a:lnTo>
                <a:lnTo>
                  <a:pt x="3786" y="2608"/>
                </a:lnTo>
                <a:lnTo>
                  <a:pt x="4096" y="2691"/>
                </a:lnTo>
                <a:lnTo>
                  <a:pt x="4239" y="2810"/>
                </a:lnTo>
                <a:lnTo>
                  <a:pt x="4882" y="3453"/>
                </a:lnTo>
                <a:lnTo>
                  <a:pt x="5513" y="2810"/>
                </a:lnTo>
                <a:lnTo>
                  <a:pt x="5656" y="2691"/>
                </a:lnTo>
                <a:lnTo>
                  <a:pt x="5965" y="2608"/>
                </a:lnTo>
                <a:close/>
                <a:moveTo>
                  <a:pt x="3858" y="1965"/>
                </a:moveTo>
                <a:lnTo>
                  <a:pt x="3513" y="1977"/>
                </a:lnTo>
                <a:lnTo>
                  <a:pt x="3155" y="2144"/>
                </a:lnTo>
                <a:lnTo>
                  <a:pt x="3036" y="2227"/>
                </a:lnTo>
                <a:lnTo>
                  <a:pt x="2846" y="2418"/>
                </a:lnTo>
                <a:lnTo>
                  <a:pt x="2620" y="2870"/>
                </a:lnTo>
                <a:lnTo>
                  <a:pt x="2608" y="3370"/>
                </a:lnTo>
                <a:lnTo>
                  <a:pt x="2786" y="3846"/>
                </a:lnTo>
                <a:lnTo>
                  <a:pt x="2953" y="4037"/>
                </a:lnTo>
                <a:lnTo>
                  <a:pt x="4668" y="5787"/>
                </a:lnTo>
                <a:lnTo>
                  <a:pt x="4763" y="5859"/>
                </a:lnTo>
                <a:lnTo>
                  <a:pt x="4977" y="5859"/>
                </a:lnTo>
                <a:lnTo>
                  <a:pt x="5072" y="5787"/>
                </a:lnTo>
                <a:lnTo>
                  <a:pt x="6799" y="4037"/>
                </a:lnTo>
                <a:lnTo>
                  <a:pt x="6966" y="3846"/>
                </a:lnTo>
                <a:lnTo>
                  <a:pt x="7144" y="3370"/>
                </a:lnTo>
                <a:lnTo>
                  <a:pt x="7120" y="2870"/>
                </a:lnTo>
                <a:lnTo>
                  <a:pt x="6906" y="2418"/>
                </a:lnTo>
                <a:lnTo>
                  <a:pt x="6715" y="2227"/>
                </a:lnTo>
                <a:lnTo>
                  <a:pt x="6596" y="2144"/>
                </a:lnTo>
                <a:lnTo>
                  <a:pt x="6239" y="1977"/>
                </a:lnTo>
                <a:lnTo>
                  <a:pt x="5894" y="1965"/>
                </a:lnTo>
                <a:lnTo>
                  <a:pt x="5632" y="2013"/>
                </a:lnTo>
                <a:lnTo>
                  <a:pt x="5346" y="2144"/>
                </a:lnTo>
                <a:lnTo>
                  <a:pt x="5037" y="2370"/>
                </a:lnTo>
                <a:lnTo>
                  <a:pt x="4882" y="2525"/>
                </a:lnTo>
                <a:lnTo>
                  <a:pt x="4715" y="2370"/>
                </a:lnTo>
                <a:lnTo>
                  <a:pt x="4406" y="2144"/>
                </a:lnTo>
                <a:lnTo>
                  <a:pt x="4120" y="2013"/>
                </a:lnTo>
                <a:lnTo>
                  <a:pt x="3858" y="1965"/>
                </a:lnTo>
                <a:close/>
                <a:moveTo>
                  <a:pt x="4072" y="0"/>
                </a:moveTo>
                <a:lnTo>
                  <a:pt x="3667" y="12"/>
                </a:lnTo>
                <a:lnTo>
                  <a:pt x="2905" y="167"/>
                </a:lnTo>
                <a:lnTo>
                  <a:pt x="2191" y="441"/>
                </a:lnTo>
                <a:lnTo>
                  <a:pt x="1548" y="846"/>
                </a:lnTo>
                <a:lnTo>
                  <a:pt x="1000" y="1346"/>
                </a:lnTo>
                <a:lnTo>
                  <a:pt x="548" y="1941"/>
                </a:lnTo>
                <a:lnTo>
                  <a:pt x="214" y="2620"/>
                </a:lnTo>
                <a:lnTo>
                  <a:pt x="24" y="3370"/>
                </a:lnTo>
                <a:lnTo>
                  <a:pt x="0" y="3763"/>
                </a:lnTo>
                <a:lnTo>
                  <a:pt x="0" y="4215"/>
                </a:lnTo>
                <a:lnTo>
                  <a:pt x="167" y="5073"/>
                </a:lnTo>
                <a:lnTo>
                  <a:pt x="500" y="5847"/>
                </a:lnTo>
                <a:lnTo>
                  <a:pt x="1000" y="6525"/>
                </a:lnTo>
                <a:lnTo>
                  <a:pt x="1298" y="6823"/>
                </a:lnTo>
                <a:lnTo>
                  <a:pt x="1286" y="10097"/>
                </a:lnTo>
                <a:lnTo>
                  <a:pt x="1298" y="10228"/>
                </a:lnTo>
                <a:lnTo>
                  <a:pt x="1477" y="10407"/>
                </a:lnTo>
                <a:lnTo>
                  <a:pt x="1607" y="10419"/>
                </a:lnTo>
                <a:lnTo>
                  <a:pt x="1738" y="10407"/>
                </a:lnTo>
                <a:lnTo>
                  <a:pt x="1893" y="10228"/>
                </a:lnTo>
                <a:lnTo>
                  <a:pt x="1917" y="10097"/>
                </a:lnTo>
                <a:lnTo>
                  <a:pt x="1917" y="6525"/>
                </a:lnTo>
                <a:lnTo>
                  <a:pt x="1738" y="6335"/>
                </a:lnTo>
                <a:lnTo>
                  <a:pt x="1477" y="6085"/>
                </a:lnTo>
                <a:lnTo>
                  <a:pt x="1060" y="5501"/>
                </a:lnTo>
                <a:lnTo>
                  <a:pt x="774" y="4847"/>
                </a:lnTo>
                <a:lnTo>
                  <a:pt x="655" y="4144"/>
                </a:lnTo>
                <a:lnTo>
                  <a:pt x="655" y="3787"/>
                </a:lnTo>
                <a:lnTo>
                  <a:pt x="679" y="3465"/>
                </a:lnTo>
                <a:lnTo>
                  <a:pt x="834" y="2858"/>
                </a:lnTo>
                <a:lnTo>
                  <a:pt x="1095" y="2287"/>
                </a:lnTo>
                <a:lnTo>
                  <a:pt x="1477" y="1798"/>
                </a:lnTo>
                <a:lnTo>
                  <a:pt x="1941" y="1370"/>
                </a:lnTo>
                <a:lnTo>
                  <a:pt x="2477" y="1036"/>
                </a:lnTo>
                <a:lnTo>
                  <a:pt x="3072" y="798"/>
                </a:lnTo>
                <a:lnTo>
                  <a:pt x="3715" y="667"/>
                </a:lnTo>
                <a:lnTo>
                  <a:pt x="4048" y="655"/>
                </a:lnTo>
                <a:lnTo>
                  <a:pt x="5394" y="655"/>
                </a:lnTo>
                <a:lnTo>
                  <a:pt x="5822" y="679"/>
                </a:lnTo>
                <a:lnTo>
                  <a:pt x="6656" y="882"/>
                </a:lnTo>
                <a:lnTo>
                  <a:pt x="7406" y="1274"/>
                </a:lnTo>
                <a:lnTo>
                  <a:pt x="8061" y="1834"/>
                </a:lnTo>
                <a:lnTo>
                  <a:pt x="8323" y="2179"/>
                </a:lnTo>
                <a:lnTo>
                  <a:pt x="8525" y="2525"/>
                </a:lnTo>
                <a:lnTo>
                  <a:pt x="8966" y="3715"/>
                </a:lnTo>
                <a:lnTo>
                  <a:pt x="9180" y="4335"/>
                </a:lnTo>
                <a:lnTo>
                  <a:pt x="9490" y="5192"/>
                </a:lnTo>
                <a:lnTo>
                  <a:pt x="9740" y="5870"/>
                </a:lnTo>
                <a:lnTo>
                  <a:pt x="8787" y="5870"/>
                </a:lnTo>
                <a:lnTo>
                  <a:pt x="8656" y="5882"/>
                </a:lnTo>
                <a:lnTo>
                  <a:pt x="8478" y="6061"/>
                </a:lnTo>
                <a:lnTo>
                  <a:pt x="8466" y="6192"/>
                </a:lnTo>
                <a:lnTo>
                  <a:pt x="8466" y="7823"/>
                </a:lnTo>
                <a:lnTo>
                  <a:pt x="8454" y="7954"/>
                </a:lnTo>
                <a:lnTo>
                  <a:pt x="8347" y="8192"/>
                </a:lnTo>
                <a:lnTo>
                  <a:pt x="8180" y="8359"/>
                </a:lnTo>
                <a:lnTo>
                  <a:pt x="7942" y="8466"/>
                </a:lnTo>
                <a:lnTo>
                  <a:pt x="7811" y="8478"/>
                </a:lnTo>
                <a:lnTo>
                  <a:pt x="6180" y="8478"/>
                </a:lnTo>
                <a:lnTo>
                  <a:pt x="6049" y="8490"/>
                </a:lnTo>
                <a:lnTo>
                  <a:pt x="5882" y="8669"/>
                </a:lnTo>
                <a:lnTo>
                  <a:pt x="5858" y="8800"/>
                </a:lnTo>
                <a:lnTo>
                  <a:pt x="5834" y="10097"/>
                </a:lnTo>
                <a:lnTo>
                  <a:pt x="5858" y="10228"/>
                </a:lnTo>
                <a:lnTo>
                  <a:pt x="6025" y="10407"/>
                </a:lnTo>
                <a:lnTo>
                  <a:pt x="6144" y="10431"/>
                </a:lnTo>
                <a:lnTo>
                  <a:pt x="6275" y="10407"/>
                </a:lnTo>
                <a:lnTo>
                  <a:pt x="6454" y="10228"/>
                </a:lnTo>
                <a:lnTo>
                  <a:pt x="6465" y="10097"/>
                </a:lnTo>
                <a:lnTo>
                  <a:pt x="6465" y="9121"/>
                </a:lnTo>
                <a:lnTo>
                  <a:pt x="7775" y="9121"/>
                </a:lnTo>
                <a:lnTo>
                  <a:pt x="8037" y="9109"/>
                </a:lnTo>
                <a:lnTo>
                  <a:pt x="8501" y="8907"/>
                </a:lnTo>
                <a:lnTo>
                  <a:pt x="8847" y="8561"/>
                </a:lnTo>
                <a:lnTo>
                  <a:pt x="9037" y="8097"/>
                </a:lnTo>
                <a:lnTo>
                  <a:pt x="9061" y="7835"/>
                </a:lnTo>
                <a:lnTo>
                  <a:pt x="9061" y="6525"/>
                </a:lnTo>
                <a:lnTo>
                  <a:pt x="9692" y="6525"/>
                </a:lnTo>
                <a:lnTo>
                  <a:pt x="9692" y="6513"/>
                </a:lnTo>
                <a:lnTo>
                  <a:pt x="9883" y="6502"/>
                </a:lnTo>
                <a:lnTo>
                  <a:pt x="10192" y="6347"/>
                </a:lnTo>
                <a:lnTo>
                  <a:pt x="10383" y="6085"/>
                </a:lnTo>
                <a:lnTo>
                  <a:pt x="10418" y="5763"/>
                </a:lnTo>
                <a:lnTo>
                  <a:pt x="10359" y="5597"/>
                </a:lnTo>
                <a:lnTo>
                  <a:pt x="10026" y="4739"/>
                </a:lnTo>
                <a:lnTo>
                  <a:pt x="9442" y="3060"/>
                </a:lnTo>
                <a:lnTo>
                  <a:pt x="9061" y="2108"/>
                </a:lnTo>
                <a:lnTo>
                  <a:pt x="8871" y="1798"/>
                </a:lnTo>
                <a:lnTo>
                  <a:pt x="8716" y="1596"/>
                </a:lnTo>
                <a:lnTo>
                  <a:pt x="8382" y="1215"/>
                </a:lnTo>
                <a:lnTo>
                  <a:pt x="8001" y="893"/>
                </a:lnTo>
                <a:lnTo>
                  <a:pt x="7585" y="608"/>
                </a:lnTo>
                <a:lnTo>
                  <a:pt x="7144" y="370"/>
                </a:lnTo>
                <a:lnTo>
                  <a:pt x="6668" y="191"/>
                </a:lnTo>
                <a:lnTo>
                  <a:pt x="6180" y="72"/>
                </a:lnTo>
                <a:lnTo>
                  <a:pt x="5668" y="12"/>
                </a:lnTo>
                <a:lnTo>
                  <a:pt x="5406"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0" name="Google Shape;2830;p172"/>
          <p:cNvSpPr/>
          <p:nvPr/>
        </p:nvSpPr>
        <p:spPr>
          <a:xfrm>
            <a:off x="6959057" y="3801159"/>
            <a:ext cx="551738" cy="483003"/>
          </a:xfrm>
          <a:custGeom>
            <a:rect b="b" l="l" r="r" t="t"/>
            <a:pathLst>
              <a:path extrusionOk="0" h="9121" w="10419">
                <a:moveTo>
                  <a:pt x="9323" y="1977"/>
                </a:moveTo>
                <a:lnTo>
                  <a:pt x="9216" y="2060"/>
                </a:lnTo>
                <a:lnTo>
                  <a:pt x="6513" y="4751"/>
                </a:lnTo>
                <a:lnTo>
                  <a:pt x="4787" y="3037"/>
                </a:lnTo>
                <a:lnTo>
                  <a:pt x="4680" y="2953"/>
                </a:lnTo>
                <a:lnTo>
                  <a:pt x="4430" y="2953"/>
                </a:lnTo>
                <a:lnTo>
                  <a:pt x="4334" y="3037"/>
                </a:lnTo>
                <a:lnTo>
                  <a:pt x="2048" y="5311"/>
                </a:lnTo>
                <a:lnTo>
                  <a:pt x="1977" y="5418"/>
                </a:lnTo>
                <a:lnTo>
                  <a:pt x="1977" y="5668"/>
                </a:lnTo>
                <a:lnTo>
                  <a:pt x="2048" y="5775"/>
                </a:lnTo>
                <a:lnTo>
                  <a:pt x="2155" y="5847"/>
                </a:lnTo>
                <a:lnTo>
                  <a:pt x="2405" y="5847"/>
                </a:lnTo>
                <a:lnTo>
                  <a:pt x="2513" y="5775"/>
                </a:lnTo>
                <a:lnTo>
                  <a:pt x="4537" y="3715"/>
                </a:lnTo>
                <a:lnTo>
                  <a:pt x="6287" y="5442"/>
                </a:lnTo>
                <a:lnTo>
                  <a:pt x="6382" y="5525"/>
                </a:lnTo>
                <a:lnTo>
                  <a:pt x="6632" y="5525"/>
                </a:lnTo>
                <a:lnTo>
                  <a:pt x="6739" y="5442"/>
                </a:lnTo>
                <a:lnTo>
                  <a:pt x="9669" y="2513"/>
                </a:lnTo>
                <a:lnTo>
                  <a:pt x="9752" y="2405"/>
                </a:lnTo>
                <a:lnTo>
                  <a:pt x="9752" y="2155"/>
                </a:lnTo>
                <a:lnTo>
                  <a:pt x="9669" y="2060"/>
                </a:lnTo>
                <a:lnTo>
                  <a:pt x="9573" y="1977"/>
                </a:lnTo>
                <a:close/>
                <a:moveTo>
                  <a:pt x="322" y="0"/>
                </a:moveTo>
                <a:lnTo>
                  <a:pt x="191" y="24"/>
                </a:lnTo>
                <a:lnTo>
                  <a:pt x="24" y="203"/>
                </a:lnTo>
                <a:lnTo>
                  <a:pt x="0" y="334"/>
                </a:lnTo>
                <a:lnTo>
                  <a:pt x="0" y="7490"/>
                </a:lnTo>
                <a:lnTo>
                  <a:pt x="0" y="7656"/>
                </a:lnTo>
                <a:lnTo>
                  <a:pt x="72" y="7978"/>
                </a:lnTo>
                <a:lnTo>
                  <a:pt x="191" y="8276"/>
                </a:lnTo>
                <a:lnTo>
                  <a:pt x="369" y="8526"/>
                </a:lnTo>
                <a:lnTo>
                  <a:pt x="596" y="8752"/>
                </a:lnTo>
                <a:lnTo>
                  <a:pt x="846" y="8930"/>
                </a:lnTo>
                <a:lnTo>
                  <a:pt x="1143" y="9049"/>
                </a:lnTo>
                <a:lnTo>
                  <a:pt x="1465" y="9121"/>
                </a:lnTo>
                <a:lnTo>
                  <a:pt x="10097" y="9121"/>
                </a:lnTo>
                <a:lnTo>
                  <a:pt x="10228" y="9097"/>
                </a:lnTo>
                <a:lnTo>
                  <a:pt x="10407" y="8930"/>
                </a:lnTo>
                <a:lnTo>
                  <a:pt x="10419" y="8799"/>
                </a:lnTo>
                <a:lnTo>
                  <a:pt x="10407" y="8668"/>
                </a:lnTo>
                <a:lnTo>
                  <a:pt x="10228" y="8490"/>
                </a:lnTo>
                <a:lnTo>
                  <a:pt x="10097" y="8466"/>
                </a:lnTo>
                <a:lnTo>
                  <a:pt x="1631" y="8466"/>
                </a:lnTo>
                <a:lnTo>
                  <a:pt x="1429" y="8454"/>
                </a:lnTo>
                <a:lnTo>
                  <a:pt x="1084" y="8311"/>
                </a:lnTo>
                <a:lnTo>
                  <a:pt x="810" y="8037"/>
                </a:lnTo>
                <a:lnTo>
                  <a:pt x="667" y="7692"/>
                </a:lnTo>
                <a:lnTo>
                  <a:pt x="655" y="7490"/>
                </a:lnTo>
                <a:lnTo>
                  <a:pt x="655" y="334"/>
                </a:lnTo>
                <a:lnTo>
                  <a:pt x="631" y="203"/>
                </a:lnTo>
                <a:lnTo>
                  <a:pt x="453" y="24"/>
                </a:lnTo>
                <a:lnTo>
                  <a:pt x="322"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1" name="Google Shape;2831;p172"/>
          <p:cNvSpPr/>
          <p:nvPr/>
        </p:nvSpPr>
        <p:spPr>
          <a:xfrm>
            <a:off x="5625571" y="3801159"/>
            <a:ext cx="551738" cy="483003"/>
          </a:xfrm>
          <a:custGeom>
            <a:rect b="b" l="l" r="r" t="t"/>
            <a:pathLst>
              <a:path extrusionOk="0" h="9121" w="10419">
                <a:moveTo>
                  <a:pt x="6835" y="1953"/>
                </a:moveTo>
                <a:lnTo>
                  <a:pt x="6704" y="1977"/>
                </a:lnTo>
                <a:lnTo>
                  <a:pt x="6525" y="2155"/>
                </a:lnTo>
                <a:lnTo>
                  <a:pt x="6513" y="2286"/>
                </a:lnTo>
                <a:lnTo>
                  <a:pt x="6525" y="2417"/>
                </a:lnTo>
                <a:lnTo>
                  <a:pt x="6704" y="2596"/>
                </a:lnTo>
                <a:lnTo>
                  <a:pt x="6835" y="2608"/>
                </a:lnTo>
                <a:lnTo>
                  <a:pt x="8657" y="2608"/>
                </a:lnTo>
                <a:lnTo>
                  <a:pt x="6513" y="4751"/>
                </a:lnTo>
                <a:lnTo>
                  <a:pt x="4787" y="3037"/>
                </a:lnTo>
                <a:lnTo>
                  <a:pt x="4680" y="2953"/>
                </a:lnTo>
                <a:lnTo>
                  <a:pt x="4430" y="2953"/>
                </a:lnTo>
                <a:lnTo>
                  <a:pt x="4322" y="3037"/>
                </a:lnTo>
                <a:lnTo>
                  <a:pt x="2048" y="5311"/>
                </a:lnTo>
                <a:lnTo>
                  <a:pt x="1965" y="5418"/>
                </a:lnTo>
                <a:lnTo>
                  <a:pt x="1965" y="5668"/>
                </a:lnTo>
                <a:lnTo>
                  <a:pt x="2048" y="5775"/>
                </a:lnTo>
                <a:lnTo>
                  <a:pt x="2155" y="5847"/>
                </a:lnTo>
                <a:lnTo>
                  <a:pt x="2405" y="5847"/>
                </a:lnTo>
                <a:lnTo>
                  <a:pt x="2513" y="5775"/>
                </a:lnTo>
                <a:lnTo>
                  <a:pt x="4537" y="3715"/>
                </a:lnTo>
                <a:lnTo>
                  <a:pt x="6275" y="5442"/>
                </a:lnTo>
                <a:lnTo>
                  <a:pt x="6382" y="5525"/>
                </a:lnTo>
                <a:lnTo>
                  <a:pt x="6632" y="5525"/>
                </a:lnTo>
                <a:lnTo>
                  <a:pt x="6740" y="5442"/>
                </a:lnTo>
                <a:lnTo>
                  <a:pt x="9109" y="3072"/>
                </a:lnTo>
                <a:lnTo>
                  <a:pt x="9109" y="4894"/>
                </a:lnTo>
                <a:lnTo>
                  <a:pt x="9133" y="5013"/>
                </a:lnTo>
                <a:lnTo>
                  <a:pt x="9311" y="5192"/>
                </a:lnTo>
                <a:lnTo>
                  <a:pt x="9442" y="5215"/>
                </a:lnTo>
                <a:lnTo>
                  <a:pt x="9573" y="5192"/>
                </a:lnTo>
                <a:lnTo>
                  <a:pt x="9752" y="5013"/>
                </a:lnTo>
                <a:lnTo>
                  <a:pt x="9764" y="4894"/>
                </a:lnTo>
                <a:lnTo>
                  <a:pt x="9764" y="2286"/>
                </a:lnTo>
                <a:lnTo>
                  <a:pt x="9752" y="2155"/>
                </a:lnTo>
                <a:lnTo>
                  <a:pt x="9573" y="1977"/>
                </a:lnTo>
                <a:lnTo>
                  <a:pt x="9442" y="1953"/>
                </a:lnTo>
                <a:close/>
                <a:moveTo>
                  <a:pt x="322" y="0"/>
                </a:moveTo>
                <a:lnTo>
                  <a:pt x="191" y="24"/>
                </a:lnTo>
                <a:lnTo>
                  <a:pt x="12" y="203"/>
                </a:lnTo>
                <a:lnTo>
                  <a:pt x="0" y="334"/>
                </a:lnTo>
                <a:lnTo>
                  <a:pt x="0" y="7490"/>
                </a:lnTo>
                <a:lnTo>
                  <a:pt x="0" y="7656"/>
                </a:lnTo>
                <a:lnTo>
                  <a:pt x="72" y="7978"/>
                </a:lnTo>
                <a:lnTo>
                  <a:pt x="191" y="8276"/>
                </a:lnTo>
                <a:lnTo>
                  <a:pt x="369" y="8526"/>
                </a:lnTo>
                <a:lnTo>
                  <a:pt x="596" y="8752"/>
                </a:lnTo>
                <a:lnTo>
                  <a:pt x="846" y="8930"/>
                </a:lnTo>
                <a:lnTo>
                  <a:pt x="1143" y="9049"/>
                </a:lnTo>
                <a:lnTo>
                  <a:pt x="1465" y="9121"/>
                </a:lnTo>
                <a:lnTo>
                  <a:pt x="10097" y="9121"/>
                </a:lnTo>
                <a:lnTo>
                  <a:pt x="10228" y="9097"/>
                </a:lnTo>
                <a:lnTo>
                  <a:pt x="10395" y="8930"/>
                </a:lnTo>
                <a:lnTo>
                  <a:pt x="10419" y="8799"/>
                </a:lnTo>
                <a:lnTo>
                  <a:pt x="10395" y="8668"/>
                </a:lnTo>
                <a:lnTo>
                  <a:pt x="10228" y="8490"/>
                </a:lnTo>
                <a:lnTo>
                  <a:pt x="10097" y="8466"/>
                </a:lnTo>
                <a:lnTo>
                  <a:pt x="1632" y="8466"/>
                </a:lnTo>
                <a:lnTo>
                  <a:pt x="1429" y="8454"/>
                </a:lnTo>
                <a:lnTo>
                  <a:pt x="1072" y="8311"/>
                </a:lnTo>
                <a:lnTo>
                  <a:pt x="810" y="8037"/>
                </a:lnTo>
                <a:lnTo>
                  <a:pt x="667" y="7692"/>
                </a:lnTo>
                <a:lnTo>
                  <a:pt x="655" y="7490"/>
                </a:lnTo>
                <a:lnTo>
                  <a:pt x="655" y="334"/>
                </a:lnTo>
                <a:lnTo>
                  <a:pt x="631" y="203"/>
                </a:lnTo>
                <a:lnTo>
                  <a:pt x="453" y="24"/>
                </a:lnTo>
                <a:lnTo>
                  <a:pt x="322"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2" name="Google Shape;2832;p172"/>
          <p:cNvSpPr/>
          <p:nvPr/>
        </p:nvSpPr>
        <p:spPr>
          <a:xfrm>
            <a:off x="4267104" y="3807779"/>
            <a:ext cx="665274" cy="469764"/>
          </a:xfrm>
          <a:custGeom>
            <a:rect b="b" l="l" r="r" t="t"/>
            <a:pathLst>
              <a:path extrusionOk="0" h="8871" w="12563">
                <a:moveTo>
                  <a:pt x="9717" y="0"/>
                </a:moveTo>
                <a:lnTo>
                  <a:pt x="9217" y="96"/>
                </a:lnTo>
                <a:lnTo>
                  <a:pt x="8752" y="286"/>
                </a:lnTo>
                <a:lnTo>
                  <a:pt x="8312" y="572"/>
                </a:lnTo>
                <a:lnTo>
                  <a:pt x="8121" y="750"/>
                </a:lnTo>
                <a:lnTo>
                  <a:pt x="7657" y="1215"/>
                </a:lnTo>
                <a:lnTo>
                  <a:pt x="7585" y="1310"/>
                </a:lnTo>
                <a:lnTo>
                  <a:pt x="7585" y="1560"/>
                </a:lnTo>
                <a:lnTo>
                  <a:pt x="7657" y="1667"/>
                </a:lnTo>
                <a:lnTo>
                  <a:pt x="7764" y="1751"/>
                </a:lnTo>
                <a:lnTo>
                  <a:pt x="8014" y="1751"/>
                </a:lnTo>
                <a:lnTo>
                  <a:pt x="8121" y="1667"/>
                </a:lnTo>
                <a:lnTo>
                  <a:pt x="8586" y="1215"/>
                </a:lnTo>
                <a:lnTo>
                  <a:pt x="8728" y="1072"/>
                </a:lnTo>
                <a:lnTo>
                  <a:pt x="9050" y="858"/>
                </a:lnTo>
                <a:lnTo>
                  <a:pt x="9407" y="715"/>
                </a:lnTo>
                <a:lnTo>
                  <a:pt x="9776" y="643"/>
                </a:lnTo>
                <a:lnTo>
                  <a:pt x="10145" y="643"/>
                </a:lnTo>
                <a:lnTo>
                  <a:pt x="10514" y="715"/>
                </a:lnTo>
                <a:lnTo>
                  <a:pt x="10872" y="858"/>
                </a:lnTo>
                <a:lnTo>
                  <a:pt x="11193" y="1072"/>
                </a:lnTo>
                <a:lnTo>
                  <a:pt x="11348" y="1215"/>
                </a:lnTo>
                <a:lnTo>
                  <a:pt x="11479" y="1358"/>
                </a:lnTo>
                <a:lnTo>
                  <a:pt x="11693" y="1679"/>
                </a:lnTo>
                <a:lnTo>
                  <a:pt x="11836" y="2036"/>
                </a:lnTo>
                <a:lnTo>
                  <a:pt x="11908" y="2405"/>
                </a:lnTo>
                <a:lnTo>
                  <a:pt x="11908" y="2775"/>
                </a:lnTo>
                <a:lnTo>
                  <a:pt x="11836" y="3144"/>
                </a:lnTo>
                <a:lnTo>
                  <a:pt x="11693" y="3501"/>
                </a:lnTo>
                <a:lnTo>
                  <a:pt x="11479" y="3822"/>
                </a:lnTo>
                <a:lnTo>
                  <a:pt x="11348" y="3977"/>
                </a:lnTo>
                <a:lnTo>
                  <a:pt x="8812" y="6501"/>
                </a:lnTo>
                <a:lnTo>
                  <a:pt x="8657" y="6644"/>
                </a:lnTo>
                <a:lnTo>
                  <a:pt x="8335" y="6859"/>
                </a:lnTo>
                <a:lnTo>
                  <a:pt x="7990" y="7001"/>
                </a:lnTo>
                <a:lnTo>
                  <a:pt x="7621" y="7073"/>
                </a:lnTo>
                <a:lnTo>
                  <a:pt x="7240" y="7073"/>
                </a:lnTo>
                <a:lnTo>
                  <a:pt x="6871" y="7001"/>
                </a:lnTo>
                <a:lnTo>
                  <a:pt x="6526" y="6859"/>
                </a:lnTo>
                <a:lnTo>
                  <a:pt x="6192" y="6644"/>
                </a:lnTo>
                <a:lnTo>
                  <a:pt x="6049" y="6501"/>
                </a:lnTo>
                <a:lnTo>
                  <a:pt x="5918" y="6370"/>
                </a:lnTo>
                <a:lnTo>
                  <a:pt x="5716" y="6061"/>
                </a:lnTo>
                <a:lnTo>
                  <a:pt x="5573" y="5727"/>
                </a:lnTo>
                <a:lnTo>
                  <a:pt x="5490" y="5382"/>
                </a:lnTo>
                <a:lnTo>
                  <a:pt x="5478" y="5013"/>
                </a:lnTo>
                <a:lnTo>
                  <a:pt x="5537" y="4668"/>
                </a:lnTo>
                <a:lnTo>
                  <a:pt x="5656" y="4322"/>
                </a:lnTo>
                <a:lnTo>
                  <a:pt x="5835" y="4001"/>
                </a:lnTo>
                <a:lnTo>
                  <a:pt x="5954" y="3846"/>
                </a:lnTo>
                <a:lnTo>
                  <a:pt x="6061" y="3727"/>
                </a:lnTo>
                <a:lnTo>
                  <a:pt x="6133" y="3608"/>
                </a:lnTo>
                <a:lnTo>
                  <a:pt x="6121" y="3370"/>
                </a:lnTo>
                <a:lnTo>
                  <a:pt x="6037" y="3263"/>
                </a:lnTo>
                <a:lnTo>
                  <a:pt x="5918" y="3191"/>
                </a:lnTo>
                <a:lnTo>
                  <a:pt x="5668" y="3215"/>
                </a:lnTo>
                <a:lnTo>
                  <a:pt x="5573" y="3298"/>
                </a:lnTo>
                <a:lnTo>
                  <a:pt x="5442" y="3418"/>
                </a:lnTo>
                <a:lnTo>
                  <a:pt x="5287" y="3620"/>
                </a:lnTo>
                <a:lnTo>
                  <a:pt x="5049" y="4049"/>
                </a:lnTo>
                <a:lnTo>
                  <a:pt x="4883" y="4501"/>
                </a:lnTo>
                <a:lnTo>
                  <a:pt x="4811" y="4965"/>
                </a:lnTo>
                <a:lnTo>
                  <a:pt x="4823" y="5442"/>
                </a:lnTo>
                <a:lnTo>
                  <a:pt x="4930" y="5906"/>
                </a:lnTo>
                <a:lnTo>
                  <a:pt x="5121" y="6359"/>
                </a:lnTo>
                <a:lnTo>
                  <a:pt x="5406" y="6775"/>
                </a:lnTo>
                <a:lnTo>
                  <a:pt x="5585" y="6966"/>
                </a:lnTo>
                <a:lnTo>
                  <a:pt x="5787" y="7144"/>
                </a:lnTo>
                <a:lnTo>
                  <a:pt x="6216" y="7430"/>
                </a:lnTo>
                <a:lnTo>
                  <a:pt x="6692" y="7621"/>
                </a:lnTo>
                <a:lnTo>
                  <a:pt x="7181" y="7716"/>
                </a:lnTo>
                <a:lnTo>
                  <a:pt x="7681" y="7716"/>
                </a:lnTo>
                <a:lnTo>
                  <a:pt x="8169" y="7621"/>
                </a:lnTo>
                <a:lnTo>
                  <a:pt x="8633" y="7430"/>
                </a:lnTo>
                <a:lnTo>
                  <a:pt x="9062" y="7144"/>
                </a:lnTo>
                <a:lnTo>
                  <a:pt x="9252" y="6966"/>
                </a:lnTo>
                <a:lnTo>
                  <a:pt x="11800" y="4418"/>
                </a:lnTo>
                <a:lnTo>
                  <a:pt x="11991" y="4227"/>
                </a:lnTo>
                <a:lnTo>
                  <a:pt x="12277" y="3787"/>
                </a:lnTo>
                <a:lnTo>
                  <a:pt x="12467" y="3322"/>
                </a:lnTo>
                <a:lnTo>
                  <a:pt x="12562" y="2834"/>
                </a:lnTo>
                <a:lnTo>
                  <a:pt x="12562" y="2334"/>
                </a:lnTo>
                <a:lnTo>
                  <a:pt x="12467" y="1846"/>
                </a:lnTo>
                <a:lnTo>
                  <a:pt x="12277" y="1370"/>
                </a:lnTo>
                <a:lnTo>
                  <a:pt x="11991" y="941"/>
                </a:lnTo>
                <a:lnTo>
                  <a:pt x="11800" y="750"/>
                </a:lnTo>
                <a:lnTo>
                  <a:pt x="11610" y="572"/>
                </a:lnTo>
                <a:lnTo>
                  <a:pt x="11181" y="286"/>
                </a:lnTo>
                <a:lnTo>
                  <a:pt x="10705" y="96"/>
                </a:lnTo>
                <a:lnTo>
                  <a:pt x="10217" y="0"/>
                </a:lnTo>
                <a:close/>
                <a:moveTo>
                  <a:pt x="4871" y="1143"/>
                </a:moveTo>
                <a:lnTo>
                  <a:pt x="4382" y="1239"/>
                </a:lnTo>
                <a:lnTo>
                  <a:pt x="3906" y="1429"/>
                </a:lnTo>
                <a:lnTo>
                  <a:pt x="3478" y="1715"/>
                </a:lnTo>
                <a:lnTo>
                  <a:pt x="3287" y="1893"/>
                </a:lnTo>
                <a:lnTo>
                  <a:pt x="751" y="4430"/>
                </a:lnTo>
                <a:lnTo>
                  <a:pt x="572" y="4620"/>
                </a:lnTo>
                <a:lnTo>
                  <a:pt x="287" y="5049"/>
                </a:lnTo>
                <a:lnTo>
                  <a:pt x="96" y="5525"/>
                </a:lnTo>
                <a:lnTo>
                  <a:pt x="1" y="6013"/>
                </a:lnTo>
                <a:lnTo>
                  <a:pt x="1" y="6513"/>
                </a:lnTo>
                <a:lnTo>
                  <a:pt x="96" y="7013"/>
                </a:lnTo>
                <a:lnTo>
                  <a:pt x="287" y="7490"/>
                </a:lnTo>
                <a:lnTo>
                  <a:pt x="572" y="7918"/>
                </a:lnTo>
                <a:lnTo>
                  <a:pt x="751" y="8121"/>
                </a:lnTo>
                <a:lnTo>
                  <a:pt x="953" y="8299"/>
                </a:lnTo>
                <a:lnTo>
                  <a:pt x="1382" y="8585"/>
                </a:lnTo>
                <a:lnTo>
                  <a:pt x="1858" y="8776"/>
                </a:lnTo>
                <a:lnTo>
                  <a:pt x="2346" y="8871"/>
                </a:lnTo>
                <a:lnTo>
                  <a:pt x="2846" y="8871"/>
                </a:lnTo>
                <a:lnTo>
                  <a:pt x="3335" y="8776"/>
                </a:lnTo>
                <a:lnTo>
                  <a:pt x="3811" y="8585"/>
                </a:lnTo>
                <a:lnTo>
                  <a:pt x="4240" y="8299"/>
                </a:lnTo>
                <a:lnTo>
                  <a:pt x="4442" y="8121"/>
                </a:lnTo>
                <a:lnTo>
                  <a:pt x="4894" y="7656"/>
                </a:lnTo>
                <a:lnTo>
                  <a:pt x="4978" y="7549"/>
                </a:lnTo>
                <a:lnTo>
                  <a:pt x="4978" y="7299"/>
                </a:lnTo>
                <a:lnTo>
                  <a:pt x="4894" y="7192"/>
                </a:lnTo>
                <a:lnTo>
                  <a:pt x="4799" y="7121"/>
                </a:lnTo>
                <a:lnTo>
                  <a:pt x="4549" y="7121"/>
                </a:lnTo>
                <a:lnTo>
                  <a:pt x="4442" y="7192"/>
                </a:lnTo>
                <a:lnTo>
                  <a:pt x="3978" y="7656"/>
                </a:lnTo>
                <a:lnTo>
                  <a:pt x="3835" y="7787"/>
                </a:lnTo>
                <a:lnTo>
                  <a:pt x="3501" y="8002"/>
                </a:lnTo>
                <a:lnTo>
                  <a:pt x="3156" y="8145"/>
                </a:lnTo>
                <a:lnTo>
                  <a:pt x="2787" y="8216"/>
                </a:lnTo>
                <a:lnTo>
                  <a:pt x="2406" y="8216"/>
                </a:lnTo>
                <a:lnTo>
                  <a:pt x="2037" y="8145"/>
                </a:lnTo>
                <a:lnTo>
                  <a:pt x="1692" y="8002"/>
                </a:lnTo>
                <a:lnTo>
                  <a:pt x="1358" y="7787"/>
                </a:lnTo>
                <a:lnTo>
                  <a:pt x="1215" y="7656"/>
                </a:lnTo>
                <a:lnTo>
                  <a:pt x="1072" y="7513"/>
                </a:lnTo>
                <a:lnTo>
                  <a:pt x="858" y="7180"/>
                </a:lnTo>
                <a:lnTo>
                  <a:pt x="715" y="6835"/>
                </a:lnTo>
                <a:lnTo>
                  <a:pt x="644" y="6466"/>
                </a:lnTo>
                <a:lnTo>
                  <a:pt x="644" y="6085"/>
                </a:lnTo>
                <a:lnTo>
                  <a:pt x="715" y="5716"/>
                </a:lnTo>
                <a:lnTo>
                  <a:pt x="858" y="5358"/>
                </a:lnTo>
                <a:lnTo>
                  <a:pt x="1072" y="5037"/>
                </a:lnTo>
                <a:lnTo>
                  <a:pt x="1215" y="4894"/>
                </a:lnTo>
                <a:lnTo>
                  <a:pt x="3751" y="2358"/>
                </a:lnTo>
                <a:lnTo>
                  <a:pt x="3894" y="2215"/>
                </a:lnTo>
                <a:lnTo>
                  <a:pt x="4228" y="2001"/>
                </a:lnTo>
                <a:lnTo>
                  <a:pt x="4573" y="1858"/>
                </a:lnTo>
                <a:lnTo>
                  <a:pt x="4942" y="1786"/>
                </a:lnTo>
                <a:lnTo>
                  <a:pt x="5323" y="1786"/>
                </a:lnTo>
                <a:lnTo>
                  <a:pt x="5692" y="1858"/>
                </a:lnTo>
                <a:lnTo>
                  <a:pt x="6037" y="2001"/>
                </a:lnTo>
                <a:lnTo>
                  <a:pt x="6359" y="2215"/>
                </a:lnTo>
                <a:lnTo>
                  <a:pt x="6514" y="2358"/>
                </a:lnTo>
                <a:lnTo>
                  <a:pt x="6645" y="2501"/>
                </a:lnTo>
                <a:lnTo>
                  <a:pt x="6847" y="2798"/>
                </a:lnTo>
                <a:lnTo>
                  <a:pt x="6990" y="3132"/>
                </a:lnTo>
                <a:lnTo>
                  <a:pt x="7073" y="3489"/>
                </a:lnTo>
                <a:lnTo>
                  <a:pt x="7085" y="3846"/>
                </a:lnTo>
                <a:lnTo>
                  <a:pt x="7026" y="4203"/>
                </a:lnTo>
                <a:lnTo>
                  <a:pt x="6907" y="4549"/>
                </a:lnTo>
                <a:lnTo>
                  <a:pt x="6728" y="4870"/>
                </a:lnTo>
                <a:lnTo>
                  <a:pt x="6609" y="5013"/>
                </a:lnTo>
                <a:lnTo>
                  <a:pt x="6490" y="5144"/>
                </a:lnTo>
                <a:lnTo>
                  <a:pt x="6419" y="5251"/>
                </a:lnTo>
                <a:lnTo>
                  <a:pt x="6442" y="5501"/>
                </a:lnTo>
                <a:lnTo>
                  <a:pt x="6526" y="5596"/>
                </a:lnTo>
                <a:lnTo>
                  <a:pt x="6633" y="5668"/>
                </a:lnTo>
                <a:lnTo>
                  <a:pt x="6883" y="5656"/>
                </a:lnTo>
                <a:lnTo>
                  <a:pt x="6990" y="5561"/>
                </a:lnTo>
                <a:lnTo>
                  <a:pt x="7097" y="5442"/>
                </a:lnTo>
                <a:lnTo>
                  <a:pt x="7252" y="5239"/>
                </a:lnTo>
                <a:lnTo>
                  <a:pt x="7490" y="4811"/>
                </a:lnTo>
                <a:lnTo>
                  <a:pt x="7657" y="4358"/>
                </a:lnTo>
                <a:lnTo>
                  <a:pt x="7728" y="3882"/>
                </a:lnTo>
                <a:lnTo>
                  <a:pt x="7704" y="3406"/>
                </a:lnTo>
                <a:lnTo>
                  <a:pt x="7609" y="2941"/>
                </a:lnTo>
                <a:lnTo>
                  <a:pt x="7419" y="2489"/>
                </a:lnTo>
                <a:lnTo>
                  <a:pt x="7145" y="2084"/>
                </a:lnTo>
                <a:lnTo>
                  <a:pt x="6966" y="1893"/>
                </a:lnTo>
                <a:lnTo>
                  <a:pt x="6776" y="1715"/>
                </a:lnTo>
                <a:lnTo>
                  <a:pt x="6335" y="1429"/>
                </a:lnTo>
                <a:lnTo>
                  <a:pt x="5871" y="1239"/>
                </a:lnTo>
                <a:lnTo>
                  <a:pt x="5371" y="1143"/>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3" name="Google Shape;2833;p172"/>
          <p:cNvSpPr/>
          <p:nvPr/>
        </p:nvSpPr>
        <p:spPr>
          <a:xfrm>
            <a:off x="2924550" y="3766792"/>
            <a:ext cx="413684" cy="551738"/>
          </a:xfrm>
          <a:custGeom>
            <a:rect b="b" l="l" r="r" t="t"/>
            <a:pathLst>
              <a:path extrusionOk="0" h="10419" w="7812">
                <a:moveTo>
                  <a:pt x="3906" y="643"/>
                </a:moveTo>
                <a:lnTo>
                  <a:pt x="4037" y="655"/>
                </a:lnTo>
                <a:lnTo>
                  <a:pt x="4275" y="750"/>
                </a:lnTo>
                <a:lnTo>
                  <a:pt x="4453" y="929"/>
                </a:lnTo>
                <a:lnTo>
                  <a:pt x="4549" y="1167"/>
                </a:lnTo>
                <a:lnTo>
                  <a:pt x="4561" y="1298"/>
                </a:lnTo>
                <a:lnTo>
                  <a:pt x="4549" y="1429"/>
                </a:lnTo>
                <a:lnTo>
                  <a:pt x="4453" y="1667"/>
                </a:lnTo>
                <a:lnTo>
                  <a:pt x="4275" y="1846"/>
                </a:lnTo>
                <a:lnTo>
                  <a:pt x="4037" y="1941"/>
                </a:lnTo>
                <a:lnTo>
                  <a:pt x="3906" y="1953"/>
                </a:lnTo>
                <a:lnTo>
                  <a:pt x="3775" y="1941"/>
                </a:lnTo>
                <a:lnTo>
                  <a:pt x="3537" y="1846"/>
                </a:lnTo>
                <a:lnTo>
                  <a:pt x="3370" y="1667"/>
                </a:lnTo>
                <a:lnTo>
                  <a:pt x="3263" y="1429"/>
                </a:lnTo>
                <a:lnTo>
                  <a:pt x="3263" y="1298"/>
                </a:lnTo>
                <a:lnTo>
                  <a:pt x="3263" y="1167"/>
                </a:lnTo>
                <a:lnTo>
                  <a:pt x="3370" y="929"/>
                </a:lnTo>
                <a:lnTo>
                  <a:pt x="3537" y="750"/>
                </a:lnTo>
                <a:lnTo>
                  <a:pt x="3775" y="655"/>
                </a:lnTo>
                <a:lnTo>
                  <a:pt x="3906" y="643"/>
                </a:lnTo>
                <a:close/>
                <a:moveTo>
                  <a:pt x="3906" y="0"/>
                </a:moveTo>
                <a:lnTo>
                  <a:pt x="3644" y="12"/>
                </a:lnTo>
                <a:lnTo>
                  <a:pt x="3179" y="215"/>
                </a:lnTo>
                <a:lnTo>
                  <a:pt x="2822" y="560"/>
                </a:lnTo>
                <a:lnTo>
                  <a:pt x="2620" y="1036"/>
                </a:lnTo>
                <a:lnTo>
                  <a:pt x="2608" y="1298"/>
                </a:lnTo>
                <a:lnTo>
                  <a:pt x="2620" y="1477"/>
                </a:lnTo>
                <a:lnTo>
                  <a:pt x="2703" y="1798"/>
                </a:lnTo>
                <a:lnTo>
                  <a:pt x="2786" y="1953"/>
                </a:lnTo>
                <a:lnTo>
                  <a:pt x="2286" y="1953"/>
                </a:lnTo>
                <a:lnTo>
                  <a:pt x="2155" y="1965"/>
                </a:lnTo>
                <a:lnTo>
                  <a:pt x="1977" y="2144"/>
                </a:lnTo>
                <a:lnTo>
                  <a:pt x="1953" y="2275"/>
                </a:lnTo>
                <a:lnTo>
                  <a:pt x="1977" y="2406"/>
                </a:lnTo>
                <a:lnTo>
                  <a:pt x="2155" y="2584"/>
                </a:lnTo>
                <a:lnTo>
                  <a:pt x="2286" y="2596"/>
                </a:lnTo>
                <a:lnTo>
                  <a:pt x="5537" y="2596"/>
                </a:lnTo>
                <a:lnTo>
                  <a:pt x="5668" y="2584"/>
                </a:lnTo>
                <a:lnTo>
                  <a:pt x="5846" y="2406"/>
                </a:lnTo>
                <a:lnTo>
                  <a:pt x="5858" y="2275"/>
                </a:lnTo>
                <a:lnTo>
                  <a:pt x="5846" y="2144"/>
                </a:lnTo>
                <a:lnTo>
                  <a:pt x="5668" y="1965"/>
                </a:lnTo>
                <a:lnTo>
                  <a:pt x="5537" y="1953"/>
                </a:lnTo>
                <a:lnTo>
                  <a:pt x="5037" y="1953"/>
                </a:lnTo>
                <a:lnTo>
                  <a:pt x="5108" y="1798"/>
                </a:lnTo>
                <a:lnTo>
                  <a:pt x="5204" y="1477"/>
                </a:lnTo>
                <a:lnTo>
                  <a:pt x="5215" y="1298"/>
                </a:lnTo>
                <a:lnTo>
                  <a:pt x="5192" y="1036"/>
                </a:lnTo>
                <a:lnTo>
                  <a:pt x="4989" y="560"/>
                </a:lnTo>
                <a:lnTo>
                  <a:pt x="4644" y="215"/>
                </a:lnTo>
                <a:lnTo>
                  <a:pt x="4180" y="12"/>
                </a:lnTo>
                <a:lnTo>
                  <a:pt x="3906" y="0"/>
                </a:lnTo>
                <a:close/>
                <a:moveTo>
                  <a:pt x="4239" y="4882"/>
                </a:moveTo>
                <a:lnTo>
                  <a:pt x="4108" y="4894"/>
                </a:lnTo>
                <a:lnTo>
                  <a:pt x="3929" y="5073"/>
                </a:lnTo>
                <a:lnTo>
                  <a:pt x="3906" y="5204"/>
                </a:lnTo>
                <a:lnTo>
                  <a:pt x="3929" y="5335"/>
                </a:lnTo>
                <a:lnTo>
                  <a:pt x="4108" y="5513"/>
                </a:lnTo>
                <a:lnTo>
                  <a:pt x="4239" y="5537"/>
                </a:lnTo>
                <a:lnTo>
                  <a:pt x="6192" y="5537"/>
                </a:lnTo>
                <a:lnTo>
                  <a:pt x="6323" y="5513"/>
                </a:lnTo>
                <a:lnTo>
                  <a:pt x="6489" y="5335"/>
                </a:lnTo>
                <a:lnTo>
                  <a:pt x="6513" y="5204"/>
                </a:lnTo>
                <a:lnTo>
                  <a:pt x="6489" y="5073"/>
                </a:lnTo>
                <a:lnTo>
                  <a:pt x="6323" y="4894"/>
                </a:lnTo>
                <a:lnTo>
                  <a:pt x="6192" y="4882"/>
                </a:lnTo>
                <a:close/>
                <a:moveTo>
                  <a:pt x="3453" y="3918"/>
                </a:moveTo>
                <a:lnTo>
                  <a:pt x="3346" y="4001"/>
                </a:lnTo>
                <a:lnTo>
                  <a:pt x="2298" y="5073"/>
                </a:lnTo>
                <a:lnTo>
                  <a:pt x="1846" y="4644"/>
                </a:lnTo>
                <a:lnTo>
                  <a:pt x="1739" y="4561"/>
                </a:lnTo>
                <a:lnTo>
                  <a:pt x="1489" y="4573"/>
                </a:lnTo>
                <a:lnTo>
                  <a:pt x="1393" y="4656"/>
                </a:lnTo>
                <a:lnTo>
                  <a:pt x="1310" y="4763"/>
                </a:lnTo>
                <a:lnTo>
                  <a:pt x="1322" y="5013"/>
                </a:lnTo>
                <a:lnTo>
                  <a:pt x="1405" y="5120"/>
                </a:lnTo>
                <a:lnTo>
                  <a:pt x="2120" y="5763"/>
                </a:lnTo>
                <a:lnTo>
                  <a:pt x="2215" y="5835"/>
                </a:lnTo>
                <a:lnTo>
                  <a:pt x="2334" y="5858"/>
                </a:lnTo>
                <a:lnTo>
                  <a:pt x="2465" y="5835"/>
                </a:lnTo>
                <a:lnTo>
                  <a:pt x="2572" y="5751"/>
                </a:lnTo>
                <a:lnTo>
                  <a:pt x="3822" y="4453"/>
                </a:lnTo>
                <a:lnTo>
                  <a:pt x="3894" y="4346"/>
                </a:lnTo>
                <a:lnTo>
                  <a:pt x="3894" y="4096"/>
                </a:lnTo>
                <a:lnTo>
                  <a:pt x="3810" y="3989"/>
                </a:lnTo>
                <a:lnTo>
                  <a:pt x="3703" y="3918"/>
                </a:lnTo>
                <a:close/>
                <a:moveTo>
                  <a:pt x="3584" y="6835"/>
                </a:moveTo>
                <a:lnTo>
                  <a:pt x="3453" y="6847"/>
                </a:lnTo>
                <a:lnTo>
                  <a:pt x="3275" y="7025"/>
                </a:lnTo>
                <a:lnTo>
                  <a:pt x="3263" y="7156"/>
                </a:lnTo>
                <a:lnTo>
                  <a:pt x="3275" y="7287"/>
                </a:lnTo>
                <a:lnTo>
                  <a:pt x="3453" y="7466"/>
                </a:lnTo>
                <a:lnTo>
                  <a:pt x="3584" y="7490"/>
                </a:lnTo>
                <a:lnTo>
                  <a:pt x="6192" y="7490"/>
                </a:lnTo>
                <a:lnTo>
                  <a:pt x="6323" y="7466"/>
                </a:lnTo>
                <a:lnTo>
                  <a:pt x="6489" y="7287"/>
                </a:lnTo>
                <a:lnTo>
                  <a:pt x="6513" y="7156"/>
                </a:lnTo>
                <a:lnTo>
                  <a:pt x="6489" y="7025"/>
                </a:lnTo>
                <a:lnTo>
                  <a:pt x="6323" y="6847"/>
                </a:lnTo>
                <a:lnTo>
                  <a:pt x="6192" y="6835"/>
                </a:lnTo>
                <a:close/>
                <a:moveTo>
                  <a:pt x="1953" y="6668"/>
                </a:moveTo>
                <a:lnTo>
                  <a:pt x="1858" y="6680"/>
                </a:lnTo>
                <a:lnTo>
                  <a:pt x="1679" y="6751"/>
                </a:lnTo>
                <a:lnTo>
                  <a:pt x="1548" y="6882"/>
                </a:lnTo>
                <a:lnTo>
                  <a:pt x="1477" y="7061"/>
                </a:lnTo>
                <a:lnTo>
                  <a:pt x="1465" y="7156"/>
                </a:lnTo>
                <a:lnTo>
                  <a:pt x="1477" y="7252"/>
                </a:lnTo>
                <a:lnTo>
                  <a:pt x="1548" y="7430"/>
                </a:lnTo>
                <a:lnTo>
                  <a:pt x="1679" y="7561"/>
                </a:lnTo>
                <a:lnTo>
                  <a:pt x="1858" y="7644"/>
                </a:lnTo>
                <a:lnTo>
                  <a:pt x="2048" y="7644"/>
                </a:lnTo>
                <a:lnTo>
                  <a:pt x="2227" y="7561"/>
                </a:lnTo>
                <a:lnTo>
                  <a:pt x="2358" y="7430"/>
                </a:lnTo>
                <a:lnTo>
                  <a:pt x="2441" y="7252"/>
                </a:lnTo>
                <a:lnTo>
                  <a:pt x="2441" y="7156"/>
                </a:lnTo>
                <a:lnTo>
                  <a:pt x="2441" y="7061"/>
                </a:lnTo>
                <a:lnTo>
                  <a:pt x="2358" y="6882"/>
                </a:lnTo>
                <a:lnTo>
                  <a:pt x="2227" y="6751"/>
                </a:lnTo>
                <a:lnTo>
                  <a:pt x="2048" y="6680"/>
                </a:lnTo>
                <a:lnTo>
                  <a:pt x="1953" y="6668"/>
                </a:lnTo>
                <a:close/>
                <a:moveTo>
                  <a:pt x="1298" y="1298"/>
                </a:moveTo>
                <a:lnTo>
                  <a:pt x="1036" y="1322"/>
                </a:lnTo>
                <a:lnTo>
                  <a:pt x="572" y="1513"/>
                </a:lnTo>
                <a:lnTo>
                  <a:pt x="215" y="1870"/>
                </a:lnTo>
                <a:lnTo>
                  <a:pt x="24" y="2334"/>
                </a:lnTo>
                <a:lnTo>
                  <a:pt x="0" y="2596"/>
                </a:lnTo>
                <a:lnTo>
                  <a:pt x="0" y="9109"/>
                </a:lnTo>
                <a:lnTo>
                  <a:pt x="24" y="9371"/>
                </a:lnTo>
                <a:lnTo>
                  <a:pt x="215" y="9847"/>
                </a:lnTo>
                <a:lnTo>
                  <a:pt x="572" y="10193"/>
                </a:lnTo>
                <a:lnTo>
                  <a:pt x="1036" y="10395"/>
                </a:lnTo>
                <a:lnTo>
                  <a:pt x="1298" y="10419"/>
                </a:lnTo>
                <a:lnTo>
                  <a:pt x="6513" y="10419"/>
                </a:lnTo>
                <a:lnTo>
                  <a:pt x="6775" y="10395"/>
                </a:lnTo>
                <a:lnTo>
                  <a:pt x="7240" y="10193"/>
                </a:lnTo>
                <a:lnTo>
                  <a:pt x="7597" y="9847"/>
                </a:lnTo>
                <a:lnTo>
                  <a:pt x="7799" y="9371"/>
                </a:lnTo>
                <a:lnTo>
                  <a:pt x="7811" y="9109"/>
                </a:lnTo>
                <a:lnTo>
                  <a:pt x="7811" y="2596"/>
                </a:lnTo>
                <a:lnTo>
                  <a:pt x="7799" y="2334"/>
                </a:lnTo>
                <a:lnTo>
                  <a:pt x="7597" y="1870"/>
                </a:lnTo>
                <a:lnTo>
                  <a:pt x="7240" y="1513"/>
                </a:lnTo>
                <a:lnTo>
                  <a:pt x="6775" y="1322"/>
                </a:lnTo>
                <a:lnTo>
                  <a:pt x="6513" y="1298"/>
                </a:lnTo>
                <a:lnTo>
                  <a:pt x="6382" y="1322"/>
                </a:lnTo>
                <a:lnTo>
                  <a:pt x="6204" y="1489"/>
                </a:lnTo>
                <a:lnTo>
                  <a:pt x="6192" y="1620"/>
                </a:lnTo>
                <a:lnTo>
                  <a:pt x="6204" y="1751"/>
                </a:lnTo>
                <a:lnTo>
                  <a:pt x="6382" y="1929"/>
                </a:lnTo>
                <a:lnTo>
                  <a:pt x="6513" y="1953"/>
                </a:lnTo>
                <a:lnTo>
                  <a:pt x="6644" y="1965"/>
                </a:lnTo>
                <a:lnTo>
                  <a:pt x="6882" y="2060"/>
                </a:lnTo>
                <a:lnTo>
                  <a:pt x="7061" y="2239"/>
                </a:lnTo>
                <a:lnTo>
                  <a:pt x="7156" y="2465"/>
                </a:lnTo>
                <a:lnTo>
                  <a:pt x="7168" y="2608"/>
                </a:lnTo>
                <a:lnTo>
                  <a:pt x="7168" y="9109"/>
                </a:lnTo>
                <a:lnTo>
                  <a:pt x="7156" y="9252"/>
                </a:lnTo>
                <a:lnTo>
                  <a:pt x="7061" y="9478"/>
                </a:lnTo>
                <a:lnTo>
                  <a:pt x="6882" y="9657"/>
                </a:lnTo>
                <a:lnTo>
                  <a:pt x="6644" y="9752"/>
                </a:lnTo>
                <a:lnTo>
                  <a:pt x="6513" y="9764"/>
                </a:lnTo>
                <a:lnTo>
                  <a:pt x="1298" y="9764"/>
                </a:lnTo>
                <a:lnTo>
                  <a:pt x="1167" y="9752"/>
                </a:lnTo>
                <a:lnTo>
                  <a:pt x="941" y="9657"/>
                </a:lnTo>
                <a:lnTo>
                  <a:pt x="762" y="9478"/>
                </a:lnTo>
                <a:lnTo>
                  <a:pt x="655" y="9252"/>
                </a:lnTo>
                <a:lnTo>
                  <a:pt x="655" y="9109"/>
                </a:lnTo>
                <a:lnTo>
                  <a:pt x="655" y="2608"/>
                </a:lnTo>
                <a:lnTo>
                  <a:pt x="655" y="2465"/>
                </a:lnTo>
                <a:lnTo>
                  <a:pt x="762" y="2239"/>
                </a:lnTo>
                <a:lnTo>
                  <a:pt x="941" y="2060"/>
                </a:lnTo>
                <a:lnTo>
                  <a:pt x="1167" y="1965"/>
                </a:lnTo>
                <a:lnTo>
                  <a:pt x="1298" y="1953"/>
                </a:lnTo>
                <a:lnTo>
                  <a:pt x="1429" y="1929"/>
                </a:lnTo>
                <a:lnTo>
                  <a:pt x="1608" y="1751"/>
                </a:lnTo>
                <a:lnTo>
                  <a:pt x="1631" y="1620"/>
                </a:lnTo>
                <a:lnTo>
                  <a:pt x="1608" y="1489"/>
                </a:lnTo>
                <a:lnTo>
                  <a:pt x="1429" y="1322"/>
                </a:lnTo>
                <a:lnTo>
                  <a:pt x="1298" y="1298"/>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4" name="Google Shape;2834;p172"/>
          <p:cNvSpPr/>
          <p:nvPr/>
        </p:nvSpPr>
        <p:spPr>
          <a:xfrm>
            <a:off x="1180865" y="3766792"/>
            <a:ext cx="689845" cy="551738"/>
          </a:xfrm>
          <a:custGeom>
            <a:rect b="b" l="l" r="r" t="t"/>
            <a:pathLst>
              <a:path extrusionOk="0" h="10419" w="13027">
                <a:moveTo>
                  <a:pt x="6502" y="643"/>
                </a:moveTo>
                <a:lnTo>
                  <a:pt x="6633" y="655"/>
                </a:lnTo>
                <a:lnTo>
                  <a:pt x="6859" y="750"/>
                </a:lnTo>
                <a:lnTo>
                  <a:pt x="7038" y="929"/>
                </a:lnTo>
                <a:lnTo>
                  <a:pt x="7145" y="1167"/>
                </a:lnTo>
                <a:lnTo>
                  <a:pt x="7145" y="1298"/>
                </a:lnTo>
                <a:lnTo>
                  <a:pt x="7145" y="1429"/>
                </a:lnTo>
                <a:lnTo>
                  <a:pt x="7050" y="1667"/>
                </a:lnTo>
                <a:lnTo>
                  <a:pt x="6883" y="1846"/>
                </a:lnTo>
                <a:lnTo>
                  <a:pt x="6645" y="1941"/>
                </a:lnTo>
                <a:lnTo>
                  <a:pt x="6514" y="1953"/>
                </a:lnTo>
                <a:lnTo>
                  <a:pt x="6383" y="1941"/>
                </a:lnTo>
                <a:lnTo>
                  <a:pt x="6145" y="1846"/>
                </a:lnTo>
                <a:lnTo>
                  <a:pt x="5954" y="1667"/>
                </a:lnTo>
                <a:lnTo>
                  <a:pt x="5859" y="1429"/>
                </a:lnTo>
                <a:lnTo>
                  <a:pt x="5847" y="1298"/>
                </a:lnTo>
                <a:lnTo>
                  <a:pt x="5859" y="1167"/>
                </a:lnTo>
                <a:lnTo>
                  <a:pt x="5954" y="929"/>
                </a:lnTo>
                <a:lnTo>
                  <a:pt x="6133" y="750"/>
                </a:lnTo>
                <a:lnTo>
                  <a:pt x="6359" y="655"/>
                </a:lnTo>
                <a:lnTo>
                  <a:pt x="6502" y="643"/>
                </a:lnTo>
                <a:close/>
                <a:moveTo>
                  <a:pt x="2596" y="2894"/>
                </a:moveTo>
                <a:lnTo>
                  <a:pt x="4442" y="5858"/>
                </a:lnTo>
                <a:lnTo>
                  <a:pt x="775" y="5858"/>
                </a:lnTo>
                <a:lnTo>
                  <a:pt x="2596" y="2894"/>
                </a:lnTo>
                <a:close/>
                <a:moveTo>
                  <a:pt x="10431" y="2894"/>
                </a:moveTo>
                <a:lnTo>
                  <a:pt x="12277" y="5858"/>
                </a:lnTo>
                <a:lnTo>
                  <a:pt x="8586" y="5858"/>
                </a:lnTo>
                <a:lnTo>
                  <a:pt x="10431" y="2894"/>
                </a:lnTo>
                <a:close/>
                <a:moveTo>
                  <a:pt x="4442" y="6513"/>
                </a:moveTo>
                <a:lnTo>
                  <a:pt x="4335" y="6787"/>
                </a:lnTo>
                <a:lnTo>
                  <a:pt x="3966" y="7263"/>
                </a:lnTo>
                <a:lnTo>
                  <a:pt x="3489" y="7609"/>
                </a:lnTo>
                <a:lnTo>
                  <a:pt x="2918" y="7787"/>
                </a:lnTo>
                <a:lnTo>
                  <a:pt x="2608" y="7811"/>
                </a:lnTo>
                <a:lnTo>
                  <a:pt x="2299" y="7787"/>
                </a:lnTo>
                <a:lnTo>
                  <a:pt x="1715" y="7597"/>
                </a:lnTo>
                <a:lnTo>
                  <a:pt x="1239" y="7252"/>
                </a:lnTo>
                <a:lnTo>
                  <a:pt x="882" y="6787"/>
                </a:lnTo>
                <a:lnTo>
                  <a:pt x="763" y="6513"/>
                </a:lnTo>
                <a:close/>
                <a:moveTo>
                  <a:pt x="12265" y="6513"/>
                </a:moveTo>
                <a:lnTo>
                  <a:pt x="12146" y="6787"/>
                </a:lnTo>
                <a:lnTo>
                  <a:pt x="11788" y="7263"/>
                </a:lnTo>
                <a:lnTo>
                  <a:pt x="11312" y="7609"/>
                </a:lnTo>
                <a:lnTo>
                  <a:pt x="10741" y="7787"/>
                </a:lnTo>
                <a:lnTo>
                  <a:pt x="10419" y="7811"/>
                </a:lnTo>
                <a:lnTo>
                  <a:pt x="10110" y="7787"/>
                </a:lnTo>
                <a:lnTo>
                  <a:pt x="9538" y="7597"/>
                </a:lnTo>
                <a:lnTo>
                  <a:pt x="9050" y="7252"/>
                </a:lnTo>
                <a:lnTo>
                  <a:pt x="8693" y="6787"/>
                </a:lnTo>
                <a:lnTo>
                  <a:pt x="8574" y="6513"/>
                </a:lnTo>
                <a:close/>
                <a:moveTo>
                  <a:pt x="2525" y="1953"/>
                </a:moveTo>
                <a:lnTo>
                  <a:pt x="2394" y="2025"/>
                </a:lnTo>
                <a:lnTo>
                  <a:pt x="2334" y="2096"/>
                </a:lnTo>
                <a:lnTo>
                  <a:pt x="120" y="5680"/>
                </a:lnTo>
                <a:lnTo>
                  <a:pt x="60" y="5763"/>
                </a:lnTo>
                <a:lnTo>
                  <a:pt x="1" y="5966"/>
                </a:lnTo>
                <a:lnTo>
                  <a:pt x="1" y="6073"/>
                </a:lnTo>
                <a:lnTo>
                  <a:pt x="36" y="6323"/>
                </a:lnTo>
                <a:lnTo>
                  <a:pt x="167" y="6787"/>
                </a:lnTo>
                <a:lnTo>
                  <a:pt x="382" y="7228"/>
                </a:lnTo>
                <a:lnTo>
                  <a:pt x="668" y="7609"/>
                </a:lnTo>
                <a:lnTo>
                  <a:pt x="1013" y="7930"/>
                </a:lnTo>
                <a:lnTo>
                  <a:pt x="1406" y="8180"/>
                </a:lnTo>
                <a:lnTo>
                  <a:pt x="1858" y="8359"/>
                </a:lnTo>
                <a:lnTo>
                  <a:pt x="2334" y="8454"/>
                </a:lnTo>
                <a:lnTo>
                  <a:pt x="2584" y="8466"/>
                </a:lnTo>
                <a:lnTo>
                  <a:pt x="2846" y="8454"/>
                </a:lnTo>
                <a:lnTo>
                  <a:pt x="3335" y="8359"/>
                </a:lnTo>
                <a:lnTo>
                  <a:pt x="3787" y="8180"/>
                </a:lnTo>
                <a:lnTo>
                  <a:pt x="4192" y="7930"/>
                </a:lnTo>
                <a:lnTo>
                  <a:pt x="4549" y="7597"/>
                </a:lnTo>
                <a:lnTo>
                  <a:pt x="4835" y="7228"/>
                </a:lnTo>
                <a:lnTo>
                  <a:pt x="5049" y="6787"/>
                </a:lnTo>
                <a:lnTo>
                  <a:pt x="5180" y="6323"/>
                </a:lnTo>
                <a:lnTo>
                  <a:pt x="5216" y="6073"/>
                </a:lnTo>
                <a:lnTo>
                  <a:pt x="5216" y="5966"/>
                </a:lnTo>
                <a:lnTo>
                  <a:pt x="5156" y="5763"/>
                </a:lnTo>
                <a:lnTo>
                  <a:pt x="5097" y="5680"/>
                </a:lnTo>
                <a:lnTo>
                  <a:pt x="2882" y="2108"/>
                </a:lnTo>
                <a:lnTo>
                  <a:pt x="2823" y="2036"/>
                </a:lnTo>
                <a:lnTo>
                  <a:pt x="2680" y="1953"/>
                </a:lnTo>
                <a:close/>
                <a:moveTo>
                  <a:pt x="10348" y="1953"/>
                </a:moveTo>
                <a:lnTo>
                  <a:pt x="10205" y="2025"/>
                </a:lnTo>
                <a:lnTo>
                  <a:pt x="10157" y="2096"/>
                </a:lnTo>
                <a:lnTo>
                  <a:pt x="7931" y="5656"/>
                </a:lnTo>
                <a:lnTo>
                  <a:pt x="7883" y="5751"/>
                </a:lnTo>
                <a:lnTo>
                  <a:pt x="7823" y="5954"/>
                </a:lnTo>
                <a:lnTo>
                  <a:pt x="7823" y="6061"/>
                </a:lnTo>
                <a:lnTo>
                  <a:pt x="7847" y="6311"/>
                </a:lnTo>
                <a:lnTo>
                  <a:pt x="7978" y="6787"/>
                </a:lnTo>
                <a:lnTo>
                  <a:pt x="8193" y="7216"/>
                </a:lnTo>
                <a:lnTo>
                  <a:pt x="8478" y="7597"/>
                </a:lnTo>
                <a:lnTo>
                  <a:pt x="8836" y="7918"/>
                </a:lnTo>
                <a:lnTo>
                  <a:pt x="9228" y="8180"/>
                </a:lnTo>
                <a:lnTo>
                  <a:pt x="9681" y="8359"/>
                </a:lnTo>
                <a:lnTo>
                  <a:pt x="10169" y="8454"/>
                </a:lnTo>
                <a:lnTo>
                  <a:pt x="10419" y="8466"/>
                </a:lnTo>
                <a:lnTo>
                  <a:pt x="10681" y="8454"/>
                </a:lnTo>
                <a:lnTo>
                  <a:pt x="11169" y="8359"/>
                </a:lnTo>
                <a:lnTo>
                  <a:pt x="11610" y="8180"/>
                </a:lnTo>
                <a:lnTo>
                  <a:pt x="12015" y="7930"/>
                </a:lnTo>
                <a:lnTo>
                  <a:pt x="12372" y="7597"/>
                </a:lnTo>
                <a:lnTo>
                  <a:pt x="12658" y="7228"/>
                </a:lnTo>
                <a:lnTo>
                  <a:pt x="12872" y="6787"/>
                </a:lnTo>
                <a:lnTo>
                  <a:pt x="13003" y="6323"/>
                </a:lnTo>
                <a:lnTo>
                  <a:pt x="13027" y="6073"/>
                </a:lnTo>
                <a:lnTo>
                  <a:pt x="13027" y="5966"/>
                </a:lnTo>
                <a:lnTo>
                  <a:pt x="12967" y="5763"/>
                </a:lnTo>
                <a:lnTo>
                  <a:pt x="12920" y="5680"/>
                </a:lnTo>
                <a:lnTo>
                  <a:pt x="10693" y="2108"/>
                </a:lnTo>
                <a:lnTo>
                  <a:pt x="10645" y="2036"/>
                </a:lnTo>
                <a:lnTo>
                  <a:pt x="10502" y="1953"/>
                </a:lnTo>
                <a:close/>
                <a:moveTo>
                  <a:pt x="6311" y="0"/>
                </a:moveTo>
                <a:lnTo>
                  <a:pt x="5942" y="119"/>
                </a:lnTo>
                <a:lnTo>
                  <a:pt x="5787" y="215"/>
                </a:lnTo>
                <a:lnTo>
                  <a:pt x="5585" y="369"/>
                </a:lnTo>
                <a:lnTo>
                  <a:pt x="5406" y="620"/>
                </a:lnTo>
                <a:lnTo>
                  <a:pt x="5394" y="643"/>
                </a:lnTo>
                <a:lnTo>
                  <a:pt x="2263" y="643"/>
                </a:lnTo>
                <a:lnTo>
                  <a:pt x="2132" y="667"/>
                </a:lnTo>
                <a:lnTo>
                  <a:pt x="1953" y="846"/>
                </a:lnTo>
                <a:lnTo>
                  <a:pt x="1942" y="977"/>
                </a:lnTo>
                <a:lnTo>
                  <a:pt x="1953" y="1108"/>
                </a:lnTo>
                <a:lnTo>
                  <a:pt x="2132" y="1286"/>
                </a:lnTo>
                <a:lnTo>
                  <a:pt x="2263" y="1298"/>
                </a:lnTo>
                <a:lnTo>
                  <a:pt x="5192" y="1298"/>
                </a:lnTo>
                <a:lnTo>
                  <a:pt x="5204" y="1524"/>
                </a:lnTo>
                <a:lnTo>
                  <a:pt x="5347" y="1929"/>
                </a:lnTo>
                <a:lnTo>
                  <a:pt x="5609" y="2263"/>
                </a:lnTo>
                <a:lnTo>
                  <a:pt x="5954" y="2489"/>
                </a:lnTo>
                <a:lnTo>
                  <a:pt x="6157" y="2560"/>
                </a:lnTo>
                <a:lnTo>
                  <a:pt x="6157" y="9764"/>
                </a:lnTo>
                <a:lnTo>
                  <a:pt x="2263" y="9764"/>
                </a:lnTo>
                <a:lnTo>
                  <a:pt x="2132" y="9788"/>
                </a:lnTo>
                <a:lnTo>
                  <a:pt x="1953" y="9954"/>
                </a:lnTo>
                <a:lnTo>
                  <a:pt x="1942" y="10085"/>
                </a:lnTo>
                <a:lnTo>
                  <a:pt x="1953" y="10216"/>
                </a:lnTo>
                <a:lnTo>
                  <a:pt x="2132" y="10395"/>
                </a:lnTo>
                <a:lnTo>
                  <a:pt x="2263" y="10419"/>
                </a:lnTo>
                <a:lnTo>
                  <a:pt x="10729" y="10419"/>
                </a:lnTo>
                <a:lnTo>
                  <a:pt x="10860" y="10395"/>
                </a:lnTo>
                <a:lnTo>
                  <a:pt x="11038" y="10216"/>
                </a:lnTo>
                <a:lnTo>
                  <a:pt x="11062" y="10085"/>
                </a:lnTo>
                <a:lnTo>
                  <a:pt x="11050" y="10085"/>
                </a:lnTo>
                <a:lnTo>
                  <a:pt x="11050" y="9954"/>
                </a:lnTo>
                <a:lnTo>
                  <a:pt x="10872" y="9788"/>
                </a:lnTo>
                <a:lnTo>
                  <a:pt x="10753" y="9764"/>
                </a:lnTo>
                <a:lnTo>
                  <a:pt x="6835" y="9764"/>
                </a:lnTo>
                <a:lnTo>
                  <a:pt x="6835" y="2560"/>
                </a:lnTo>
                <a:lnTo>
                  <a:pt x="7050" y="2489"/>
                </a:lnTo>
                <a:lnTo>
                  <a:pt x="7395" y="2263"/>
                </a:lnTo>
                <a:lnTo>
                  <a:pt x="7645" y="1929"/>
                </a:lnTo>
                <a:lnTo>
                  <a:pt x="7788" y="1524"/>
                </a:lnTo>
                <a:lnTo>
                  <a:pt x="7800" y="1298"/>
                </a:lnTo>
                <a:lnTo>
                  <a:pt x="10729" y="1298"/>
                </a:lnTo>
                <a:lnTo>
                  <a:pt x="10860" y="1286"/>
                </a:lnTo>
                <a:lnTo>
                  <a:pt x="11038" y="1108"/>
                </a:lnTo>
                <a:lnTo>
                  <a:pt x="11050" y="977"/>
                </a:lnTo>
                <a:lnTo>
                  <a:pt x="11038" y="846"/>
                </a:lnTo>
                <a:lnTo>
                  <a:pt x="10860" y="667"/>
                </a:lnTo>
                <a:lnTo>
                  <a:pt x="10729" y="643"/>
                </a:lnTo>
                <a:lnTo>
                  <a:pt x="7609" y="643"/>
                </a:lnTo>
                <a:lnTo>
                  <a:pt x="7597" y="620"/>
                </a:lnTo>
                <a:lnTo>
                  <a:pt x="7419" y="369"/>
                </a:lnTo>
                <a:lnTo>
                  <a:pt x="7228" y="215"/>
                </a:lnTo>
                <a:lnTo>
                  <a:pt x="7073" y="119"/>
                </a:lnTo>
                <a:lnTo>
                  <a:pt x="6716"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5" name="Google Shape;2835;p172"/>
          <p:cNvSpPr/>
          <p:nvPr/>
        </p:nvSpPr>
        <p:spPr>
          <a:xfrm>
            <a:off x="8183247" y="6878693"/>
            <a:ext cx="621162" cy="551791"/>
          </a:xfrm>
          <a:custGeom>
            <a:rect b="b" l="l" r="r" t="t"/>
            <a:pathLst>
              <a:path extrusionOk="0" h="10420" w="11730">
                <a:moveTo>
                  <a:pt x="9455" y="3251"/>
                </a:moveTo>
                <a:lnTo>
                  <a:pt x="9574" y="3275"/>
                </a:lnTo>
                <a:lnTo>
                  <a:pt x="9753" y="3454"/>
                </a:lnTo>
                <a:lnTo>
                  <a:pt x="9776" y="3573"/>
                </a:lnTo>
                <a:lnTo>
                  <a:pt x="9753" y="3704"/>
                </a:lnTo>
                <a:lnTo>
                  <a:pt x="9574" y="3882"/>
                </a:lnTo>
                <a:lnTo>
                  <a:pt x="9455" y="3906"/>
                </a:lnTo>
                <a:lnTo>
                  <a:pt x="9324" y="3882"/>
                </a:lnTo>
                <a:lnTo>
                  <a:pt x="9145" y="3704"/>
                </a:lnTo>
                <a:lnTo>
                  <a:pt x="9121" y="3573"/>
                </a:lnTo>
                <a:lnTo>
                  <a:pt x="9145" y="3454"/>
                </a:lnTo>
                <a:lnTo>
                  <a:pt x="9324" y="3275"/>
                </a:lnTo>
                <a:lnTo>
                  <a:pt x="9455" y="3251"/>
                </a:lnTo>
                <a:close/>
                <a:moveTo>
                  <a:pt x="4561" y="4228"/>
                </a:moveTo>
                <a:lnTo>
                  <a:pt x="4692" y="4240"/>
                </a:lnTo>
                <a:lnTo>
                  <a:pt x="4930" y="4335"/>
                </a:lnTo>
                <a:lnTo>
                  <a:pt x="5109" y="4513"/>
                </a:lnTo>
                <a:lnTo>
                  <a:pt x="5204" y="4752"/>
                </a:lnTo>
                <a:lnTo>
                  <a:pt x="5216" y="4883"/>
                </a:lnTo>
                <a:lnTo>
                  <a:pt x="5204" y="5014"/>
                </a:lnTo>
                <a:lnTo>
                  <a:pt x="5109" y="5252"/>
                </a:lnTo>
                <a:lnTo>
                  <a:pt x="4930" y="5418"/>
                </a:lnTo>
                <a:lnTo>
                  <a:pt x="4692" y="5526"/>
                </a:lnTo>
                <a:lnTo>
                  <a:pt x="4430" y="5526"/>
                </a:lnTo>
                <a:lnTo>
                  <a:pt x="4192" y="5418"/>
                </a:lnTo>
                <a:lnTo>
                  <a:pt x="4025" y="5252"/>
                </a:lnTo>
                <a:lnTo>
                  <a:pt x="3918" y="5014"/>
                </a:lnTo>
                <a:lnTo>
                  <a:pt x="3918" y="4883"/>
                </a:lnTo>
                <a:lnTo>
                  <a:pt x="3918" y="4752"/>
                </a:lnTo>
                <a:lnTo>
                  <a:pt x="4025" y="4513"/>
                </a:lnTo>
                <a:lnTo>
                  <a:pt x="4192" y="4335"/>
                </a:lnTo>
                <a:lnTo>
                  <a:pt x="4430" y="4240"/>
                </a:lnTo>
                <a:lnTo>
                  <a:pt x="4561" y="4228"/>
                </a:lnTo>
                <a:close/>
                <a:moveTo>
                  <a:pt x="4561" y="3573"/>
                </a:moveTo>
                <a:lnTo>
                  <a:pt x="4299" y="3597"/>
                </a:lnTo>
                <a:lnTo>
                  <a:pt x="3835" y="3799"/>
                </a:lnTo>
                <a:lnTo>
                  <a:pt x="3478" y="4144"/>
                </a:lnTo>
                <a:lnTo>
                  <a:pt x="3275" y="4609"/>
                </a:lnTo>
                <a:lnTo>
                  <a:pt x="3263" y="4883"/>
                </a:lnTo>
                <a:lnTo>
                  <a:pt x="3275" y="5145"/>
                </a:lnTo>
                <a:lnTo>
                  <a:pt x="3478" y="5609"/>
                </a:lnTo>
                <a:lnTo>
                  <a:pt x="3835" y="5966"/>
                </a:lnTo>
                <a:lnTo>
                  <a:pt x="4299" y="6168"/>
                </a:lnTo>
                <a:lnTo>
                  <a:pt x="4561" y="6180"/>
                </a:lnTo>
                <a:lnTo>
                  <a:pt x="4835" y="6168"/>
                </a:lnTo>
                <a:lnTo>
                  <a:pt x="5299" y="5966"/>
                </a:lnTo>
                <a:lnTo>
                  <a:pt x="5645" y="5609"/>
                </a:lnTo>
                <a:lnTo>
                  <a:pt x="5847" y="5145"/>
                </a:lnTo>
                <a:lnTo>
                  <a:pt x="5871" y="4883"/>
                </a:lnTo>
                <a:lnTo>
                  <a:pt x="5847" y="4609"/>
                </a:lnTo>
                <a:lnTo>
                  <a:pt x="5645" y="4144"/>
                </a:lnTo>
                <a:lnTo>
                  <a:pt x="5299" y="3799"/>
                </a:lnTo>
                <a:lnTo>
                  <a:pt x="4835" y="3597"/>
                </a:lnTo>
                <a:lnTo>
                  <a:pt x="4561" y="3573"/>
                </a:lnTo>
                <a:close/>
                <a:moveTo>
                  <a:pt x="9443" y="2608"/>
                </a:moveTo>
                <a:lnTo>
                  <a:pt x="9252" y="2620"/>
                </a:lnTo>
                <a:lnTo>
                  <a:pt x="8895" y="2763"/>
                </a:lnTo>
                <a:lnTo>
                  <a:pt x="8633" y="3025"/>
                </a:lnTo>
                <a:lnTo>
                  <a:pt x="8479" y="3382"/>
                </a:lnTo>
                <a:lnTo>
                  <a:pt x="8467" y="3573"/>
                </a:lnTo>
                <a:lnTo>
                  <a:pt x="8479" y="3740"/>
                </a:lnTo>
                <a:lnTo>
                  <a:pt x="8574" y="4025"/>
                </a:lnTo>
                <a:lnTo>
                  <a:pt x="8752" y="4263"/>
                </a:lnTo>
                <a:lnTo>
                  <a:pt x="8979" y="4442"/>
                </a:lnTo>
                <a:lnTo>
                  <a:pt x="9121" y="4502"/>
                </a:lnTo>
                <a:lnTo>
                  <a:pt x="9121" y="6835"/>
                </a:lnTo>
                <a:lnTo>
                  <a:pt x="9145" y="6966"/>
                </a:lnTo>
                <a:lnTo>
                  <a:pt x="9312" y="7145"/>
                </a:lnTo>
                <a:lnTo>
                  <a:pt x="9443" y="7157"/>
                </a:lnTo>
                <a:lnTo>
                  <a:pt x="9574" y="7145"/>
                </a:lnTo>
                <a:lnTo>
                  <a:pt x="9753" y="6966"/>
                </a:lnTo>
                <a:lnTo>
                  <a:pt x="9776" y="6835"/>
                </a:lnTo>
                <a:lnTo>
                  <a:pt x="9776" y="4502"/>
                </a:lnTo>
                <a:lnTo>
                  <a:pt x="9907" y="4442"/>
                </a:lnTo>
                <a:lnTo>
                  <a:pt x="10145" y="4263"/>
                </a:lnTo>
                <a:lnTo>
                  <a:pt x="10324" y="4025"/>
                </a:lnTo>
                <a:lnTo>
                  <a:pt x="10419" y="3740"/>
                </a:lnTo>
                <a:lnTo>
                  <a:pt x="10431" y="3573"/>
                </a:lnTo>
                <a:lnTo>
                  <a:pt x="10419" y="3573"/>
                </a:lnTo>
                <a:lnTo>
                  <a:pt x="10407" y="3382"/>
                </a:lnTo>
                <a:lnTo>
                  <a:pt x="10265" y="3025"/>
                </a:lnTo>
                <a:lnTo>
                  <a:pt x="9991" y="2763"/>
                </a:lnTo>
                <a:lnTo>
                  <a:pt x="9645" y="2620"/>
                </a:lnTo>
                <a:lnTo>
                  <a:pt x="9443" y="2608"/>
                </a:lnTo>
                <a:close/>
                <a:moveTo>
                  <a:pt x="4561" y="2275"/>
                </a:moveTo>
                <a:lnTo>
                  <a:pt x="4835" y="2287"/>
                </a:lnTo>
                <a:lnTo>
                  <a:pt x="5335" y="2394"/>
                </a:lnTo>
                <a:lnTo>
                  <a:pt x="5811" y="2585"/>
                </a:lnTo>
                <a:lnTo>
                  <a:pt x="6228" y="2870"/>
                </a:lnTo>
                <a:lnTo>
                  <a:pt x="6573" y="3216"/>
                </a:lnTo>
                <a:lnTo>
                  <a:pt x="6859" y="3632"/>
                </a:lnTo>
                <a:lnTo>
                  <a:pt x="7050" y="4109"/>
                </a:lnTo>
                <a:lnTo>
                  <a:pt x="7157" y="4609"/>
                </a:lnTo>
                <a:lnTo>
                  <a:pt x="7169" y="4883"/>
                </a:lnTo>
                <a:lnTo>
                  <a:pt x="7157" y="5145"/>
                </a:lnTo>
                <a:lnTo>
                  <a:pt x="7050" y="5657"/>
                </a:lnTo>
                <a:lnTo>
                  <a:pt x="6859" y="6121"/>
                </a:lnTo>
                <a:lnTo>
                  <a:pt x="6573" y="6538"/>
                </a:lnTo>
                <a:lnTo>
                  <a:pt x="6228" y="6895"/>
                </a:lnTo>
                <a:lnTo>
                  <a:pt x="5811" y="7169"/>
                </a:lnTo>
                <a:lnTo>
                  <a:pt x="5335" y="7371"/>
                </a:lnTo>
                <a:lnTo>
                  <a:pt x="4835" y="7478"/>
                </a:lnTo>
                <a:lnTo>
                  <a:pt x="4299" y="7478"/>
                </a:lnTo>
                <a:lnTo>
                  <a:pt x="3787" y="7371"/>
                </a:lnTo>
                <a:lnTo>
                  <a:pt x="3323" y="7169"/>
                </a:lnTo>
                <a:lnTo>
                  <a:pt x="2906" y="6895"/>
                </a:lnTo>
                <a:lnTo>
                  <a:pt x="2549" y="6538"/>
                </a:lnTo>
                <a:lnTo>
                  <a:pt x="2275" y="6121"/>
                </a:lnTo>
                <a:lnTo>
                  <a:pt x="2073" y="5657"/>
                </a:lnTo>
                <a:lnTo>
                  <a:pt x="1966" y="5145"/>
                </a:lnTo>
                <a:lnTo>
                  <a:pt x="1966" y="4883"/>
                </a:lnTo>
                <a:lnTo>
                  <a:pt x="1966" y="4609"/>
                </a:lnTo>
                <a:lnTo>
                  <a:pt x="2073" y="4109"/>
                </a:lnTo>
                <a:lnTo>
                  <a:pt x="2275" y="3632"/>
                </a:lnTo>
                <a:lnTo>
                  <a:pt x="2549" y="3216"/>
                </a:lnTo>
                <a:lnTo>
                  <a:pt x="2906" y="2870"/>
                </a:lnTo>
                <a:lnTo>
                  <a:pt x="3323" y="2585"/>
                </a:lnTo>
                <a:lnTo>
                  <a:pt x="3787" y="2394"/>
                </a:lnTo>
                <a:lnTo>
                  <a:pt x="4299" y="2287"/>
                </a:lnTo>
                <a:lnTo>
                  <a:pt x="4561" y="2275"/>
                </a:lnTo>
                <a:close/>
                <a:moveTo>
                  <a:pt x="4561" y="1620"/>
                </a:moveTo>
                <a:lnTo>
                  <a:pt x="4228" y="1632"/>
                </a:lnTo>
                <a:lnTo>
                  <a:pt x="3597" y="1763"/>
                </a:lnTo>
                <a:lnTo>
                  <a:pt x="3013" y="2013"/>
                </a:lnTo>
                <a:lnTo>
                  <a:pt x="2489" y="2358"/>
                </a:lnTo>
                <a:lnTo>
                  <a:pt x="2049" y="2799"/>
                </a:lnTo>
                <a:lnTo>
                  <a:pt x="1692" y="3323"/>
                </a:lnTo>
                <a:lnTo>
                  <a:pt x="1454" y="3906"/>
                </a:lnTo>
                <a:lnTo>
                  <a:pt x="1323" y="4549"/>
                </a:lnTo>
                <a:lnTo>
                  <a:pt x="1311" y="4883"/>
                </a:lnTo>
                <a:lnTo>
                  <a:pt x="1323" y="5216"/>
                </a:lnTo>
                <a:lnTo>
                  <a:pt x="1454" y="5847"/>
                </a:lnTo>
                <a:lnTo>
                  <a:pt x="1692" y="6430"/>
                </a:lnTo>
                <a:lnTo>
                  <a:pt x="2049" y="6954"/>
                </a:lnTo>
                <a:lnTo>
                  <a:pt x="2489" y="7395"/>
                </a:lnTo>
                <a:lnTo>
                  <a:pt x="3013" y="7752"/>
                </a:lnTo>
                <a:lnTo>
                  <a:pt x="3597" y="7990"/>
                </a:lnTo>
                <a:lnTo>
                  <a:pt x="4228" y="8121"/>
                </a:lnTo>
                <a:lnTo>
                  <a:pt x="4561" y="8133"/>
                </a:lnTo>
                <a:lnTo>
                  <a:pt x="4895" y="8121"/>
                </a:lnTo>
                <a:lnTo>
                  <a:pt x="5538" y="7990"/>
                </a:lnTo>
                <a:lnTo>
                  <a:pt x="6121" y="7752"/>
                </a:lnTo>
                <a:lnTo>
                  <a:pt x="6645" y="7395"/>
                </a:lnTo>
                <a:lnTo>
                  <a:pt x="7085" y="6954"/>
                </a:lnTo>
                <a:lnTo>
                  <a:pt x="7431" y="6430"/>
                </a:lnTo>
                <a:lnTo>
                  <a:pt x="7681" y="5847"/>
                </a:lnTo>
                <a:lnTo>
                  <a:pt x="7812" y="5216"/>
                </a:lnTo>
                <a:lnTo>
                  <a:pt x="7824" y="4883"/>
                </a:lnTo>
                <a:lnTo>
                  <a:pt x="7812" y="4549"/>
                </a:lnTo>
                <a:lnTo>
                  <a:pt x="7681" y="3906"/>
                </a:lnTo>
                <a:lnTo>
                  <a:pt x="7431" y="3323"/>
                </a:lnTo>
                <a:lnTo>
                  <a:pt x="7085" y="2799"/>
                </a:lnTo>
                <a:lnTo>
                  <a:pt x="6645" y="2358"/>
                </a:lnTo>
                <a:lnTo>
                  <a:pt x="6121" y="2013"/>
                </a:lnTo>
                <a:lnTo>
                  <a:pt x="5538" y="1763"/>
                </a:lnTo>
                <a:lnTo>
                  <a:pt x="4895" y="1632"/>
                </a:lnTo>
                <a:lnTo>
                  <a:pt x="4561" y="1620"/>
                </a:lnTo>
                <a:close/>
                <a:moveTo>
                  <a:pt x="10431" y="644"/>
                </a:moveTo>
                <a:lnTo>
                  <a:pt x="10562" y="656"/>
                </a:lnTo>
                <a:lnTo>
                  <a:pt x="10788" y="751"/>
                </a:lnTo>
                <a:lnTo>
                  <a:pt x="10967" y="930"/>
                </a:lnTo>
                <a:lnTo>
                  <a:pt x="11062" y="1168"/>
                </a:lnTo>
                <a:lnTo>
                  <a:pt x="11074" y="1299"/>
                </a:lnTo>
                <a:lnTo>
                  <a:pt x="11074" y="8466"/>
                </a:lnTo>
                <a:lnTo>
                  <a:pt x="11062" y="8597"/>
                </a:lnTo>
                <a:lnTo>
                  <a:pt x="10967" y="8824"/>
                </a:lnTo>
                <a:lnTo>
                  <a:pt x="10788" y="9002"/>
                </a:lnTo>
                <a:lnTo>
                  <a:pt x="10562" y="9098"/>
                </a:lnTo>
                <a:lnTo>
                  <a:pt x="10431" y="9109"/>
                </a:lnTo>
                <a:lnTo>
                  <a:pt x="1311" y="9109"/>
                </a:lnTo>
                <a:lnTo>
                  <a:pt x="1180" y="9098"/>
                </a:lnTo>
                <a:lnTo>
                  <a:pt x="942" y="9002"/>
                </a:lnTo>
                <a:lnTo>
                  <a:pt x="763" y="8824"/>
                </a:lnTo>
                <a:lnTo>
                  <a:pt x="668" y="8597"/>
                </a:lnTo>
                <a:lnTo>
                  <a:pt x="656" y="8466"/>
                </a:lnTo>
                <a:lnTo>
                  <a:pt x="656" y="1299"/>
                </a:lnTo>
                <a:lnTo>
                  <a:pt x="668" y="1168"/>
                </a:lnTo>
                <a:lnTo>
                  <a:pt x="763" y="930"/>
                </a:lnTo>
                <a:lnTo>
                  <a:pt x="942" y="751"/>
                </a:lnTo>
                <a:lnTo>
                  <a:pt x="1180" y="656"/>
                </a:lnTo>
                <a:lnTo>
                  <a:pt x="1311" y="644"/>
                </a:lnTo>
                <a:close/>
                <a:moveTo>
                  <a:pt x="1311" y="1"/>
                </a:moveTo>
                <a:lnTo>
                  <a:pt x="1037" y="13"/>
                </a:lnTo>
                <a:lnTo>
                  <a:pt x="572" y="215"/>
                </a:lnTo>
                <a:lnTo>
                  <a:pt x="227" y="560"/>
                </a:lnTo>
                <a:lnTo>
                  <a:pt x="25" y="1037"/>
                </a:lnTo>
                <a:lnTo>
                  <a:pt x="1" y="1299"/>
                </a:lnTo>
                <a:lnTo>
                  <a:pt x="1" y="8466"/>
                </a:lnTo>
                <a:lnTo>
                  <a:pt x="25" y="8728"/>
                </a:lnTo>
                <a:lnTo>
                  <a:pt x="215" y="9193"/>
                </a:lnTo>
                <a:lnTo>
                  <a:pt x="572" y="9550"/>
                </a:lnTo>
                <a:lnTo>
                  <a:pt x="1037" y="9741"/>
                </a:lnTo>
                <a:lnTo>
                  <a:pt x="1311" y="9764"/>
                </a:lnTo>
                <a:lnTo>
                  <a:pt x="1311" y="10086"/>
                </a:lnTo>
                <a:lnTo>
                  <a:pt x="1323" y="10217"/>
                </a:lnTo>
                <a:lnTo>
                  <a:pt x="1501" y="10395"/>
                </a:lnTo>
                <a:lnTo>
                  <a:pt x="1632" y="10419"/>
                </a:lnTo>
                <a:lnTo>
                  <a:pt x="1763" y="10395"/>
                </a:lnTo>
                <a:lnTo>
                  <a:pt x="1942" y="10217"/>
                </a:lnTo>
                <a:lnTo>
                  <a:pt x="1954" y="10086"/>
                </a:lnTo>
                <a:lnTo>
                  <a:pt x="1954" y="9764"/>
                </a:lnTo>
                <a:lnTo>
                  <a:pt x="9776" y="9764"/>
                </a:lnTo>
                <a:lnTo>
                  <a:pt x="9776" y="10086"/>
                </a:lnTo>
                <a:lnTo>
                  <a:pt x="9788" y="10217"/>
                </a:lnTo>
                <a:lnTo>
                  <a:pt x="9967" y="10395"/>
                </a:lnTo>
                <a:lnTo>
                  <a:pt x="10098" y="10419"/>
                </a:lnTo>
                <a:lnTo>
                  <a:pt x="10229" y="10395"/>
                </a:lnTo>
                <a:lnTo>
                  <a:pt x="10407" y="10217"/>
                </a:lnTo>
                <a:lnTo>
                  <a:pt x="10419" y="10086"/>
                </a:lnTo>
                <a:lnTo>
                  <a:pt x="10419" y="9764"/>
                </a:lnTo>
                <a:lnTo>
                  <a:pt x="10693" y="9741"/>
                </a:lnTo>
                <a:lnTo>
                  <a:pt x="11158" y="9550"/>
                </a:lnTo>
                <a:lnTo>
                  <a:pt x="11515" y="9193"/>
                </a:lnTo>
                <a:lnTo>
                  <a:pt x="11705" y="8728"/>
                </a:lnTo>
                <a:lnTo>
                  <a:pt x="11729" y="8466"/>
                </a:lnTo>
                <a:lnTo>
                  <a:pt x="11729" y="1299"/>
                </a:lnTo>
                <a:lnTo>
                  <a:pt x="11705" y="1037"/>
                </a:lnTo>
                <a:lnTo>
                  <a:pt x="11515" y="560"/>
                </a:lnTo>
                <a:lnTo>
                  <a:pt x="11158" y="215"/>
                </a:lnTo>
                <a:lnTo>
                  <a:pt x="10693" y="13"/>
                </a:lnTo>
                <a:lnTo>
                  <a:pt x="10419"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6" name="Google Shape;2836;p172"/>
          <p:cNvSpPr/>
          <p:nvPr/>
        </p:nvSpPr>
        <p:spPr>
          <a:xfrm>
            <a:off x="6993398" y="6878693"/>
            <a:ext cx="483056" cy="551791"/>
          </a:xfrm>
          <a:custGeom>
            <a:rect b="b" l="l" r="r" t="t"/>
            <a:pathLst>
              <a:path extrusionOk="0" h="10420" w="9122">
                <a:moveTo>
                  <a:pt x="4561" y="644"/>
                </a:moveTo>
                <a:lnTo>
                  <a:pt x="4763" y="656"/>
                </a:lnTo>
                <a:lnTo>
                  <a:pt x="5144" y="727"/>
                </a:lnTo>
                <a:lnTo>
                  <a:pt x="5490" y="882"/>
                </a:lnTo>
                <a:lnTo>
                  <a:pt x="5799" y="1096"/>
                </a:lnTo>
                <a:lnTo>
                  <a:pt x="6061" y="1358"/>
                </a:lnTo>
                <a:lnTo>
                  <a:pt x="6276" y="1668"/>
                </a:lnTo>
                <a:lnTo>
                  <a:pt x="6430" y="2013"/>
                </a:lnTo>
                <a:lnTo>
                  <a:pt x="6502" y="2406"/>
                </a:lnTo>
                <a:lnTo>
                  <a:pt x="6514" y="2596"/>
                </a:lnTo>
                <a:lnTo>
                  <a:pt x="6514" y="3906"/>
                </a:lnTo>
                <a:lnTo>
                  <a:pt x="2608" y="3906"/>
                </a:lnTo>
                <a:lnTo>
                  <a:pt x="2608" y="2596"/>
                </a:lnTo>
                <a:lnTo>
                  <a:pt x="2608" y="2406"/>
                </a:lnTo>
                <a:lnTo>
                  <a:pt x="2692" y="2025"/>
                </a:lnTo>
                <a:lnTo>
                  <a:pt x="2834" y="1668"/>
                </a:lnTo>
                <a:lnTo>
                  <a:pt x="3049" y="1358"/>
                </a:lnTo>
                <a:lnTo>
                  <a:pt x="3311" y="1096"/>
                </a:lnTo>
                <a:lnTo>
                  <a:pt x="3620" y="882"/>
                </a:lnTo>
                <a:lnTo>
                  <a:pt x="3978" y="739"/>
                </a:lnTo>
                <a:lnTo>
                  <a:pt x="4359" y="656"/>
                </a:lnTo>
                <a:lnTo>
                  <a:pt x="4561" y="644"/>
                </a:lnTo>
                <a:close/>
                <a:moveTo>
                  <a:pt x="7490" y="4549"/>
                </a:moveTo>
                <a:lnTo>
                  <a:pt x="7692" y="4573"/>
                </a:lnTo>
                <a:lnTo>
                  <a:pt x="8038" y="4716"/>
                </a:lnTo>
                <a:lnTo>
                  <a:pt x="8300" y="4978"/>
                </a:lnTo>
                <a:lnTo>
                  <a:pt x="8454" y="5335"/>
                </a:lnTo>
                <a:lnTo>
                  <a:pt x="8466" y="5526"/>
                </a:lnTo>
                <a:lnTo>
                  <a:pt x="8466" y="8788"/>
                </a:lnTo>
                <a:lnTo>
                  <a:pt x="8454" y="8990"/>
                </a:lnTo>
                <a:lnTo>
                  <a:pt x="8300" y="9336"/>
                </a:lnTo>
                <a:lnTo>
                  <a:pt x="8038" y="9598"/>
                </a:lnTo>
                <a:lnTo>
                  <a:pt x="7692" y="9752"/>
                </a:lnTo>
                <a:lnTo>
                  <a:pt x="7490" y="9764"/>
                </a:lnTo>
                <a:lnTo>
                  <a:pt x="1632" y="9764"/>
                </a:lnTo>
                <a:lnTo>
                  <a:pt x="1429" y="9752"/>
                </a:lnTo>
                <a:lnTo>
                  <a:pt x="1072" y="9598"/>
                </a:lnTo>
                <a:lnTo>
                  <a:pt x="810" y="9336"/>
                </a:lnTo>
                <a:lnTo>
                  <a:pt x="667" y="8990"/>
                </a:lnTo>
                <a:lnTo>
                  <a:pt x="656" y="8788"/>
                </a:lnTo>
                <a:lnTo>
                  <a:pt x="656" y="5526"/>
                </a:lnTo>
                <a:lnTo>
                  <a:pt x="667" y="5335"/>
                </a:lnTo>
                <a:lnTo>
                  <a:pt x="810" y="4978"/>
                </a:lnTo>
                <a:lnTo>
                  <a:pt x="1072" y="4716"/>
                </a:lnTo>
                <a:lnTo>
                  <a:pt x="1429" y="4573"/>
                </a:lnTo>
                <a:lnTo>
                  <a:pt x="1632" y="4549"/>
                </a:lnTo>
                <a:close/>
                <a:moveTo>
                  <a:pt x="4287" y="1"/>
                </a:moveTo>
                <a:lnTo>
                  <a:pt x="3787" y="108"/>
                </a:lnTo>
                <a:lnTo>
                  <a:pt x="3311" y="310"/>
                </a:lnTo>
                <a:lnTo>
                  <a:pt x="2894" y="584"/>
                </a:lnTo>
                <a:lnTo>
                  <a:pt x="2549" y="941"/>
                </a:lnTo>
                <a:lnTo>
                  <a:pt x="2263" y="1358"/>
                </a:lnTo>
                <a:lnTo>
                  <a:pt x="2072" y="1823"/>
                </a:lnTo>
                <a:lnTo>
                  <a:pt x="1965" y="2335"/>
                </a:lnTo>
                <a:lnTo>
                  <a:pt x="1953" y="2596"/>
                </a:lnTo>
                <a:lnTo>
                  <a:pt x="1953" y="3906"/>
                </a:lnTo>
                <a:lnTo>
                  <a:pt x="1465" y="3906"/>
                </a:lnTo>
                <a:lnTo>
                  <a:pt x="1144" y="3978"/>
                </a:lnTo>
                <a:lnTo>
                  <a:pt x="846" y="4097"/>
                </a:lnTo>
                <a:lnTo>
                  <a:pt x="596" y="4275"/>
                </a:lnTo>
                <a:lnTo>
                  <a:pt x="370" y="4490"/>
                </a:lnTo>
                <a:lnTo>
                  <a:pt x="191" y="4752"/>
                </a:lnTo>
                <a:lnTo>
                  <a:pt x="72" y="5049"/>
                </a:lnTo>
                <a:lnTo>
                  <a:pt x="1" y="5359"/>
                </a:lnTo>
                <a:lnTo>
                  <a:pt x="1" y="5537"/>
                </a:lnTo>
                <a:lnTo>
                  <a:pt x="1" y="8788"/>
                </a:lnTo>
                <a:lnTo>
                  <a:pt x="1" y="8955"/>
                </a:lnTo>
                <a:lnTo>
                  <a:pt x="72" y="9276"/>
                </a:lnTo>
                <a:lnTo>
                  <a:pt x="191" y="9562"/>
                </a:lnTo>
                <a:lnTo>
                  <a:pt x="370" y="9824"/>
                </a:lnTo>
                <a:lnTo>
                  <a:pt x="596" y="10050"/>
                </a:lnTo>
                <a:lnTo>
                  <a:pt x="846" y="10217"/>
                </a:lnTo>
                <a:lnTo>
                  <a:pt x="1144" y="10348"/>
                </a:lnTo>
                <a:lnTo>
                  <a:pt x="1465" y="10407"/>
                </a:lnTo>
                <a:lnTo>
                  <a:pt x="1632" y="10419"/>
                </a:lnTo>
                <a:lnTo>
                  <a:pt x="7490" y="10419"/>
                </a:lnTo>
                <a:lnTo>
                  <a:pt x="7657" y="10407"/>
                </a:lnTo>
                <a:lnTo>
                  <a:pt x="7978" y="10348"/>
                </a:lnTo>
                <a:lnTo>
                  <a:pt x="8264" y="10217"/>
                </a:lnTo>
                <a:lnTo>
                  <a:pt x="8526" y="10050"/>
                </a:lnTo>
                <a:lnTo>
                  <a:pt x="8752" y="9824"/>
                </a:lnTo>
                <a:lnTo>
                  <a:pt x="8919" y="9562"/>
                </a:lnTo>
                <a:lnTo>
                  <a:pt x="9050" y="9276"/>
                </a:lnTo>
                <a:lnTo>
                  <a:pt x="9109" y="8955"/>
                </a:lnTo>
                <a:lnTo>
                  <a:pt x="9121" y="8788"/>
                </a:lnTo>
                <a:lnTo>
                  <a:pt x="9121" y="5537"/>
                </a:lnTo>
                <a:lnTo>
                  <a:pt x="9109" y="5359"/>
                </a:lnTo>
                <a:lnTo>
                  <a:pt x="9050" y="5049"/>
                </a:lnTo>
                <a:lnTo>
                  <a:pt x="8919" y="4752"/>
                </a:lnTo>
                <a:lnTo>
                  <a:pt x="8752" y="4490"/>
                </a:lnTo>
                <a:lnTo>
                  <a:pt x="8526" y="4275"/>
                </a:lnTo>
                <a:lnTo>
                  <a:pt x="8264" y="4097"/>
                </a:lnTo>
                <a:lnTo>
                  <a:pt x="7978" y="3978"/>
                </a:lnTo>
                <a:lnTo>
                  <a:pt x="7657" y="3906"/>
                </a:lnTo>
                <a:lnTo>
                  <a:pt x="7169" y="3906"/>
                </a:lnTo>
                <a:lnTo>
                  <a:pt x="7169" y="2596"/>
                </a:lnTo>
                <a:lnTo>
                  <a:pt x="7157" y="2335"/>
                </a:lnTo>
                <a:lnTo>
                  <a:pt x="7049" y="1823"/>
                </a:lnTo>
                <a:lnTo>
                  <a:pt x="6847" y="1358"/>
                </a:lnTo>
                <a:lnTo>
                  <a:pt x="6573" y="941"/>
                </a:lnTo>
                <a:lnTo>
                  <a:pt x="6216" y="584"/>
                </a:lnTo>
                <a:lnTo>
                  <a:pt x="5799" y="310"/>
                </a:lnTo>
                <a:lnTo>
                  <a:pt x="5335" y="108"/>
                </a:lnTo>
                <a:lnTo>
                  <a:pt x="4823"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7" name="Google Shape;2837;p172"/>
          <p:cNvSpPr/>
          <p:nvPr/>
        </p:nvSpPr>
        <p:spPr>
          <a:xfrm>
            <a:off x="9575123" y="6913061"/>
            <a:ext cx="551791" cy="483056"/>
          </a:xfrm>
          <a:custGeom>
            <a:rect b="b" l="l" r="r" t="t"/>
            <a:pathLst>
              <a:path extrusionOk="0" h="9122" w="10420">
                <a:moveTo>
                  <a:pt x="5216" y="2287"/>
                </a:moveTo>
                <a:lnTo>
                  <a:pt x="5085" y="2299"/>
                </a:lnTo>
                <a:lnTo>
                  <a:pt x="4906" y="2477"/>
                </a:lnTo>
                <a:lnTo>
                  <a:pt x="4883" y="2608"/>
                </a:lnTo>
                <a:lnTo>
                  <a:pt x="4883" y="5537"/>
                </a:lnTo>
                <a:lnTo>
                  <a:pt x="4906" y="5668"/>
                </a:lnTo>
                <a:lnTo>
                  <a:pt x="5085" y="5847"/>
                </a:lnTo>
                <a:lnTo>
                  <a:pt x="5216" y="5871"/>
                </a:lnTo>
                <a:lnTo>
                  <a:pt x="5335" y="5847"/>
                </a:lnTo>
                <a:lnTo>
                  <a:pt x="5502" y="5668"/>
                </a:lnTo>
                <a:lnTo>
                  <a:pt x="5514" y="5537"/>
                </a:lnTo>
                <a:lnTo>
                  <a:pt x="5514" y="2608"/>
                </a:lnTo>
                <a:lnTo>
                  <a:pt x="5502" y="2477"/>
                </a:lnTo>
                <a:lnTo>
                  <a:pt x="5335" y="2299"/>
                </a:lnTo>
                <a:lnTo>
                  <a:pt x="5216" y="2287"/>
                </a:lnTo>
                <a:close/>
                <a:moveTo>
                  <a:pt x="5216" y="6680"/>
                </a:moveTo>
                <a:lnTo>
                  <a:pt x="5109" y="6692"/>
                </a:lnTo>
                <a:lnTo>
                  <a:pt x="4942" y="6764"/>
                </a:lnTo>
                <a:lnTo>
                  <a:pt x="4811" y="6895"/>
                </a:lnTo>
                <a:lnTo>
                  <a:pt x="4752" y="7073"/>
                </a:lnTo>
                <a:lnTo>
                  <a:pt x="4740" y="7169"/>
                </a:lnTo>
                <a:lnTo>
                  <a:pt x="4752" y="7264"/>
                </a:lnTo>
                <a:lnTo>
                  <a:pt x="4823" y="7442"/>
                </a:lnTo>
                <a:lnTo>
                  <a:pt x="4954" y="7573"/>
                </a:lnTo>
                <a:lnTo>
                  <a:pt x="5121" y="7645"/>
                </a:lnTo>
                <a:lnTo>
                  <a:pt x="5216" y="7657"/>
                </a:lnTo>
                <a:lnTo>
                  <a:pt x="5311" y="7645"/>
                </a:lnTo>
                <a:lnTo>
                  <a:pt x="5478" y="7573"/>
                </a:lnTo>
                <a:lnTo>
                  <a:pt x="5609" y="7442"/>
                </a:lnTo>
                <a:lnTo>
                  <a:pt x="5668" y="7264"/>
                </a:lnTo>
                <a:lnTo>
                  <a:pt x="5680" y="7169"/>
                </a:lnTo>
                <a:lnTo>
                  <a:pt x="5680" y="7073"/>
                </a:lnTo>
                <a:lnTo>
                  <a:pt x="5609" y="6895"/>
                </a:lnTo>
                <a:lnTo>
                  <a:pt x="5478" y="6764"/>
                </a:lnTo>
                <a:lnTo>
                  <a:pt x="5311" y="6692"/>
                </a:lnTo>
                <a:lnTo>
                  <a:pt x="5216" y="6680"/>
                </a:lnTo>
                <a:close/>
                <a:moveTo>
                  <a:pt x="5216" y="656"/>
                </a:moveTo>
                <a:lnTo>
                  <a:pt x="5347" y="668"/>
                </a:lnTo>
                <a:lnTo>
                  <a:pt x="5561" y="787"/>
                </a:lnTo>
                <a:lnTo>
                  <a:pt x="5633" y="894"/>
                </a:lnTo>
                <a:lnTo>
                  <a:pt x="9705" y="7776"/>
                </a:lnTo>
                <a:lnTo>
                  <a:pt x="9752" y="7883"/>
                </a:lnTo>
                <a:lnTo>
                  <a:pt x="9752" y="8109"/>
                </a:lnTo>
                <a:lnTo>
                  <a:pt x="9693" y="8205"/>
                </a:lnTo>
                <a:lnTo>
                  <a:pt x="9621" y="8324"/>
                </a:lnTo>
                <a:lnTo>
                  <a:pt x="9407" y="8455"/>
                </a:lnTo>
                <a:lnTo>
                  <a:pt x="9264" y="8466"/>
                </a:lnTo>
                <a:lnTo>
                  <a:pt x="1144" y="8466"/>
                </a:lnTo>
                <a:lnTo>
                  <a:pt x="1013" y="8455"/>
                </a:lnTo>
                <a:lnTo>
                  <a:pt x="787" y="8335"/>
                </a:lnTo>
                <a:lnTo>
                  <a:pt x="715" y="8228"/>
                </a:lnTo>
                <a:lnTo>
                  <a:pt x="668" y="8109"/>
                </a:lnTo>
                <a:lnTo>
                  <a:pt x="668" y="7883"/>
                </a:lnTo>
                <a:lnTo>
                  <a:pt x="715" y="7776"/>
                </a:lnTo>
                <a:lnTo>
                  <a:pt x="4787" y="894"/>
                </a:lnTo>
                <a:lnTo>
                  <a:pt x="4859" y="787"/>
                </a:lnTo>
                <a:lnTo>
                  <a:pt x="5073" y="668"/>
                </a:lnTo>
                <a:lnTo>
                  <a:pt x="5216" y="656"/>
                </a:lnTo>
                <a:close/>
                <a:moveTo>
                  <a:pt x="5204" y="1"/>
                </a:moveTo>
                <a:lnTo>
                  <a:pt x="5061" y="13"/>
                </a:lnTo>
                <a:lnTo>
                  <a:pt x="4775" y="84"/>
                </a:lnTo>
                <a:lnTo>
                  <a:pt x="4513" y="227"/>
                </a:lnTo>
                <a:lnTo>
                  <a:pt x="4311" y="441"/>
                </a:lnTo>
                <a:lnTo>
                  <a:pt x="4228" y="560"/>
                </a:lnTo>
                <a:lnTo>
                  <a:pt x="156" y="7442"/>
                </a:lnTo>
                <a:lnTo>
                  <a:pt x="84" y="7573"/>
                </a:lnTo>
                <a:lnTo>
                  <a:pt x="1" y="7847"/>
                </a:lnTo>
                <a:lnTo>
                  <a:pt x="1" y="8133"/>
                </a:lnTo>
                <a:lnTo>
                  <a:pt x="84" y="8419"/>
                </a:lnTo>
                <a:lnTo>
                  <a:pt x="144" y="8550"/>
                </a:lnTo>
                <a:lnTo>
                  <a:pt x="227" y="8681"/>
                </a:lnTo>
                <a:lnTo>
                  <a:pt x="441" y="8895"/>
                </a:lnTo>
                <a:lnTo>
                  <a:pt x="691" y="9038"/>
                </a:lnTo>
                <a:lnTo>
                  <a:pt x="989" y="9109"/>
                </a:lnTo>
                <a:lnTo>
                  <a:pt x="1144" y="9121"/>
                </a:lnTo>
                <a:lnTo>
                  <a:pt x="9276" y="9121"/>
                </a:lnTo>
                <a:lnTo>
                  <a:pt x="9431" y="9109"/>
                </a:lnTo>
                <a:lnTo>
                  <a:pt x="9729" y="9038"/>
                </a:lnTo>
                <a:lnTo>
                  <a:pt x="9979" y="8895"/>
                </a:lnTo>
                <a:lnTo>
                  <a:pt x="10193" y="8681"/>
                </a:lnTo>
                <a:lnTo>
                  <a:pt x="10276" y="8550"/>
                </a:lnTo>
                <a:lnTo>
                  <a:pt x="10336" y="8419"/>
                </a:lnTo>
                <a:lnTo>
                  <a:pt x="10419" y="8133"/>
                </a:lnTo>
                <a:lnTo>
                  <a:pt x="10407" y="7847"/>
                </a:lnTo>
                <a:lnTo>
                  <a:pt x="10336" y="7573"/>
                </a:lnTo>
                <a:lnTo>
                  <a:pt x="10264" y="7442"/>
                </a:lnTo>
                <a:lnTo>
                  <a:pt x="6192" y="560"/>
                </a:lnTo>
                <a:lnTo>
                  <a:pt x="6109" y="441"/>
                </a:lnTo>
                <a:lnTo>
                  <a:pt x="5907" y="227"/>
                </a:lnTo>
                <a:lnTo>
                  <a:pt x="5645" y="84"/>
                </a:lnTo>
                <a:lnTo>
                  <a:pt x="5359" y="13"/>
                </a:lnTo>
                <a:lnTo>
                  <a:pt x="520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8" name="Google Shape;2838;p172"/>
          <p:cNvSpPr/>
          <p:nvPr/>
        </p:nvSpPr>
        <p:spPr>
          <a:xfrm>
            <a:off x="15091392" y="6878693"/>
            <a:ext cx="585788" cy="551791"/>
          </a:xfrm>
          <a:custGeom>
            <a:rect b="b" l="l" r="r" t="t"/>
            <a:pathLst>
              <a:path extrusionOk="0" h="10420" w="11062">
                <a:moveTo>
                  <a:pt x="9121" y="644"/>
                </a:moveTo>
                <a:lnTo>
                  <a:pt x="10264" y="2454"/>
                </a:lnTo>
                <a:lnTo>
                  <a:pt x="10324" y="2573"/>
                </a:lnTo>
                <a:lnTo>
                  <a:pt x="10407" y="2811"/>
                </a:lnTo>
                <a:lnTo>
                  <a:pt x="10407" y="3156"/>
                </a:lnTo>
                <a:lnTo>
                  <a:pt x="10228" y="3561"/>
                </a:lnTo>
                <a:lnTo>
                  <a:pt x="9978" y="3787"/>
                </a:lnTo>
                <a:lnTo>
                  <a:pt x="9776" y="3870"/>
                </a:lnTo>
                <a:lnTo>
                  <a:pt x="9669" y="3894"/>
                </a:lnTo>
                <a:lnTo>
                  <a:pt x="9585" y="3894"/>
                </a:lnTo>
                <a:lnTo>
                  <a:pt x="9502" y="3882"/>
                </a:lnTo>
                <a:lnTo>
                  <a:pt x="9252" y="3870"/>
                </a:lnTo>
                <a:lnTo>
                  <a:pt x="8823" y="3692"/>
                </a:lnTo>
                <a:lnTo>
                  <a:pt x="8657" y="3525"/>
                </a:lnTo>
                <a:lnTo>
                  <a:pt x="8561" y="3430"/>
                </a:lnTo>
                <a:lnTo>
                  <a:pt x="8311" y="3323"/>
                </a:lnTo>
                <a:lnTo>
                  <a:pt x="8180" y="3311"/>
                </a:lnTo>
                <a:lnTo>
                  <a:pt x="8037" y="3323"/>
                </a:lnTo>
                <a:lnTo>
                  <a:pt x="7799" y="3430"/>
                </a:lnTo>
                <a:lnTo>
                  <a:pt x="7692" y="3525"/>
                </a:lnTo>
                <a:lnTo>
                  <a:pt x="7525" y="3692"/>
                </a:lnTo>
                <a:lnTo>
                  <a:pt x="7097" y="3870"/>
                </a:lnTo>
                <a:lnTo>
                  <a:pt x="6859" y="3882"/>
                </a:lnTo>
                <a:lnTo>
                  <a:pt x="6609" y="3870"/>
                </a:lnTo>
                <a:lnTo>
                  <a:pt x="6180" y="3692"/>
                </a:lnTo>
                <a:lnTo>
                  <a:pt x="6013" y="3525"/>
                </a:lnTo>
                <a:lnTo>
                  <a:pt x="5906" y="3430"/>
                </a:lnTo>
                <a:lnTo>
                  <a:pt x="5656" y="3323"/>
                </a:lnTo>
                <a:lnTo>
                  <a:pt x="5525" y="3311"/>
                </a:lnTo>
                <a:lnTo>
                  <a:pt x="5394" y="3323"/>
                </a:lnTo>
                <a:lnTo>
                  <a:pt x="5144" y="3430"/>
                </a:lnTo>
                <a:lnTo>
                  <a:pt x="5049" y="3525"/>
                </a:lnTo>
                <a:lnTo>
                  <a:pt x="4870" y="3692"/>
                </a:lnTo>
                <a:lnTo>
                  <a:pt x="4453" y="3882"/>
                </a:lnTo>
                <a:lnTo>
                  <a:pt x="4203" y="3906"/>
                </a:lnTo>
                <a:lnTo>
                  <a:pt x="3953" y="3882"/>
                </a:lnTo>
                <a:lnTo>
                  <a:pt x="3525" y="3692"/>
                </a:lnTo>
                <a:lnTo>
                  <a:pt x="3358" y="3525"/>
                </a:lnTo>
                <a:lnTo>
                  <a:pt x="3263" y="3430"/>
                </a:lnTo>
                <a:lnTo>
                  <a:pt x="3013" y="3323"/>
                </a:lnTo>
                <a:lnTo>
                  <a:pt x="2882" y="3311"/>
                </a:lnTo>
                <a:lnTo>
                  <a:pt x="2739" y="3323"/>
                </a:lnTo>
                <a:lnTo>
                  <a:pt x="2489" y="3430"/>
                </a:lnTo>
                <a:lnTo>
                  <a:pt x="2394" y="3525"/>
                </a:lnTo>
                <a:lnTo>
                  <a:pt x="2227" y="3692"/>
                </a:lnTo>
                <a:lnTo>
                  <a:pt x="1786" y="3882"/>
                </a:lnTo>
                <a:lnTo>
                  <a:pt x="1548" y="3906"/>
                </a:lnTo>
                <a:lnTo>
                  <a:pt x="1477" y="3906"/>
                </a:lnTo>
                <a:lnTo>
                  <a:pt x="1393" y="3894"/>
                </a:lnTo>
                <a:lnTo>
                  <a:pt x="1274" y="3870"/>
                </a:lnTo>
                <a:lnTo>
                  <a:pt x="1084" y="3787"/>
                </a:lnTo>
                <a:lnTo>
                  <a:pt x="834" y="3573"/>
                </a:lnTo>
                <a:lnTo>
                  <a:pt x="655" y="3156"/>
                </a:lnTo>
                <a:lnTo>
                  <a:pt x="655" y="2811"/>
                </a:lnTo>
                <a:lnTo>
                  <a:pt x="739" y="2573"/>
                </a:lnTo>
                <a:lnTo>
                  <a:pt x="798" y="2454"/>
                </a:lnTo>
                <a:lnTo>
                  <a:pt x="1941" y="644"/>
                </a:lnTo>
                <a:close/>
                <a:moveTo>
                  <a:pt x="1905" y="1"/>
                </a:moveTo>
                <a:lnTo>
                  <a:pt x="1751" y="13"/>
                </a:lnTo>
                <a:lnTo>
                  <a:pt x="1501" y="156"/>
                </a:lnTo>
                <a:lnTo>
                  <a:pt x="1417" y="263"/>
                </a:lnTo>
                <a:lnTo>
                  <a:pt x="250" y="2108"/>
                </a:lnTo>
                <a:lnTo>
                  <a:pt x="143" y="2287"/>
                </a:lnTo>
                <a:lnTo>
                  <a:pt x="24" y="2680"/>
                </a:lnTo>
                <a:lnTo>
                  <a:pt x="0" y="3061"/>
                </a:lnTo>
                <a:lnTo>
                  <a:pt x="60" y="3442"/>
                </a:lnTo>
                <a:lnTo>
                  <a:pt x="215" y="3799"/>
                </a:lnTo>
                <a:lnTo>
                  <a:pt x="441" y="4109"/>
                </a:lnTo>
                <a:lnTo>
                  <a:pt x="739" y="4347"/>
                </a:lnTo>
                <a:lnTo>
                  <a:pt x="1096" y="4502"/>
                </a:lnTo>
                <a:lnTo>
                  <a:pt x="1310" y="4537"/>
                </a:lnTo>
                <a:lnTo>
                  <a:pt x="1429" y="4549"/>
                </a:lnTo>
                <a:lnTo>
                  <a:pt x="1548" y="4561"/>
                </a:lnTo>
                <a:lnTo>
                  <a:pt x="1834" y="4537"/>
                </a:lnTo>
                <a:lnTo>
                  <a:pt x="2382" y="4359"/>
                </a:lnTo>
                <a:lnTo>
                  <a:pt x="2608" y="4192"/>
                </a:lnTo>
                <a:lnTo>
                  <a:pt x="2751" y="4097"/>
                </a:lnTo>
                <a:lnTo>
                  <a:pt x="2882" y="3966"/>
                </a:lnTo>
                <a:lnTo>
                  <a:pt x="3001" y="4097"/>
                </a:lnTo>
                <a:lnTo>
                  <a:pt x="3144" y="4192"/>
                </a:lnTo>
                <a:lnTo>
                  <a:pt x="3370" y="4359"/>
                </a:lnTo>
                <a:lnTo>
                  <a:pt x="3906" y="4537"/>
                </a:lnTo>
                <a:lnTo>
                  <a:pt x="4203" y="4561"/>
                </a:lnTo>
                <a:lnTo>
                  <a:pt x="4501" y="4537"/>
                </a:lnTo>
                <a:lnTo>
                  <a:pt x="5037" y="4359"/>
                </a:lnTo>
                <a:lnTo>
                  <a:pt x="5263" y="4192"/>
                </a:lnTo>
                <a:lnTo>
                  <a:pt x="5406" y="4097"/>
                </a:lnTo>
                <a:lnTo>
                  <a:pt x="5525" y="3966"/>
                </a:lnTo>
                <a:lnTo>
                  <a:pt x="5656" y="4097"/>
                </a:lnTo>
                <a:lnTo>
                  <a:pt x="5799" y="4192"/>
                </a:lnTo>
                <a:lnTo>
                  <a:pt x="6025" y="4359"/>
                </a:lnTo>
                <a:lnTo>
                  <a:pt x="6561" y="4537"/>
                </a:lnTo>
                <a:lnTo>
                  <a:pt x="6859" y="4561"/>
                </a:lnTo>
                <a:lnTo>
                  <a:pt x="7156" y="4537"/>
                </a:lnTo>
                <a:lnTo>
                  <a:pt x="7692" y="4359"/>
                </a:lnTo>
                <a:lnTo>
                  <a:pt x="7918" y="4204"/>
                </a:lnTo>
                <a:lnTo>
                  <a:pt x="8061" y="4097"/>
                </a:lnTo>
                <a:lnTo>
                  <a:pt x="8180" y="3966"/>
                </a:lnTo>
                <a:lnTo>
                  <a:pt x="8311" y="4097"/>
                </a:lnTo>
                <a:lnTo>
                  <a:pt x="8442" y="4204"/>
                </a:lnTo>
                <a:lnTo>
                  <a:pt x="8454" y="4204"/>
                </a:lnTo>
                <a:lnTo>
                  <a:pt x="8680" y="4359"/>
                </a:lnTo>
                <a:lnTo>
                  <a:pt x="9216" y="4537"/>
                </a:lnTo>
                <a:lnTo>
                  <a:pt x="9514" y="4561"/>
                </a:lnTo>
                <a:lnTo>
                  <a:pt x="9633" y="4549"/>
                </a:lnTo>
                <a:lnTo>
                  <a:pt x="9752" y="4537"/>
                </a:lnTo>
                <a:lnTo>
                  <a:pt x="9966" y="4502"/>
                </a:lnTo>
                <a:lnTo>
                  <a:pt x="10324" y="4347"/>
                </a:lnTo>
                <a:lnTo>
                  <a:pt x="10621" y="4109"/>
                </a:lnTo>
                <a:lnTo>
                  <a:pt x="10847" y="3799"/>
                </a:lnTo>
                <a:lnTo>
                  <a:pt x="11002" y="3454"/>
                </a:lnTo>
                <a:lnTo>
                  <a:pt x="11062" y="3073"/>
                </a:lnTo>
                <a:lnTo>
                  <a:pt x="11038" y="2680"/>
                </a:lnTo>
                <a:lnTo>
                  <a:pt x="10919" y="2299"/>
                </a:lnTo>
                <a:lnTo>
                  <a:pt x="10812" y="2108"/>
                </a:lnTo>
                <a:lnTo>
                  <a:pt x="9645" y="263"/>
                </a:lnTo>
                <a:lnTo>
                  <a:pt x="9561" y="156"/>
                </a:lnTo>
                <a:lnTo>
                  <a:pt x="9311" y="13"/>
                </a:lnTo>
                <a:lnTo>
                  <a:pt x="9157" y="1"/>
                </a:lnTo>
                <a:close/>
                <a:moveTo>
                  <a:pt x="9442" y="7812"/>
                </a:moveTo>
                <a:lnTo>
                  <a:pt x="9442" y="9109"/>
                </a:lnTo>
                <a:lnTo>
                  <a:pt x="9430" y="9240"/>
                </a:lnTo>
                <a:lnTo>
                  <a:pt x="9335" y="9479"/>
                </a:lnTo>
                <a:lnTo>
                  <a:pt x="9157" y="9657"/>
                </a:lnTo>
                <a:lnTo>
                  <a:pt x="8919" y="9752"/>
                </a:lnTo>
                <a:lnTo>
                  <a:pt x="8788" y="9764"/>
                </a:lnTo>
                <a:lnTo>
                  <a:pt x="2275" y="9764"/>
                </a:lnTo>
                <a:lnTo>
                  <a:pt x="2144" y="9752"/>
                </a:lnTo>
                <a:lnTo>
                  <a:pt x="1905" y="9657"/>
                </a:lnTo>
                <a:lnTo>
                  <a:pt x="1727" y="9479"/>
                </a:lnTo>
                <a:lnTo>
                  <a:pt x="1632" y="9240"/>
                </a:lnTo>
                <a:lnTo>
                  <a:pt x="1620" y="9109"/>
                </a:lnTo>
                <a:lnTo>
                  <a:pt x="1632" y="9109"/>
                </a:lnTo>
                <a:lnTo>
                  <a:pt x="1632" y="7812"/>
                </a:lnTo>
                <a:close/>
                <a:moveTo>
                  <a:pt x="1298" y="5204"/>
                </a:moveTo>
                <a:lnTo>
                  <a:pt x="1167" y="5228"/>
                </a:lnTo>
                <a:lnTo>
                  <a:pt x="989" y="5406"/>
                </a:lnTo>
                <a:lnTo>
                  <a:pt x="977" y="5537"/>
                </a:lnTo>
                <a:lnTo>
                  <a:pt x="977" y="9109"/>
                </a:lnTo>
                <a:lnTo>
                  <a:pt x="989" y="9383"/>
                </a:lnTo>
                <a:lnTo>
                  <a:pt x="1191" y="9848"/>
                </a:lnTo>
                <a:lnTo>
                  <a:pt x="1548" y="10193"/>
                </a:lnTo>
                <a:lnTo>
                  <a:pt x="2013" y="10395"/>
                </a:lnTo>
                <a:lnTo>
                  <a:pt x="2275" y="10419"/>
                </a:lnTo>
                <a:lnTo>
                  <a:pt x="8788" y="10419"/>
                </a:lnTo>
                <a:lnTo>
                  <a:pt x="9049" y="10395"/>
                </a:lnTo>
                <a:lnTo>
                  <a:pt x="9526" y="10193"/>
                </a:lnTo>
                <a:lnTo>
                  <a:pt x="9871" y="9848"/>
                </a:lnTo>
                <a:lnTo>
                  <a:pt x="10073" y="9383"/>
                </a:lnTo>
                <a:lnTo>
                  <a:pt x="10085" y="9109"/>
                </a:lnTo>
                <a:lnTo>
                  <a:pt x="10085" y="5537"/>
                </a:lnTo>
                <a:lnTo>
                  <a:pt x="10073" y="5406"/>
                </a:lnTo>
                <a:lnTo>
                  <a:pt x="9895" y="5228"/>
                </a:lnTo>
                <a:lnTo>
                  <a:pt x="9764" y="5204"/>
                </a:lnTo>
                <a:lnTo>
                  <a:pt x="9633" y="5228"/>
                </a:lnTo>
                <a:lnTo>
                  <a:pt x="9454" y="5406"/>
                </a:lnTo>
                <a:lnTo>
                  <a:pt x="9442" y="5537"/>
                </a:lnTo>
                <a:lnTo>
                  <a:pt x="9442" y="7157"/>
                </a:lnTo>
                <a:lnTo>
                  <a:pt x="1620" y="7157"/>
                </a:lnTo>
                <a:lnTo>
                  <a:pt x="1620" y="5537"/>
                </a:lnTo>
                <a:lnTo>
                  <a:pt x="1632" y="5537"/>
                </a:lnTo>
                <a:lnTo>
                  <a:pt x="1608" y="5406"/>
                </a:lnTo>
                <a:lnTo>
                  <a:pt x="1429" y="5228"/>
                </a:lnTo>
                <a:lnTo>
                  <a:pt x="1298" y="520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39" name="Google Shape;2839;p172"/>
          <p:cNvSpPr/>
          <p:nvPr/>
        </p:nvSpPr>
        <p:spPr>
          <a:xfrm>
            <a:off x="5694598" y="6878693"/>
            <a:ext cx="413684" cy="551791"/>
          </a:xfrm>
          <a:custGeom>
            <a:rect b="b" l="l" r="r" t="t"/>
            <a:pathLst>
              <a:path extrusionOk="0" h="10420" w="7812">
                <a:moveTo>
                  <a:pt x="2608" y="2596"/>
                </a:moveTo>
                <a:lnTo>
                  <a:pt x="2608" y="3251"/>
                </a:lnTo>
                <a:lnTo>
                  <a:pt x="1953" y="3251"/>
                </a:lnTo>
                <a:lnTo>
                  <a:pt x="1953" y="2596"/>
                </a:lnTo>
                <a:close/>
                <a:moveTo>
                  <a:pt x="5859" y="2596"/>
                </a:moveTo>
                <a:lnTo>
                  <a:pt x="5859" y="3251"/>
                </a:lnTo>
                <a:lnTo>
                  <a:pt x="5204" y="3251"/>
                </a:lnTo>
                <a:lnTo>
                  <a:pt x="5204" y="2596"/>
                </a:lnTo>
                <a:close/>
                <a:moveTo>
                  <a:pt x="1691" y="1954"/>
                </a:moveTo>
                <a:lnTo>
                  <a:pt x="1513" y="2037"/>
                </a:lnTo>
                <a:lnTo>
                  <a:pt x="1382" y="2168"/>
                </a:lnTo>
                <a:lnTo>
                  <a:pt x="1310" y="2335"/>
                </a:lnTo>
                <a:lnTo>
                  <a:pt x="1298" y="2442"/>
                </a:lnTo>
                <a:lnTo>
                  <a:pt x="1298" y="3418"/>
                </a:lnTo>
                <a:lnTo>
                  <a:pt x="1310" y="3513"/>
                </a:lnTo>
                <a:lnTo>
                  <a:pt x="1382" y="3692"/>
                </a:lnTo>
                <a:lnTo>
                  <a:pt x="1513" y="3823"/>
                </a:lnTo>
                <a:lnTo>
                  <a:pt x="1691" y="3894"/>
                </a:lnTo>
                <a:lnTo>
                  <a:pt x="1787" y="3906"/>
                </a:lnTo>
                <a:lnTo>
                  <a:pt x="2763" y="3906"/>
                </a:lnTo>
                <a:lnTo>
                  <a:pt x="2870" y="3894"/>
                </a:lnTo>
                <a:lnTo>
                  <a:pt x="3037" y="3823"/>
                </a:lnTo>
                <a:lnTo>
                  <a:pt x="3168" y="3692"/>
                </a:lnTo>
                <a:lnTo>
                  <a:pt x="3251" y="3513"/>
                </a:lnTo>
                <a:lnTo>
                  <a:pt x="3251" y="3418"/>
                </a:lnTo>
                <a:lnTo>
                  <a:pt x="3251" y="2442"/>
                </a:lnTo>
                <a:lnTo>
                  <a:pt x="3251" y="2335"/>
                </a:lnTo>
                <a:lnTo>
                  <a:pt x="3168" y="2168"/>
                </a:lnTo>
                <a:lnTo>
                  <a:pt x="3037" y="2037"/>
                </a:lnTo>
                <a:lnTo>
                  <a:pt x="2870" y="1954"/>
                </a:lnTo>
                <a:close/>
                <a:moveTo>
                  <a:pt x="4942" y="1954"/>
                </a:moveTo>
                <a:lnTo>
                  <a:pt x="4775" y="2037"/>
                </a:lnTo>
                <a:lnTo>
                  <a:pt x="4644" y="2168"/>
                </a:lnTo>
                <a:lnTo>
                  <a:pt x="4561" y="2335"/>
                </a:lnTo>
                <a:lnTo>
                  <a:pt x="4561" y="2442"/>
                </a:lnTo>
                <a:lnTo>
                  <a:pt x="4561" y="3418"/>
                </a:lnTo>
                <a:lnTo>
                  <a:pt x="4561" y="3513"/>
                </a:lnTo>
                <a:lnTo>
                  <a:pt x="4644" y="3692"/>
                </a:lnTo>
                <a:lnTo>
                  <a:pt x="4775" y="3823"/>
                </a:lnTo>
                <a:lnTo>
                  <a:pt x="4942" y="3894"/>
                </a:lnTo>
                <a:lnTo>
                  <a:pt x="5049" y="3906"/>
                </a:lnTo>
                <a:lnTo>
                  <a:pt x="6025" y="3906"/>
                </a:lnTo>
                <a:lnTo>
                  <a:pt x="6121" y="3894"/>
                </a:lnTo>
                <a:lnTo>
                  <a:pt x="6299" y="3823"/>
                </a:lnTo>
                <a:lnTo>
                  <a:pt x="6430" y="3692"/>
                </a:lnTo>
                <a:lnTo>
                  <a:pt x="6502" y="3513"/>
                </a:lnTo>
                <a:lnTo>
                  <a:pt x="6514" y="3418"/>
                </a:lnTo>
                <a:lnTo>
                  <a:pt x="6514" y="2442"/>
                </a:lnTo>
                <a:lnTo>
                  <a:pt x="6502" y="2335"/>
                </a:lnTo>
                <a:lnTo>
                  <a:pt x="6430" y="2168"/>
                </a:lnTo>
                <a:lnTo>
                  <a:pt x="6299" y="2037"/>
                </a:lnTo>
                <a:lnTo>
                  <a:pt x="6121" y="1954"/>
                </a:lnTo>
                <a:close/>
                <a:moveTo>
                  <a:pt x="2608" y="5204"/>
                </a:moveTo>
                <a:lnTo>
                  <a:pt x="2608" y="5859"/>
                </a:lnTo>
                <a:lnTo>
                  <a:pt x="1953" y="5859"/>
                </a:lnTo>
                <a:lnTo>
                  <a:pt x="1953" y="5204"/>
                </a:lnTo>
                <a:close/>
                <a:moveTo>
                  <a:pt x="5859" y="5204"/>
                </a:moveTo>
                <a:lnTo>
                  <a:pt x="5859" y="5859"/>
                </a:lnTo>
                <a:lnTo>
                  <a:pt x="5204" y="5859"/>
                </a:lnTo>
                <a:lnTo>
                  <a:pt x="5204" y="5204"/>
                </a:lnTo>
                <a:close/>
                <a:moveTo>
                  <a:pt x="1691" y="4561"/>
                </a:moveTo>
                <a:lnTo>
                  <a:pt x="1513" y="4633"/>
                </a:lnTo>
                <a:lnTo>
                  <a:pt x="1382" y="4763"/>
                </a:lnTo>
                <a:lnTo>
                  <a:pt x="1310" y="4942"/>
                </a:lnTo>
                <a:lnTo>
                  <a:pt x="1298" y="5037"/>
                </a:lnTo>
                <a:lnTo>
                  <a:pt x="1298" y="6014"/>
                </a:lnTo>
                <a:lnTo>
                  <a:pt x="1310" y="6121"/>
                </a:lnTo>
                <a:lnTo>
                  <a:pt x="1382" y="6299"/>
                </a:lnTo>
                <a:lnTo>
                  <a:pt x="1513" y="6430"/>
                </a:lnTo>
                <a:lnTo>
                  <a:pt x="1691" y="6502"/>
                </a:lnTo>
                <a:lnTo>
                  <a:pt x="2870" y="6502"/>
                </a:lnTo>
                <a:lnTo>
                  <a:pt x="3037" y="6430"/>
                </a:lnTo>
                <a:lnTo>
                  <a:pt x="3168" y="6299"/>
                </a:lnTo>
                <a:lnTo>
                  <a:pt x="3251" y="6121"/>
                </a:lnTo>
                <a:lnTo>
                  <a:pt x="3251" y="6014"/>
                </a:lnTo>
                <a:lnTo>
                  <a:pt x="3251" y="5037"/>
                </a:lnTo>
                <a:lnTo>
                  <a:pt x="3251" y="4942"/>
                </a:lnTo>
                <a:lnTo>
                  <a:pt x="3168" y="4763"/>
                </a:lnTo>
                <a:lnTo>
                  <a:pt x="3037" y="4633"/>
                </a:lnTo>
                <a:lnTo>
                  <a:pt x="2870" y="4561"/>
                </a:lnTo>
                <a:close/>
                <a:moveTo>
                  <a:pt x="4942" y="4561"/>
                </a:moveTo>
                <a:lnTo>
                  <a:pt x="4775" y="4633"/>
                </a:lnTo>
                <a:lnTo>
                  <a:pt x="4644" y="4763"/>
                </a:lnTo>
                <a:lnTo>
                  <a:pt x="4561" y="4942"/>
                </a:lnTo>
                <a:lnTo>
                  <a:pt x="4561" y="5037"/>
                </a:lnTo>
                <a:lnTo>
                  <a:pt x="4561" y="6014"/>
                </a:lnTo>
                <a:lnTo>
                  <a:pt x="4561" y="6121"/>
                </a:lnTo>
                <a:lnTo>
                  <a:pt x="4644" y="6299"/>
                </a:lnTo>
                <a:lnTo>
                  <a:pt x="4775" y="6430"/>
                </a:lnTo>
                <a:lnTo>
                  <a:pt x="4942" y="6502"/>
                </a:lnTo>
                <a:lnTo>
                  <a:pt x="6121" y="6502"/>
                </a:lnTo>
                <a:lnTo>
                  <a:pt x="6299" y="6430"/>
                </a:lnTo>
                <a:lnTo>
                  <a:pt x="6430" y="6299"/>
                </a:lnTo>
                <a:lnTo>
                  <a:pt x="6502" y="6121"/>
                </a:lnTo>
                <a:lnTo>
                  <a:pt x="6514" y="6014"/>
                </a:lnTo>
                <a:lnTo>
                  <a:pt x="6514" y="5037"/>
                </a:lnTo>
                <a:lnTo>
                  <a:pt x="6502" y="4942"/>
                </a:lnTo>
                <a:lnTo>
                  <a:pt x="6430" y="4763"/>
                </a:lnTo>
                <a:lnTo>
                  <a:pt x="6299" y="4633"/>
                </a:lnTo>
                <a:lnTo>
                  <a:pt x="6121" y="4561"/>
                </a:lnTo>
                <a:close/>
                <a:moveTo>
                  <a:pt x="3906" y="7812"/>
                </a:moveTo>
                <a:lnTo>
                  <a:pt x="4037" y="7824"/>
                </a:lnTo>
                <a:lnTo>
                  <a:pt x="4275" y="7919"/>
                </a:lnTo>
                <a:lnTo>
                  <a:pt x="4454" y="8097"/>
                </a:lnTo>
                <a:lnTo>
                  <a:pt x="4549" y="8324"/>
                </a:lnTo>
                <a:lnTo>
                  <a:pt x="4561" y="8466"/>
                </a:lnTo>
                <a:lnTo>
                  <a:pt x="4561" y="9764"/>
                </a:lnTo>
                <a:lnTo>
                  <a:pt x="3251" y="9764"/>
                </a:lnTo>
                <a:lnTo>
                  <a:pt x="3251" y="8466"/>
                </a:lnTo>
                <a:lnTo>
                  <a:pt x="3263" y="8324"/>
                </a:lnTo>
                <a:lnTo>
                  <a:pt x="3358" y="8097"/>
                </a:lnTo>
                <a:lnTo>
                  <a:pt x="3537" y="7919"/>
                </a:lnTo>
                <a:lnTo>
                  <a:pt x="3775" y="7824"/>
                </a:lnTo>
                <a:lnTo>
                  <a:pt x="3906" y="7812"/>
                </a:lnTo>
                <a:close/>
                <a:moveTo>
                  <a:pt x="6514" y="644"/>
                </a:moveTo>
                <a:lnTo>
                  <a:pt x="6645" y="656"/>
                </a:lnTo>
                <a:lnTo>
                  <a:pt x="6883" y="751"/>
                </a:lnTo>
                <a:lnTo>
                  <a:pt x="7049" y="930"/>
                </a:lnTo>
                <a:lnTo>
                  <a:pt x="7156" y="1168"/>
                </a:lnTo>
                <a:lnTo>
                  <a:pt x="7168" y="1299"/>
                </a:lnTo>
                <a:lnTo>
                  <a:pt x="7168" y="9109"/>
                </a:lnTo>
                <a:lnTo>
                  <a:pt x="7156" y="9240"/>
                </a:lnTo>
                <a:lnTo>
                  <a:pt x="7049" y="9479"/>
                </a:lnTo>
                <a:lnTo>
                  <a:pt x="6883" y="9657"/>
                </a:lnTo>
                <a:lnTo>
                  <a:pt x="6645" y="9752"/>
                </a:lnTo>
                <a:lnTo>
                  <a:pt x="6514" y="9764"/>
                </a:lnTo>
                <a:lnTo>
                  <a:pt x="5204" y="9764"/>
                </a:lnTo>
                <a:lnTo>
                  <a:pt x="5204" y="8466"/>
                </a:lnTo>
                <a:lnTo>
                  <a:pt x="5192" y="8193"/>
                </a:lnTo>
                <a:lnTo>
                  <a:pt x="4989" y="7728"/>
                </a:lnTo>
                <a:lnTo>
                  <a:pt x="4644" y="7371"/>
                </a:lnTo>
                <a:lnTo>
                  <a:pt x="4168" y="7181"/>
                </a:lnTo>
                <a:lnTo>
                  <a:pt x="3906" y="7157"/>
                </a:lnTo>
                <a:lnTo>
                  <a:pt x="3644" y="7181"/>
                </a:lnTo>
                <a:lnTo>
                  <a:pt x="3168" y="7371"/>
                </a:lnTo>
                <a:lnTo>
                  <a:pt x="2822" y="7728"/>
                </a:lnTo>
                <a:lnTo>
                  <a:pt x="2620" y="8193"/>
                </a:lnTo>
                <a:lnTo>
                  <a:pt x="2608" y="8466"/>
                </a:lnTo>
                <a:lnTo>
                  <a:pt x="2608" y="9764"/>
                </a:lnTo>
                <a:lnTo>
                  <a:pt x="1298" y="9764"/>
                </a:lnTo>
                <a:lnTo>
                  <a:pt x="1167" y="9752"/>
                </a:lnTo>
                <a:lnTo>
                  <a:pt x="929" y="9657"/>
                </a:lnTo>
                <a:lnTo>
                  <a:pt x="763" y="9479"/>
                </a:lnTo>
                <a:lnTo>
                  <a:pt x="655" y="9240"/>
                </a:lnTo>
                <a:lnTo>
                  <a:pt x="655" y="9109"/>
                </a:lnTo>
                <a:lnTo>
                  <a:pt x="655" y="1299"/>
                </a:lnTo>
                <a:lnTo>
                  <a:pt x="655" y="1168"/>
                </a:lnTo>
                <a:lnTo>
                  <a:pt x="763" y="930"/>
                </a:lnTo>
                <a:lnTo>
                  <a:pt x="929" y="751"/>
                </a:lnTo>
                <a:lnTo>
                  <a:pt x="1167" y="656"/>
                </a:lnTo>
                <a:lnTo>
                  <a:pt x="1298" y="644"/>
                </a:lnTo>
                <a:close/>
                <a:moveTo>
                  <a:pt x="1298" y="1"/>
                </a:moveTo>
                <a:lnTo>
                  <a:pt x="1036" y="13"/>
                </a:lnTo>
                <a:lnTo>
                  <a:pt x="572" y="215"/>
                </a:lnTo>
                <a:lnTo>
                  <a:pt x="215" y="560"/>
                </a:lnTo>
                <a:lnTo>
                  <a:pt x="12" y="1037"/>
                </a:lnTo>
                <a:lnTo>
                  <a:pt x="1" y="1299"/>
                </a:lnTo>
                <a:lnTo>
                  <a:pt x="1" y="9109"/>
                </a:lnTo>
                <a:lnTo>
                  <a:pt x="12" y="9383"/>
                </a:lnTo>
                <a:lnTo>
                  <a:pt x="215" y="9848"/>
                </a:lnTo>
                <a:lnTo>
                  <a:pt x="572" y="10193"/>
                </a:lnTo>
                <a:lnTo>
                  <a:pt x="1036" y="10395"/>
                </a:lnTo>
                <a:lnTo>
                  <a:pt x="1298" y="10419"/>
                </a:lnTo>
                <a:lnTo>
                  <a:pt x="6514" y="10419"/>
                </a:lnTo>
                <a:lnTo>
                  <a:pt x="6775" y="10395"/>
                </a:lnTo>
                <a:lnTo>
                  <a:pt x="7240" y="10193"/>
                </a:lnTo>
                <a:lnTo>
                  <a:pt x="7597" y="9848"/>
                </a:lnTo>
                <a:lnTo>
                  <a:pt x="7799" y="9383"/>
                </a:lnTo>
                <a:lnTo>
                  <a:pt x="7811" y="9109"/>
                </a:lnTo>
                <a:lnTo>
                  <a:pt x="7811" y="1299"/>
                </a:lnTo>
                <a:lnTo>
                  <a:pt x="7799" y="1037"/>
                </a:lnTo>
                <a:lnTo>
                  <a:pt x="7597" y="560"/>
                </a:lnTo>
                <a:lnTo>
                  <a:pt x="7240" y="215"/>
                </a:lnTo>
                <a:lnTo>
                  <a:pt x="6775" y="13"/>
                </a:lnTo>
                <a:lnTo>
                  <a:pt x="651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0" name="Google Shape;2840;p172"/>
          <p:cNvSpPr/>
          <p:nvPr/>
        </p:nvSpPr>
        <p:spPr>
          <a:xfrm>
            <a:off x="10872776" y="6878693"/>
            <a:ext cx="413684" cy="551791"/>
          </a:xfrm>
          <a:custGeom>
            <a:rect b="b" l="l" r="r" t="t"/>
            <a:pathLst>
              <a:path extrusionOk="0" h="10420" w="7812">
                <a:moveTo>
                  <a:pt x="6514" y="644"/>
                </a:moveTo>
                <a:lnTo>
                  <a:pt x="6645" y="656"/>
                </a:lnTo>
                <a:lnTo>
                  <a:pt x="6883" y="751"/>
                </a:lnTo>
                <a:lnTo>
                  <a:pt x="7049" y="930"/>
                </a:lnTo>
                <a:lnTo>
                  <a:pt x="7157" y="1168"/>
                </a:lnTo>
                <a:lnTo>
                  <a:pt x="7168" y="1299"/>
                </a:lnTo>
                <a:lnTo>
                  <a:pt x="7157" y="1299"/>
                </a:lnTo>
                <a:lnTo>
                  <a:pt x="7157" y="2596"/>
                </a:lnTo>
                <a:lnTo>
                  <a:pt x="644" y="2596"/>
                </a:lnTo>
                <a:lnTo>
                  <a:pt x="644" y="1299"/>
                </a:lnTo>
                <a:lnTo>
                  <a:pt x="655" y="1168"/>
                </a:lnTo>
                <a:lnTo>
                  <a:pt x="763" y="930"/>
                </a:lnTo>
                <a:lnTo>
                  <a:pt x="929" y="751"/>
                </a:lnTo>
                <a:lnTo>
                  <a:pt x="1167" y="656"/>
                </a:lnTo>
                <a:lnTo>
                  <a:pt x="1298" y="644"/>
                </a:lnTo>
                <a:close/>
                <a:moveTo>
                  <a:pt x="1953" y="4061"/>
                </a:moveTo>
                <a:lnTo>
                  <a:pt x="1846" y="4073"/>
                </a:lnTo>
                <a:lnTo>
                  <a:pt x="1679" y="4144"/>
                </a:lnTo>
                <a:lnTo>
                  <a:pt x="1548" y="4275"/>
                </a:lnTo>
                <a:lnTo>
                  <a:pt x="1465" y="4454"/>
                </a:lnTo>
                <a:lnTo>
                  <a:pt x="1465" y="4549"/>
                </a:lnTo>
                <a:lnTo>
                  <a:pt x="1465" y="4656"/>
                </a:lnTo>
                <a:lnTo>
                  <a:pt x="1548" y="4823"/>
                </a:lnTo>
                <a:lnTo>
                  <a:pt x="1679" y="4966"/>
                </a:lnTo>
                <a:lnTo>
                  <a:pt x="1858" y="5037"/>
                </a:lnTo>
                <a:lnTo>
                  <a:pt x="2049" y="5037"/>
                </a:lnTo>
                <a:lnTo>
                  <a:pt x="2227" y="4966"/>
                </a:lnTo>
                <a:lnTo>
                  <a:pt x="2358" y="4823"/>
                </a:lnTo>
                <a:lnTo>
                  <a:pt x="2430" y="4656"/>
                </a:lnTo>
                <a:lnTo>
                  <a:pt x="2441" y="4549"/>
                </a:lnTo>
                <a:lnTo>
                  <a:pt x="2430" y="4454"/>
                </a:lnTo>
                <a:lnTo>
                  <a:pt x="2358" y="4275"/>
                </a:lnTo>
                <a:lnTo>
                  <a:pt x="2227" y="4144"/>
                </a:lnTo>
                <a:lnTo>
                  <a:pt x="2049" y="4073"/>
                </a:lnTo>
                <a:lnTo>
                  <a:pt x="1953" y="4061"/>
                </a:lnTo>
                <a:close/>
                <a:moveTo>
                  <a:pt x="3906" y="4061"/>
                </a:moveTo>
                <a:lnTo>
                  <a:pt x="3799" y="4073"/>
                </a:lnTo>
                <a:lnTo>
                  <a:pt x="3632" y="4144"/>
                </a:lnTo>
                <a:lnTo>
                  <a:pt x="3501" y="4275"/>
                </a:lnTo>
                <a:lnTo>
                  <a:pt x="3418" y="4454"/>
                </a:lnTo>
                <a:lnTo>
                  <a:pt x="3418" y="4549"/>
                </a:lnTo>
                <a:lnTo>
                  <a:pt x="3418" y="4656"/>
                </a:lnTo>
                <a:lnTo>
                  <a:pt x="3501" y="4823"/>
                </a:lnTo>
                <a:lnTo>
                  <a:pt x="3632" y="4966"/>
                </a:lnTo>
                <a:lnTo>
                  <a:pt x="3811" y="5037"/>
                </a:lnTo>
                <a:lnTo>
                  <a:pt x="4001" y="5037"/>
                </a:lnTo>
                <a:lnTo>
                  <a:pt x="4180" y="4966"/>
                </a:lnTo>
                <a:lnTo>
                  <a:pt x="4311" y="4823"/>
                </a:lnTo>
                <a:lnTo>
                  <a:pt x="4382" y="4656"/>
                </a:lnTo>
                <a:lnTo>
                  <a:pt x="4394" y="4549"/>
                </a:lnTo>
                <a:lnTo>
                  <a:pt x="4382" y="4454"/>
                </a:lnTo>
                <a:lnTo>
                  <a:pt x="4311" y="4275"/>
                </a:lnTo>
                <a:lnTo>
                  <a:pt x="4180" y="4144"/>
                </a:lnTo>
                <a:lnTo>
                  <a:pt x="4001" y="4073"/>
                </a:lnTo>
                <a:lnTo>
                  <a:pt x="3906" y="4061"/>
                </a:lnTo>
                <a:close/>
                <a:moveTo>
                  <a:pt x="5859" y="4061"/>
                </a:moveTo>
                <a:lnTo>
                  <a:pt x="5752" y="4073"/>
                </a:lnTo>
                <a:lnTo>
                  <a:pt x="5585" y="4144"/>
                </a:lnTo>
                <a:lnTo>
                  <a:pt x="5454" y="4275"/>
                </a:lnTo>
                <a:lnTo>
                  <a:pt x="5371" y="4454"/>
                </a:lnTo>
                <a:lnTo>
                  <a:pt x="5371" y="4549"/>
                </a:lnTo>
                <a:lnTo>
                  <a:pt x="5371" y="4656"/>
                </a:lnTo>
                <a:lnTo>
                  <a:pt x="5454" y="4823"/>
                </a:lnTo>
                <a:lnTo>
                  <a:pt x="5585" y="4966"/>
                </a:lnTo>
                <a:lnTo>
                  <a:pt x="5763" y="5037"/>
                </a:lnTo>
                <a:lnTo>
                  <a:pt x="5954" y="5037"/>
                </a:lnTo>
                <a:lnTo>
                  <a:pt x="6133" y="4966"/>
                </a:lnTo>
                <a:lnTo>
                  <a:pt x="6264" y="4823"/>
                </a:lnTo>
                <a:lnTo>
                  <a:pt x="6335" y="4656"/>
                </a:lnTo>
                <a:lnTo>
                  <a:pt x="6347" y="4549"/>
                </a:lnTo>
                <a:lnTo>
                  <a:pt x="6335" y="4454"/>
                </a:lnTo>
                <a:lnTo>
                  <a:pt x="6264" y="4275"/>
                </a:lnTo>
                <a:lnTo>
                  <a:pt x="6133" y="4144"/>
                </a:lnTo>
                <a:lnTo>
                  <a:pt x="5954" y="4073"/>
                </a:lnTo>
                <a:lnTo>
                  <a:pt x="5859" y="4061"/>
                </a:lnTo>
                <a:close/>
                <a:moveTo>
                  <a:pt x="1953" y="6014"/>
                </a:moveTo>
                <a:lnTo>
                  <a:pt x="1846" y="6026"/>
                </a:lnTo>
                <a:lnTo>
                  <a:pt x="1679" y="6097"/>
                </a:lnTo>
                <a:lnTo>
                  <a:pt x="1548" y="6228"/>
                </a:lnTo>
                <a:lnTo>
                  <a:pt x="1465" y="6407"/>
                </a:lnTo>
                <a:lnTo>
                  <a:pt x="1465" y="6502"/>
                </a:lnTo>
                <a:lnTo>
                  <a:pt x="1465" y="6609"/>
                </a:lnTo>
                <a:lnTo>
                  <a:pt x="1548" y="6776"/>
                </a:lnTo>
                <a:lnTo>
                  <a:pt x="1679" y="6919"/>
                </a:lnTo>
                <a:lnTo>
                  <a:pt x="1858" y="6990"/>
                </a:lnTo>
                <a:lnTo>
                  <a:pt x="2049" y="6990"/>
                </a:lnTo>
                <a:lnTo>
                  <a:pt x="2227" y="6919"/>
                </a:lnTo>
                <a:lnTo>
                  <a:pt x="2358" y="6776"/>
                </a:lnTo>
                <a:lnTo>
                  <a:pt x="2430" y="6609"/>
                </a:lnTo>
                <a:lnTo>
                  <a:pt x="2441" y="6502"/>
                </a:lnTo>
                <a:lnTo>
                  <a:pt x="2430" y="6407"/>
                </a:lnTo>
                <a:lnTo>
                  <a:pt x="2358" y="6228"/>
                </a:lnTo>
                <a:lnTo>
                  <a:pt x="2227" y="6097"/>
                </a:lnTo>
                <a:lnTo>
                  <a:pt x="2049" y="6026"/>
                </a:lnTo>
                <a:lnTo>
                  <a:pt x="1953" y="6014"/>
                </a:lnTo>
                <a:close/>
                <a:moveTo>
                  <a:pt x="3906" y="6014"/>
                </a:moveTo>
                <a:lnTo>
                  <a:pt x="3799" y="6026"/>
                </a:lnTo>
                <a:lnTo>
                  <a:pt x="3632" y="6097"/>
                </a:lnTo>
                <a:lnTo>
                  <a:pt x="3501" y="6228"/>
                </a:lnTo>
                <a:lnTo>
                  <a:pt x="3418" y="6407"/>
                </a:lnTo>
                <a:lnTo>
                  <a:pt x="3418" y="6502"/>
                </a:lnTo>
                <a:lnTo>
                  <a:pt x="3418" y="6609"/>
                </a:lnTo>
                <a:lnTo>
                  <a:pt x="3501" y="6776"/>
                </a:lnTo>
                <a:lnTo>
                  <a:pt x="3632" y="6919"/>
                </a:lnTo>
                <a:lnTo>
                  <a:pt x="3811" y="6990"/>
                </a:lnTo>
                <a:lnTo>
                  <a:pt x="4001" y="6990"/>
                </a:lnTo>
                <a:lnTo>
                  <a:pt x="4180" y="6919"/>
                </a:lnTo>
                <a:lnTo>
                  <a:pt x="4311" y="6776"/>
                </a:lnTo>
                <a:lnTo>
                  <a:pt x="4382" y="6609"/>
                </a:lnTo>
                <a:lnTo>
                  <a:pt x="4394" y="6502"/>
                </a:lnTo>
                <a:lnTo>
                  <a:pt x="4382" y="6407"/>
                </a:lnTo>
                <a:lnTo>
                  <a:pt x="4311" y="6228"/>
                </a:lnTo>
                <a:lnTo>
                  <a:pt x="4180" y="6097"/>
                </a:lnTo>
                <a:lnTo>
                  <a:pt x="4001" y="6026"/>
                </a:lnTo>
                <a:lnTo>
                  <a:pt x="3906" y="6014"/>
                </a:lnTo>
                <a:close/>
                <a:moveTo>
                  <a:pt x="5859" y="6014"/>
                </a:moveTo>
                <a:lnTo>
                  <a:pt x="5752" y="6026"/>
                </a:lnTo>
                <a:lnTo>
                  <a:pt x="5585" y="6097"/>
                </a:lnTo>
                <a:lnTo>
                  <a:pt x="5454" y="6228"/>
                </a:lnTo>
                <a:lnTo>
                  <a:pt x="5371" y="6407"/>
                </a:lnTo>
                <a:lnTo>
                  <a:pt x="5371" y="6502"/>
                </a:lnTo>
                <a:lnTo>
                  <a:pt x="5371" y="6609"/>
                </a:lnTo>
                <a:lnTo>
                  <a:pt x="5454" y="6776"/>
                </a:lnTo>
                <a:lnTo>
                  <a:pt x="5585" y="6919"/>
                </a:lnTo>
                <a:lnTo>
                  <a:pt x="5763" y="6990"/>
                </a:lnTo>
                <a:lnTo>
                  <a:pt x="5954" y="6990"/>
                </a:lnTo>
                <a:lnTo>
                  <a:pt x="6133" y="6919"/>
                </a:lnTo>
                <a:lnTo>
                  <a:pt x="6264" y="6776"/>
                </a:lnTo>
                <a:lnTo>
                  <a:pt x="6335" y="6609"/>
                </a:lnTo>
                <a:lnTo>
                  <a:pt x="6347" y="6502"/>
                </a:lnTo>
                <a:lnTo>
                  <a:pt x="6335" y="6407"/>
                </a:lnTo>
                <a:lnTo>
                  <a:pt x="6264" y="6228"/>
                </a:lnTo>
                <a:lnTo>
                  <a:pt x="6133" y="6097"/>
                </a:lnTo>
                <a:lnTo>
                  <a:pt x="5954" y="6026"/>
                </a:lnTo>
                <a:lnTo>
                  <a:pt x="5859" y="6014"/>
                </a:lnTo>
                <a:close/>
                <a:moveTo>
                  <a:pt x="1632" y="8133"/>
                </a:moveTo>
                <a:lnTo>
                  <a:pt x="1501" y="8157"/>
                </a:lnTo>
                <a:lnTo>
                  <a:pt x="1322" y="8336"/>
                </a:lnTo>
                <a:lnTo>
                  <a:pt x="1298" y="8466"/>
                </a:lnTo>
                <a:lnTo>
                  <a:pt x="1322" y="8586"/>
                </a:lnTo>
                <a:lnTo>
                  <a:pt x="1501" y="8764"/>
                </a:lnTo>
                <a:lnTo>
                  <a:pt x="1632" y="8788"/>
                </a:lnTo>
                <a:lnTo>
                  <a:pt x="4227" y="8788"/>
                </a:lnTo>
                <a:lnTo>
                  <a:pt x="4358" y="8764"/>
                </a:lnTo>
                <a:lnTo>
                  <a:pt x="4537" y="8586"/>
                </a:lnTo>
                <a:lnTo>
                  <a:pt x="4561" y="8466"/>
                </a:lnTo>
                <a:lnTo>
                  <a:pt x="4537" y="8336"/>
                </a:lnTo>
                <a:lnTo>
                  <a:pt x="4358" y="8157"/>
                </a:lnTo>
                <a:lnTo>
                  <a:pt x="4227" y="8133"/>
                </a:lnTo>
                <a:close/>
                <a:moveTo>
                  <a:pt x="5859" y="7966"/>
                </a:moveTo>
                <a:lnTo>
                  <a:pt x="5763" y="7978"/>
                </a:lnTo>
                <a:lnTo>
                  <a:pt x="5585" y="8050"/>
                </a:lnTo>
                <a:lnTo>
                  <a:pt x="5454" y="8181"/>
                </a:lnTo>
                <a:lnTo>
                  <a:pt x="5371" y="8359"/>
                </a:lnTo>
                <a:lnTo>
                  <a:pt x="5371" y="8455"/>
                </a:lnTo>
                <a:lnTo>
                  <a:pt x="5371" y="8562"/>
                </a:lnTo>
                <a:lnTo>
                  <a:pt x="5454" y="8728"/>
                </a:lnTo>
                <a:lnTo>
                  <a:pt x="5585" y="8871"/>
                </a:lnTo>
                <a:lnTo>
                  <a:pt x="5763" y="8943"/>
                </a:lnTo>
                <a:lnTo>
                  <a:pt x="5954" y="8943"/>
                </a:lnTo>
                <a:lnTo>
                  <a:pt x="6133" y="8871"/>
                </a:lnTo>
                <a:lnTo>
                  <a:pt x="6264" y="8728"/>
                </a:lnTo>
                <a:lnTo>
                  <a:pt x="6335" y="8562"/>
                </a:lnTo>
                <a:lnTo>
                  <a:pt x="6347" y="8455"/>
                </a:lnTo>
                <a:lnTo>
                  <a:pt x="6335" y="8359"/>
                </a:lnTo>
                <a:lnTo>
                  <a:pt x="6264" y="8181"/>
                </a:lnTo>
                <a:lnTo>
                  <a:pt x="6133" y="8050"/>
                </a:lnTo>
                <a:lnTo>
                  <a:pt x="5954" y="7978"/>
                </a:lnTo>
                <a:lnTo>
                  <a:pt x="5859" y="7966"/>
                </a:lnTo>
                <a:close/>
                <a:moveTo>
                  <a:pt x="7168" y="3251"/>
                </a:moveTo>
                <a:lnTo>
                  <a:pt x="7168" y="9109"/>
                </a:lnTo>
                <a:lnTo>
                  <a:pt x="7157" y="9240"/>
                </a:lnTo>
                <a:lnTo>
                  <a:pt x="7061" y="9479"/>
                </a:lnTo>
                <a:lnTo>
                  <a:pt x="6883" y="9657"/>
                </a:lnTo>
                <a:lnTo>
                  <a:pt x="6645" y="9752"/>
                </a:lnTo>
                <a:lnTo>
                  <a:pt x="6514" y="9764"/>
                </a:lnTo>
                <a:lnTo>
                  <a:pt x="1298" y="9764"/>
                </a:lnTo>
                <a:lnTo>
                  <a:pt x="1167" y="9752"/>
                </a:lnTo>
                <a:lnTo>
                  <a:pt x="941" y="9657"/>
                </a:lnTo>
                <a:lnTo>
                  <a:pt x="763" y="9479"/>
                </a:lnTo>
                <a:lnTo>
                  <a:pt x="655" y="9240"/>
                </a:lnTo>
                <a:lnTo>
                  <a:pt x="655" y="9109"/>
                </a:lnTo>
                <a:lnTo>
                  <a:pt x="655" y="3251"/>
                </a:lnTo>
                <a:close/>
                <a:moveTo>
                  <a:pt x="1298" y="1"/>
                </a:moveTo>
                <a:lnTo>
                  <a:pt x="1036" y="13"/>
                </a:lnTo>
                <a:lnTo>
                  <a:pt x="572" y="215"/>
                </a:lnTo>
                <a:lnTo>
                  <a:pt x="215" y="560"/>
                </a:lnTo>
                <a:lnTo>
                  <a:pt x="24" y="1037"/>
                </a:lnTo>
                <a:lnTo>
                  <a:pt x="1" y="1299"/>
                </a:lnTo>
                <a:lnTo>
                  <a:pt x="1" y="9109"/>
                </a:lnTo>
                <a:lnTo>
                  <a:pt x="24" y="9383"/>
                </a:lnTo>
                <a:lnTo>
                  <a:pt x="215" y="9848"/>
                </a:lnTo>
                <a:lnTo>
                  <a:pt x="572" y="10193"/>
                </a:lnTo>
                <a:lnTo>
                  <a:pt x="1036" y="10395"/>
                </a:lnTo>
                <a:lnTo>
                  <a:pt x="1298" y="10419"/>
                </a:lnTo>
                <a:lnTo>
                  <a:pt x="6514" y="10419"/>
                </a:lnTo>
                <a:lnTo>
                  <a:pt x="6776" y="10395"/>
                </a:lnTo>
                <a:lnTo>
                  <a:pt x="7240" y="10193"/>
                </a:lnTo>
                <a:lnTo>
                  <a:pt x="7597" y="9848"/>
                </a:lnTo>
                <a:lnTo>
                  <a:pt x="7800" y="9383"/>
                </a:lnTo>
                <a:lnTo>
                  <a:pt x="7811" y="9109"/>
                </a:lnTo>
                <a:lnTo>
                  <a:pt x="7811" y="1299"/>
                </a:lnTo>
                <a:lnTo>
                  <a:pt x="7800" y="1037"/>
                </a:lnTo>
                <a:lnTo>
                  <a:pt x="7597" y="560"/>
                </a:lnTo>
                <a:lnTo>
                  <a:pt x="7240" y="215"/>
                </a:lnTo>
                <a:lnTo>
                  <a:pt x="6776" y="13"/>
                </a:lnTo>
                <a:lnTo>
                  <a:pt x="651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1" name="Google Shape;2841;p172"/>
          <p:cNvSpPr/>
          <p:nvPr/>
        </p:nvSpPr>
        <p:spPr>
          <a:xfrm>
            <a:off x="12137752" y="6913061"/>
            <a:ext cx="620527" cy="483056"/>
          </a:xfrm>
          <a:custGeom>
            <a:rect b="b" l="l" r="r" t="t"/>
            <a:pathLst>
              <a:path extrusionOk="0" h="9122" w="11718">
                <a:moveTo>
                  <a:pt x="10419" y="656"/>
                </a:moveTo>
                <a:lnTo>
                  <a:pt x="10550" y="668"/>
                </a:lnTo>
                <a:lnTo>
                  <a:pt x="10788" y="763"/>
                </a:lnTo>
                <a:lnTo>
                  <a:pt x="10955" y="941"/>
                </a:lnTo>
                <a:lnTo>
                  <a:pt x="11062" y="1180"/>
                </a:lnTo>
                <a:lnTo>
                  <a:pt x="11074" y="1311"/>
                </a:lnTo>
                <a:lnTo>
                  <a:pt x="11074" y="1965"/>
                </a:lnTo>
                <a:lnTo>
                  <a:pt x="656" y="1965"/>
                </a:lnTo>
                <a:lnTo>
                  <a:pt x="656" y="1311"/>
                </a:lnTo>
                <a:lnTo>
                  <a:pt x="644" y="1311"/>
                </a:lnTo>
                <a:lnTo>
                  <a:pt x="656" y="1180"/>
                </a:lnTo>
                <a:lnTo>
                  <a:pt x="751" y="941"/>
                </a:lnTo>
                <a:lnTo>
                  <a:pt x="930" y="763"/>
                </a:lnTo>
                <a:lnTo>
                  <a:pt x="1168" y="668"/>
                </a:lnTo>
                <a:lnTo>
                  <a:pt x="1299" y="656"/>
                </a:lnTo>
                <a:close/>
                <a:moveTo>
                  <a:pt x="11074" y="2608"/>
                </a:moveTo>
                <a:lnTo>
                  <a:pt x="11074" y="3918"/>
                </a:lnTo>
                <a:lnTo>
                  <a:pt x="656" y="3918"/>
                </a:lnTo>
                <a:lnTo>
                  <a:pt x="656" y="2608"/>
                </a:lnTo>
                <a:close/>
                <a:moveTo>
                  <a:pt x="2275" y="6514"/>
                </a:moveTo>
                <a:lnTo>
                  <a:pt x="2144" y="6538"/>
                </a:lnTo>
                <a:lnTo>
                  <a:pt x="1965" y="6716"/>
                </a:lnTo>
                <a:lnTo>
                  <a:pt x="1954" y="6847"/>
                </a:lnTo>
                <a:lnTo>
                  <a:pt x="1965" y="6978"/>
                </a:lnTo>
                <a:lnTo>
                  <a:pt x="2144" y="7145"/>
                </a:lnTo>
                <a:lnTo>
                  <a:pt x="2275" y="7169"/>
                </a:lnTo>
                <a:lnTo>
                  <a:pt x="3585" y="7169"/>
                </a:lnTo>
                <a:lnTo>
                  <a:pt x="3716" y="7145"/>
                </a:lnTo>
                <a:lnTo>
                  <a:pt x="3882" y="6978"/>
                </a:lnTo>
                <a:lnTo>
                  <a:pt x="3906" y="6847"/>
                </a:lnTo>
                <a:lnTo>
                  <a:pt x="3882" y="6716"/>
                </a:lnTo>
                <a:lnTo>
                  <a:pt x="3716" y="6538"/>
                </a:lnTo>
                <a:lnTo>
                  <a:pt x="3585" y="6514"/>
                </a:lnTo>
                <a:close/>
                <a:moveTo>
                  <a:pt x="4883" y="6514"/>
                </a:moveTo>
                <a:lnTo>
                  <a:pt x="4752" y="6538"/>
                </a:lnTo>
                <a:lnTo>
                  <a:pt x="4573" y="6716"/>
                </a:lnTo>
                <a:lnTo>
                  <a:pt x="4561" y="6847"/>
                </a:lnTo>
                <a:lnTo>
                  <a:pt x="4573" y="6978"/>
                </a:lnTo>
                <a:lnTo>
                  <a:pt x="4752" y="7145"/>
                </a:lnTo>
                <a:lnTo>
                  <a:pt x="4883" y="7169"/>
                </a:lnTo>
                <a:lnTo>
                  <a:pt x="7490" y="7169"/>
                </a:lnTo>
                <a:lnTo>
                  <a:pt x="7621" y="7145"/>
                </a:lnTo>
                <a:lnTo>
                  <a:pt x="7800" y="6978"/>
                </a:lnTo>
                <a:lnTo>
                  <a:pt x="7812" y="6847"/>
                </a:lnTo>
                <a:lnTo>
                  <a:pt x="7800" y="6716"/>
                </a:lnTo>
                <a:lnTo>
                  <a:pt x="7621" y="6538"/>
                </a:lnTo>
                <a:lnTo>
                  <a:pt x="7490" y="6514"/>
                </a:lnTo>
                <a:close/>
                <a:moveTo>
                  <a:pt x="11074" y="4561"/>
                </a:moveTo>
                <a:lnTo>
                  <a:pt x="11074" y="7823"/>
                </a:lnTo>
                <a:lnTo>
                  <a:pt x="11062" y="7954"/>
                </a:lnTo>
                <a:lnTo>
                  <a:pt x="10967" y="8193"/>
                </a:lnTo>
                <a:lnTo>
                  <a:pt x="10788" y="8359"/>
                </a:lnTo>
                <a:lnTo>
                  <a:pt x="10550" y="8466"/>
                </a:lnTo>
                <a:lnTo>
                  <a:pt x="10419" y="8478"/>
                </a:lnTo>
                <a:lnTo>
                  <a:pt x="1299" y="8478"/>
                </a:lnTo>
                <a:lnTo>
                  <a:pt x="1168" y="8466"/>
                </a:lnTo>
                <a:lnTo>
                  <a:pt x="930" y="8359"/>
                </a:lnTo>
                <a:lnTo>
                  <a:pt x="763" y="8193"/>
                </a:lnTo>
                <a:lnTo>
                  <a:pt x="656" y="7954"/>
                </a:lnTo>
                <a:lnTo>
                  <a:pt x="656" y="7823"/>
                </a:lnTo>
                <a:lnTo>
                  <a:pt x="656" y="4561"/>
                </a:lnTo>
                <a:close/>
                <a:moveTo>
                  <a:pt x="1299" y="1"/>
                </a:moveTo>
                <a:lnTo>
                  <a:pt x="1037" y="25"/>
                </a:lnTo>
                <a:lnTo>
                  <a:pt x="572" y="227"/>
                </a:lnTo>
                <a:lnTo>
                  <a:pt x="215" y="572"/>
                </a:lnTo>
                <a:lnTo>
                  <a:pt x="13" y="1037"/>
                </a:lnTo>
                <a:lnTo>
                  <a:pt x="1" y="1311"/>
                </a:lnTo>
                <a:lnTo>
                  <a:pt x="1" y="7823"/>
                </a:lnTo>
                <a:lnTo>
                  <a:pt x="13" y="8085"/>
                </a:lnTo>
                <a:lnTo>
                  <a:pt x="215" y="8550"/>
                </a:lnTo>
                <a:lnTo>
                  <a:pt x="572" y="8907"/>
                </a:lnTo>
                <a:lnTo>
                  <a:pt x="1037" y="9098"/>
                </a:lnTo>
                <a:lnTo>
                  <a:pt x="1299" y="9121"/>
                </a:lnTo>
                <a:lnTo>
                  <a:pt x="10419" y="9121"/>
                </a:lnTo>
                <a:lnTo>
                  <a:pt x="10681" y="9098"/>
                </a:lnTo>
                <a:lnTo>
                  <a:pt x="11146" y="8907"/>
                </a:lnTo>
                <a:lnTo>
                  <a:pt x="11503" y="8550"/>
                </a:lnTo>
                <a:lnTo>
                  <a:pt x="11705" y="8085"/>
                </a:lnTo>
                <a:lnTo>
                  <a:pt x="11717" y="7823"/>
                </a:lnTo>
                <a:lnTo>
                  <a:pt x="11717" y="1311"/>
                </a:lnTo>
                <a:lnTo>
                  <a:pt x="11705" y="1037"/>
                </a:lnTo>
                <a:lnTo>
                  <a:pt x="11503" y="572"/>
                </a:lnTo>
                <a:lnTo>
                  <a:pt x="11146" y="227"/>
                </a:lnTo>
                <a:lnTo>
                  <a:pt x="10681" y="25"/>
                </a:lnTo>
                <a:lnTo>
                  <a:pt x="10419"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2" name="Google Shape;2842;p172"/>
          <p:cNvSpPr/>
          <p:nvPr/>
        </p:nvSpPr>
        <p:spPr>
          <a:xfrm>
            <a:off x="13686907" y="6913061"/>
            <a:ext cx="551156" cy="483056"/>
          </a:xfrm>
          <a:custGeom>
            <a:rect b="b" l="l" r="r" t="t"/>
            <a:pathLst>
              <a:path extrusionOk="0" h="9122" w="10408">
                <a:moveTo>
                  <a:pt x="7145" y="656"/>
                </a:moveTo>
                <a:lnTo>
                  <a:pt x="5204" y="3216"/>
                </a:lnTo>
                <a:lnTo>
                  <a:pt x="3251" y="656"/>
                </a:lnTo>
                <a:close/>
                <a:moveTo>
                  <a:pt x="2608" y="882"/>
                </a:moveTo>
                <a:lnTo>
                  <a:pt x="4418" y="3263"/>
                </a:lnTo>
                <a:lnTo>
                  <a:pt x="941" y="3263"/>
                </a:lnTo>
                <a:lnTo>
                  <a:pt x="2608" y="882"/>
                </a:lnTo>
                <a:close/>
                <a:moveTo>
                  <a:pt x="7788" y="882"/>
                </a:moveTo>
                <a:lnTo>
                  <a:pt x="9455" y="3263"/>
                </a:lnTo>
                <a:lnTo>
                  <a:pt x="5978" y="3263"/>
                </a:lnTo>
                <a:lnTo>
                  <a:pt x="7788" y="882"/>
                </a:lnTo>
                <a:close/>
                <a:moveTo>
                  <a:pt x="9336" y="3918"/>
                </a:moveTo>
                <a:lnTo>
                  <a:pt x="5204" y="8324"/>
                </a:lnTo>
                <a:lnTo>
                  <a:pt x="1072" y="3918"/>
                </a:lnTo>
                <a:close/>
                <a:moveTo>
                  <a:pt x="2573" y="1"/>
                </a:moveTo>
                <a:lnTo>
                  <a:pt x="2513" y="13"/>
                </a:lnTo>
                <a:lnTo>
                  <a:pt x="2382" y="84"/>
                </a:lnTo>
                <a:lnTo>
                  <a:pt x="2334" y="144"/>
                </a:lnTo>
                <a:lnTo>
                  <a:pt x="48" y="3406"/>
                </a:lnTo>
                <a:lnTo>
                  <a:pt x="1" y="3501"/>
                </a:lnTo>
                <a:lnTo>
                  <a:pt x="13" y="3716"/>
                </a:lnTo>
                <a:lnTo>
                  <a:pt x="84" y="3811"/>
                </a:lnTo>
                <a:lnTo>
                  <a:pt x="4966" y="9014"/>
                </a:lnTo>
                <a:lnTo>
                  <a:pt x="5061" y="9098"/>
                </a:lnTo>
                <a:lnTo>
                  <a:pt x="5204" y="9121"/>
                </a:lnTo>
                <a:lnTo>
                  <a:pt x="5335" y="9098"/>
                </a:lnTo>
                <a:lnTo>
                  <a:pt x="5442" y="9014"/>
                </a:lnTo>
                <a:lnTo>
                  <a:pt x="10324" y="3811"/>
                </a:lnTo>
                <a:lnTo>
                  <a:pt x="10383" y="3716"/>
                </a:lnTo>
                <a:lnTo>
                  <a:pt x="10407" y="3501"/>
                </a:lnTo>
                <a:lnTo>
                  <a:pt x="10348" y="3406"/>
                </a:lnTo>
                <a:lnTo>
                  <a:pt x="8074" y="144"/>
                </a:lnTo>
                <a:lnTo>
                  <a:pt x="8026" y="84"/>
                </a:lnTo>
                <a:lnTo>
                  <a:pt x="7883" y="13"/>
                </a:lnTo>
                <a:lnTo>
                  <a:pt x="7800"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3" name="Google Shape;2843;p172"/>
          <p:cNvSpPr/>
          <p:nvPr/>
        </p:nvSpPr>
        <p:spPr>
          <a:xfrm>
            <a:off x="5556518" y="8217423"/>
            <a:ext cx="689845" cy="483056"/>
          </a:xfrm>
          <a:custGeom>
            <a:rect b="b" l="l" r="r" t="t"/>
            <a:pathLst>
              <a:path extrusionOk="0" h="9122" w="13027">
                <a:moveTo>
                  <a:pt x="8347" y="3597"/>
                </a:moveTo>
                <a:lnTo>
                  <a:pt x="8240" y="3680"/>
                </a:lnTo>
                <a:lnTo>
                  <a:pt x="5859" y="6050"/>
                </a:lnTo>
                <a:lnTo>
                  <a:pt x="4787" y="4978"/>
                </a:lnTo>
                <a:lnTo>
                  <a:pt x="4680" y="4895"/>
                </a:lnTo>
                <a:lnTo>
                  <a:pt x="4430" y="4895"/>
                </a:lnTo>
                <a:lnTo>
                  <a:pt x="4335" y="4978"/>
                </a:lnTo>
                <a:lnTo>
                  <a:pt x="4251" y="5085"/>
                </a:lnTo>
                <a:lnTo>
                  <a:pt x="4251" y="5335"/>
                </a:lnTo>
                <a:lnTo>
                  <a:pt x="4335" y="5442"/>
                </a:lnTo>
                <a:lnTo>
                  <a:pt x="5632" y="6740"/>
                </a:lnTo>
                <a:lnTo>
                  <a:pt x="5740" y="6823"/>
                </a:lnTo>
                <a:lnTo>
                  <a:pt x="5990" y="6823"/>
                </a:lnTo>
                <a:lnTo>
                  <a:pt x="6097" y="6740"/>
                </a:lnTo>
                <a:lnTo>
                  <a:pt x="8704" y="4133"/>
                </a:lnTo>
                <a:lnTo>
                  <a:pt x="8776" y="4037"/>
                </a:lnTo>
                <a:lnTo>
                  <a:pt x="8776" y="3787"/>
                </a:lnTo>
                <a:lnTo>
                  <a:pt x="8704" y="3680"/>
                </a:lnTo>
                <a:lnTo>
                  <a:pt x="8597" y="3597"/>
                </a:lnTo>
                <a:close/>
                <a:moveTo>
                  <a:pt x="5537" y="644"/>
                </a:moveTo>
                <a:lnTo>
                  <a:pt x="5906" y="668"/>
                </a:lnTo>
                <a:lnTo>
                  <a:pt x="6597" y="834"/>
                </a:lnTo>
                <a:lnTo>
                  <a:pt x="7204" y="1168"/>
                </a:lnTo>
                <a:lnTo>
                  <a:pt x="7716" y="1620"/>
                </a:lnTo>
                <a:lnTo>
                  <a:pt x="7930" y="1894"/>
                </a:lnTo>
                <a:lnTo>
                  <a:pt x="8002" y="1989"/>
                </a:lnTo>
                <a:lnTo>
                  <a:pt x="8192" y="2120"/>
                </a:lnTo>
                <a:lnTo>
                  <a:pt x="8407" y="2168"/>
                </a:lnTo>
                <a:lnTo>
                  <a:pt x="8633" y="2156"/>
                </a:lnTo>
                <a:lnTo>
                  <a:pt x="8740" y="2108"/>
                </a:lnTo>
                <a:lnTo>
                  <a:pt x="8907" y="2037"/>
                </a:lnTo>
                <a:lnTo>
                  <a:pt x="9252" y="1966"/>
                </a:lnTo>
                <a:lnTo>
                  <a:pt x="9443" y="1954"/>
                </a:lnTo>
                <a:lnTo>
                  <a:pt x="9609" y="1954"/>
                </a:lnTo>
                <a:lnTo>
                  <a:pt x="9931" y="2025"/>
                </a:lnTo>
                <a:lnTo>
                  <a:pt x="10216" y="2144"/>
                </a:lnTo>
                <a:lnTo>
                  <a:pt x="10478" y="2323"/>
                </a:lnTo>
                <a:lnTo>
                  <a:pt x="10705" y="2549"/>
                </a:lnTo>
                <a:lnTo>
                  <a:pt x="10871" y="2799"/>
                </a:lnTo>
                <a:lnTo>
                  <a:pt x="11002" y="3097"/>
                </a:lnTo>
                <a:lnTo>
                  <a:pt x="11062" y="3418"/>
                </a:lnTo>
                <a:lnTo>
                  <a:pt x="11074" y="3585"/>
                </a:lnTo>
                <a:lnTo>
                  <a:pt x="11062" y="3811"/>
                </a:lnTo>
                <a:lnTo>
                  <a:pt x="11014" y="4014"/>
                </a:lnTo>
                <a:lnTo>
                  <a:pt x="10978" y="4133"/>
                </a:lnTo>
                <a:lnTo>
                  <a:pt x="11002" y="4347"/>
                </a:lnTo>
                <a:lnTo>
                  <a:pt x="11086" y="4549"/>
                </a:lnTo>
                <a:lnTo>
                  <a:pt x="11229" y="4716"/>
                </a:lnTo>
                <a:lnTo>
                  <a:pt x="11336" y="4787"/>
                </a:lnTo>
                <a:lnTo>
                  <a:pt x="11562" y="4918"/>
                </a:lnTo>
                <a:lnTo>
                  <a:pt x="11943" y="5276"/>
                </a:lnTo>
                <a:lnTo>
                  <a:pt x="12217" y="5716"/>
                </a:lnTo>
                <a:lnTo>
                  <a:pt x="12360" y="6240"/>
                </a:lnTo>
                <a:lnTo>
                  <a:pt x="12372" y="6514"/>
                </a:lnTo>
                <a:lnTo>
                  <a:pt x="12372" y="6716"/>
                </a:lnTo>
                <a:lnTo>
                  <a:pt x="12288" y="7097"/>
                </a:lnTo>
                <a:lnTo>
                  <a:pt x="12145" y="7443"/>
                </a:lnTo>
                <a:lnTo>
                  <a:pt x="11931" y="7752"/>
                </a:lnTo>
                <a:lnTo>
                  <a:pt x="11669" y="8026"/>
                </a:lnTo>
                <a:lnTo>
                  <a:pt x="11348" y="8228"/>
                </a:lnTo>
                <a:lnTo>
                  <a:pt x="11002" y="8383"/>
                </a:lnTo>
                <a:lnTo>
                  <a:pt x="10621" y="8455"/>
                </a:lnTo>
                <a:lnTo>
                  <a:pt x="10419" y="8467"/>
                </a:lnTo>
                <a:lnTo>
                  <a:pt x="2930" y="8467"/>
                </a:lnTo>
                <a:lnTo>
                  <a:pt x="2703" y="8455"/>
                </a:lnTo>
                <a:lnTo>
                  <a:pt x="2251" y="8371"/>
                </a:lnTo>
                <a:lnTo>
                  <a:pt x="1846" y="8193"/>
                </a:lnTo>
                <a:lnTo>
                  <a:pt x="1477" y="7943"/>
                </a:lnTo>
                <a:lnTo>
                  <a:pt x="1167" y="7633"/>
                </a:lnTo>
                <a:lnTo>
                  <a:pt x="929" y="7276"/>
                </a:lnTo>
                <a:lnTo>
                  <a:pt x="751" y="6871"/>
                </a:lnTo>
                <a:lnTo>
                  <a:pt x="667" y="6419"/>
                </a:lnTo>
                <a:lnTo>
                  <a:pt x="655" y="6192"/>
                </a:lnTo>
                <a:lnTo>
                  <a:pt x="655" y="6002"/>
                </a:lnTo>
                <a:lnTo>
                  <a:pt x="715" y="5645"/>
                </a:lnTo>
                <a:lnTo>
                  <a:pt x="893" y="5145"/>
                </a:lnTo>
                <a:lnTo>
                  <a:pt x="1298" y="4585"/>
                </a:lnTo>
                <a:lnTo>
                  <a:pt x="1846" y="4168"/>
                </a:lnTo>
                <a:lnTo>
                  <a:pt x="2179" y="4037"/>
                </a:lnTo>
                <a:lnTo>
                  <a:pt x="2358" y="3942"/>
                </a:lnTo>
                <a:lnTo>
                  <a:pt x="2537" y="3728"/>
                </a:lnTo>
                <a:lnTo>
                  <a:pt x="2596" y="3549"/>
                </a:lnTo>
                <a:lnTo>
                  <a:pt x="2608" y="3454"/>
                </a:lnTo>
                <a:lnTo>
                  <a:pt x="2632" y="3156"/>
                </a:lnTo>
                <a:lnTo>
                  <a:pt x="2763" y="2609"/>
                </a:lnTo>
                <a:lnTo>
                  <a:pt x="3001" y="2108"/>
                </a:lnTo>
                <a:lnTo>
                  <a:pt x="3322" y="1668"/>
                </a:lnTo>
                <a:lnTo>
                  <a:pt x="3715" y="1287"/>
                </a:lnTo>
                <a:lnTo>
                  <a:pt x="4168" y="977"/>
                </a:lnTo>
                <a:lnTo>
                  <a:pt x="4692" y="775"/>
                </a:lnTo>
                <a:lnTo>
                  <a:pt x="5239" y="656"/>
                </a:lnTo>
                <a:lnTo>
                  <a:pt x="5537" y="656"/>
                </a:lnTo>
                <a:lnTo>
                  <a:pt x="5537" y="644"/>
                </a:lnTo>
                <a:close/>
                <a:moveTo>
                  <a:pt x="5537" y="1"/>
                </a:moveTo>
                <a:lnTo>
                  <a:pt x="5180" y="13"/>
                </a:lnTo>
                <a:lnTo>
                  <a:pt x="4501" y="144"/>
                </a:lnTo>
                <a:lnTo>
                  <a:pt x="3870" y="406"/>
                </a:lnTo>
                <a:lnTo>
                  <a:pt x="3311" y="775"/>
                </a:lnTo>
                <a:lnTo>
                  <a:pt x="2822" y="1239"/>
                </a:lnTo>
                <a:lnTo>
                  <a:pt x="2429" y="1775"/>
                </a:lnTo>
                <a:lnTo>
                  <a:pt x="2156" y="2394"/>
                </a:lnTo>
                <a:lnTo>
                  <a:pt x="1989" y="3061"/>
                </a:lnTo>
                <a:lnTo>
                  <a:pt x="1953" y="3418"/>
                </a:lnTo>
                <a:lnTo>
                  <a:pt x="1751" y="3502"/>
                </a:lnTo>
                <a:lnTo>
                  <a:pt x="1358" y="3716"/>
                </a:lnTo>
                <a:lnTo>
                  <a:pt x="1001" y="3978"/>
                </a:lnTo>
                <a:lnTo>
                  <a:pt x="691" y="4299"/>
                </a:lnTo>
                <a:lnTo>
                  <a:pt x="429" y="4656"/>
                </a:lnTo>
                <a:lnTo>
                  <a:pt x="227" y="5061"/>
                </a:lnTo>
                <a:lnTo>
                  <a:pt x="84" y="5490"/>
                </a:lnTo>
                <a:lnTo>
                  <a:pt x="12" y="5942"/>
                </a:lnTo>
                <a:lnTo>
                  <a:pt x="0" y="6181"/>
                </a:lnTo>
                <a:lnTo>
                  <a:pt x="12" y="6490"/>
                </a:lnTo>
                <a:lnTo>
                  <a:pt x="131" y="7062"/>
                </a:lnTo>
                <a:lnTo>
                  <a:pt x="358" y="7586"/>
                </a:lnTo>
                <a:lnTo>
                  <a:pt x="667" y="8050"/>
                </a:lnTo>
                <a:lnTo>
                  <a:pt x="1060" y="8455"/>
                </a:lnTo>
                <a:lnTo>
                  <a:pt x="1536" y="8764"/>
                </a:lnTo>
                <a:lnTo>
                  <a:pt x="2060" y="8991"/>
                </a:lnTo>
                <a:lnTo>
                  <a:pt x="2632" y="9110"/>
                </a:lnTo>
                <a:lnTo>
                  <a:pt x="2930" y="9121"/>
                </a:lnTo>
                <a:lnTo>
                  <a:pt x="10419" y="9121"/>
                </a:lnTo>
                <a:lnTo>
                  <a:pt x="10693" y="9110"/>
                </a:lnTo>
                <a:lnTo>
                  <a:pt x="11193" y="9002"/>
                </a:lnTo>
                <a:lnTo>
                  <a:pt x="11669" y="8800"/>
                </a:lnTo>
                <a:lnTo>
                  <a:pt x="12086" y="8526"/>
                </a:lnTo>
                <a:lnTo>
                  <a:pt x="12431" y="8169"/>
                </a:lnTo>
                <a:lnTo>
                  <a:pt x="12717" y="7752"/>
                </a:lnTo>
                <a:lnTo>
                  <a:pt x="12907" y="7288"/>
                </a:lnTo>
                <a:lnTo>
                  <a:pt x="13015" y="6776"/>
                </a:lnTo>
                <a:lnTo>
                  <a:pt x="13026" y="6514"/>
                </a:lnTo>
                <a:lnTo>
                  <a:pt x="13003" y="6145"/>
                </a:lnTo>
                <a:lnTo>
                  <a:pt x="12812" y="5454"/>
                </a:lnTo>
                <a:lnTo>
                  <a:pt x="12443" y="4859"/>
                </a:lnTo>
                <a:lnTo>
                  <a:pt x="11931" y="4383"/>
                </a:lnTo>
                <a:lnTo>
                  <a:pt x="11633" y="4204"/>
                </a:lnTo>
                <a:lnTo>
                  <a:pt x="11705" y="3894"/>
                </a:lnTo>
                <a:lnTo>
                  <a:pt x="11729" y="3585"/>
                </a:lnTo>
                <a:lnTo>
                  <a:pt x="11717" y="3347"/>
                </a:lnTo>
                <a:lnTo>
                  <a:pt x="11621" y="2906"/>
                </a:lnTo>
                <a:lnTo>
                  <a:pt x="11455" y="2489"/>
                </a:lnTo>
                <a:lnTo>
                  <a:pt x="11205" y="2132"/>
                </a:lnTo>
                <a:lnTo>
                  <a:pt x="10895" y="1823"/>
                </a:lnTo>
                <a:lnTo>
                  <a:pt x="10538" y="1573"/>
                </a:lnTo>
                <a:lnTo>
                  <a:pt x="10121" y="1406"/>
                </a:lnTo>
                <a:lnTo>
                  <a:pt x="9681" y="1311"/>
                </a:lnTo>
                <a:lnTo>
                  <a:pt x="9443" y="1299"/>
                </a:lnTo>
                <a:lnTo>
                  <a:pt x="9181" y="1311"/>
                </a:lnTo>
                <a:lnTo>
                  <a:pt x="8692" y="1430"/>
                </a:lnTo>
                <a:lnTo>
                  <a:pt x="8466" y="1525"/>
                </a:lnTo>
                <a:lnTo>
                  <a:pt x="8216" y="1192"/>
                </a:lnTo>
                <a:lnTo>
                  <a:pt x="7585" y="632"/>
                </a:lnTo>
                <a:lnTo>
                  <a:pt x="6823" y="227"/>
                </a:lnTo>
                <a:lnTo>
                  <a:pt x="5990" y="13"/>
                </a:lnTo>
                <a:lnTo>
                  <a:pt x="5537"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4" name="Google Shape;2844;p172"/>
          <p:cNvSpPr/>
          <p:nvPr/>
        </p:nvSpPr>
        <p:spPr>
          <a:xfrm>
            <a:off x="8321354" y="8183082"/>
            <a:ext cx="344949" cy="551738"/>
          </a:xfrm>
          <a:custGeom>
            <a:rect b="b" l="l" r="r" t="t"/>
            <a:pathLst>
              <a:path extrusionOk="0" h="10419" w="6514">
                <a:moveTo>
                  <a:pt x="3739" y="1953"/>
                </a:moveTo>
                <a:lnTo>
                  <a:pt x="3894" y="1965"/>
                </a:lnTo>
                <a:lnTo>
                  <a:pt x="4180" y="2024"/>
                </a:lnTo>
                <a:lnTo>
                  <a:pt x="4561" y="2203"/>
                </a:lnTo>
                <a:lnTo>
                  <a:pt x="4966" y="2596"/>
                </a:lnTo>
                <a:lnTo>
                  <a:pt x="5144" y="2989"/>
                </a:lnTo>
                <a:lnTo>
                  <a:pt x="5204" y="3274"/>
                </a:lnTo>
                <a:lnTo>
                  <a:pt x="5204" y="3417"/>
                </a:lnTo>
                <a:lnTo>
                  <a:pt x="5204" y="3572"/>
                </a:lnTo>
                <a:lnTo>
                  <a:pt x="5144" y="3858"/>
                </a:lnTo>
                <a:lnTo>
                  <a:pt x="4966" y="4251"/>
                </a:lnTo>
                <a:lnTo>
                  <a:pt x="4561" y="4644"/>
                </a:lnTo>
                <a:lnTo>
                  <a:pt x="4180" y="4822"/>
                </a:lnTo>
                <a:lnTo>
                  <a:pt x="3894" y="4882"/>
                </a:lnTo>
                <a:lnTo>
                  <a:pt x="655" y="4882"/>
                </a:lnTo>
                <a:lnTo>
                  <a:pt x="655" y="2072"/>
                </a:lnTo>
                <a:lnTo>
                  <a:pt x="655" y="2024"/>
                </a:lnTo>
                <a:lnTo>
                  <a:pt x="715" y="1965"/>
                </a:lnTo>
                <a:lnTo>
                  <a:pt x="763" y="1953"/>
                </a:lnTo>
                <a:close/>
                <a:moveTo>
                  <a:pt x="4394" y="5537"/>
                </a:moveTo>
                <a:lnTo>
                  <a:pt x="4549" y="5549"/>
                </a:lnTo>
                <a:lnTo>
                  <a:pt x="4835" y="5596"/>
                </a:lnTo>
                <a:lnTo>
                  <a:pt x="5216" y="5787"/>
                </a:lnTo>
                <a:lnTo>
                  <a:pt x="5621" y="6180"/>
                </a:lnTo>
                <a:lnTo>
                  <a:pt x="5799" y="6561"/>
                </a:lnTo>
                <a:lnTo>
                  <a:pt x="5859" y="6846"/>
                </a:lnTo>
                <a:lnTo>
                  <a:pt x="5859" y="7001"/>
                </a:lnTo>
                <a:lnTo>
                  <a:pt x="5859" y="7156"/>
                </a:lnTo>
                <a:lnTo>
                  <a:pt x="5799" y="7442"/>
                </a:lnTo>
                <a:lnTo>
                  <a:pt x="5621" y="7823"/>
                </a:lnTo>
                <a:lnTo>
                  <a:pt x="5216" y="8228"/>
                </a:lnTo>
                <a:lnTo>
                  <a:pt x="4835" y="8406"/>
                </a:lnTo>
                <a:lnTo>
                  <a:pt x="4549" y="8466"/>
                </a:lnTo>
                <a:lnTo>
                  <a:pt x="846" y="8466"/>
                </a:lnTo>
                <a:lnTo>
                  <a:pt x="763" y="8454"/>
                </a:lnTo>
                <a:lnTo>
                  <a:pt x="655" y="8347"/>
                </a:lnTo>
                <a:lnTo>
                  <a:pt x="655" y="8275"/>
                </a:lnTo>
                <a:lnTo>
                  <a:pt x="655" y="5537"/>
                </a:lnTo>
                <a:close/>
                <a:moveTo>
                  <a:pt x="1632" y="0"/>
                </a:moveTo>
                <a:lnTo>
                  <a:pt x="1501" y="24"/>
                </a:lnTo>
                <a:lnTo>
                  <a:pt x="1322" y="202"/>
                </a:lnTo>
                <a:lnTo>
                  <a:pt x="1298" y="333"/>
                </a:lnTo>
                <a:lnTo>
                  <a:pt x="1298" y="1310"/>
                </a:lnTo>
                <a:lnTo>
                  <a:pt x="608" y="1310"/>
                </a:lnTo>
                <a:lnTo>
                  <a:pt x="334" y="1429"/>
                </a:lnTo>
                <a:lnTo>
                  <a:pt x="120" y="1643"/>
                </a:lnTo>
                <a:lnTo>
                  <a:pt x="12" y="1917"/>
                </a:lnTo>
                <a:lnTo>
                  <a:pt x="1" y="2072"/>
                </a:lnTo>
                <a:lnTo>
                  <a:pt x="1" y="8275"/>
                </a:lnTo>
                <a:lnTo>
                  <a:pt x="12" y="8442"/>
                </a:lnTo>
                <a:lnTo>
                  <a:pt x="143" y="8752"/>
                </a:lnTo>
                <a:lnTo>
                  <a:pt x="370" y="8978"/>
                </a:lnTo>
                <a:lnTo>
                  <a:pt x="679" y="9109"/>
                </a:lnTo>
                <a:lnTo>
                  <a:pt x="846" y="9121"/>
                </a:lnTo>
                <a:lnTo>
                  <a:pt x="1298" y="9121"/>
                </a:lnTo>
                <a:lnTo>
                  <a:pt x="1298" y="10097"/>
                </a:lnTo>
                <a:lnTo>
                  <a:pt x="1322" y="10228"/>
                </a:lnTo>
                <a:lnTo>
                  <a:pt x="1501" y="10407"/>
                </a:lnTo>
                <a:lnTo>
                  <a:pt x="1632" y="10418"/>
                </a:lnTo>
                <a:lnTo>
                  <a:pt x="1751" y="10407"/>
                </a:lnTo>
                <a:lnTo>
                  <a:pt x="1929" y="10228"/>
                </a:lnTo>
                <a:lnTo>
                  <a:pt x="1953" y="10097"/>
                </a:lnTo>
                <a:lnTo>
                  <a:pt x="1953" y="9121"/>
                </a:lnTo>
                <a:lnTo>
                  <a:pt x="3251" y="9121"/>
                </a:lnTo>
                <a:lnTo>
                  <a:pt x="3251" y="10097"/>
                </a:lnTo>
                <a:lnTo>
                  <a:pt x="3275" y="10228"/>
                </a:lnTo>
                <a:lnTo>
                  <a:pt x="3453" y="10407"/>
                </a:lnTo>
                <a:lnTo>
                  <a:pt x="3584" y="10418"/>
                </a:lnTo>
                <a:lnTo>
                  <a:pt x="3715" y="10407"/>
                </a:lnTo>
                <a:lnTo>
                  <a:pt x="3882" y="10228"/>
                </a:lnTo>
                <a:lnTo>
                  <a:pt x="3906" y="10097"/>
                </a:lnTo>
                <a:lnTo>
                  <a:pt x="3906" y="9121"/>
                </a:lnTo>
                <a:lnTo>
                  <a:pt x="4394" y="9121"/>
                </a:lnTo>
                <a:lnTo>
                  <a:pt x="4608" y="9109"/>
                </a:lnTo>
                <a:lnTo>
                  <a:pt x="5025" y="9025"/>
                </a:lnTo>
                <a:lnTo>
                  <a:pt x="5406" y="8871"/>
                </a:lnTo>
                <a:lnTo>
                  <a:pt x="5740" y="8632"/>
                </a:lnTo>
                <a:lnTo>
                  <a:pt x="6025" y="8347"/>
                </a:lnTo>
                <a:lnTo>
                  <a:pt x="6263" y="8013"/>
                </a:lnTo>
                <a:lnTo>
                  <a:pt x="6418" y="7632"/>
                </a:lnTo>
                <a:lnTo>
                  <a:pt x="6502" y="7216"/>
                </a:lnTo>
                <a:lnTo>
                  <a:pt x="6514" y="7001"/>
                </a:lnTo>
                <a:lnTo>
                  <a:pt x="6490" y="6668"/>
                </a:lnTo>
                <a:lnTo>
                  <a:pt x="6299" y="6049"/>
                </a:lnTo>
                <a:lnTo>
                  <a:pt x="5930" y="5537"/>
                </a:lnTo>
                <a:lnTo>
                  <a:pt x="5430" y="5144"/>
                </a:lnTo>
                <a:lnTo>
                  <a:pt x="5132" y="5013"/>
                </a:lnTo>
                <a:lnTo>
                  <a:pt x="5287" y="4870"/>
                </a:lnTo>
                <a:lnTo>
                  <a:pt x="5561" y="4513"/>
                </a:lnTo>
                <a:lnTo>
                  <a:pt x="5751" y="4108"/>
                </a:lnTo>
                <a:lnTo>
                  <a:pt x="5847" y="3655"/>
                </a:lnTo>
                <a:lnTo>
                  <a:pt x="5859" y="3417"/>
                </a:lnTo>
                <a:lnTo>
                  <a:pt x="5847" y="3215"/>
                </a:lnTo>
                <a:lnTo>
                  <a:pt x="5775" y="2822"/>
                </a:lnTo>
                <a:lnTo>
                  <a:pt x="5632" y="2453"/>
                </a:lnTo>
                <a:lnTo>
                  <a:pt x="5418" y="2119"/>
                </a:lnTo>
                <a:lnTo>
                  <a:pt x="5156" y="1846"/>
                </a:lnTo>
                <a:lnTo>
                  <a:pt x="4847" y="1607"/>
                </a:lnTo>
                <a:lnTo>
                  <a:pt x="4489" y="1441"/>
                </a:lnTo>
                <a:lnTo>
                  <a:pt x="4108" y="1334"/>
                </a:lnTo>
                <a:lnTo>
                  <a:pt x="3906" y="1310"/>
                </a:lnTo>
                <a:lnTo>
                  <a:pt x="3906" y="333"/>
                </a:lnTo>
                <a:lnTo>
                  <a:pt x="3882" y="202"/>
                </a:lnTo>
                <a:lnTo>
                  <a:pt x="3715" y="24"/>
                </a:lnTo>
                <a:lnTo>
                  <a:pt x="3584" y="0"/>
                </a:lnTo>
                <a:lnTo>
                  <a:pt x="3453" y="24"/>
                </a:lnTo>
                <a:lnTo>
                  <a:pt x="3275" y="202"/>
                </a:lnTo>
                <a:lnTo>
                  <a:pt x="3251" y="333"/>
                </a:lnTo>
                <a:lnTo>
                  <a:pt x="3251" y="1310"/>
                </a:lnTo>
                <a:lnTo>
                  <a:pt x="1953" y="1310"/>
                </a:lnTo>
                <a:lnTo>
                  <a:pt x="1953" y="333"/>
                </a:lnTo>
                <a:lnTo>
                  <a:pt x="1929" y="202"/>
                </a:lnTo>
                <a:lnTo>
                  <a:pt x="1751" y="24"/>
                </a:lnTo>
                <a:lnTo>
                  <a:pt x="1632"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5" name="Google Shape;2845;p172"/>
          <p:cNvSpPr/>
          <p:nvPr/>
        </p:nvSpPr>
        <p:spPr>
          <a:xfrm>
            <a:off x="10770308" y="8183082"/>
            <a:ext cx="618620" cy="551738"/>
          </a:xfrm>
          <a:custGeom>
            <a:rect b="b" l="l" r="r" t="t"/>
            <a:pathLst>
              <a:path extrusionOk="0" h="10419" w="11682">
                <a:moveTo>
                  <a:pt x="11026" y="1310"/>
                </a:moveTo>
                <a:lnTo>
                  <a:pt x="9931" y="5215"/>
                </a:lnTo>
                <a:lnTo>
                  <a:pt x="3061" y="5215"/>
                </a:lnTo>
                <a:lnTo>
                  <a:pt x="2191" y="1310"/>
                </a:lnTo>
                <a:close/>
                <a:moveTo>
                  <a:pt x="334" y="0"/>
                </a:moveTo>
                <a:lnTo>
                  <a:pt x="203" y="24"/>
                </a:lnTo>
                <a:lnTo>
                  <a:pt x="24" y="202"/>
                </a:lnTo>
                <a:lnTo>
                  <a:pt x="1" y="333"/>
                </a:lnTo>
                <a:lnTo>
                  <a:pt x="24" y="453"/>
                </a:lnTo>
                <a:lnTo>
                  <a:pt x="203" y="631"/>
                </a:lnTo>
                <a:lnTo>
                  <a:pt x="334" y="655"/>
                </a:lnTo>
                <a:lnTo>
                  <a:pt x="1370" y="655"/>
                </a:lnTo>
                <a:lnTo>
                  <a:pt x="2942" y="7561"/>
                </a:lnTo>
                <a:lnTo>
                  <a:pt x="2977" y="7668"/>
                </a:lnTo>
                <a:lnTo>
                  <a:pt x="3144" y="7799"/>
                </a:lnTo>
                <a:lnTo>
                  <a:pt x="3263" y="7823"/>
                </a:lnTo>
                <a:lnTo>
                  <a:pt x="10097" y="7823"/>
                </a:lnTo>
                <a:lnTo>
                  <a:pt x="10228" y="7799"/>
                </a:lnTo>
                <a:lnTo>
                  <a:pt x="10407" y="7620"/>
                </a:lnTo>
                <a:lnTo>
                  <a:pt x="10419" y="7489"/>
                </a:lnTo>
                <a:lnTo>
                  <a:pt x="10407" y="7358"/>
                </a:lnTo>
                <a:lnTo>
                  <a:pt x="10228" y="7180"/>
                </a:lnTo>
                <a:lnTo>
                  <a:pt x="10097" y="7168"/>
                </a:lnTo>
                <a:lnTo>
                  <a:pt x="3525" y="7168"/>
                </a:lnTo>
                <a:lnTo>
                  <a:pt x="3227" y="5858"/>
                </a:lnTo>
                <a:lnTo>
                  <a:pt x="10038" y="5858"/>
                </a:lnTo>
                <a:lnTo>
                  <a:pt x="10228" y="5787"/>
                </a:lnTo>
                <a:lnTo>
                  <a:pt x="10395" y="5668"/>
                </a:lnTo>
                <a:lnTo>
                  <a:pt x="10514" y="5489"/>
                </a:lnTo>
                <a:lnTo>
                  <a:pt x="10550" y="5394"/>
                </a:lnTo>
                <a:lnTo>
                  <a:pt x="11657" y="1476"/>
                </a:lnTo>
                <a:lnTo>
                  <a:pt x="11681" y="1322"/>
                </a:lnTo>
                <a:lnTo>
                  <a:pt x="11622" y="1036"/>
                </a:lnTo>
                <a:lnTo>
                  <a:pt x="11443" y="798"/>
                </a:lnTo>
                <a:lnTo>
                  <a:pt x="11181" y="667"/>
                </a:lnTo>
                <a:lnTo>
                  <a:pt x="11026" y="655"/>
                </a:lnTo>
                <a:lnTo>
                  <a:pt x="2037" y="655"/>
                </a:lnTo>
                <a:lnTo>
                  <a:pt x="1953" y="262"/>
                </a:lnTo>
                <a:lnTo>
                  <a:pt x="1906" y="155"/>
                </a:lnTo>
                <a:lnTo>
                  <a:pt x="1739" y="12"/>
                </a:lnTo>
                <a:lnTo>
                  <a:pt x="1632" y="0"/>
                </a:lnTo>
                <a:close/>
                <a:moveTo>
                  <a:pt x="3846" y="8799"/>
                </a:moveTo>
                <a:lnTo>
                  <a:pt x="4025" y="8871"/>
                </a:lnTo>
                <a:lnTo>
                  <a:pt x="4156" y="9002"/>
                </a:lnTo>
                <a:lnTo>
                  <a:pt x="4227" y="9180"/>
                </a:lnTo>
                <a:lnTo>
                  <a:pt x="4239" y="9287"/>
                </a:lnTo>
                <a:lnTo>
                  <a:pt x="4227" y="9383"/>
                </a:lnTo>
                <a:lnTo>
                  <a:pt x="4156" y="9561"/>
                </a:lnTo>
                <a:lnTo>
                  <a:pt x="4025" y="9692"/>
                </a:lnTo>
                <a:lnTo>
                  <a:pt x="3846" y="9764"/>
                </a:lnTo>
                <a:lnTo>
                  <a:pt x="3751" y="9775"/>
                </a:lnTo>
                <a:lnTo>
                  <a:pt x="3644" y="9764"/>
                </a:lnTo>
                <a:lnTo>
                  <a:pt x="3477" y="9692"/>
                </a:lnTo>
                <a:lnTo>
                  <a:pt x="3334" y="9561"/>
                </a:lnTo>
                <a:lnTo>
                  <a:pt x="3263" y="9383"/>
                </a:lnTo>
                <a:lnTo>
                  <a:pt x="3263" y="9287"/>
                </a:lnTo>
                <a:lnTo>
                  <a:pt x="3263" y="9180"/>
                </a:lnTo>
                <a:lnTo>
                  <a:pt x="3334" y="9002"/>
                </a:lnTo>
                <a:lnTo>
                  <a:pt x="3477" y="8871"/>
                </a:lnTo>
                <a:lnTo>
                  <a:pt x="3644" y="8799"/>
                </a:lnTo>
                <a:close/>
                <a:moveTo>
                  <a:pt x="9383" y="8799"/>
                </a:moveTo>
                <a:lnTo>
                  <a:pt x="9550" y="8871"/>
                </a:lnTo>
                <a:lnTo>
                  <a:pt x="9693" y="9002"/>
                </a:lnTo>
                <a:lnTo>
                  <a:pt x="9764" y="9180"/>
                </a:lnTo>
                <a:lnTo>
                  <a:pt x="9764" y="9287"/>
                </a:lnTo>
                <a:lnTo>
                  <a:pt x="9764" y="9383"/>
                </a:lnTo>
                <a:lnTo>
                  <a:pt x="9693" y="9561"/>
                </a:lnTo>
                <a:lnTo>
                  <a:pt x="9550" y="9692"/>
                </a:lnTo>
                <a:lnTo>
                  <a:pt x="9383" y="9764"/>
                </a:lnTo>
                <a:lnTo>
                  <a:pt x="9276" y="9775"/>
                </a:lnTo>
                <a:lnTo>
                  <a:pt x="9181" y="9764"/>
                </a:lnTo>
                <a:lnTo>
                  <a:pt x="9002" y="9692"/>
                </a:lnTo>
                <a:lnTo>
                  <a:pt x="8871" y="9561"/>
                </a:lnTo>
                <a:lnTo>
                  <a:pt x="8800" y="9383"/>
                </a:lnTo>
                <a:lnTo>
                  <a:pt x="8788" y="9287"/>
                </a:lnTo>
                <a:lnTo>
                  <a:pt x="8800" y="9180"/>
                </a:lnTo>
                <a:lnTo>
                  <a:pt x="8871" y="9002"/>
                </a:lnTo>
                <a:lnTo>
                  <a:pt x="9002" y="8871"/>
                </a:lnTo>
                <a:lnTo>
                  <a:pt x="9181" y="8799"/>
                </a:lnTo>
                <a:close/>
                <a:moveTo>
                  <a:pt x="3751" y="8144"/>
                </a:moveTo>
                <a:lnTo>
                  <a:pt x="3513" y="8156"/>
                </a:lnTo>
                <a:lnTo>
                  <a:pt x="3108" y="8335"/>
                </a:lnTo>
                <a:lnTo>
                  <a:pt x="2799" y="8644"/>
                </a:lnTo>
                <a:lnTo>
                  <a:pt x="2620" y="9049"/>
                </a:lnTo>
                <a:lnTo>
                  <a:pt x="2608" y="9287"/>
                </a:lnTo>
                <a:lnTo>
                  <a:pt x="2620" y="9514"/>
                </a:lnTo>
                <a:lnTo>
                  <a:pt x="2799" y="9918"/>
                </a:lnTo>
                <a:lnTo>
                  <a:pt x="3108" y="10228"/>
                </a:lnTo>
                <a:lnTo>
                  <a:pt x="3513" y="10407"/>
                </a:lnTo>
                <a:lnTo>
                  <a:pt x="3751" y="10418"/>
                </a:lnTo>
                <a:lnTo>
                  <a:pt x="3977" y="10407"/>
                </a:lnTo>
                <a:lnTo>
                  <a:pt x="4394" y="10228"/>
                </a:lnTo>
                <a:lnTo>
                  <a:pt x="4692" y="9918"/>
                </a:lnTo>
                <a:lnTo>
                  <a:pt x="4870" y="9514"/>
                </a:lnTo>
                <a:lnTo>
                  <a:pt x="4882" y="9287"/>
                </a:lnTo>
                <a:lnTo>
                  <a:pt x="4870" y="9049"/>
                </a:lnTo>
                <a:lnTo>
                  <a:pt x="4692" y="8644"/>
                </a:lnTo>
                <a:lnTo>
                  <a:pt x="4394" y="8335"/>
                </a:lnTo>
                <a:lnTo>
                  <a:pt x="3977" y="8156"/>
                </a:lnTo>
                <a:lnTo>
                  <a:pt x="3751" y="8144"/>
                </a:lnTo>
                <a:close/>
                <a:moveTo>
                  <a:pt x="9276" y="8144"/>
                </a:moveTo>
                <a:lnTo>
                  <a:pt x="9050" y="8156"/>
                </a:lnTo>
                <a:lnTo>
                  <a:pt x="8633" y="8335"/>
                </a:lnTo>
                <a:lnTo>
                  <a:pt x="8335" y="8644"/>
                </a:lnTo>
                <a:lnTo>
                  <a:pt x="8157" y="9049"/>
                </a:lnTo>
                <a:lnTo>
                  <a:pt x="8145" y="9287"/>
                </a:lnTo>
                <a:lnTo>
                  <a:pt x="8157" y="9514"/>
                </a:lnTo>
                <a:lnTo>
                  <a:pt x="8335" y="9918"/>
                </a:lnTo>
                <a:lnTo>
                  <a:pt x="8633" y="10228"/>
                </a:lnTo>
                <a:lnTo>
                  <a:pt x="9050" y="10407"/>
                </a:lnTo>
                <a:lnTo>
                  <a:pt x="9276" y="10418"/>
                </a:lnTo>
                <a:lnTo>
                  <a:pt x="9514" y="10407"/>
                </a:lnTo>
                <a:lnTo>
                  <a:pt x="9919" y="10228"/>
                </a:lnTo>
                <a:lnTo>
                  <a:pt x="10228" y="9918"/>
                </a:lnTo>
                <a:lnTo>
                  <a:pt x="10407" y="9514"/>
                </a:lnTo>
                <a:lnTo>
                  <a:pt x="10419" y="9287"/>
                </a:lnTo>
                <a:lnTo>
                  <a:pt x="10407" y="9049"/>
                </a:lnTo>
                <a:lnTo>
                  <a:pt x="10228" y="8644"/>
                </a:lnTo>
                <a:lnTo>
                  <a:pt x="9919" y="8335"/>
                </a:lnTo>
                <a:lnTo>
                  <a:pt x="9514" y="8156"/>
                </a:lnTo>
                <a:lnTo>
                  <a:pt x="9276" y="814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6" name="Google Shape;2846;p172"/>
          <p:cNvSpPr/>
          <p:nvPr/>
        </p:nvSpPr>
        <p:spPr>
          <a:xfrm>
            <a:off x="13755325" y="8252109"/>
            <a:ext cx="414320" cy="413684"/>
          </a:xfrm>
          <a:custGeom>
            <a:rect b="b" l="l" r="r" t="t"/>
            <a:pathLst>
              <a:path extrusionOk="0" h="7812" w="7824">
                <a:moveTo>
                  <a:pt x="1311" y="644"/>
                </a:moveTo>
                <a:lnTo>
                  <a:pt x="1442" y="656"/>
                </a:lnTo>
                <a:lnTo>
                  <a:pt x="1680" y="751"/>
                </a:lnTo>
                <a:lnTo>
                  <a:pt x="1858" y="930"/>
                </a:lnTo>
                <a:lnTo>
                  <a:pt x="1954" y="1168"/>
                </a:lnTo>
                <a:lnTo>
                  <a:pt x="1965" y="1299"/>
                </a:lnTo>
                <a:lnTo>
                  <a:pt x="1954" y="1430"/>
                </a:lnTo>
                <a:lnTo>
                  <a:pt x="1858" y="1668"/>
                </a:lnTo>
                <a:lnTo>
                  <a:pt x="1680" y="1846"/>
                </a:lnTo>
                <a:lnTo>
                  <a:pt x="1442" y="1942"/>
                </a:lnTo>
                <a:lnTo>
                  <a:pt x="1311" y="1954"/>
                </a:lnTo>
                <a:lnTo>
                  <a:pt x="1180" y="1942"/>
                </a:lnTo>
                <a:lnTo>
                  <a:pt x="941" y="1846"/>
                </a:lnTo>
                <a:lnTo>
                  <a:pt x="763" y="1668"/>
                </a:lnTo>
                <a:lnTo>
                  <a:pt x="668" y="1430"/>
                </a:lnTo>
                <a:lnTo>
                  <a:pt x="656" y="1299"/>
                </a:lnTo>
                <a:lnTo>
                  <a:pt x="668" y="1168"/>
                </a:lnTo>
                <a:lnTo>
                  <a:pt x="763" y="930"/>
                </a:lnTo>
                <a:lnTo>
                  <a:pt x="941" y="751"/>
                </a:lnTo>
                <a:lnTo>
                  <a:pt x="1180" y="656"/>
                </a:lnTo>
                <a:lnTo>
                  <a:pt x="1311" y="644"/>
                </a:lnTo>
                <a:close/>
                <a:moveTo>
                  <a:pt x="1311" y="1"/>
                </a:moveTo>
                <a:lnTo>
                  <a:pt x="1037" y="13"/>
                </a:lnTo>
                <a:lnTo>
                  <a:pt x="572" y="215"/>
                </a:lnTo>
                <a:lnTo>
                  <a:pt x="227" y="560"/>
                </a:lnTo>
                <a:lnTo>
                  <a:pt x="25" y="1025"/>
                </a:lnTo>
                <a:lnTo>
                  <a:pt x="1" y="1275"/>
                </a:lnTo>
                <a:lnTo>
                  <a:pt x="25" y="1537"/>
                </a:lnTo>
                <a:lnTo>
                  <a:pt x="227" y="2013"/>
                </a:lnTo>
                <a:lnTo>
                  <a:pt x="572" y="2370"/>
                </a:lnTo>
                <a:lnTo>
                  <a:pt x="1037" y="2585"/>
                </a:lnTo>
                <a:lnTo>
                  <a:pt x="1311" y="2596"/>
                </a:lnTo>
                <a:lnTo>
                  <a:pt x="1573" y="2585"/>
                </a:lnTo>
                <a:lnTo>
                  <a:pt x="2037" y="2382"/>
                </a:lnTo>
                <a:lnTo>
                  <a:pt x="2394" y="2025"/>
                </a:lnTo>
                <a:lnTo>
                  <a:pt x="2597" y="1561"/>
                </a:lnTo>
                <a:lnTo>
                  <a:pt x="2608" y="1299"/>
                </a:lnTo>
                <a:lnTo>
                  <a:pt x="2597" y="1037"/>
                </a:lnTo>
                <a:lnTo>
                  <a:pt x="2394" y="560"/>
                </a:lnTo>
                <a:lnTo>
                  <a:pt x="2037" y="215"/>
                </a:lnTo>
                <a:lnTo>
                  <a:pt x="1573" y="13"/>
                </a:lnTo>
                <a:lnTo>
                  <a:pt x="1311" y="1"/>
                </a:lnTo>
                <a:close/>
                <a:moveTo>
                  <a:pt x="6645" y="5859"/>
                </a:moveTo>
                <a:lnTo>
                  <a:pt x="6883" y="5966"/>
                </a:lnTo>
                <a:lnTo>
                  <a:pt x="7062" y="6145"/>
                </a:lnTo>
                <a:lnTo>
                  <a:pt x="7157" y="6371"/>
                </a:lnTo>
                <a:lnTo>
                  <a:pt x="7169" y="6502"/>
                </a:lnTo>
                <a:lnTo>
                  <a:pt x="7157" y="6645"/>
                </a:lnTo>
                <a:lnTo>
                  <a:pt x="7062" y="6871"/>
                </a:lnTo>
                <a:lnTo>
                  <a:pt x="6883" y="7050"/>
                </a:lnTo>
                <a:lnTo>
                  <a:pt x="6645" y="7145"/>
                </a:lnTo>
                <a:lnTo>
                  <a:pt x="6514" y="7157"/>
                </a:lnTo>
                <a:lnTo>
                  <a:pt x="6383" y="7145"/>
                </a:lnTo>
                <a:lnTo>
                  <a:pt x="6145" y="7050"/>
                </a:lnTo>
                <a:lnTo>
                  <a:pt x="5966" y="6871"/>
                </a:lnTo>
                <a:lnTo>
                  <a:pt x="5871" y="6645"/>
                </a:lnTo>
                <a:lnTo>
                  <a:pt x="5859" y="6502"/>
                </a:lnTo>
                <a:lnTo>
                  <a:pt x="5871" y="6371"/>
                </a:lnTo>
                <a:lnTo>
                  <a:pt x="5966" y="6145"/>
                </a:lnTo>
                <a:lnTo>
                  <a:pt x="6145" y="5966"/>
                </a:lnTo>
                <a:lnTo>
                  <a:pt x="6383" y="5859"/>
                </a:lnTo>
                <a:close/>
                <a:moveTo>
                  <a:pt x="7371" y="13"/>
                </a:moveTo>
                <a:lnTo>
                  <a:pt x="7264" y="96"/>
                </a:lnTo>
                <a:lnTo>
                  <a:pt x="96" y="7252"/>
                </a:lnTo>
                <a:lnTo>
                  <a:pt x="25" y="7359"/>
                </a:lnTo>
                <a:lnTo>
                  <a:pt x="25" y="7609"/>
                </a:lnTo>
                <a:lnTo>
                  <a:pt x="96" y="7716"/>
                </a:lnTo>
                <a:lnTo>
                  <a:pt x="203" y="7788"/>
                </a:lnTo>
                <a:lnTo>
                  <a:pt x="334" y="7812"/>
                </a:lnTo>
                <a:lnTo>
                  <a:pt x="453" y="7788"/>
                </a:lnTo>
                <a:lnTo>
                  <a:pt x="560" y="7716"/>
                </a:lnTo>
                <a:lnTo>
                  <a:pt x="7728" y="549"/>
                </a:lnTo>
                <a:lnTo>
                  <a:pt x="7800" y="441"/>
                </a:lnTo>
                <a:lnTo>
                  <a:pt x="7800" y="191"/>
                </a:lnTo>
                <a:lnTo>
                  <a:pt x="7728" y="96"/>
                </a:lnTo>
                <a:lnTo>
                  <a:pt x="7621" y="13"/>
                </a:lnTo>
                <a:close/>
                <a:moveTo>
                  <a:pt x="6514" y="5204"/>
                </a:moveTo>
                <a:lnTo>
                  <a:pt x="6252" y="5228"/>
                </a:lnTo>
                <a:lnTo>
                  <a:pt x="5788" y="5418"/>
                </a:lnTo>
                <a:lnTo>
                  <a:pt x="5430" y="5776"/>
                </a:lnTo>
                <a:lnTo>
                  <a:pt x="5228" y="6240"/>
                </a:lnTo>
                <a:lnTo>
                  <a:pt x="5216" y="6502"/>
                </a:lnTo>
                <a:lnTo>
                  <a:pt x="5228" y="6776"/>
                </a:lnTo>
                <a:lnTo>
                  <a:pt x="5430" y="7240"/>
                </a:lnTo>
                <a:lnTo>
                  <a:pt x="5788" y="7597"/>
                </a:lnTo>
                <a:lnTo>
                  <a:pt x="6252" y="7788"/>
                </a:lnTo>
                <a:lnTo>
                  <a:pt x="6514" y="7812"/>
                </a:lnTo>
                <a:lnTo>
                  <a:pt x="6788" y="7788"/>
                </a:lnTo>
                <a:lnTo>
                  <a:pt x="7252" y="7597"/>
                </a:lnTo>
                <a:lnTo>
                  <a:pt x="7597" y="7240"/>
                </a:lnTo>
                <a:lnTo>
                  <a:pt x="7800" y="6776"/>
                </a:lnTo>
                <a:lnTo>
                  <a:pt x="7824" y="6502"/>
                </a:lnTo>
                <a:lnTo>
                  <a:pt x="7800" y="6240"/>
                </a:lnTo>
                <a:lnTo>
                  <a:pt x="7597" y="5776"/>
                </a:lnTo>
                <a:lnTo>
                  <a:pt x="7252" y="5418"/>
                </a:lnTo>
                <a:lnTo>
                  <a:pt x="6788" y="5228"/>
                </a:lnTo>
                <a:lnTo>
                  <a:pt x="6514" y="520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7" name="Google Shape;2847;p172"/>
          <p:cNvSpPr/>
          <p:nvPr/>
        </p:nvSpPr>
        <p:spPr>
          <a:xfrm>
            <a:off x="15108417" y="8200107"/>
            <a:ext cx="551738" cy="517688"/>
          </a:xfrm>
          <a:custGeom>
            <a:rect b="b" l="l" r="r" t="t"/>
            <a:pathLst>
              <a:path extrusionOk="0" h="9776" w="10419">
                <a:moveTo>
                  <a:pt x="6835" y="655"/>
                </a:moveTo>
                <a:lnTo>
                  <a:pt x="6966" y="667"/>
                </a:lnTo>
                <a:lnTo>
                  <a:pt x="7144" y="845"/>
                </a:lnTo>
                <a:lnTo>
                  <a:pt x="7156" y="976"/>
                </a:lnTo>
                <a:lnTo>
                  <a:pt x="7156" y="1953"/>
                </a:lnTo>
                <a:lnTo>
                  <a:pt x="3251" y="1953"/>
                </a:lnTo>
                <a:lnTo>
                  <a:pt x="3251" y="976"/>
                </a:lnTo>
                <a:lnTo>
                  <a:pt x="3263" y="845"/>
                </a:lnTo>
                <a:lnTo>
                  <a:pt x="3441" y="667"/>
                </a:lnTo>
                <a:lnTo>
                  <a:pt x="3572" y="655"/>
                </a:lnTo>
                <a:close/>
                <a:moveTo>
                  <a:pt x="9109" y="2608"/>
                </a:moveTo>
                <a:lnTo>
                  <a:pt x="9240" y="2620"/>
                </a:lnTo>
                <a:lnTo>
                  <a:pt x="9478" y="2715"/>
                </a:lnTo>
                <a:lnTo>
                  <a:pt x="9657" y="2893"/>
                </a:lnTo>
                <a:lnTo>
                  <a:pt x="9752" y="3132"/>
                </a:lnTo>
                <a:lnTo>
                  <a:pt x="9764" y="3263"/>
                </a:lnTo>
                <a:lnTo>
                  <a:pt x="9764" y="5215"/>
                </a:lnTo>
                <a:lnTo>
                  <a:pt x="643" y="5215"/>
                </a:lnTo>
                <a:lnTo>
                  <a:pt x="643" y="3263"/>
                </a:lnTo>
                <a:lnTo>
                  <a:pt x="655" y="3120"/>
                </a:lnTo>
                <a:lnTo>
                  <a:pt x="750" y="2893"/>
                </a:lnTo>
                <a:lnTo>
                  <a:pt x="929" y="2715"/>
                </a:lnTo>
                <a:lnTo>
                  <a:pt x="1167" y="2620"/>
                </a:lnTo>
                <a:lnTo>
                  <a:pt x="1298" y="2608"/>
                </a:lnTo>
                <a:close/>
                <a:moveTo>
                  <a:pt x="6180" y="5858"/>
                </a:moveTo>
                <a:lnTo>
                  <a:pt x="6180" y="6835"/>
                </a:lnTo>
                <a:lnTo>
                  <a:pt x="4227" y="6835"/>
                </a:lnTo>
                <a:lnTo>
                  <a:pt x="4227" y="5858"/>
                </a:lnTo>
                <a:close/>
                <a:moveTo>
                  <a:pt x="9764" y="5858"/>
                </a:moveTo>
                <a:lnTo>
                  <a:pt x="9764" y="8466"/>
                </a:lnTo>
                <a:lnTo>
                  <a:pt x="9752" y="8597"/>
                </a:lnTo>
                <a:lnTo>
                  <a:pt x="9657" y="8835"/>
                </a:lnTo>
                <a:lnTo>
                  <a:pt x="9478" y="9013"/>
                </a:lnTo>
                <a:lnTo>
                  <a:pt x="9240" y="9109"/>
                </a:lnTo>
                <a:lnTo>
                  <a:pt x="9109" y="9121"/>
                </a:lnTo>
                <a:lnTo>
                  <a:pt x="1298" y="9121"/>
                </a:lnTo>
                <a:lnTo>
                  <a:pt x="1167" y="9109"/>
                </a:lnTo>
                <a:lnTo>
                  <a:pt x="929" y="9013"/>
                </a:lnTo>
                <a:lnTo>
                  <a:pt x="750" y="8835"/>
                </a:lnTo>
                <a:lnTo>
                  <a:pt x="655" y="8597"/>
                </a:lnTo>
                <a:lnTo>
                  <a:pt x="643" y="8466"/>
                </a:lnTo>
                <a:lnTo>
                  <a:pt x="643" y="5858"/>
                </a:lnTo>
                <a:lnTo>
                  <a:pt x="3572" y="5858"/>
                </a:lnTo>
                <a:lnTo>
                  <a:pt x="3572" y="7168"/>
                </a:lnTo>
                <a:lnTo>
                  <a:pt x="3596" y="7299"/>
                </a:lnTo>
                <a:lnTo>
                  <a:pt x="3775" y="7477"/>
                </a:lnTo>
                <a:lnTo>
                  <a:pt x="3906" y="7489"/>
                </a:lnTo>
                <a:lnTo>
                  <a:pt x="6501" y="7489"/>
                </a:lnTo>
                <a:lnTo>
                  <a:pt x="6632" y="7477"/>
                </a:lnTo>
                <a:lnTo>
                  <a:pt x="6811" y="7299"/>
                </a:lnTo>
                <a:lnTo>
                  <a:pt x="6835" y="7168"/>
                </a:lnTo>
                <a:lnTo>
                  <a:pt x="6835" y="5858"/>
                </a:lnTo>
                <a:close/>
                <a:moveTo>
                  <a:pt x="3572" y="0"/>
                </a:moveTo>
                <a:lnTo>
                  <a:pt x="3382" y="12"/>
                </a:lnTo>
                <a:lnTo>
                  <a:pt x="3025" y="167"/>
                </a:lnTo>
                <a:lnTo>
                  <a:pt x="2763" y="429"/>
                </a:lnTo>
                <a:lnTo>
                  <a:pt x="2620" y="786"/>
                </a:lnTo>
                <a:lnTo>
                  <a:pt x="2596" y="976"/>
                </a:lnTo>
                <a:lnTo>
                  <a:pt x="2596" y="1953"/>
                </a:lnTo>
                <a:lnTo>
                  <a:pt x="1298" y="1953"/>
                </a:lnTo>
                <a:lnTo>
                  <a:pt x="1036" y="1977"/>
                </a:lnTo>
                <a:lnTo>
                  <a:pt x="560" y="2167"/>
                </a:lnTo>
                <a:lnTo>
                  <a:pt x="215" y="2524"/>
                </a:lnTo>
                <a:lnTo>
                  <a:pt x="12" y="2989"/>
                </a:lnTo>
                <a:lnTo>
                  <a:pt x="0" y="3263"/>
                </a:lnTo>
                <a:lnTo>
                  <a:pt x="0" y="8466"/>
                </a:lnTo>
                <a:lnTo>
                  <a:pt x="12" y="8728"/>
                </a:lnTo>
                <a:lnTo>
                  <a:pt x="215" y="9204"/>
                </a:lnTo>
                <a:lnTo>
                  <a:pt x="560" y="9549"/>
                </a:lnTo>
                <a:lnTo>
                  <a:pt x="1036" y="9752"/>
                </a:lnTo>
                <a:lnTo>
                  <a:pt x="1298" y="9775"/>
                </a:lnTo>
                <a:lnTo>
                  <a:pt x="9109" y="9775"/>
                </a:lnTo>
                <a:lnTo>
                  <a:pt x="9383" y="9752"/>
                </a:lnTo>
                <a:lnTo>
                  <a:pt x="9847" y="9549"/>
                </a:lnTo>
                <a:lnTo>
                  <a:pt x="10192" y="9204"/>
                </a:lnTo>
                <a:lnTo>
                  <a:pt x="10395" y="8728"/>
                </a:lnTo>
                <a:lnTo>
                  <a:pt x="10419" y="8466"/>
                </a:lnTo>
                <a:lnTo>
                  <a:pt x="10419" y="3263"/>
                </a:lnTo>
                <a:lnTo>
                  <a:pt x="10395" y="2989"/>
                </a:lnTo>
                <a:lnTo>
                  <a:pt x="10192" y="2524"/>
                </a:lnTo>
                <a:lnTo>
                  <a:pt x="9847" y="2167"/>
                </a:lnTo>
                <a:lnTo>
                  <a:pt x="9383" y="1977"/>
                </a:lnTo>
                <a:lnTo>
                  <a:pt x="9109" y="1953"/>
                </a:lnTo>
                <a:lnTo>
                  <a:pt x="7811" y="1953"/>
                </a:lnTo>
                <a:lnTo>
                  <a:pt x="7811" y="976"/>
                </a:lnTo>
                <a:lnTo>
                  <a:pt x="7799" y="786"/>
                </a:lnTo>
                <a:lnTo>
                  <a:pt x="7644" y="429"/>
                </a:lnTo>
                <a:lnTo>
                  <a:pt x="7382" y="167"/>
                </a:lnTo>
                <a:lnTo>
                  <a:pt x="7037" y="12"/>
                </a:lnTo>
                <a:lnTo>
                  <a:pt x="6835"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8" name="Google Shape;2848;p172"/>
          <p:cNvSpPr/>
          <p:nvPr/>
        </p:nvSpPr>
        <p:spPr>
          <a:xfrm>
            <a:off x="1180865" y="8183082"/>
            <a:ext cx="689845" cy="551738"/>
          </a:xfrm>
          <a:custGeom>
            <a:rect b="b" l="l" r="r" t="t"/>
            <a:pathLst>
              <a:path extrusionOk="0" h="10419" w="13027">
                <a:moveTo>
                  <a:pt x="12634" y="3584"/>
                </a:moveTo>
                <a:lnTo>
                  <a:pt x="12527" y="3632"/>
                </a:lnTo>
                <a:lnTo>
                  <a:pt x="11229" y="4453"/>
                </a:lnTo>
                <a:lnTo>
                  <a:pt x="11133" y="4537"/>
                </a:lnTo>
                <a:lnTo>
                  <a:pt x="11074" y="4787"/>
                </a:lnTo>
                <a:lnTo>
                  <a:pt x="11133" y="4906"/>
                </a:lnTo>
                <a:lnTo>
                  <a:pt x="11181" y="4965"/>
                </a:lnTo>
                <a:lnTo>
                  <a:pt x="11324" y="5049"/>
                </a:lnTo>
                <a:lnTo>
                  <a:pt x="11491" y="5049"/>
                </a:lnTo>
                <a:lnTo>
                  <a:pt x="11574" y="5001"/>
                </a:lnTo>
                <a:lnTo>
                  <a:pt x="12872" y="4191"/>
                </a:lnTo>
                <a:lnTo>
                  <a:pt x="12979" y="4096"/>
                </a:lnTo>
                <a:lnTo>
                  <a:pt x="13027" y="3846"/>
                </a:lnTo>
                <a:lnTo>
                  <a:pt x="12979" y="3739"/>
                </a:lnTo>
                <a:lnTo>
                  <a:pt x="12896" y="3632"/>
                </a:lnTo>
                <a:lnTo>
                  <a:pt x="12634" y="3584"/>
                </a:lnTo>
                <a:close/>
                <a:moveTo>
                  <a:pt x="10050" y="0"/>
                </a:moveTo>
                <a:lnTo>
                  <a:pt x="9931" y="48"/>
                </a:lnTo>
                <a:lnTo>
                  <a:pt x="8383" y="976"/>
                </a:lnTo>
                <a:lnTo>
                  <a:pt x="7216" y="976"/>
                </a:lnTo>
                <a:lnTo>
                  <a:pt x="6918" y="988"/>
                </a:lnTo>
                <a:lnTo>
                  <a:pt x="6347" y="1072"/>
                </a:lnTo>
                <a:lnTo>
                  <a:pt x="5787" y="1226"/>
                </a:lnTo>
                <a:lnTo>
                  <a:pt x="5251" y="1465"/>
                </a:lnTo>
                <a:lnTo>
                  <a:pt x="5001" y="1607"/>
                </a:lnTo>
                <a:lnTo>
                  <a:pt x="4906" y="1679"/>
                </a:lnTo>
                <a:lnTo>
                  <a:pt x="4739" y="1858"/>
                </a:lnTo>
                <a:lnTo>
                  <a:pt x="4620" y="2060"/>
                </a:lnTo>
                <a:lnTo>
                  <a:pt x="4561" y="2286"/>
                </a:lnTo>
                <a:lnTo>
                  <a:pt x="4561" y="2405"/>
                </a:lnTo>
                <a:lnTo>
                  <a:pt x="4561" y="4727"/>
                </a:lnTo>
                <a:lnTo>
                  <a:pt x="4573" y="4953"/>
                </a:lnTo>
                <a:lnTo>
                  <a:pt x="4751" y="5370"/>
                </a:lnTo>
                <a:lnTo>
                  <a:pt x="5061" y="5680"/>
                </a:lnTo>
                <a:lnTo>
                  <a:pt x="5466" y="5846"/>
                </a:lnTo>
                <a:lnTo>
                  <a:pt x="5704" y="5858"/>
                </a:lnTo>
                <a:lnTo>
                  <a:pt x="5930" y="5846"/>
                </a:lnTo>
                <a:lnTo>
                  <a:pt x="6347" y="5680"/>
                </a:lnTo>
                <a:lnTo>
                  <a:pt x="6656" y="5370"/>
                </a:lnTo>
                <a:lnTo>
                  <a:pt x="6823" y="4953"/>
                </a:lnTo>
                <a:lnTo>
                  <a:pt x="6835" y="4727"/>
                </a:lnTo>
                <a:lnTo>
                  <a:pt x="6835" y="3143"/>
                </a:lnTo>
                <a:lnTo>
                  <a:pt x="6823" y="3012"/>
                </a:lnTo>
                <a:lnTo>
                  <a:pt x="6645" y="2834"/>
                </a:lnTo>
                <a:lnTo>
                  <a:pt x="6514" y="2810"/>
                </a:lnTo>
                <a:lnTo>
                  <a:pt x="6383" y="2834"/>
                </a:lnTo>
                <a:lnTo>
                  <a:pt x="6204" y="3012"/>
                </a:lnTo>
                <a:lnTo>
                  <a:pt x="6192" y="3143"/>
                </a:lnTo>
                <a:lnTo>
                  <a:pt x="6192" y="4727"/>
                </a:lnTo>
                <a:lnTo>
                  <a:pt x="6180" y="4822"/>
                </a:lnTo>
                <a:lnTo>
                  <a:pt x="6109" y="5001"/>
                </a:lnTo>
                <a:lnTo>
                  <a:pt x="5978" y="5132"/>
                </a:lnTo>
                <a:lnTo>
                  <a:pt x="5799" y="5203"/>
                </a:lnTo>
                <a:lnTo>
                  <a:pt x="5704" y="5215"/>
                </a:lnTo>
                <a:lnTo>
                  <a:pt x="5597" y="5203"/>
                </a:lnTo>
                <a:lnTo>
                  <a:pt x="5430" y="5132"/>
                </a:lnTo>
                <a:lnTo>
                  <a:pt x="5299" y="5001"/>
                </a:lnTo>
                <a:lnTo>
                  <a:pt x="5216" y="4822"/>
                </a:lnTo>
                <a:lnTo>
                  <a:pt x="5216" y="4727"/>
                </a:lnTo>
                <a:lnTo>
                  <a:pt x="5216" y="2405"/>
                </a:lnTo>
                <a:lnTo>
                  <a:pt x="5216" y="2334"/>
                </a:lnTo>
                <a:lnTo>
                  <a:pt x="5287" y="2203"/>
                </a:lnTo>
                <a:lnTo>
                  <a:pt x="5347" y="2167"/>
                </a:lnTo>
                <a:lnTo>
                  <a:pt x="5561" y="2036"/>
                </a:lnTo>
                <a:lnTo>
                  <a:pt x="6014" y="1834"/>
                </a:lnTo>
                <a:lnTo>
                  <a:pt x="6478" y="1703"/>
                </a:lnTo>
                <a:lnTo>
                  <a:pt x="6966" y="1631"/>
                </a:lnTo>
                <a:lnTo>
                  <a:pt x="8466" y="1631"/>
                </a:lnTo>
                <a:lnTo>
                  <a:pt x="8550" y="1619"/>
                </a:lnTo>
                <a:lnTo>
                  <a:pt x="8621" y="1584"/>
                </a:lnTo>
                <a:lnTo>
                  <a:pt x="8633" y="1584"/>
                </a:lnTo>
                <a:lnTo>
                  <a:pt x="10264" y="607"/>
                </a:lnTo>
                <a:lnTo>
                  <a:pt x="10371" y="524"/>
                </a:lnTo>
                <a:lnTo>
                  <a:pt x="10431" y="286"/>
                </a:lnTo>
                <a:lnTo>
                  <a:pt x="10371" y="167"/>
                </a:lnTo>
                <a:lnTo>
                  <a:pt x="10288" y="60"/>
                </a:lnTo>
                <a:lnTo>
                  <a:pt x="10050" y="0"/>
                </a:lnTo>
                <a:close/>
                <a:moveTo>
                  <a:pt x="3608" y="2679"/>
                </a:moveTo>
                <a:lnTo>
                  <a:pt x="3477" y="2703"/>
                </a:lnTo>
                <a:lnTo>
                  <a:pt x="3418" y="2739"/>
                </a:lnTo>
                <a:lnTo>
                  <a:pt x="3096" y="2953"/>
                </a:lnTo>
                <a:lnTo>
                  <a:pt x="2572" y="3489"/>
                </a:lnTo>
                <a:lnTo>
                  <a:pt x="2180" y="4132"/>
                </a:lnTo>
                <a:lnTo>
                  <a:pt x="1965" y="4846"/>
                </a:lnTo>
                <a:lnTo>
                  <a:pt x="1929" y="5239"/>
                </a:lnTo>
                <a:lnTo>
                  <a:pt x="167" y="6227"/>
                </a:lnTo>
                <a:lnTo>
                  <a:pt x="60" y="6311"/>
                </a:lnTo>
                <a:lnTo>
                  <a:pt x="1" y="6549"/>
                </a:lnTo>
                <a:lnTo>
                  <a:pt x="48" y="6680"/>
                </a:lnTo>
                <a:lnTo>
                  <a:pt x="96" y="6751"/>
                </a:lnTo>
                <a:lnTo>
                  <a:pt x="251" y="6835"/>
                </a:lnTo>
                <a:lnTo>
                  <a:pt x="334" y="6846"/>
                </a:lnTo>
                <a:lnTo>
                  <a:pt x="417" y="6835"/>
                </a:lnTo>
                <a:lnTo>
                  <a:pt x="489" y="6799"/>
                </a:lnTo>
                <a:lnTo>
                  <a:pt x="2572" y="5620"/>
                </a:lnTo>
                <a:lnTo>
                  <a:pt x="2572" y="5430"/>
                </a:lnTo>
                <a:lnTo>
                  <a:pt x="2584" y="5096"/>
                </a:lnTo>
                <a:lnTo>
                  <a:pt x="2739" y="4477"/>
                </a:lnTo>
                <a:lnTo>
                  <a:pt x="3049" y="3929"/>
                </a:lnTo>
                <a:lnTo>
                  <a:pt x="3489" y="3477"/>
                </a:lnTo>
                <a:lnTo>
                  <a:pt x="3751" y="3298"/>
                </a:lnTo>
                <a:lnTo>
                  <a:pt x="3858" y="3215"/>
                </a:lnTo>
                <a:lnTo>
                  <a:pt x="3918" y="2977"/>
                </a:lnTo>
                <a:lnTo>
                  <a:pt x="3870" y="2858"/>
                </a:lnTo>
                <a:lnTo>
                  <a:pt x="3787" y="2751"/>
                </a:lnTo>
                <a:lnTo>
                  <a:pt x="3608" y="2679"/>
                </a:lnTo>
                <a:close/>
                <a:moveTo>
                  <a:pt x="7823" y="3584"/>
                </a:moveTo>
                <a:lnTo>
                  <a:pt x="7692" y="3596"/>
                </a:lnTo>
                <a:lnTo>
                  <a:pt x="7514" y="3774"/>
                </a:lnTo>
                <a:lnTo>
                  <a:pt x="7490" y="3905"/>
                </a:lnTo>
                <a:lnTo>
                  <a:pt x="7514" y="4036"/>
                </a:lnTo>
                <a:lnTo>
                  <a:pt x="7692" y="4215"/>
                </a:lnTo>
                <a:lnTo>
                  <a:pt x="7823" y="4239"/>
                </a:lnTo>
                <a:lnTo>
                  <a:pt x="9693" y="4239"/>
                </a:lnTo>
                <a:lnTo>
                  <a:pt x="9764" y="4310"/>
                </a:lnTo>
                <a:lnTo>
                  <a:pt x="9776" y="4370"/>
                </a:lnTo>
                <a:lnTo>
                  <a:pt x="9776" y="5287"/>
                </a:lnTo>
                <a:lnTo>
                  <a:pt x="9764" y="5334"/>
                </a:lnTo>
                <a:lnTo>
                  <a:pt x="9693" y="5406"/>
                </a:lnTo>
                <a:lnTo>
                  <a:pt x="9645" y="5418"/>
                </a:lnTo>
                <a:lnTo>
                  <a:pt x="9443" y="5418"/>
                </a:lnTo>
                <a:lnTo>
                  <a:pt x="9312" y="5430"/>
                </a:lnTo>
                <a:lnTo>
                  <a:pt x="9133" y="5608"/>
                </a:lnTo>
                <a:lnTo>
                  <a:pt x="9121" y="5739"/>
                </a:lnTo>
                <a:lnTo>
                  <a:pt x="9121" y="6656"/>
                </a:lnTo>
                <a:lnTo>
                  <a:pt x="9109" y="6775"/>
                </a:lnTo>
                <a:lnTo>
                  <a:pt x="9026" y="6989"/>
                </a:lnTo>
                <a:lnTo>
                  <a:pt x="8883" y="7156"/>
                </a:lnTo>
                <a:lnTo>
                  <a:pt x="8681" y="7239"/>
                </a:lnTo>
                <a:lnTo>
                  <a:pt x="8573" y="7251"/>
                </a:lnTo>
                <a:lnTo>
                  <a:pt x="8466" y="7251"/>
                </a:lnTo>
                <a:lnTo>
                  <a:pt x="8335" y="7263"/>
                </a:lnTo>
                <a:lnTo>
                  <a:pt x="8157" y="7442"/>
                </a:lnTo>
                <a:lnTo>
                  <a:pt x="8145" y="7573"/>
                </a:lnTo>
                <a:lnTo>
                  <a:pt x="8133" y="7751"/>
                </a:lnTo>
                <a:lnTo>
                  <a:pt x="7990" y="8073"/>
                </a:lnTo>
                <a:lnTo>
                  <a:pt x="7752" y="8323"/>
                </a:lnTo>
                <a:lnTo>
                  <a:pt x="7430" y="8454"/>
                </a:lnTo>
                <a:lnTo>
                  <a:pt x="7252" y="8466"/>
                </a:lnTo>
                <a:lnTo>
                  <a:pt x="4882" y="8466"/>
                </a:lnTo>
                <a:lnTo>
                  <a:pt x="4799" y="8478"/>
                </a:lnTo>
                <a:lnTo>
                  <a:pt x="4728" y="8513"/>
                </a:lnTo>
                <a:lnTo>
                  <a:pt x="2441" y="9811"/>
                </a:lnTo>
                <a:lnTo>
                  <a:pt x="2346" y="9895"/>
                </a:lnTo>
                <a:lnTo>
                  <a:pt x="2275" y="10133"/>
                </a:lnTo>
                <a:lnTo>
                  <a:pt x="2322" y="10252"/>
                </a:lnTo>
                <a:lnTo>
                  <a:pt x="2382" y="10335"/>
                </a:lnTo>
                <a:lnTo>
                  <a:pt x="2525" y="10418"/>
                </a:lnTo>
                <a:lnTo>
                  <a:pt x="2692" y="10418"/>
                </a:lnTo>
                <a:lnTo>
                  <a:pt x="2775" y="10383"/>
                </a:lnTo>
                <a:lnTo>
                  <a:pt x="4978" y="9121"/>
                </a:lnTo>
                <a:lnTo>
                  <a:pt x="7252" y="9121"/>
                </a:lnTo>
                <a:lnTo>
                  <a:pt x="7526" y="9097"/>
                </a:lnTo>
                <a:lnTo>
                  <a:pt x="8026" y="8918"/>
                </a:lnTo>
                <a:lnTo>
                  <a:pt x="8419" y="8585"/>
                </a:lnTo>
                <a:lnTo>
                  <a:pt x="8693" y="8144"/>
                </a:lnTo>
                <a:lnTo>
                  <a:pt x="8764" y="7882"/>
                </a:lnTo>
                <a:lnTo>
                  <a:pt x="8978" y="7835"/>
                </a:lnTo>
                <a:lnTo>
                  <a:pt x="9335" y="7620"/>
                </a:lnTo>
                <a:lnTo>
                  <a:pt x="9609" y="7299"/>
                </a:lnTo>
                <a:lnTo>
                  <a:pt x="9752" y="6894"/>
                </a:lnTo>
                <a:lnTo>
                  <a:pt x="9776" y="6656"/>
                </a:lnTo>
                <a:lnTo>
                  <a:pt x="9776" y="6061"/>
                </a:lnTo>
                <a:lnTo>
                  <a:pt x="9907" y="6025"/>
                </a:lnTo>
                <a:lnTo>
                  <a:pt x="10145" y="5882"/>
                </a:lnTo>
                <a:lnTo>
                  <a:pt x="10312" y="5680"/>
                </a:lnTo>
                <a:lnTo>
                  <a:pt x="10419" y="5430"/>
                </a:lnTo>
                <a:lnTo>
                  <a:pt x="10419" y="5287"/>
                </a:lnTo>
                <a:lnTo>
                  <a:pt x="10419" y="4370"/>
                </a:lnTo>
                <a:lnTo>
                  <a:pt x="10407" y="4203"/>
                </a:lnTo>
                <a:lnTo>
                  <a:pt x="10288" y="3929"/>
                </a:lnTo>
                <a:lnTo>
                  <a:pt x="10074" y="3715"/>
                </a:lnTo>
                <a:lnTo>
                  <a:pt x="9800" y="3596"/>
                </a:lnTo>
                <a:lnTo>
                  <a:pt x="9645" y="358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49" name="Google Shape;2849;p172"/>
          <p:cNvSpPr/>
          <p:nvPr/>
        </p:nvSpPr>
        <p:spPr>
          <a:xfrm>
            <a:off x="4358213" y="6878720"/>
            <a:ext cx="483056" cy="551738"/>
          </a:xfrm>
          <a:custGeom>
            <a:rect b="b" l="l" r="r" t="t"/>
            <a:pathLst>
              <a:path extrusionOk="0" h="10419" w="9122">
                <a:moveTo>
                  <a:pt x="2275" y="0"/>
                </a:moveTo>
                <a:lnTo>
                  <a:pt x="2281" y="1"/>
                </a:lnTo>
                <a:lnTo>
                  <a:pt x="2281" y="1"/>
                </a:lnTo>
                <a:lnTo>
                  <a:pt x="2287" y="0"/>
                </a:lnTo>
                <a:close/>
                <a:moveTo>
                  <a:pt x="7812" y="1953"/>
                </a:moveTo>
                <a:lnTo>
                  <a:pt x="7943" y="1965"/>
                </a:lnTo>
                <a:lnTo>
                  <a:pt x="8181" y="2060"/>
                </a:lnTo>
                <a:lnTo>
                  <a:pt x="8359" y="2239"/>
                </a:lnTo>
                <a:lnTo>
                  <a:pt x="8455" y="2477"/>
                </a:lnTo>
                <a:lnTo>
                  <a:pt x="8467" y="2608"/>
                </a:lnTo>
                <a:lnTo>
                  <a:pt x="8467" y="3263"/>
                </a:lnTo>
                <a:lnTo>
                  <a:pt x="656" y="3263"/>
                </a:lnTo>
                <a:lnTo>
                  <a:pt x="656" y="2608"/>
                </a:lnTo>
                <a:lnTo>
                  <a:pt x="656" y="2477"/>
                </a:lnTo>
                <a:lnTo>
                  <a:pt x="763" y="2239"/>
                </a:lnTo>
                <a:lnTo>
                  <a:pt x="930" y="2060"/>
                </a:lnTo>
                <a:lnTo>
                  <a:pt x="1168" y="1965"/>
                </a:lnTo>
                <a:lnTo>
                  <a:pt x="1299" y="1953"/>
                </a:lnTo>
                <a:close/>
                <a:moveTo>
                  <a:pt x="8467" y="3905"/>
                </a:moveTo>
                <a:lnTo>
                  <a:pt x="8467" y="9121"/>
                </a:lnTo>
                <a:lnTo>
                  <a:pt x="8455" y="9252"/>
                </a:lnTo>
                <a:lnTo>
                  <a:pt x="8359" y="9490"/>
                </a:lnTo>
                <a:lnTo>
                  <a:pt x="8181" y="9656"/>
                </a:lnTo>
                <a:lnTo>
                  <a:pt x="7943" y="9764"/>
                </a:lnTo>
                <a:lnTo>
                  <a:pt x="7812" y="9775"/>
                </a:lnTo>
                <a:lnTo>
                  <a:pt x="1299" y="9775"/>
                </a:lnTo>
                <a:lnTo>
                  <a:pt x="1168" y="9764"/>
                </a:lnTo>
                <a:lnTo>
                  <a:pt x="942" y="9656"/>
                </a:lnTo>
                <a:lnTo>
                  <a:pt x="763" y="9490"/>
                </a:lnTo>
                <a:lnTo>
                  <a:pt x="656" y="9252"/>
                </a:lnTo>
                <a:lnTo>
                  <a:pt x="656" y="9121"/>
                </a:lnTo>
                <a:lnTo>
                  <a:pt x="656" y="3905"/>
                </a:lnTo>
                <a:close/>
                <a:moveTo>
                  <a:pt x="6835" y="0"/>
                </a:moveTo>
                <a:lnTo>
                  <a:pt x="6704" y="24"/>
                </a:lnTo>
                <a:lnTo>
                  <a:pt x="6526" y="202"/>
                </a:lnTo>
                <a:lnTo>
                  <a:pt x="6514" y="333"/>
                </a:lnTo>
                <a:lnTo>
                  <a:pt x="6514" y="1310"/>
                </a:lnTo>
                <a:lnTo>
                  <a:pt x="2609" y="1310"/>
                </a:lnTo>
                <a:lnTo>
                  <a:pt x="2609" y="333"/>
                </a:lnTo>
                <a:lnTo>
                  <a:pt x="2585" y="202"/>
                </a:lnTo>
                <a:lnTo>
                  <a:pt x="2406" y="24"/>
                </a:lnTo>
                <a:lnTo>
                  <a:pt x="2281" y="1"/>
                </a:lnTo>
                <a:lnTo>
                  <a:pt x="2281" y="1"/>
                </a:lnTo>
                <a:lnTo>
                  <a:pt x="2156" y="24"/>
                </a:lnTo>
                <a:lnTo>
                  <a:pt x="1977" y="202"/>
                </a:lnTo>
                <a:lnTo>
                  <a:pt x="1954" y="333"/>
                </a:lnTo>
                <a:lnTo>
                  <a:pt x="1954" y="1310"/>
                </a:lnTo>
                <a:lnTo>
                  <a:pt x="1299" y="1310"/>
                </a:lnTo>
                <a:lnTo>
                  <a:pt x="1037" y="1322"/>
                </a:lnTo>
                <a:lnTo>
                  <a:pt x="572" y="1524"/>
                </a:lnTo>
                <a:lnTo>
                  <a:pt x="215" y="1869"/>
                </a:lnTo>
                <a:lnTo>
                  <a:pt x="25" y="2346"/>
                </a:lnTo>
                <a:lnTo>
                  <a:pt x="1" y="2608"/>
                </a:lnTo>
                <a:lnTo>
                  <a:pt x="1" y="9121"/>
                </a:lnTo>
                <a:lnTo>
                  <a:pt x="25" y="9383"/>
                </a:lnTo>
                <a:lnTo>
                  <a:pt x="215" y="9847"/>
                </a:lnTo>
                <a:lnTo>
                  <a:pt x="572" y="10204"/>
                </a:lnTo>
                <a:lnTo>
                  <a:pt x="1037" y="10407"/>
                </a:lnTo>
                <a:lnTo>
                  <a:pt x="1299" y="10418"/>
                </a:lnTo>
                <a:lnTo>
                  <a:pt x="7812" y="10418"/>
                </a:lnTo>
                <a:lnTo>
                  <a:pt x="8086" y="10407"/>
                </a:lnTo>
                <a:lnTo>
                  <a:pt x="8550" y="10204"/>
                </a:lnTo>
                <a:lnTo>
                  <a:pt x="8895" y="9847"/>
                </a:lnTo>
                <a:lnTo>
                  <a:pt x="9098" y="9383"/>
                </a:lnTo>
                <a:lnTo>
                  <a:pt x="9122" y="9121"/>
                </a:lnTo>
                <a:lnTo>
                  <a:pt x="9122" y="2608"/>
                </a:lnTo>
                <a:lnTo>
                  <a:pt x="9098" y="2346"/>
                </a:lnTo>
                <a:lnTo>
                  <a:pt x="8895" y="1869"/>
                </a:lnTo>
                <a:lnTo>
                  <a:pt x="8550" y="1524"/>
                </a:lnTo>
                <a:lnTo>
                  <a:pt x="8086" y="1322"/>
                </a:lnTo>
                <a:lnTo>
                  <a:pt x="7812" y="1310"/>
                </a:lnTo>
                <a:lnTo>
                  <a:pt x="7169" y="1310"/>
                </a:lnTo>
                <a:lnTo>
                  <a:pt x="7169" y="333"/>
                </a:lnTo>
                <a:lnTo>
                  <a:pt x="7145" y="202"/>
                </a:lnTo>
                <a:lnTo>
                  <a:pt x="6966" y="24"/>
                </a:lnTo>
                <a:lnTo>
                  <a:pt x="6835"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0" name="Google Shape;2850;p172"/>
          <p:cNvSpPr/>
          <p:nvPr/>
        </p:nvSpPr>
        <p:spPr>
          <a:xfrm>
            <a:off x="12172120" y="8217423"/>
            <a:ext cx="551791" cy="483056"/>
          </a:xfrm>
          <a:custGeom>
            <a:rect b="b" l="l" r="r" t="t"/>
            <a:pathLst>
              <a:path extrusionOk="0" h="9122" w="10420">
                <a:moveTo>
                  <a:pt x="7181" y="644"/>
                </a:moveTo>
                <a:lnTo>
                  <a:pt x="7335" y="656"/>
                </a:lnTo>
                <a:lnTo>
                  <a:pt x="7633" y="751"/>
                </a:lnTo>
                <a:lnTo>
                  <a:pt x="7883" y="942"/>
                </a:lnTo>
                <a:lnTo>
                  <a:pt x="8062" y="1192"/>
                </a:lnTo>
                <a:lnTo>
                  <a:pt x="8109" y="1346"/>
                </a:lnTo>
                <a:lnTo>
                  <a:pt x="8693" y="3263"/>
                </a:lnTo>
                <a:lnTo>
                  <a:pt x="8586" y="3251"/>
                </a:lnTo>
                <a:lnTo>
                  <a:pt x="1846" y="3251"/>
                </a:lnTo>
                <a:lnTo>
                  <a:pt x="1739" y="3263"/>
                </a:lnTo>
                <a:lnTo>
                  <a:pt x="2323" y="1346"/>
                </a:lnTo>
                <a:lnTo>
                  <a:pt x="2370" y="1192"/>
                </a:lnTo>
                <a:lnTo>
                  <a:pt x="2549" y="942"/>
                </a:lnTo>
                <a:lnTo>
                  <a:pt x="2799" y="751"/>
                </a:lnTo>
                <a:lnTo>
                  <a:pt x="3097" y="656"/>
                </a:lnTo>
                <a:lnTo>
                  <a:pt x="3251" y="644"/>
                </a:lnTo>
                <a:close/>
                <a:moveTo>
                  <a:pt x="2120" y="4883"/>
                </a:moveTo>
                <a:lnTo>
                  <a:pt x="2025" y="4895"/>
                </a:lnTo>
                <a:lnTo>
                  <a:pt x="1846" y="4966"/>
                </a:lnTo>
                <a:lnTo>
                  <a:pt x="1715" y="5097"/>
                </a:lnTo>
                <a:lnTo>
                  <a:pt x="1644" y="5276"/>
                </a:lnTo>
                <a:lnTo>
                  <a:pt x="1632" y="5371"/>
                </a:lnTo>
                <a:lnTo>
                  <a:pt x="1644" y="5466"/>
                </a:lnTo>
                <a:lnTo>
                  <a:pt x="1715" y="5645"/>
                </a:lnTo>
                <a:lnTo>
                  <a:pt x="1846" y="5776"/>
                </a:lnTo>
                <a:lnTo>
                  <a:pt x="2025" y="5847"/>
                </a:lnTo>
                <a:lnTo>
                  <a:pt x="2120" y="5859"/>
                </a:lnTo>
                <a:lnTo>
                  <a:pt x="2227" y="5847"/>
                </a:lnTo>
                <a:lnTo>
                  <a:pt x="2394" y="5776"/>
                </a:lnTo>
                <a:lnTo>
                  <a:pt x="2525" y="5645"/>
                </a:lnTo>
                <a:lnTo>
                  <a:pt x="2608" y="5466"/>
                </a:lnTo>
                <a:lnTo>
                  <a:pt x="2608" y="5371"/>
                </a:lnTo>
                <a:lnTo>
                  <a:pt x="2608" y="5276"/>
                </a:lnTo>
                <a:lnTo>
                  <a:pt x="2525" y="5097"/>
                </a:lnTo>
                <a:lnTo>
                  <a:pt x="2394" y="4966"/>
                </a:lnTo>
                <a:lnTo>
                  <a:pt x="2215" y="4895"/>
                </a:lnTo>
                <a:lnTo>
                  <a:pt x="2120" y="4883"/>
                </a:lnTo>
                <a:close/>
                <a:moveTo>
                  <a:pt x="8312" y="4883"/>
                </a:moveTo>
                <a:lnTo>
                  <a:pt x="8205" y="4895"/>
                </a:lnTo>
                <a:lnTo>
                  <a:pt x="8038" y="4966"/>
                </a:lnTo>
                <a:lnTo>
                  <a:pt x="7907" y="5097"/>
                </a:lnTo>
                <a:lnTo>
                  <a:pt x="7824" y="5276"/>
                </a:lnTo>
                <a:lnTo>
                  <a:pt x="7824" y="5371"/>
                </a:lnTo>
                <a:lnTo>
                  <a:pt x="7824" y="5466"/>
                </a:lnTo>
                <a:lnTo>
                  <a:pt x="7907" y="5645"/>
                </a:lnTo>
                <a:lnTo>
                  <a:pt x="8038" y="5776"/>
                </a:lnTo>
                <a:lnTo>
                  <a:pt x="8205" y="5847"/>
                </a:lnTo>
                <a:lnTo>
                  <a:pt x="8312" y="5859"/>
                </a:lnTo>
                <a:lnTo>
                  <a:pt x="8407" y="5847"/>
                </a:lnTo>
                <a:lnTo>
                  <a:pt x="8586" y="5776"/>
                </a:lnTo>
                <a:lnTo>
                  <a:pt x="8717" y="5645"/>
                </a:lnTo>
                <a:lnTo>
                  <a:pt x="8788" y="5466"/>
                </a:lnTo>
                <a:lnTo>
                  <a:pt x="8800" y="5371"/>
                </a:lnTo>
                <a:lnTo>
                  <a:pt x="8788" y="5276"/>
                </a:lnTo>
                <a:lnTo>
                  <a:pt x="8717" y="5097"/>
                </a:lnTo>
                <a:lnTo>
                  <a:pt x="8586" y="4966"/>
                </a:lnTo>
                <a:lnTo>
                  <a:pt x="8407" y="4895"/>
                </a:lnTo>
                <a:lnTo>
                  <a:pt x="8312" y="4883"/>
                </a:lnTo>
                <a:close/>
                <a:moveTo>
                  <a:pt x="8478" y="3906"/>
                </a:moveTo>
                <a:lnTo>
                  <a:pt x="8693" y="3918"/>
                </a:lnTo>
                <a:lnTo>
                  <a:pt x="8907" y="3978"/>
                </a:lnTo>
                <a:lnTo>
                  <a:pt x="8907" y="3990"/>
                </a:lnTo>
                <a:lnTo>
                  <a:pt x="8919" y="3990"/>
                </a:lnTo>
                <a:lnTo>
                  <a:pt x="9098" y="4061"/>
                </a:lnTo>
                <a:lnTo>
                  <a:pt x="9407" y="4299"/>
                </a:lnTo>
                <a:lnTo>
                  <a:pt x="9633" y="4621"/>
                </a:lnTo>
                <a:lnTo>
                  <a:pt x="9764" y="5002"/>
                </a:lnTo>
                <a:lnTo>
                  <a:pt x="9776" y="5204"/>
                </a:lnTo>
                <a:lnTo>
                  <a:pt x="9776" y="7157"/>
                </a:lnTo>
                <a:lnTo>
                  <a:pt x="656" y="7157"/>
                </a:lnTo>
                <a:lnTo>
                  <a:pt x="656" y="5204"/>
                </a:lnTo>
                <a:lnTo>
                  <a:pt x="668" y="5002"/>
                </a:lnTo>
                <a:lnTo>
                  <a:pt x="799" y="4621"/>
                </a:lnTo>
                <a:lnTo>
                  <a:pt x="1025" y="4299"/>
                </a:lnTo>
                <a:lnTo>
                  <a:pt x="1334" y="4061"/>
                </a:lnTo>
                <a:lnTo>
                  <a:pt x="1525" y="3990"/>
                </a:lnTo>
                <a:lnTo>
                  <a:pt x="1525" y="3978"/>
                </a:lnTo>
                <a:lnTo>
                  <a:pt x="1739" y="3918"/>
                </a:lnTo>
                <a:lnTo>
                  <a:pt x="1965" y="3906"/>
                </a:lnTo>
                <a:close/>
                <a:moveTo>
                  <a:pt x="3251" y="1"/>
                </a:moveTo>
                <a:lnTo>
                  <a:pt x="2989" y="13"/>
                </a:lnTo>
                <a:lnTo>
                  <a:pt x="2501" y="180"/>
                </a:lnTo>
                <a:lnTo>
                  <a:pt x="2084" y="489"/>
                </a:lnTo>
                <a:lnTo>
                  <a:pt x="1787" y="906"/>
                </a:lnTo>
                <a:lnTo>
                  <a:pt x="1692" y="1156"/>
                </a:lnTo>
                <a:lnTo>
                  <a:pt x="989" y="3513"/>
                </a:lnTo>
                <a:lnTo>
                  <a:pt x="775" y="3644"/>
                </a:lnTo>
                <a:lnTo>
                  <a:pt x="418" y="4002"/>
                </a:lnTo>
                <a:lnTo>
                  <a:pt x="156" y="4442"/>
                </a:lnTo>
                <a:lnTo>
                  <a:pt x="13" y="4942"/>
                </a:lnTo>
                <a:lnTo>
                  <a:pt x="1" y="5204"/>
                </a:lnTo>
                <a:lnTo>
                  <a:pt x="1" y="8788"/>
                </a:lnTo>
                <a:lnTo>
                  <a:pt x="25" y="8919"/>
                </a:lnTo>
                <a:lnTo>
                  <a:pt x="203" y="9098"/>
                </a:lnTo>
                <a:lnTo>
                  <a:pt x="322" y="9121"/>
                </a:lnTo>
                <a:lnTo>
                  <a:pt x="453" y="9098"/>
                </a:lnTo>
                <a:lnTo>
                  <a:pt x="632" y="8919"/>
                </a:lnTo>
                <a:lnTo>
                  <a:pt x="656" y="8788"/>
                </a:lnTo>
                <a:lnTo>
                  <a:pt x="656" y="7812"/>
                </a:lnTo>
                <a:lnTo>
                  <a:pt x="9764" y="7812"/>
                </a:lnTo>
                <a:lnTo>
                  <a:pt x="9764" y="8788"/>
                </a:lnTo>
                <a:lnTo>
                  <a:pt x="9788" y="8919"/>
                </a:lnTo>
                <a:lnTo>
                  <a:pt x="9967" y="9098"/>
                </a:lnTo>
                <a:lnTo>
                  <a:pt x="10098" y="9121"/>
                </a:lnTo>
                <a:lnTo>
                  <a:pt x="10229" y="9098"/>
                </a:lnTo>
                <a:lnTo>
                  <a:pt x="10407" y="8919"/>
                </a:lnTo>
                <a:lnTo>
                  <a:pt x="10419" y="8788"/>
                </a:lnTo>
                <a:lnTo>
                  <a:pt x="10419" y="5204"/>
                </a:lnTo>
                <a:lnTo>
                  <a:pt x="10407" y="4942"/>
                </a:lnTo>
                <a:lnTo>
                  <a:pt x="10276" y="4442"/>
                </a:lnTo>
                <a:lnTo>
                  <a:pt x="10014" y="4002"/>
                </a:lnTo>
                <a:lnTo>
                  <a:pt x="9657" y="3644"/>
                </a:lnTo>
                <a:lnTo>
                  <a:pt x="9443" y="3513"/>
                </a:lnTo>
                <a:lnTo>
                  <a:pt x="8740" y="1156"/>
                </a:lnTo>
                <a:lnTo>
                  <a:pt x="8645" y="906"/>
                </a:lnTo>
                <a:lnTo>
                  <a:pt x="8347" y="489"/>
                </a:lnTo>
                <a:lnTo>
                  <a:pt x="7931" y="180"/>
                </a:lnTo>
                <a:lnTo>
                  <a:pt x="7442" y="13"/>
                </a:lnTo>
                <a:lnTo>
                  <a:pt x="7181"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1" name="Google Shape;2851;p172"/>
          <p:cNvSpPr/>
          <p:nvPr/>
        </p:nvSpPr>
        <p:spPr>
          <a:xfrm>
            <a:off x="9541099" y="8183373"/>
            <a:ext cx="619838" cy="551156"/>
          </a:xfrm>
          <a:custGeom>
            <a:rect b="b" l="l" r="r" t="t"/>
            <a:pathLst>
              <a:path extrusionOk="0" h="10408" w="11705">
                <a:moveTo>
                  <a:pt x="6835" y="6502"/>
                </a:moveTo>
                <a:lnTo>
                  <a:pt x="6835" y="9764"/>
                </a:lnTo>
                <a:lnTo>
                  <a:pt x="4882" y="9764"/>
                </a:lnTo>
                <a:lnTo>
                  <a:pt x="4882" y="6502"/>
                </a:lnTo>
                <a:close/>
                <a:moveTo>
                  <a:pt x="5858" y="751"/>
                </a:moveTo>
                <a:lnTo>
                  <a:pt x="9764" y="4204"/>
                </a:lnTo>
                <a:lnTo>
                  <a:pt x="9764" y="8788"/>
                </a:lnTo>
                <a:lnTo>
                  <a:pt x="9752" y="8979"/>
                </a:lnTo>
                <a:lnTo>
                  <a:pt x="9597" y="9336"/>
                </a:lnTo>
                <a:lnTo>
                  <a:pt x="9335" y="9598"/>
                </a:lnTo>
                <a:lnTo>
                  <a:pt x="8990" y="9741"/>
                </a:lnTo>
                <a:lnTo>
                  <a:pt x="8787" y="9764"/>
                </a:lnTo>
                <a:lnTo>
                  <a:pt x="7490" y="9764"/>
                </a:lnTo>
                <a:lnTo>
                  <a:pt x="7490" y="6502"/>
                </a:lnTo>
                <a:lnTo>
                  <a:pt x="7478" y="6371"/>
                </a:lnTo>
                <a:lnTo>
                  <a:pt x="7382" y="6133"/>
                </a:lnTo>
                <a:lnTo>
                  <a:pt x="7204" y="5954"/>
                </a:lnTo>
                <a:lnTo>
                  <a:pt x="6966" y="5859"/>
                </a:lnTo>
                <a:lnTo>
                  <a:pt x="6835" y="5847"/>
                </a:lnTo>
                <a:lnTo>
                  <a:pt x="4882" y="5847"/>
                </a:lnTo>
                <a:lnTo>
                  <a:pt x="4751" y="5859"/>
                </a:lnTo>
                <a:lnTo>
                  <a:pt x="4513" y="5954"/>
                </a:lnTo>
                <a:lnTo>
                  <a:pt x="4334" y="6133"/>
                </a:lnTo>
                <a:lnTo>
                  <a:pt x="4239" y="6371"/>
                </a:lnTo>
                <a:lnTo>
                  <a:pt x="4227" y="6502"/>
                </a:lnTo>
                <a:lnTo>
                  <a:pt x="4227" y="9764"/>
                </a:lnTo>
                <a:lnTo>
                  <a:pt x="2929" y="9764"/>
                </a:lnTo>
                <a:lnTo>
                  <a:pt x="2727" y="9741"/>
                </a:lnTo>
                <a:lnTo>
                  <a:pt x="2382" y="9598"/>
                </a:lnTo>
                <a:lnTo>
                  <a:pt x="2108" y="9336"/>
                </a:lnTo>
                <a:lnTo>
                  <a:pt x="1965" y="8979"/>
                </a:lnTo>
                <a:lnTo>
                  <a:pt x="1953" y="8788"/>
                </a:lnTo>
                <a:lnTo>
                  <a:pt x="1953" y="4204"/>
                </a:lnTo>
                <a:lnTo>
                  <a:pt x="5858" y="751"/>
                </a:lnTo>
                <a:close/>
                <a:moveTo>
                  <a:pt x="5739" y="1"/>
                </a:moveTo>
                <a:lnTo>
                  <a:pt x="5644" y="72"/>
                </a:lnTo>
                <a:lnTo>
                  <a:pt x="107" y="4954"/>
                </a:lnTo>
                <a:lnTo>
                  <a:pt x="24" y="5049"/>
                </a:lnTo>
                <a:lnTo>
                  <a:pt x="0" y="5299"/>
                </a:lnTo>
                <a:lnTo>
                  <a:pt x="72" y="5419"/>
                </a:lnTo>
                <a:lnTo>
                  <a:pt x="179" y="5502"/>
                </a:lnTo>
                <a:lnTo>
                  <a:pt x="429" y="5514"/>
                </a:lnTo>
                <a:lnTo>
                  <a:pt x="536" y="5430"/>
                </a:lnTo>
                <a:lnTo>
                  <a:pt x="1298" y="4752"/>
                </a:lnTo>
                <a:lnTo>
                  <a:pt x="1298" y="8788"/>
                </a:lnTo>
                <a:lnTo>
                  <a:pt x="1298" y="8955"/>
                </a:lnTo>
                <a:lnTo>
                  <a:pt x="1369" y="9264"/>
                </a:lnTo>
                <a:lnTo>
                  <a:pt x="1489" y="9562"/>
                </a:lnTo>
                <a:lnTo>
                  <a:pt x="1667" y="9824"/>
                </a:lnTo>
                <a:lnTo>
                  <a:pt x="1893" y="10038"/>
                </a:lnTo>
                <a:lnTo>
                  <a:pt x="2143" y="10217"/>
                </a:lnTo>
                <a:lnTo>
                  <a:pt x="2441" y="10336"/>
                </a:lnTo>
                <a:lnTo>
                  <a:pt x="2763" y="10407"/>
                </a:lnTo>
                <a:lnTo>
                  <a:pt x="8954" y="10407"/>
                </a:lnTo>
                <a:lnTo>
                  <a:pt x="9276" y="10336"/>
                </a:lnTo>
                <a:lnTo>
                  <a:pt x="9561" y="10217"/>
                </a:lnTo>
                <a:lnTo>
                  <a:pt x="9823" y="10038"/>
                </a:lnTo>
                <a:lnTo>
                  <a:pt x="10049" y="9824"/>
                </a:lnTo>
                <a:lnTo>
                  <a:pt x="10216" y="9562"/>
                </a:lnTo>
                <a:lnTo>
                  <a:pt x="10347" y="9264"/>
                </a:lnTo>
                <a:lnTo>
                  <a:pt x="10407" y="8955"/>
                </a:lnTo>
                <a:lnTo>
                  <a:pt x="10419" y="8788"/>
                </a:lnTo>
                <a:lnTo>
                  <a:pt x="10419" y="4752"/>
                </a:lnTo>
                <a:lnTo>
                  <a:pt x="11169" y="5430"/>
                </a:lnTo>
                <a:lnTo>
                  <a:pt x="11288" y="5514"/>
                </a:lnTo>
                <a:lnTo>
                  <a:pt x="11526" y="5502"/>
                </a:lnTo>
                <a:lnTo>
                  <a:pt x="11621" y="5419"/>
                </a:lnTo>
                <a:lnTo>
                  <a:pt x="11705" y="5299"/>
                </a:lnTo>
                <a:lnTo>
                  <a:pt x="11693" y="5049"/>
                </a:lnTo>
                <a:lnTo>
                  <a:pt x="11609" y="4954"/>
                </a:lnTo>
                <a:lnTo>
                  <a:pt x="6073" y="72"/>
                </a:lnTo>
                <a:lnTo>
                  <a:pt x="5965"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2" name="Google Shape;2852;p172"/>
          <p:cNvSpPr/>
          <p:nvPr/>
        </p:nvSpPr>
        <p:spPr>
          <a:xfrm>
            <a:off x="16436510" y="5304003"/>
            <a:ext cx="551791" cy="551738"/>
          </a:xfrm>
          <a:custGeom>
            <a:rect b="b" l="l" r="r" t="t"/>
            <a:pathLst>
              <a:path extrusionOk="0" h="10419" w="10420">
                <a:moveTo>
                  <a:pt x="1822" y="1310"/>
                </a:moveTo>
                <a:lnTo>
                  <a:pt x="1584" y="1417"/>
                </a:lnTo>
                <a:lnTo>
                  <a:pt x="1406" y="1584"/>
                </a:lnTo>
                <a:lnTo>
                  <a:pt x="1310" y="1822"/>
                </a:lnTo>
                <a:lnTo>
                  <a:pt x="1298" y="1953"/>
                </a:lnTo>
                <a:lnTo>
                  <a:pt x="1298" y="5215"/>
                </a:lnTo>
                <a:lnTo>
                  <a:pt x="1310" y="5346"/>
                </a:lnTo>
                <a:lnTo>
                  <a:pt x="1406" y="5584"/>
                </a:lnTo>
                <a:lnTo>
                  <a:pt x="1584" y="5751"/>
                </a:lnTo>
                <a:lnTo>
                  <a:pt x="1822" y="5858"/>
                </a:lnTo>
                <a:lnTo>
                  <a:pt x="1953" y="5870"/>
                </a:lnTo>
                <a:lnTo>
                  <a:pt x="2275" y="5870"/>
                </a:lnTo>
                <a:lnTo>
                  <a:pt x="2406" y="5846"/>
                </a:lnTo>
                <a:lnTo>
                  <a:pt x="2584" y="5668"/>
                </a:lnTo>
                <a:lnTo>
                  <a:pt x="2608" y="5537"/>
                </a:lnTo>
                <a:lnTo>
                  <a:pt x="2584" y="5406"/>
                </a:lnTo>
                <a:lnTo>
                  <a:pt x="2406" y="5227"/>
                </a:lnTo>
                <a:lnTo>
                  <a:pt x="2275" y="5215"/>
                </a:lnTo>
                <a:lnTo>
                  <a:pt x="2156" y="5191"/>
                </a:lnTo>
                <a:lnTo>
                  <a:pt x="1977" y="5013"/>
                </a:lnTo>
                <a:lnTo>
                  <a:pt x="1953" y="4882"/>
                </a:lnTo>
                <a:lnTo>
                  <a:pt x="1953" y="2286"/>
                </a:lnTo>
                <a:lnTo>
                  <a:pt x="1977" y="2155"/>
                </a:lnTo>
                <a:lnTo>
                  <a:pt x="2156" y="1977"/>
                </a:lnTo>
                <a:lnTo>
                  <a:pt x="2275" y="1953"/>
                </a:lnTo>
                <a:lnTo>
                  <a:pt x="4882" y="1953"/>
                </a:lnTo>
                <a:lnTo>
                  <a:pt x="5013" y="1977"/>
                </a:lnTo>
                <a:lnTo>
                  <a:pt x="5192" y="2155"/>
                </a:lnTo>
                <a:lnTo>
                  <a:pt x="5216" y="2286"/>
                </a:lnTo>
                <a:lnTo>
                  <a:pt x="5228" y="2417"/>
                </a:lnTo>
                <a:lnTo>
                  <a:pt x="5406" y="2584"/>
                </a:lnTo>
                <a:lnTo>
                  <a:pt x="5537" y="2608"/>
                </a:lnTo>
                <a:lnTo>
                  <a:pt x="5668" y="2584"/>
                </a:lnTo>
                <a:lnTo>
                  <a:pt x="5847" y="2417"/>
                </a:lnTo>
                <a:lnTo>
                  <a:pt x="5859" y="2286"/>
                </a:lnTo>
                <a:lnTo>
                  <a:pt x="5859" y="1953"/>
                </a:lnTo>
                <a:lnTo>
                  <a:pt x="5859" y="1822"/>
                </a:lnTo>
                <a:lnTo>
                  <a:pt x="5752" y="1584"/>
                </a:lnTo>
                <a:lnTo>
                  <a:pt x="5573" y="1417"/>
                </a:lnTo>
                <a:lnTo>
                  <a:pt x="5347" y="1310"/>
                </a:lnTo>
                <a:close/>
                <a:moveTo>
                  <a:pt x="1310" y="0"/>
                </a:moveTo>
                <a:lnTo>
                  <a:pt x="1037" y="24"/>
                </a:lnTo>
                <a:lnTo>
                  <a:pt x="572" y="226"/>
                </a:lnTo>
                <a:lnTo>
                  <a:pt x="215" y="572"/>
                </a:lnTo>
                <a:lnTo>
                  <a:pt x="24" y="1036"/>
                </a:lnTo>
                <a:lnTo>
                  <a:pt x="1" y="1310"/>
                </a:lnTo>
                <a:lnTo>
                  <a:pt x="1" y="5870"/>
                </a:lnTo>
                <a:lnTo>
                  <a:pt x="24" y="6132"/>
                </a:lnTo>
                <a:lnTo>
                  <a:pt x="215" y="6596"/>
                </a:lnTo>
                <a:lnTo>
                  <a:pt x="572" y="6954"/>
                </a:lnTo>
                <a:lnTo>
                  <a:pt x="1037" y="7144"/>
                </a:lnTo>
                <a:lnTo>
                  <a:pt x="1310" y="7168"/>
                </a:lnTo>
                <a:lnTo>
                  <a:pt x="2287" y="7168"/>
                </a:lnTo>
                <a:lnTo>
                  <a:pt x="2418" y="7144"/>
                </a:lnTo>
                <a:lnTo>
                  <a:pt x="2584" y="6966"/>
                </a:lnTo>
                <a:lnTo>
                  <a:pt x="2608" y="6846"/>
                </a:lnTo>
                <a:lnTo>
                  <a:pt x="2584" y="6715"/>
                </a:lnTo>
                <a:lnTo>
                  <a:pt x="2418" y="6537"/>
                </a:lnTo>
                <a:lnTo>
                  <a:pt x="2287" y="6513"/>
                </a:lnTo>
                <a:lnTo>
                  <a:pt x="1310" y="6513"/>
                </a:lnTo>
                <a:lnTo>
                  <a:pt x="1168" y="6501"/>
                </a:lnTo>
                <a:lnTo>
                  <a:pt x="941" y="6406"/>
                </a:lnTo>
                <a:lnTo>
                  <a:pt x="763" y="6227"/>
                </a:lnTo>
                <a:lnTo>
                  <a:pt x="667" y="6001"/>
                </a:lnTo>
                <a:lnTo>
                  <a:pt x="656" y="5858"/>
                </a:lnTo>
                <a:lnTo>
                  <a:pt x="656" y="1310"/>
                </a:lnTo>
                <a:lnTo>
                  <a:pt x="667" y="1167"/>
                </a:lnTo>
                <a:lnTo>
                  <a:pt x="763" y="941"/>
                </a:lnTo>
                <a:lnTo>
                  <a:pt x="941" y="762"/>
                </a:lnTo>
                <a:lnTo>
                  <a:pt x="1168" y="667"/>
                </a:lnTo>
                <a:lnTo>
                  <a:pt x="1310" y="655"/>
                </a:lnTo>
                <a:lnTo>
                  <a:pt x="5859" y="655"/>
                </a:lnTo>
                <a:lnTo>
                  <a:pt x="5990" y="667"/>
                </a:lnTo>
                <a:lnTo>
                  <a:pt x="6228" y="762"/>
                </a:lnTo>
                <a:lnTo>
                  <a:pt x="6406" y="941"/>
                </a:lnTo>
                <a:lnTo>
                  <a:pt x="6502" y="1179"/>
                </a:lnTo>
                <a:lnTo>
                  <a:pt x="6514" y="1310"/>
                </a:lnTo>
                <a:lnTo>
                  <a:pt x="6514" y="2286"/>
                </a:lnTo>
                <a:lnTo>
                  <a:pt x="6537" y="2417"/>
                </a:lnTo>
                <a:lnTo>
                  <a:pt x="6704" y="2596"/>
                </a:lnTo>
                <a:lnTo>
                  <a:pt x="6835" y="2608"/>
                </a:lnTo>
                <a:lnTo>
                  <a:pt x="6966" y="2596"/>
                </a:lnTo>
                <a:lnTo>
                  <a:pt x="7145" y="2417"/>
                </a:lnTo>
                <a:lnTo>
                  <a:pt x="7169" y="2286"/>
                </a:lnTo>
                <a:lnTo>
                  <a:pt x="7169" y="1310"/>
                </a:lnTo>
                <a:lnTo>
                  <a:pt x="7145" y="1036"/>
                </a:lnTo>
                <a:lnTo>
                  <a:pt x="6954" y="572"/>
                </a:lnTo>
                <a:lnTo>
                  <a:pt x="6597" y="226"/>
                </a:lnTo>
                <a:lnTo>
                  <a:pt x="6133" y="24"/>
                </a:lnTo>
                <a:lnTo>
                  <a:pt x="5859" y="0"/>
                </a:lnTo>
                <a:close/>
                <a:moveTo>
                  <a:pt x="9121" y="3905"/>
                </a:moveTo>
                <a:lnTo>
                  <a:pt x="9252" y="3917"/>
                </a:lnTo>
                <a:lnTo>
                  <a:pt x="9490" y="4013"/>
                </a:lnTo>
                <a:lnTo>
                  <a:pt x="9669" y="4191"/>
                </a:lnTo>
                <a:lnTo>
                  <a:pt x="9764" y="4429"/>
                </a:lnTo>
                <a:lnTo>
                  <a:pt x="9776" y="4560"/>
                </a:lnTo>
                <a:lnTo>
                  <a:pt x="9776" y="9121"/>
                </a:lnTo>
                <a:lnTo>
                  <a:pt x="9764" y="9252"/>
                </a:lnTo>
                <a:lnTo>
                  <a:pt x="9669" y="9490"/>
                </a:lnTo>
                <a:lnTo>
                  <a:pt x="9490" y="9656"/>
                </a:lnTo>
                <a:lnTo>
                  <a:pt x="9252" y="9764"/>
                </a:lnTo>
                <a:lnTo>
                  <a:pt x="9121" y="9775"/>
                </a:lnTo>
                <a:lnTo>
                  <a:pt x="4561" y="9775"/>
                </a:lnTo>
                <a:lnTo>
                  <a:pt x="4430" y="9764"/>
                </a:lnTo>
                <a:lnTo>
                  <a:pt x="4192" y="9656"/>
                </a:lnTo>
                <a:lnTo>
                  <a:pt x="4013" y="9490"/>
                </a:lnTo>
                <a:lnTo>
                  <a:pt x="3918" y="9252"/>
                </a:lnTo>
                <a:lnTo>
                  <a:pt x="3906" y="9121"/>
                </a:lnTo>
                <a:lnTo>
                  <a:pt x="3906" y="4560"/>
                </a:lnTo>
                <a:lnTo>
                  <a:pt x="3918" y="4429"/>
                </a:lnTo>
                <a:lnTo>
                  <a:pt x="4013" y="4191"/>
                </a:lnTo>
                <a:lnTo>
                  <a:pt x="4192" y="4013"/>
                </a:lnTo>
                <a:lnTo>
                  <a:pt x="4430" y="3917"/>
                </a:lnTo>
                <a:lnTo>
                  <a:pt x="4561" y="3905"/>
                </a:lnTo>
                <a:close/>
                <a:moveTo>
                  <a:pt x="4561" y="3263"/>
                </a:moveTo>
                <a:lnTo>
                  <a:pt x="4299" y="3274"/>
                </a:lnTo>
                <a:lnTo>
                  <a:pt x="3823" y="3477"/>
                </a:lnTo>
                <a:lnTo>
                  <a:pt x="3477" y="3822"/>
                </a:lnTo>
                <a:lnTo>
                  <a:pt x="3275" y="4298"/>
                </a:lnTo>
                <a:lnTo>
                  <a:pt x="3263" y="4560"/>
                </a:lnTo>
                <a:lnTo>
                  <a:pt x="3263" y="9121"/>
                </a:lnTo>
                <a:lnTo>
                  <a:pt x="3275" y="9383"/>
                </a:lnTo>
                <a:lnTo>
                  <a:pt x="3477" y="9847"/>
                </a:lnTo>
                <a:lnTo>
                  <a:pt x="3823" y="10204"/>
                </a:lnTo>
                <a:lnTo>
                  <a:pt x="4299" y="10407"/>
                </a:lnTo>
                <a:lnTo>
                  <a:pt x="4561" y="10418"/>
                </a:lnTo>
                <a:lnTo>
                  <a:pt x="9121" y="10418"/>
                </a:lnTo>
                <a:lnTo>
                  <a:pt x="9383" y="10407"/>
                </a:lnTo>
                <a:lnTo>
                  <a:pt x="9848" y="10204"/>
                </a:lnTo>
                <a:lnTo>
                  <a:pt x="10205" y="9847"/>
                </a:lnTo>
                <a:lnTo>
                  <a:pt x="10407" y="9383"/>
                </a:lnTo>
                <a:lnTo>
                  <a:pt x="10419" y="9121"/>
                </a:lnTo>
                <a:lnTo>
                  <a:pt x="10419" y="4560"/>
                </a:lnTo>
                <a:lnTo>
                  <a:pt x="10407" y="4298"/>
                </a:lnTo>
                <a:lnTo>
                  <a:pt x="10205" y="3822"/>
                </a:lnTo>
                <a:lnTo>
                  <a:pt x="9848" y="3477"/>
                </a:lnTo>
                <a:lnTo>
                  <a:pt x="9383" y="3274"/>
                </a:lnTo>
                <a:lnTo>
                  <a:pt x="9121" y="3263"/>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3" name="Google Shape;2853;p172"/>
          <p:cNvSpPr/>
          <p:nvPr/>
        </p:nvSpPr>
        <p:spPr>
          <a:xfrm>
            <a:off x="2786470" y="8183082"/>
            <a:ext cx="689845" cy="551738"/>
          </a:xfrm>
          <a:custGeom>
            <a:rect b="b" l="l" r="r" t="t"/>
            <a:pathLst>
              <a:path extrusionOk="0" h="10419" w="13027">
                <a:moveTo>
                  <a:pt x="2608" y="0"/>
                </a:moveTo>
                <a:lnTo>
                  <a:pt x="2346" y="24"/>
                </a:lnTo>
                <a:lnTo>
                  <a:pt x="1870" y="226"/>
                </a:lnTo>
                <a:lnTo>
                  <a:pt x="1525" y="572"/>
                </a:lnTo>
                <a:lnTo>
                  <a:pt x="1323" y="1048"/>
                </a:lnTo>
                <a:lnTo>
                  <a:pt x="1299" y="1310"/>
                </a:lnTo>
                <a:lnTo>
                  <a:pt x="1299" y="5870"/>
                </a:lnTo>
                <a:lnTo>
                  <a:pt x="322" y="5870"/>
                </a:lnTo>
                <a:lnTo>
                  <a:pt x="191" y="5882"/>
                </a:lnTo>
                <a:lnTo>
                  <a:pt x="25" y="6061"/>
                </a:lnTo>
                <a:lnTo>
                  <a:pt x="1" y="6192"/>
                </a:lnTo>
                <a:lnTo>
                  <a:pt x="1" y="6513"/>
                </a:lnTo>
                <a:lnTo>
                  <a:pt x="25" y="6775"/>
                </a:lnTo>
                <a:lnTo>
                  <a:pt x="215" y="7251"/>
                </a:lnTo>
                <a:lnTo>
                  <a:pt x="572" y="7597"/>
                </a:lnTo>
                <a:lnTo>
                  <a:pt x="1037" y="7799"/>
                </a:lnTo>
                <a:lnTo>
                  <a:pt x="1299" y="7823"/>
                </a:lnTo>
                <a:lnTo>
                  <a:pt x="6835" y="7823"/>
                </a:lnTo>
                <a:lnTo>
                  <a:pt x="6966" y="7799"/>
                </a:lnTo>
                <a:lnTo>
                  <a:pt x="7145" y="7620"/>
                </a:lnTo>
                <a:lnTo>
                  <a:pt x="7169" y="7489"/>
                </a:lnTo>
                <a:lnTo>
                  <a:pt x="7145" y="7358"/>
                </a:lnTo>
                <a:lnTo>
                  <a:pt x="6966" y="7180"/>
                </a:lnTo>
                <a:lnTo>
                  <a:pt x="6835" y="7168"/>
                </a:lnTo>
                <a:lnTo>
                  <a:pt x="1299" y="7168"/>
                </a:lnTo>
                <a:lnTo>
                  <a:pt x="1168" y="7156"/>
                </a:lnTo>
                <a:lnTo>
                  <a:pt x="930" y="7061"/>
                </a:lnTo>
                <a:lnTo>
                  <a:pt x="763" y="6882"/>
                </a:lnTo>
                <a:lnTo>
                  <a:pt x="656" y="6644"/>
                </a:lnTo>
                <a:lnTo>
                  <a:pt x="656" y="6513"/>
                </a:lnTo>
                <a:lnTo>
                  <a:pt x="6835" y="6513"/>
                </a:lnTo>
                <a:lnTo>
                  <a:pt x="6966" y="6501"/>
                </a:lnTo>
                <a:lnTo>
                  <a:pt x="7145" y="6323"/>
                </a:lnTo>
                <a:lnTo>
                  <a:pt x="7169" y="6192"/>
                </a:lnTo>
                <a:lnTo>
                  <a:pt x="7145" y="6061"/>
                </a:lnTo>
                <a:lnTo>
                  <a:pt x="6966" y="5882"/>
                </a:lnTo>
                <a:lnTo>
                  <a:pt x="6835" y="5858"/>
                </a:lnTo>
                <a:lnTo>
                  <a:pt x="1954" y="5858"/>
                </a:lnTo>
                <a:lnTo>
                  <a:pt x="1954" y="1310"/>
                </a:lnTo>
                <a:lnTo>
                  <a:pt x="1965" y="1179"/>
                </a:lnTo>
                <a:lnTo>
                  <a:pt x="2061" y="941"/>
                </a:lnTo>
                <a:lnTo>
                  <a:pt x="2239" y="762"/>
                </a:lnTo>
                <a:lnTo>
                  <a:pt x="2477" y="667"/>
                </a:lnTo>
                <a:lnTo>
                  <a:pt x="2608" y="655"/>
                </a:lnTo>
                <a:lnTo>
                  <a:pt x="9121" y="655"/>
                </a:lnTo>
                <a:lnTo>
                  <a:pt x="9252" y="667"/>
                </a:lnTo>
                <a:lnTo>
                  <a:pt x="9479" y="762"/>
                </a:lnTo>
                <a:lnTo>
                  <a:pt x="9657" y="941"/>
                </a:lnTo>
                <a:lnTo>
                  <a:pt x="9764" y="1179"/>
                </a:lnTo>
                <a:lnTo>
                  <a:pt x="9764" y="1310"/>
                </a:lnTo>
                <a:lnTo>
                  <a:pt x="9764" y="1631"/>
                </a:lnTo>
                <a:lnTo>
                  <a:pt x="9788" y="1762"/>
                </a:lnTo>
                <a:lnTo>
                  <a:pt x="9955" y="1941"/>
                </a:lnTo>
                <a:lnTo>
                  <a:pt x="10074" y="1965"/>
                </a:lnTo>
                <a:lnTo>
                  <a:pt x="10193" y="1941"/>
                </a:lnTo>
                <a:lnTo>
                  <a:pt x="10395" y="1762"/>
                </a:lnTo>
                <a:lnTo>
                  <a:pt x="10419" y="1631"/>
                </a:lnTo>
                <a:lnTo>
                  <a:pt x="10419" y="1310"/>
                </a:lnTo>
                <a:lnTo>
                  <a:pt x="10395" y="1048"/>
                </a:lnTo>
                <a:lnTo>
                  <a:pt x="10205" y="572"/>
                </a:lnTo>
                <a:lnTo>
                  <a:pt x="9848" y="226"/>
                </a:lnTo>
                <a:lnTo>
                  <a:pt x="9383" y="24"/>
                </a:lnTo>
                <a:lnTo>
                  <a:pt x="9121" y="0"/>
                </a:lnTo>
                <a:close/>
                <a:moveTo>
                  <a:pt x="11848" y="3263"/>
                </a:moveTo>
                <a:lnTo>
                  <a:pt x="12086" y="3370"/>
                </a:lnTo>
                <a:lnTo>
                  <a:pt x="12265" y="3548"/>
                </a:lnTo>
                <a:lnTo>
                  <a:pt x="12360" y="3774"/>
                </a:lnTo>
                <a:lnTo>
                  <a:pt x="12372" y="3905"/>
                </a:lnTo>
                <a:lnTo>
                  <a:pt x="12372" y="9121"/>
                </a:lnTo>
                <a:lnTo>
                  <a:pt x="12360" y="9252"/>
                </a:lnTo>
                <a:lnTo>
                  <a:pt x="12265" y="9490"/>
                </a:lnTo>
                <a:lnTo>
                  <a:pt x="12086" y="9668"/>
                </a:lnTo>
                <a:lnTo>
                  <a:pt x="11848" y="9764"/>
                </a:lnTo>
                <a:lnTo>
                  <a:pt x="11717" y="9775"/>
                </a:lnTo>
                <a:lnTo>
                  <a:pt x="9121" y="9775"/>
                </a:lnTo>
                <a:lnTo>
                  <a:pt x="8979" y="9764"/>
                </a:lnTo>
                <a:lnTo>
                  <a:pt x="8752" y="9668"/>
                </a:lnTo>
                <a:lnTo>
                  <a:pt x="8574" y="9490"/>
                </a:lnTo>
                <a:lnTo>
                  <a:pt x="8478" y="9252"/>
                </a:lnTo>
                <a:lnTo>
                  <a:pt x="8467" y="9121"/>
                </a:lnTo>
                <a:lnTo>
                  <a:pt x="8467" y="3905"/>
                </a:lnTo>
                <a:lnTo>
                  <a:pt x="8478" y="3774"/>
                </a:lnTo>
                <a:lnTo>
                  <a:pt x="8574" y="3548"/>
                </a:lnTo>
                <a:lnTo>
                  <a:pt x="8752" y="3370"/>
                </a:lnTo>
                <a:lnTo>
                  <a:pt x="8979" y="3263"/>
                </a:lnTo>
                <a:close/>
                <a:moveTo>
                  <a:pt x="9121" y="2608"/>
                </a:moveTo>
                <a:lnTo>
                  <a:pt x="8848" y="2631"/>
                </a:lnTo>
                <a:lnTo>
                  <a:pt x="8383" y="2822"/>
                </a:lnTo>
                <a:lnTo>
                  <a:pt x="8026" y="3179"/>
                </a:lnTo>
                <a:lnTo>
                  <a:pt x="7836" y="3644"/>
                </a:lnTo>
                <a:lnTo>
                  <a:pt x="7812" y="3905"/>
                </a:lnTo>
                <a:lnTo>
                  <a:pt x="7812" y="9121"/>
                </a:lnTo>
                <a:lnTo>
                  <a:pt x="7836" y="9383"/>
                </a:lnTo>
                <a:lnTo>
                  <a:pt x="8026" y="9847"/>
                </a:lnTo>
                <a:lnTo>
                  <a:pt x="8383" y="10204"/>
                </a:lnTo>
                <a:lnTo>
                  <a:pt x="8848" y="10407"/>
                </a:lnTo>
                <a:lnTo>
                  <a:pt x="9121" y="10418"/>
                </a:lnTo>
                <a:lnTo>
                  <a:pt x="11717" y="10418"/>
                </a:lnTo>
                <a:lnTo>
                  <a:pt x="11991" y="10407"/>
                </a:lnTo>
                <a:lnTo>
                  <a:pt x="12455" y="10204"/>
                </a:lnTo>
                <a:lnTo>
                  <a:pt x="12813" y="9847"/>
                </a:lnTo>
                <a:lnTo>
                  <a:pt x="13003" y="9383"/>
                </a:lnTo>
                <a:lnTo>
                  <a:pt x="13027" y="9121"/>
                </a:lnTo>
                <a:lnTo>
                  <a:pt x="13027" y="3905"/>
                </a:lnTo>
                <a:lnTo>
                  <a:pt x="13003" y="3644"/>
                </a:lnTo>
                <a:lnTo>
                  <a:pt x="12813" y="3179"/>
                </a:lnTo>
                <a:lnTo>
                  <a:pt x="12455" y="2822"/>
                </a:lnTo>
                <a:lnTo>
                  <a:pt x="11991" y="2631"/>
                </a:lnTo>
                <a:lnTo>
                  <a:pt x="11717" y="2608"/>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4" name="Google Shape;2854;p172"/>
          <p:cNvSpPr/>
          <p:nvPr/>
        </p:nvSpPr>
        <p:spPr>
          <a:xfrm>
            <a:off x="4427266" y="8183082"/>
            <a:ext cx="344949" cy="551738"/>
          </a:xfrm>
          <a:custGeom>
            <a:rect b="b" l="l" r="r" t="t"/>
            <a:pathLst>
              <a:path extrusionOk="0" h="10419" w="6514">
                <a:moveTo>
                  <a:pt x="2608" y="8144"/>
                </a:moveTo>
                <a:lnTo>
                  <a:pt x="2477" y="8156"/>
                </a:lnTo>
                <a:lnTo>
                  <a:pt x="2299" y="8335"/>
                </a:lnTo>
                <a:lnTo>
                  <a:pt x="2275" y="8466"/>
                </a:lnTo>
                <a:lnTo>
                  <a:pt x="2299" y="8597"/>
                </a:lnTo>
                <a:lnTo>
                  <a:pt x="2477" y="8775"/>
                </a:lnTo>
                <a:lnTo>
                  <a:pt x="2608" y="8799"/>
                </a:lnTo>
                <a:lnTo>
                  <a:pt x="3906" y="8799"/>
                </a:lnTo>
                <a:lnTo>
                  <a:pt x="4037" y="8775"/>
                </a:lnTo>
                <a:lnTo>
                  <a:pt x="4216" y="8597"/>
                </a:lnTo>
                <a:lnTo>
                  <a:pt x="4228" y="8466"/>
                </a:lnTo>
                <a:lnTo>
                  <a:pt x="4216" y="8335"/>
                </a:lnTo>
                <a:lnTo>
                  <a:pt x="4037" y="8156"/>
                </a:lnTo>
                <a:lnTo>
                  <a:pt x="3906" y="8144"/>
                </a:lnTo>
                <a:close/>
                <a:moveTo>
                  <a:pt x="5204" y="655"/>
                </a:moveTo>
                <a:lnTo>
                  <a:pt x="5347" y="667"/>
                </a:lnTo>
                <a:lnTo>
                  <a:pt x="5573" y="762"/>
                </a:lnTo>
                <a:lnTo>
                  <a:pt x="5752" y="941"/>
                </a:lnTo>
                <a:lnTo>
                  <a:pt x="5847" y="1179"/>
                </a:lnTo>
                <a:lnTo>
                  <a:pt x="5859" y="1310"/>
                </a:lnTo>
                <a:lnTo>
                  <a:pt x="5859" y="9121"/>
                </a:lnTo>
                <a:lnTo>
                  <a:pt x="5847" y="9252"/>
                </a:lnTo>
                <a:lnTo>
                  <a:pt x="5752" y="9490"/>
                </a:lnTo>
                <a:lnTo>
                  <a:pt x="5573" y="9668"/>
                </a:lnTo>
                <a:lnTo>
                  <a:pt x="5335" y="9764"/>
                </a:lnTo>
                <a:lnTo>
                  <a:pt x="5204" y="9775"/>
                </a:lnTo>
                <a:lnTo>
                  <a:pt x="1298" y="9775"/>
                </a:lnTo>
                <a:lnTo>
                  <a:pt x="1168" y="9764"/>
                </a:lnTo>
                <a:lnTo>
                  <a:pt x="929" y="9668"/>
                </a:lnTo>
                <a:lnTo>
                  <a:pt x="763" y="9490"/>
                </a:lnTo>
                <a:lnTo>
                  <a:pt x="656" y="9252"/>
                </a:lnTo>
                <a:lnTo>
                  <a:pt x="656" y="9121"/>
                </a:lnTo>
                <a:lnTo>
                  <a:pt x="656" y="1310"/>
                </a:lnTo>
                <a:lnTo>
                  <a:pt x="656" y="1167"/>
                </a:lnTo>
                <a:lnTo>
                  <a:pt x="763" y="941"/>
                </a:lnTo>
                <a:lnTo>
                  <a:pt x="929" y="762"/>
                </a:lnTo>
                <a:lnTo>
                  <a:pt x="1168" y="667"/>
                </a:lnTo>
                <a:lnTo>
                  <a:pt x="1298" y="655"/>
                </a:lnTo>
                <a:close/>
                <a:moveTo>
                  <a:pt x="1298" y="0"/>
                </a:moveTo>
                <a:lnTo>
                  <a:pt x="1037" y="24"/>
                </a:lnTo>
                <a:lnTo>
                  <a:pt x="572" y="214"/>
                </a:lnTo>
                <a:lnTo>
                  <a:pt x="215" y="572"/>
                </a:lnTo>
                <a:lnTo>
                  <a:pt x="24" y="1036"/>
                </a:lnTo>
                <a:lnTo>
                  <a:pt x="1" y="1310"/>
                </a:lnTo>
                <a:lnTo>
                  <a:pt x="1" y="9121"/>
                </a:lnTo>
                <a:lnTo>
                  <a:pt x="24" y="9383"/>
                </a:lnTo>
                <a:lnTo>
                  <a:pt x="215" y="9847"/>
                </a:lnTo>
                <a:lnTo>
                  <a:pt x="572" y="10204"/>
                </a:lnTo>
                <a:lnTo>
                  <a:pt x="1037" y="10407"/>
                </a:lnTo>
                <a:lnTo>
                  <a:pt x="1298" y="10418"/>
                </a:lnTo>
                <a:lnTo>
                  <a:pt x="5216" y="10418"/>
                </a:lnTo>
                <a:lnTo>
                  <a:pt x="5478" y="10407"/>
                </a:lnTo>
                <a:lnTo>
                  <a:pt x="5942" y="10204"/>
                </a:lnTo>
                <a:lnTo>
                  <a:pt x="6299" y="9847"/>
                </a:lnTo>
                <a:lnTo>
                  <a:pt x="6490" y="9383"/>
                </a:lnTo>
                <a:lnTo>
                  <a:pt x="6514" y="9121"/>
                </a:lnTo>
                <a:lnTo>
                  <a:pt x="6514" y="1310"/>
                </a:lnTo>
                <a:lnTo>
                  <a:pt x="6490" y="1036"/>
                </a:lnTo>
                <a:lnTo>
                  <a:pt x="6299" y="572"/>
                </a:lnTo>
                <a:lnTo>
                  <a:pt x="5942" y="214"/>
                </a:lnTo>
                <a:lnTo>
                  <a:pt x="5478" y="24"/>
                </a:lnTo>
                <a:lnTo>
                  <a:pt x="5216"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5" name="Google Shape;2855;p172"/>
          <p:cNvSpPr/>
          <p:nvPr/>
        </p:nvSpPr>
        <p:spPr>
          <a:xfrm>
            <a:off x="6890004" y="8218059"/>
            <a:ext cx="689845" cy="481785"/>
          </a:xfrm>
          <a:custGeom>
            <a:rect b="b" l="l" r="r" t="t"/>
            <a:pathLst>
              <a:path extrusionOk="0" h="9098" w="13027">
                <a:moveTo>
                  <a:pt x="2596" y="1"/>
                </a:moveTo>
                <a:lnTo>
                  <a:pt x="2334" y="13"/>
                </a:lnTo>
                <a:lnTo>
                  <a:pt x="1870" y="215"/>
                </a:lnTo>
                <a:lnTo>
                  <a:pt x="1513" y="572"/>
                </a:lnTo>
                <a:lnTo>
                  <a:pt x="1322" y="1037"/>
                </a:lnTo>
                <a:lnTo>
                  <a:pt x="1299" y="1299"/>
                </a:lnTo>
                <a:lnTo>
                  <a:pt x="1299" y="6181"/>
                </a:lnTo>
                <a:lnTo>
                  <a:pt x="1310" y="6312"/>
                </a:lnTo>
                <a:lnTo>
                  <a:pt x="1489" y="6490"/>
                </a:lnTo>
                <a:lnTo>
                  <a:pt x="1620" y="6514"/>
                </a:lnTo>
                <a:lnTo>
                  <a:pt x="1751" y="6490"/>
                </a:lnTo>
                <a:lnTo>
                  <a:pt x="1930" y="6312"/>
                </a:lnTo>
                <a:lnTo>
                  <a:pt x="1942" y="6181"/>
                </a:lnTo>
                <a:lnTo>
                  <a:pt x="1942" y="1299"/>
                </a:lnTo>
                <a:lnTo>
                  <a:pt x="1953" y="1168"/>
                </a:lnTo>
                <a:lnTo>
                  <a:pt x="2061" y="930"/>
                </a:lnTo>
                <a:lnTo>
                  <a:pt x="2227" y="763"/>
                </a:lnTo>
                <a:lnTo>
                  <a:pt x="2465" y="656"/>
                </a:lnTo>
                <a:lnTo>
                  <a:pt x="10550" y="656"/>
                </a:lnTo>
                <a:lnTo>
                  <a:pt x="10776" y="763"/>
                </a:lnTo>
                <a:lnTo>
                  <a:pt x="10955" y="930"/>
                </a:lnTo>
                <a:lnTo>
                  <a:pt x="11050" y="1168"/>
                </a:lnTo>
                <a:lnTo>
                  <a:pt x="11062" y="1299"/>
                </a:lnTo>
                <a:lnTo>
                  <a:pt x="11062" y="6181"/>
                </a:lnTo>
                <a:lnTo>
                  <a:pt x="11086" y="6312"/>
                </a:lnTo>
                <a:lnTo>
                  <a:pt x="11265" y="6490"/>
                </a:lnTo>
                <a:lnTo>
                  <a:pt x="11395" y="6514"/>
                </a:lnTo>
                <a:lnTo>
                  <a:pt x="11526" y="6490"/>
                </a:lnTo>
                <a:lnTo>
                  <a:pt x="11693" y="6312"/>
                </a:lnTo>
                <a:lnTo>
                  <a:pt x="11717" y="6181"/>
                </a:lnTo>
                <a:lnTo>
                  <a:pt x="11717" y="1299"/>
                </a:lnTo>
                <a:lnTo>
                  <a:pt x="11693" y="1037"/>
                </a:lnTo>
                <a:lnTo>
                  <a:pt x="11503" y="572"/>
                </a:lnTo>
                <a:lnTo>
                  <a:pt x="11145" y="215"/>
                </a:lnTo>
                <a:lnTo>
                  <a:pt x="10681" y="13"/>
                </a:lnTo>
                <a:lnTo>
                  <a:pt x="10419" y="1"/>
                </a:lnTo>
                <a:close/>
                <a:moveTo>
                  <a:pt x="12372" y="7812"/>
                </a:moveTo>
                <a:lnTo>
                  <a:pt x="12360" y="7943"/>
                </a:lnTo>
                <a:lnTo>
                  <a:pt x="12265" y="8181"/>
                </a:lnTo>
                <a:lnTo>
                  <a:pt x="12086" y="8359"/>
                </a:lnTo>
                <a:lnTo>
                  <a:pt x="11848" y="8455"/>
                </a:lnTo>
                <a:lnTo>
                  <a:pt x="11717" y="8467"/>
                </a:lnTo>
                <a:lnTo>
                  <a:pt x="1299" y="8467"/>
                </a:lnTo>
                <a:lnTo>
                  <a:pt x="1168" y="8455"/>
                </a:lnTo>
                <a:lnTo>
                  <a:pt x="929" y="8359"/>
                </a:lnTo>
                <a:lnTo>
                  <a:pt x="751" y="8181"/>
                </a:lnTo>
                <a:lnTo>
                  <a:pt x="656" y="7943"/>
                </a:lnTo>
                <a:lnTo>
                  <a:pt x="644" y="7812"/>
                </a:lnTo>
                <a:close/>
                <a:moveTo>
                  <a:pt x="322" y="7145"/>
                </a:moveTo>
                <a:lnTo>
                  <a:pt x="191" y="7157"/>
                </a:lnTo>
                <a:lnTo>
                  <a:pt x="13" y="7335"/>
                </a:lnTo>
                <a:lnTo>
                  <a:pt x="1" y="7466"/>
                </a:lnTo>
                <a:lnTo>
                  <a:pt x="1" y="7800"/>
                </a:lnTo>
                <a:lnTo>
                  <a:pt x="13" y="8062"/>
                </a:lnTo>
                <a:lnTo>
                  <a:pt x="215" y="8526"/>
                </a:lnTo>
                <a:lnTo>
                  <a:pt x="572" y="8883"/>
                </a:lnTo>
                <a:lnTo>
                  <a:pt x="1037" y="9074"/>
                </a:lnTo>
                <a:lnTo>
                  <a:pt x="1299" y="9098"/>
                </a:lnTo>
                <a:lnTo>
                  <a:pt x="11717" y="9098"/>
                </a:lnTo>
                <a:lnTo>
                  <a:pt x="11979" y="9074"/>
                </a:lnTo>
                <a:lnTo>
                  <a:pt x="12455" y="8883"/>
                </a:lnTo>
                <a:lnTo>
                  <a:pt x="12800" y="8526"/>
                </a:lnTo>
                <a:lnTo>
                  <a:pt x="13003" y="8062"/>
                </a:lnTo>
                <a:lnTo>
                  <a:pt x="13027" y="7800"/>
                </a:lnTo>
                <a:lnTo>
                  <a:pt x="13027" y="7466"/>
                </a:lnTo>
                <a:lnTo>
                  <a:pt x="13003" y="7347"/>
                </a:lnTo>
                <a:lnTo>
                  <a:pt x="12824" y="7169"/>
                </a:lnTo>
                <a:lnTo>
                  <a:pt x="12693" y="7145"/>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6" name="Google Shape;2856;p172"/>
          <p:cNvSpPr/>
          <p:nvPr/>
        </p:nvSpPr>
        <p:spPr>
          <a:xfrm>
            <a:off x="16401851" y="3766765"/>
            <a:ext cx="621109" cy="551791"/>
          </a:xfrm>
          <a:custGeom>
            <a:rect b="b" l="l" r="r" t="t"/>
            <a:pathLst>
              <a:path extrusionOk="0" h="10420" w="11729">
                <a:moveTo>
                  <a:pt x="5537" y="1"/>
                </a:moveTo>
                <a:lnTo>
                  <a:pt x="5323" y="13"/>
                </a:lnTo>
                <a:lnTo>
                  <a:pt x="4930" y="84"/>
                </a:lnTo>
                <a:lnTo>
                  <a:pt x="4549" y="227"/>
                </a:lnTo>
                <a:lnTo>
                  <a:pt x="4216" y="429"/>
                </a:lnTo>
                <a:lnTo>
                  <a:pt x="3918" y="679"/>
                </a:lnTo>
                <a:lnTo>
                  <a:pt x="3668" y="989"/>
                </a:lnTo>
                <a:lnTo>
                  <a:pt x="3466" y="1322"/>
                </a:lnTo>
                <a:lnTo>
                  <a:pt x="3335" y="1703"/>
                </a:lnTo>
                <a:lnTo>
                  <a:pt x="3287" y="1906"/>
                </a:lnTo>
                <a:lnTo>
                  <a:pt x="3287" y="2037"/>
                </a:lnTo>
                <a:lnTo>
                  <a:pt x="3418" y="2239"/>
                </a:lnTo>
                <a:lnTo>
                  <a:pt x="3561" y="2275"/>
                </a:lnTo>
                <a:lnTo>
                  <a:pt x="3692" y="2287"/>
                </a:lnTo>
                <a:lnTo>
                  <a:pt x="3894" y="2132"/>
                </a:lnTo>
                <a:lnTo>
                  <a:pt x="3930" y="2013"/>
                </a:lnTo>
                <a:lnTo>
                  <a:pt x="4001" y="1727"/>
                </a:lnTo>
                <a:lnTo>
                  <a:pt x="4275" y="1239"/>
                </a:lnTo>
                <a:lnTo>
                  <a:pt x="4704" y="870"/>
                </a:lnTo>
                <a:lnTo>
                  <a:pt x="5240" y="679"/>
                </a:lnTo>
                <a:lnTo>
                  <a:pt x="5537" y="656"/>
                </a:lnTo>
                <a:lnTo>
                  <a:pt x="5799" y="667"/>
                </a:lnTo>
                <a:lnTo>
                  <a:pt x="6276" y="822"/>
                </a:lnTo>
                <a:lnTo>
                  <a:pt x="6680" y="1120"/>
                </a:lnTo>
                <a:lnTo>
                  <a:pt x="6978" y="1513"/>
                </a:lnTo>
                <a:lnTo>
                  <a:pt x="7073" y="1739"/>
                </a:lnTo>
                <a:lnTo>
                  <a:pt x="7133" y="1858"/>
                </a:lnTo>
                <a:lnTo>
                  <a:pt x="7359" y="1965"/>
                </a:lnTo>
                <a:lnTo>
                  <a:pt x="7490" y="1941"/>
                </a:lnTo>
                <a:lnTo>
                  <a:pt x="7609" y="1870"/>
                </a:lnTo>
                <a:lnTo>
                  <a:pt x="7716" y="1644"/>
                </a:lnTo>
                <a:lnTo>
                  <a:pt x="7693" y="1525"/>
                </a:lnTo>
                <a:lnTo>
                  <a:pt x="7550" y="1203"/>
                </a:lnTo>
                <a:lnTo>
                  <a:pt x="7145" y="644"/>
                </a:lnTo>
                <a:lnTo>
                  <a:pt x="6573" y="239"/>
                </a:lnTo>
                <a:lnTo>
                  <a:pt x="6085" y="60"/>
                </a:lnTo>
                <a:lnTo>
                  <a:pt x="5728" y="13"/>
                </a:lnTo>
                <a:lnTo>
                  <a:pt x="5537" y="1"/>
                </a:lnTo>
                <a:close/>
                <a:moveTo>
                  <a:pt x="8633" y="4882"/>
                </a:moveTo>
                <a:lnTo>
                  <a:pt x="8526" y="4894"/>
                </a:lnTo>
                <a:lnTo>
                  <a:pt x="8359" y="4966"/>
                </a:lnTo>
                <a:lnTo>
                  <a:pt x="8228" y="5097"/>
                </a:lnTo>
                <a:lnTo>
                  <a:pt x="8145" y="5275"/>
                </a:lnTo>
                <a:lnTo>
                  <a:pt x="8145" y="5371"/>
                </a:lnTo>
                <a:lnTo>
                  <a:pt x="8145" y="5478"/>
                </a:lnTo>
                <a:lnTo>
                  <a:pt x="8228" y="5644"/>
                </a:lnTo>
                <a:lnTo>
                  <a:pt x="8359" y="5787"/>
                </a:lnTo>
                <a:lnTo>
                  <a:pt x="8526" y="5859"/>
                </a:lnTo>
                <a:lnTo>
                  <a:pt x="8728" y="5859"/>
                </a:lnTo>
                <a:lnTo>
                  <a:pt x="8907" y="5787"/>
                </a:lnTo>
                <a:lnTo>
                  <a:pt x="9038" y="5644"/>
                </a:lnTo>
                <a:lnTo>
                  <a:pt x="9109" y="5478"/>
                </a:lnTo>
                <a:lnTo>
                  <a:pt x="9121" y="5371"/>
                </a:lnTo>
                <a:lnTo>
                  <a:pt x="9109" y="5275"/>
                </a:lnTo>
                <a:lnTo>
                  <a:pt x="9038" y="5097"/>
                </a:lnTo>
                <a:lnTo>
                  <a:pt x="8907" y="4966"/>
                </a:lnTo>
                <a:lnTo>
                  <a:pt x="8728" y="4894"/>
                </a:lnTo>
                <a:lnTo>
                  <a:pt x="8633" y="4882"/>
                </a:lnTo>
                <a:close/>
                <a:moveTo>
                  <a:pt x="9264" y="2608"/>
                </a:moveTo>
                <a:lnTo>
                  <a:pt x="9038" y="3525"/>
                </a:lnTo>
                <a:lnTo>
                  <a:pt x="9383" y="3775"/>
                </a:lnTo>
                <a:lnTo>
                  <a:pt x="9645" y="3989"/>
                </a:lnTo>
                <a:lnTo>
                  <a:pt x="10062" y="4513"/>
                </a:lnTo>
                <a:lnTo>
                  <a:pt x="10205" y="4823"/>
                </a:lnTo>
                <a:lnTo>
                  <a:pt x="10372" y="5216"/>
                </a:lnTo>
                <a:lnTo>
                  <a:pt x="11074" y="5216"/>
                </a:lnTo>
                <a:lnTo>
                  <a:pt x="11074" y="7168"/>
                </a:lnTo>
                <a:lnTo>
                  <a:pt x="10098" y="7168"/>
                </a:lnTo>
                <a:lnTo>
                  <a:pt x="9907" y="7430"/>
                </a:lnTo>
                <a:lnTo>
                  <a:pt x="9693" y="7680"/>
                </a:lnTo>
                <a:lnTo>
                  <a:pt x="9169" y="8097"/>
                </a:lnTo>
                <a:lnTo>
                  <a:pt x="8859" y="8252"/>
                </a:lnTo>
                <a:lnTo>
                  <a:pt x="8467" y="8419"/>
                </a:lnTo>
                <a:lnTo>
                  <a:pt x="8467" y="9443"/>
                </a:lnTo>
                <a:lnTo>
                  <a:pt x="8455" y="9574"/>
                </a:lnTo>
                <a:lnTo>
                  <a:pt x="8276" y="9752"/>
                </a:lnTo>
                <a:lnTo>
                  <a:pt x="8145" y="9776"/>
                </a:lnTo>
                <a:lnTo>
                  <a:pt x="7490" y="9776"/>
                </a:lnTo>
                <a:lnTo>
                  <a:pt x="7359" y="9752"/>
                </a:lnTo>
                <a:lnTo>
                  <a:pt x="7181" y="9574"/>
                </a:lnTo>
                <a:lnTo>
                  <a:pt x="7169" y="9443"/>
                </a:lnTo>
                <a:lnTo>
                  <a:pt x="7169" y="8466"/>
                </a:lnTo>
                <a:lnTo>
                  <a:pt x="4561" y="8466"/>
                </a:lnTo>
                <a:lnTo>
                  <a:pt x="4561" y="9443"/>
                </a:lnTo>
                <a:lnTo>
                  <a:pt x="4549" y="9574"/>
                </a:lnTo>
                <a:lnTo>
                  <a:pt x="4371" y="9752"/>
                </a:lnTo>
                <a:lnTo>
                  <a:pt x="4240" y="9776"/>
                </a:lnTo>
                <a:lnTo>
                  <a:pt x="3585" y="9776"/>
                </a:lnTo>
                <a:lnTo>
                  <a:pt x="3454" y="9752"/>
                </a:lnTo>
                <a:lnTo>
                  <a:pt x="3275" y="9574"/>
                </a:lnTo>
                <a:lnTo>
                  <a:pt x="3263" y="9443"/>
                </a:lnTo>
                <a:lnTo>
                  <a:pt x="3263" y="8145"/>
                </a:lnTo>
                <a:lnTo>
                  <a:pt x="3001" y="7942"/>
                </a:lnTo>
                <a:lnTo>
                  <a:pt x="2763" y="7764"/>
                </a:lnTo>
                <a:lnTo>
                  <a:pt x="2382" y="7311"/>
                </a:lnTo>
                <a:lnTo>
                  <a:pt x="2108" y="6776"/>
                </a:lnTo>
                <a:lnTo>
                  <a:pt x="1965" y="6180"/>
                </a:lnTo>
                <a:lnTo>
                  <a:pt x="1954" y="5859"/>
                </a:lnTo>
                <a:lnTo>
                  <a:pt x="1965" y="5597"/>
                </a:lnTo>
                <a:lnTo>
                  <a:pt x="2073" y="5085"/>
                </a:lnTo>
                <a:lnTo>
                  <a:pt x="2263" y="4620"/>
                </a:lnTo>
                <a:lnTo>
                  <a:pt x="2549" y="4204"/>
                </a:lnTo>
                <a:lnTo>
                  <a:pt x="2906" y="3847"/>
                </a:lnTo>
                <a:lnTo>
                  <a:pt x="3323" y="3573"/>
                </a:lnTo>
                <a:lnTo>
                  <a:pt x="3787" y="3370"/>
                </a:lnTo>
                <a:lnTo>
                  <a:pt x="4299" y="3263"/>
                </a:lnTo>
                <a:lnTo>
                  <a:pt x="7955" y="3263"/>
                </a:lnTo>
                <a:lnTo>
                  <a:pt x="8157" y="3037"/>
                </a:lnTo>
                <a:lnTo>
                  <a:pt x="8347" y="2858"/>
                </a:lnTo>
                <a:lnTo>
                  <a:pt x="8705" y="2680"/>
                </a:lnTo>
                <a:lnTo>
                  <a:pt x="8978" y="2620"/>
                </a:lnTo>
                <a:lnTo>
                  <a:pt x="9121" y="2608"/>
                </a:lnTo>
                <a:close/>
                <a:moveTo>
                  <a:pt x="9121" y="1953"/>
                </a:moveTo>
                <a:lnTo>
                  <a:pt x="8907" y="1965"/>
                </a:lnTo>
                <a:lnTo>
                  <a:pt x="8502" y="2049"/>
                </a:lnTo>
                <a:lnTo>
                  <a:pt x="8121" y="2227"/>
                </a:lnTo>
                <a:lnTo>
                  <a:pt x="7800" y="2465"/>
                </a:lnTo>
                <a:lnTo>
                  <a:pt x="7657" y="2608"/>
                </a:lnTo>
                <a:lnTo>
                  <a:pt x="4537" y="2608"/>
                </a:lnTo>
                <a:lnTo>
                  <a:pt x="4252" y="2620"/>
                </a:lnTo>
                <a:lnTo>
                  <a:pt x="3692" y="2715"/>
                </a:lnTo>
                <a:lnTo>
                  <a:pt x="3180" y="2906"/>
                </a:lnTo>
                <a:lnTo>
                  <a:pt x="2704" y="3180"/>
                </a:lnTo>
                <a:lnTo>
                  <a:pt x="2275" y="3525"/>
                </a:lnTo>
                <a:lnTo>
                  <a:pt x="1918" y="3942"/>
                </a:lnTo>
                <a:lnTo>
                  <a:pt x="1644" y="4418"/>
                </a:lnTo>
                <a:lnTo>
                  <a:pt x="1430" y="4930"/>
                </a:lnTo>
                <a:lnTo>
                  <a:pt x="1370" y="5216"/>
                </a:lnTo>
                <a:lnTo>
                  <a:pt x="1334" y="5216"/>
                </a:lnTo>
                <a:lnTo>
                  <a:pt x="1191" y="5204"/>
                </a:lnTo>
                <a:lnTo>
                  <a:pt x="941" y="5097"/>
                </a:lnTo>
                <a:lnTo>
                  <a:pt x="751" y="4918"/>
                </a:lnTo>
                <a:lnTo>
                  <a:pt x="644" y="4668"/>
                </a:lnTo>
                <a:lnTo>
                  <a:pt x="632" y="4537"/>
                </a:lnTo>
                <a:lnTo>
                  <a:pt x="656" y="4347"/>
                </a:lnTo>
                <a:lnTo>
                  <a:pt x="870" y="4025"/>
                </a:lnTo>
                <a:lnTo>
                  <a:pt x="1025" y="3918"/>
                </a:lnTo>
                <a:lnTo>
                  <a:pt x="1132" y="3882"/>
                </a:lnTo>
                <a:lnTo>
                  <a:pt x="1239" y="3799"/>
                </a:lnTo>
                <a:lnTo>
                  <a:pt x="1311" y="3561"/>
                </a:lnTo>
                <a:lnTo>
                  <a:pt x="1275" y="3442"/>
                </a:lnTo>
                <a:lnTo>
                  <a:pt x="1191" y="3335"/>
                </a:lnTo>
                <a:lnTo>
                  <a:pt x="953" y="3251"/>
                </a:lnTo>
                <a:lnTo>
                  <a:pt x="834" y="3299"/>
                </a:lnTo>
                <a:lnTo>
                  <a:pt x="739" y="3335"/>
                </a:lnTo>
                <a:lnTo>
                  <a:pt x="572" y="3430"/>
                </a:lnTo>
                <a:lnTo>
                  <a:pt x="298" y="3680"/>
                </a:lnTo>
                <a:lnTo>
                  <a:pt x="108" y="3989"/>
                </a:lnTo>
                <a:lnTo>
                  <a:pt x="13" y="4347"/>
                </a:lnTo>
                <a:lnTo>
                  <a:pt x="1" y="4537"/>
                </a:lnTo>
                <a:lnTo>
                  <a:pt x="25" y="4799"/>
                </a:lnTo>
                <a:lnTo>
                  <a:pt x="215" y="5275"/>
                </a:lnTo>
                <a:lnTo>
                  <a:pt x="572" y="5633"/>
                </a:lnTo>
                <a:lnTo>
                  <a:pt x="1037" y="5835"/>
                </a:lnTo>
                <a:lnTo>
                  <a:pt x="1299" y="5859"/>
                </a:lnTo>
                <a:lnTo>
                  <a:pt x="1322" y="6264"/>
                </a:lnTo>
                <a:lnTo>
                  <a:pt x="1501" y="7002"/>
                </a:lnTo>
                <a:lnTo>
                  <a:pt x="1846" y="7669"/>
                </a:lnTo>
                <a:lnTo>
                  <a:pt x="2323" y="8228"/>
                </a:lnTo>
                <a:lnTo>
                  <a:pt x="2608" y="8466"/>
                </a:lnTo>
                <a:lnTo>
                  <a:pt x="2608" y="9443"/>
                </a:lnTo>
                <a:lnTo>
                  <a:pt x="2620" y="9645"/>
                </a:lnTo>
                <a:lnTo>
                  <a:pt x="2763" y="9990"/>
                </a:lnTo>
                <a:lnTo>
                  <a:pt x="3037" y="10264"/>
                </a:lnTo>
                <a:lnTo>
                  <a:pt x="3382" y="10407"/>
                </a:lnTo>
                <a:lnTo>
                  <a:pt x="3585" y="10419"/>
                </a:lnTo>
                <a:lnTo>
                  <a:pt x="4240" y="10419"/>
                </a:lnTo>
                <a:lnTo>
                  <a:pt x="4430" y="10407"/>
                </a:lnTo>
                <a:lnTo>
                  <a:pt x="4787" y="10264"/>
                </a:lnTo>
                <a:lnTo>
                  <a:pt x="5049" y="9990"/>
                </a:lnTo>
                <a:lnTo>
                  <a:pt x="5192" y="9645"/>
                </a:lnTo>
                <a:lnTo>
                  <a:pt x="5216" y="9443"/>
                </a:lnTo>
                <a:lnTo>
                  <a:pt x="5216" y="9121"/>
                </a:lnTo>
                <a:lnTo>
                  <a:pt x="6514" y="9121"/>
                </a:lnTo>
                <a:lnTo>
                  <a:pt x="6514" y="9443"/>
                </a:lnTo>
                <a:lnTo>
                  <a:pt x="6526" y="9645"/>
                </a:lnTo>
                <a:lnTo>
                  <a:pt x="6680" y="9990"/>
                </a:lnTo>
                <a:lnTo>
                  <a:pt x="6942" y="10264"/>
                </a:lnTo>
                <a:lnTo>
                  <a:pt x="7288" y="10407"/>
                </a:lnTo>
                <a:lnTo>
                  <a:pt x="7490" y="10419"/>
                </a:lnTo>
                <a:lnTo>
                  <a:pt x="8145" y="10419"/>
                </a:lnTo>
                <a:lnTo>
                  <a:pt x="8336" y="10407"/>
                </a:lnTo>
                <a:lnTo>
                  <a:pt x="8693" y="10264"/>
                </a:lnTo>
                <a:lnTo>
                  <a:pt x="8955" y="9990"/>
                </a:lnTo>
                <a:lnTo>
                  <a:pt x="9109" y="9645"/>
                </a:lnTo>
                <a:lnTo>
                  <a:pt x="9121" y="9443"/>
                </a:lnTo>
                <a:lnTo>
                  <a:pt x="9121" y="8847"/>
                </a:lnTo>
                <a:lnTo>
                  <a:pt x="9312" y="8752"/>
                </a:lnTo>
                <a:lnTo>
                  <a:pt x="9669" y="8538"/>
                </a:lnTo>
                <a:lnTo>
                  <a:pt x="10157" y="8133"/>
                </a:lnTo>
                <a:lnTo>
                  <a:pt x="10419" y="7811"/>
                </a:lnTo>
                <a:lnTo>
                  <a:pt x="11205" y="7811"/>
                </a:lnTo>
                <a:lnTo>
                  <a:pt x="11443" y="7704"/>
                </a:lnTo>
                <a:lnTo>
                  <a:pt x="11622" y="7526"/>
                </a:lnTo>
                <a:lnTo>
                  <a:pt x="11717" y="7299"/>
                </a:lnTo>
                <a:lnTo>
                  <a:pt x="11729" y="7168"/>
                </a:lnTo>
                <a:lnTo>
                  <a:pt x="11729" y="5216"/>
                </a:lnTo>
                <a:lnTo>
                  <a:pt x="11717" y="5073"/>
                </a:lnTo>
                <a:lnTo>
                  <a:pt x="11622" y="4847"/>
                </a:lnTo>
                <a:lnTo>
                  <a:pt x="11443" y="4668"/>
                </a:lnTo>
                <a:lnTo>
                  <a:pt x="11205" y="4573"/>
                </a:lnTo>
                <a:lnTo>
                  <a:pt x="11074" y="4561"/>
                </a:lnTo>
                <a:lnTo>
                  <a:pt x="10800" y="4561"/>
                </a:lnTo>
                <a:lnTo>
                  <a:pt x="10610" y="4180"/>
                </a:lnTo>
                <a:lnTo>
                  <a:pt x="10086" y="3513"/>
                </a:lnTo>
                <a:lnTo>
                  <a:pt x="9764" y="3239"/>
                </a:lnTo>
                <a:lnTo>
                  <a:pt x="9943" y="2561"/>
                </a:lnTo>
                <a:lnTo>
                  <a:pt x="9967" y="2442"/>
                </a:lnTo>
                <a:lnTo>
                  <a:pt x="9919" y="2239"/>
                </a:lnTo>
                <a:lnTo>
                  <a:pt x="9788" y="2060"/>
                </a:lnTo>
                <a:lnTo>
                  <a:pt x="9586" y="1965"/>
                </a:lnTo>
                <a:lnTo>
                  <a:pt x="9467" y="1953"/>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7" name="Google Shape;2857;p172"/>
          <p:cNvSpPr/>
          <p:nvPr/>
        </p:nvSpPr>
        <p:spPr>
          <a:xfrm>
            <a:off x="4289186" y="5373030"/>
            <a:ext cx="621109" cy="413684"/>
          </a:xfrm>
          <a:custGeom>
            <a:rect b="b" l="l" r="r" t="t"/>
            <a:pathLst>
              <a:path extrusionOk="0" h="7812" w="11729">
                <a:moveTo>
                  <a:pt x="10419" y="643"/>
                </a:moveTo>
                <a:lnTo>
                  <a:pt x="10549" y="655"/>
                </a:lnTo>
                <a:lnTo>
                  <a:pt x="10788" y="750"/>
                </a:lnTo>
                <a:lnTo>
                  <a:pt x="10966" y="929"/>
                </a:lnTo>
                <a:lnTo>
                  <a:pt x="11061" y="1167"/>
                </a:lnTo>
                <a:lnTo>
                  <a:pt x="11073" y="1298"/>
                </a:lnTo>
                <a:lnTo>
                  <a:pt x="11073" y="1941"/>
                </a:lnTo>
                <a:lnTo>
                  <a:pt x="10811" y="1929"/>
                </a:lnTo>
                <a:lnTo>
                  <a:pt x="10335" y="1727"/>
                </a:lnTo>
                <a:lnTo>
                  <a:pt x="9990" y="1382"/>
                </a:lnTo>
                <a:lnTo>
                  <a:pt x="9787" y="905"/>
                </a:lnTo>
                <a:lnTo>
                  <a:pt x="9776" y="643"/>
                </a:lnTo>
                <a:close/>
                <a:moveTo>
                  <a:pt x="1953" y="643"/>
                </a:moveTo>
                <a:lnTo>
                  <a:pt x="1941" y="917"/>
                </a:lnTo>
                <a:lnTo>
                  <a:pt x="1738" y="1382"/>
                </a:lnTo>
                <a:lnTo>
                  <a:pt x="1381" y="1727"/>
                </a:lnTo>
                <a:lnTo>
                  <a:pt x="917" y="1929"/>
                </a:lnTo>
                <a:lnTo>
                  <a:pt x="655" y="1953"/>
                </a:lnTo>
                <a:lnTo>
                  <a:pt x="655" y="1298"/>
                </a:lnTo>
                <a:lnTo>
                  <a:pt x="667" y="1167"/>
                </a:lnTo>
                <a:lnTo>
                  <a:pt x="762" y="929"/>
                </a:lnTo>
                <a:lnTo>
                  <a:pt x="941" y="750"/>
                </a:lnTo>
                <a:lnTo>
                  <a:pt x="1167" y="655"/>
                </a:lnTo>
                <a:lnTo>
                  <a:pt x="1310" y="643"/>
                </a:lnTo>
                <a:close/>
                <a:moveTo>
                  <a:pt x="5870" y="2596"/>
                </a:moveTo>
                <a:lnTo>
                  <a:pt x="6132" y="2620"/>
                </a:lnTo>
                <a:lnTo>
                  <a:pt x="6596" y="2810"/>
                </a:lnTo>
                <a:lnTo>
                  <a:pt x="6954" y="3168"/>
                </a:lnTo>
                <a:lnTo>
                  <a:pt x="7144" y="3632"/>
                </a:lnTo>
                <a:lnTo>
                  <a:pt x="7168" y="3906"/>
                </a:lnTo>
                <a:lnTo>
                  <a:pt x="7144" y="4168"/>
                </a:lnTo>
                <a:lnTo>
                  <a:pt x="6954" y="4632"/>
                </a:lnTo>
                <a:lnTo>
                  <a:pt x="6596" y="4989"/>
                </a:lnTo>
                <a:lnTo>
                  <a:pt x="6132" y="5180"/>
                </a:lnTo>
                <a:lnTo>
                  <a:pt x="5870" y="5204"/>
                </a:lnTo>
                <a:lnTo>
                  <a:pt x="5596" y="5180"/>
                </a:lnTo>
                <a:lnTo>
                  <a:pt x="5132" y="4989"/>
                </a:lnTo>
                <a:lnTo>
                  <a:pt x="4775" y="4632"/>
                </a:lnTo>
                <a:lnTo>
                  <a:pt x="4584" y="4168"/>
                </a:lnTo>
                <a:lnTo>
                  <a:pt x="4560" y="3906"/>
                </a:lnTo>
                <a:lnTo>
                  <a:pt x="4584" y="3632"/>
                </a:lnTo>
                <a:lnTo>
                  <a:pt x="4775" y="3168"/>
                </a:lnTo>
                <a:lnTo>
                  <a:pt x="5132" y="2810"/>
                </a:lnTo>
                <a:lnTo>
                  <a:pt x="5596" y="2620"/>
                </a:lnTo>
                <a:lnTo>
                  <a:pt x="5870" y="2596"/>
                </a:lnTo>
                <a:close/>
                <a:moveTo>
                  <a:pt x="5656" y="1953"/>
                </a:moveTo>
                <a:lnTo>
                  <a:pt x="5275" y="2036"/>
                </a:lnTo>
                <a:lnTo>
                  <a:pt x="4930" y="2179"/>
                </a:lnTo>
                <a:lnTo>
                  <a:pt x="4608" y="2394"/>
                </a:lnTo>
                <a:lnTo>
                  <a:pt x="4346" y="2656"/>
                </a:lnTo>
                <a:lnTo>
                  <a:pt x="4144" y="2965"/>
                </a:lnTo>
                <a:lnTo>
                  <a:pt x="4001" y="3322"/>
                </a:lnTo>
                <a:lnTo>
                  <a:pt x="3917" y="3703"/>
                </a:lnTo>
                <a:lnTo>
                  <a:pt x="3917" y="3906"/>
                </a:lnTo>
                <a:lnTo>
                  <a:pt x="3917" y="4096"/>
                </a:lnTo>
                <a:lnTo>
                  <a:pt x="4001" y="4477"/>
                </a:lnTo>
                <a:lnTo>
                  <a:pt x="4144" y="4835"/>
                </a:lnTo>
                <a:lnTo>
                  <a:pt x="4358" y="5144"/>
                </a:lnTo>
                <a:lnTo>
                  <a:pt x="4620" y="5406"/>
                </a:lnTo>
                <a:lnTo>
                  <a:pt x="4930" y="5620"/>
                </a:lnTo>
                <a:lnTo>
                  <a:pt x="5287" y="5763"/>
                </a:lnTo>
                <a:lnTo>
                  <a:pt x="5668" y="5847"/>
                </a:lnTo>
                <a:lnTo>
                  <a:pt x="5870" y="5858"/>
                </a:lnTo>
                <a:lnTo>
                  <a:pt x="6061" y="5847"/>
                </a:lnTo>
                <a:lnTo>
                  <a:pt x="6442" y="5775"/>
                </a:lnTo>
                <a:lnTo>
                  <a:pt x="6799" y="5620"/>
                </a:lnTo>
                <a:lnTo>
                  <a:pt x="7108" y="5406"/>
                </a:lnTo>
                <a:lnTo>
                  <a:pt x="7370" y="5144"/>
                </a:lnTo>
                <a:lnTo>
                  <a:pt x="7585" y="4835"/>
                </a:lnTo>
                <a:lnTo>
                  <a:pt x="7728" y="4489"/>
                </a:lnTo>
                <a:lnTo>
                  <a:pt x="7811" y="4096"/>
                </a:lnTo>
                <a:lnTo>
                  <a:pt x="7823" y="3906"/>
                </a:lnTo>
                <a:lnTo>
                  <a:pt x="7811" y="3703"/>
                </a:lnTo>
                <a:lnTo>
                  <a:pt x="7728" y="3310"/>
                </a:lnTo>
                <a:lnTo>
                  <a:pt x="7585" y="2965"/>
                </a:lnTo>
                <a:lnTo>
                  <a:pt x="7382" y="2656"/>
                </a:lnTo>
                <a:lnTo>
                  <a:pt x="7120" y="2382"/>
                </a:lnTo>
                <a:lnTo>
                  <a:pt x="6799" y="2179"/>
                </a:lnTo>
                <a:lnTo>
                  <a:pt x="6454" y="2036"/>
                </a:lnTo>
                <a:lnTo>
                  <a:pt x="6073" y="1953"/>
                </a:lnTo>
                <a:close/>
                <a:moveTo>
                  <a:pt x="655" y="5858"/>
                </a:moveTo>
                <a:lnTo>
                  <a:pt x="917" y="5870"/>
                </a:lnTo>
                <a:lnTo>
                  <a:pt x="1393" y="6073"/>
                </a:lnTo>
                <a:lnTo>
                  <a:pt x="1738" y="6430"/>
                </a:lnTo>
                <a:lnTo>
                  <a:pt x="1941" y="6894"/>
                </a:lnTo>
                <a:lnTo>
                  <a:pt x="1953" y="7156"/>
                </a:lnTo>
                <a:lnTo>
                  <a:pt x="1310" y="7156"/>
                </a:lnTo>
                <a:lnTo>
                  <a:pt x="1179" y="7144"/>
                </a:lnTo>
                <a:lnTo>
                  <a:pt x="941" y="7049"/>
                </a:lnTo>
                <a:lnTo>
                  <a:pt x="762" y="6871"/>
                </a:lnTo>
                <a:lnTo>
                  <a:pt x="667" y="6644"/>
                </a:lnTo>
                <a:lnTo>
                  <a:pt x="655" y="6501"/>
                </a:lnTo>
                <a:lnTo>
                  <a:pt x="655" y="5858"/>
                </a:lnTo>
                <a:close/>
                <a:moveTo>
                  <a:pt x="9121" y="643"/>
                </a:moveTo>
                <a:lnTo>
                  <a:pt x="9121" y="846"/>
                </a:lnTo>
                <a:lnTo>
                  <a:pt x="9204" y="1227"/>
                </a:lnTo>
                <a:lnTo>
                  <a:pt x="9347" y="1572"/>
                </a:lnTo>
                <a:lnTo>
                  <a:pt x="9561" y="1894"/>
                </a:lnTo>
                <a:lnTo>
                  <a:pt x="9823" y="2155"/>
                </a:lnTo>
                <a:lnTo>
                  <a:pt x="10133" y="2370"/>
                </a:lnTo>
                <a:lnTo>
                  <a:pt x="10478" y="2513"/>
                </a:lnTo>
                <a:lnTo>
                  <a:pt x="10871" y="2596"/>
                </a:lnTo>
                <a:lnTo>
                  <a:pt x="11073" y="2596"/>
                </a:lnTo>
                <a:lnTo>
                  <a:pt x="11073" y="5204"/>
                </a:lnTo>
                <a:lnTo>
                  <a:pt x="10871" y="5204"/>
                </a:lnTo>
                <a:lnTo>
                  <a:pt x="10478" y="5287"/>
                </a:lnTo>
                <a:lnTo>
                  <a:pt x="10133" y="5430"/>
                </a:lnTo>
                <a:lnTo>
                  <a:pt x="9823" y="5644"/>
                </a:lnTo>
                <a:lnTo>
                  <a:pt x="9561" y="5906"/>
                </a:lnTo>
                <a:lnTo>
                  <a:pt x="9347" y="6216"/>
                </a:lnTo>
                <a:lnTo>
                  <a:pt x="9204" y="6561"/>
                </a:lnTo>
                <a:lnTo>
                  <a:pt x="9121" y="6954"/>
                </a:lnTo>
                <a:lnTo>
                  <a:pt x="9121" y="7156"/>
                </a:lnTo>
                <a:lnTo>
                  <a:pt x="2608" y="7156"/>
                </a:lnTo>
                <a:lnTo>
                  <a:pt x="2596" y="6954"/>
                </a:lnTo>
                <a:lnTo>
                  <a:pt x="2524" y="6561"/>
                </a:lnTo>
                <a:lnTo>
                  <a:pt x="2370" y="6216"/>
                </a:lnTo>
                <a:lnTo>
                  <a:pt x="2167" y="5906"/>
                </a:lnTo>
                <a:lnTo>
                  <a:pt x="1905" y="5644"/>
                </a:lnTo>
                <a:lnTo>
                  <a:pt x="1584" y="5430"/>
                </a:lnTo>
                <a:lnTo>
                  <a:pt x="1238" y="5287"/>
                </a:lnTo>
                <a:lnTo>
                  <a:pt x="857" y="5204"/>
                </a:lnTo>
                <a:lnTo>
                  <a:pt x="655" y="5204"/>
                </a:lnTo>
                <a:lnTo>
                  <a:pt x="655" y="2596"/>
                </a:lnTo>
                <a:lnTo>
                  <a:pt x="857" y="2596"/>
                </a:lnTo>
                <a:lnTo>
                  <a:pt x="1238" y="2513"/>
                </a:lnTo>
                <a:lnTo>
                  <a:pt x="1584" y="2370"/>
                </a:lnTo>
                <a:lnTo>
                  <a:pt x="1893" y="2155"/>
                </a:lnTo>
                <a:lnTo>
                  <a:pt x="2167" y="1894"/>
                </a:lnTo>
                <a:lnTo>
                  <a:pt x="2370" y="1572"/>
                </a:lnTo>
                <a:lnTo>
                  <a:pt x="2524" y="1227"/>
                </a:lnTo>
                <a:lnTo>
                  <a:pt x="2596" y="846"/>
                </a:lnTo>
                <a:lnTo>
                  <a:pt x="2608" y="643"/>
                </a:lnTo>
                <a:close/>
                <a:moveTo>
                  <a:pt x="11073" y="5858"/>
                </a:moveTo>
                <a:lnTo>
                  <a:pt x="11073" y="6501"/>
                </a:lnTo>
                <a:lnTo>
                  <a:pt x="11061" y="6632"/>
                </a:lnTo>
                <a:lnTo>
                  <a:pt x="10966" y="6871"/>
                </a:lnTo>
                <a:lnTo>
                  <a:pt x="10788" y="7049"/>
                </a:lnTo>
                <a:lnTo>
                  <a:pt x="10561" y="7144"/>
                </a:lnTo>
                <a:lnTo>
                  <a:pt x="10419" y="7156"/>
                </a:lnTo>
                <a:lnTo>
                  <a:pt x="9776" y="7156"/>
                </a:lnTo>
                <a:lnTo>
                  <a:pt x="9787" y="6894"/>
                </a:lnTo>
                <a:lnTo>
                  <a:pt x="9990" y="6418"/>
                </a:lnTo>
                <a:lnTo>
                  <a:pt x="10335" y="6073"/>
                </a:lnTo>
                <a:lnTo>
                  <a:pt x="10811" y="5870"/>
                </a:lnTo>
                <a:lnTo>
                  <a:pt x="11073" y="5858"/>
                </a:lnTo>
                <a:close/>
                <a:moveTo>
                  <a:pt x="1310" y="0"/>
                </a:moveTo>
                <a:lnTo>
                  <a:pt x="1036" y="12"/>
                </a:lnTo>
                <a:lnTo>
                  <a:pt x="572" y="215"/>
                </a:lnTo>
                <a:lnTo>
                  <a:pt x="214" y="560"/>
                </a:lnTo>
                <a:lnTo>
                  <a:pt x="24" y="1036"/>
                </a:lnTo>
                <a:lnTo>
                  <a:pt x="0" y="1298"/>
                </a:lnTo>
                <a:lnTo>
                  <a:pt x="0" y="6501"/>
                </a:lnTo>
                <a:lnTo>
                  <a:pt x="24" y="6775"/>
                </a:lnTo>
                <a:lnTo>
                  <a:pt x="214" y="7240"/>
                </a:lnTo>
                <a:lnTo>
                  <a:pt x="572" y="7597"/>
                </a:lnTo>
                <a:lnTo>
                  <a:pt x="1036" y="7787"/>
                </a:lnTo>
                <a:lnTo>
                  <a:pt x="1310" y="7811"/>
                </a:lnTo>
                <a:lnTo>
                  <a:pt x="10419" y="7811"/>
                </a:lnTo>
                <a:lnTo>
                  <a:pt x="10692" y="7787"/>
                </a:lnTo>
                <a:lnTo>
                  <a:pt x="11157" y="7597"/>
                </a:lnTo>
                <a:lnTo>
                  <a:pt x="11502" y="7240"/>
                </a:lnTo>
                <a:lnTo>
                  <a:pt x="11704" y="6775"/>
                </a:lnTo>
                <a:lnTo>
                  <a:pt x="11728" y="6501"/>
                </a:lnTo>
                <a:lnTo>
                  <a:pt x="11728" y="1298"/>
                </a:lnTo>
                <a:lnTo>
                  <a:pt x="11704" y="1036"/>
                </a:lnTo>
                <a:lnTo>
                  <a:pt x="11502" y="560"/>
                </a:lnTo>
                <a:lnTo>
                  <a:pt x="11157" y="215"/>
                </a:lnTo>
                <a:lnTo>
                  <a:pt x="10692" y="12"/>
                </a:lnTo>
                <a:lnTo>
                  <a:pt x="10419"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8" name="Google Shape;2858;p172"/>
          <p:cNvSpPr/>
          <p:nvPr/>
        </p:nvSpPr>
        <p:spPr>
          <a:xfrm>
            <a:off x="1284260" y="5303976"/>
            <a:ext cx="483056" cy="551791"/>
          </a:xfrm>
          <a:custGeom>
            <a:rect b="b" l="l" r="r" t="t"/>
            <a:pathLst>
              <a:path extrusionOk="0" h="10420" w="9122">
                <a:moveTo>
                  <a:pt x="5597" y="667"/>
                </a:moveTo>
                <a:lnTo>
                  <a:pt x="5692" y="798"/>
                </a:lnTo>
                <a:lnTo>
                  <a:pt x="5954" y="1358"/>
                </a:lnTo>
                <a:lnTo>
                  <a:pt x="6145" y="2013"/>
                </a:lnTo>
                <a:lnTo>
                  <a:pt x="6252" y="2465"/>
                </a:lnTo>
                <a:lnTo>
                  <a:pt x="5895" y="2525"/>
                </a:lnTo>
                <a:lnTo>
                  <a:pt x="5061" y="2596"/>
                </a:lnTo>
                <a:lnTo>
                  <a:pt x="4561" y="2608"/>
                </a:lnTo>
                <a:lnTo>
                  <a:pt x="4061" y="2596"/>
                </a:lnTo>
                <a:lnTo>
                  <a:pt x="3227" y="2525"/>
                </a:lnTo>
                <a:lnTo>
                  <a:pt x="2873" y="2454"/>
                </a:lnTo>
                <a:lnTo>
                  <a:pt x="2873" y="2454"/>
                </a:lnTo>
                <a:lnTo>
                  <a:pt x="2977" y="2013"/>
                </a:lnTo>
                <a:lnTo>
                  <a:pt x="3180" y="1346"/>
                </a:lnTo>
                <a:lnTo>
                  <a:pt x="3430" y="786"/>
                </a:lnTo>
                <a:lnTo>
                  <a:pt x="3525" y="667"/>
                </a:lnTo>
                <a:lnTo>
                  <a:pt x="3561" y="691"/>
                </a:lnTo>
                <a:lnTo>
                  <a:pt x="3608" y="739"/>
                </a:lnTo>
                <a:lnTo>
                  <a:pt x="3823" y="906"/>
                </a:lnTo>
                <a:lnTo>
                  <a:pt x="4311" y="1084"/>
                </a:lnTo>
                <a:lnTo>
                  <a:pt x="4811" y="1084"/>
                </a:lnTo>
                <a:lnTo>
                  <a:pt x="5299" y="906"/>
                </a:lnTo>
                <a:lnTo>
                  <a:pt x="5514" y="739"/>
                </a:lnTo>
                <a:lnTo>
                  <a:pt x="5561" y="691"/>
                </a:lnTo>
                <a:lnTo>
                  <a:pt x="5597" y="667"/>
                </a:lnTo>
                <a:close/>
                <a:moveTo>
                  <a:pt x="3478" y="1"/>
                </a:moveTo>
                <a:lnTo>
                  <a:pt x="3370" y="13"/>
                </a:lnTo>
                <a:lnTo>
                  <a:pt x="3156" y="120"/>
                </a:lnTo>
                <a:lnTo>
                  <a:pt x="2882" y="429"/>
                </a:lnTo>
                <a:lnTo>
                  <a:pt x="2573" y="1084"/>
                </a:lnTo>
                <a:lnTo>
                  <a:pt x="2334" y="1882"/>
                </a:lnTo>
                <a:lnTo>
                  <a:pt x="2239" y="2311"/>
                </a:lnTo>
                <a:lnTo>
                  <a:pt x="1751" y="2132"/>
                </a:lnTo>
                <a:lnTo>
                  <a:pt x="1251" y="1846"/>
                </a:lnTo>
                <a:lnTo>
                  <a:pt x="1203" y="1810"/>
                </a:lnTo>
                <a:lnTo>
                  <a:pt x="1108" y="1727"/>
                </a:lnTo>
                <a:lnTo>
                  <a:pt x="858" y="1727"/>
                </a:lnTo>
                <a:lnTo>
                  <a:pt x="751" y="1810"/>
                </a:lnTo>
                <a:lnTo>
                  <a:pt x="668" y="1918"/>
                </a:lnTo>
                <a:lnTo>
                  <a:pt x="668" y="2168"/>
                </a:lnTo>
                <a:lnTo>
                  <a:pt x="751" y="2263"/>
                </a:lnTo>
                <a:lnTo>
                  <a:pt x="798" y="2311"/>
                </a:lnTo>
                <a:lnTo>
                  <a:pt x="1215" y="2596"/>
                </a:lnTo>
                <a:lnTo>
                  <a:pt x="1858" y="2870"/>
                </a:lnTo>
                <a:lnTo>
                  <a:pt x="2442" y="3037"/>
                </a:lnTo>
                <a:lnTo>
                  <a:pt x="3168" y="3168"/>
                </a:lnTo>
                <a:lnTo>
                  <a:pt x="4049" y="3251"/>
                </a:lnTo>
                <a:lnTo>
                  <a:pt x="4561" y="3263"/>
                </a:lnTo>
                <a:lnTo>
                  <a:pt x="5073" y="3251"/>
                </a:lnTo>
                <a:lnTo>
                  <a:pt x="5954" y="3168"/>
                </a:lnTo>
                <a:lnTo>
                  <a:pt x="6680" y="3037"/>
                </a:lnTo>
                <a:lnTo>
                  <a:pt x="7264" y="2870"/>
                </a:lnTo>
                <a:lnTo>
                  <a:pt x="7907" y="2596"/>
                </a:lnTo>
                <a:lnTo>
                  <a:pt x="8324" y="2311"/>
                </a:lnTo>
                <a:lnTo>
                  <a:pt x="8371" y="2263"/>
                </a:lnTo>
                <a:lnTo>
                  <a:pt x="8455" y="2168"/>
                </a:lnTo>
                <a:lnTo>
                  <a:pt x="8455" y="1918"/>
                </a:lnTo>
                <a:lnTo>
                  <a:pt x="8371" y="1810"/>
                </a:lnTo>
                <a:lnTo>
                  <a:pt x="8264" y="1727"/>
                </a:lnTo>
                <a:lnTo>
                  <a:pt x="8026" y="1727"/>
                </a:lnTo>
                <a:lnTo>
                  <a:pt x="7919" y="1799"/>
                </a:lnTo>
                <a:lnTo>
                  <a:pt x="7871" y="1846"/>
                </a:lnTo>
                <a:lnTo>
                  <a:pt x="7371" y="2132"/>
                </a:lnTo>
                <a:lnTo>
                  <a:pt x="6883" y="2299"/>
                </a:lnTo>
                <a:lnTo>
                  <a:pt x="6788" y="1882"/>
                </a:lnTo>
                <a:lnTo>
                  <a:pt x="6549" y="1084"/>
                </a:lnTo>
                <a:lnTo>
                  <a:pt x="6240" y="429"/>
                </a:lnTo>
                <a:lnTo>
                  <a:pt x="5966" y="120"/>
                </a:lnTo>
                <a:lnTo>
                  <a:pt x="5752" y="13"/>
                </a:lnTo>
                <a:lnTo>
                  <a:pt x="5645" y="1"/>
                </a:lnTo>
                <a:lnTo>
                  <a:pt x="5502" y="13"/>
                </a:lnTo>
                <a:lnTo>
                  <a:pt x="5228" y="132"/>
                </a:lnTo>
                <a:lnTo>
                  <a:pt x="5085" y="239"/>
                </a:lnTo>
                <a:lnTo>
                  <a:pt x="4966" y="334"/>
                </a:lnTo>
                <a:lnTo>
                  <a:pt x="4704" y="441"/>
                </a:lnTo>
                <a:lnTo>
                  <a:pt x="4418" y="429"/>
                </a:lnTo>
                <a:lnTo>
                  <a:pt x="4156" y="334"/>
                </a:lnTo>
                <a:lnTo>
                  <a:pt x="4037" y="239"/>
                </a:lnTo>
                <a:lnTo>
                  <a:pt x="3894" y="132"/>
                </a:lnTo>
                <a:lnTo>
                  <a:pt x="3620" y="13"/>
                </a:lnTo>
                <a:lnTo>
                  <a:pt x="3478" y="1"/>
                </a:lnTo>
                <a:close/>
                <a:moveTo>
                  <a:pt x="3906" y="7168"/>
                </a:moveTo>
                <a:lnTo>
                  <a:pt x="3775" y="7180"/>
                </a:lnTo>
                <a:lnTo>
                  <a:pt x="3597" y="7359"/>
                </a:lnTo>
                <a:lnTo>
                  <a:pt x="3585" y="7490"/>
                </a:lnTo>
                <a:lnTo>
                  <a:pt x="3597" y="7621"/>
                </a:lnTo>
                <a:lnTo>
                  <a:pt x="3775" y="7800"/>
                </a:lnTo>
                <a:lnTo>
                  <a:pt x="3906" y="7811"/>
                </a:lnTo>
                <a:lnTo>
                  <a:pt x="4240" y="7811"/>
                </a:lnTo>
                <a:lnTo>
                  <a:pt x="4240" y="10098"/>
                </a:lnTo>
                <a:lnTo>
                  <a:pt x="4251" y="10229"/>
                </a:lnTo>
                <a:lnTo>
                  <a:pt x="4430" y="10407"/>
                </a:lnTo>
                <a:lnTo>
                  <a:pt x="4561" y="10419"/>
                </a:lnTo>
                <a:lnTo>
                  <a:pt x="4692" y="10407"/>
                </a:lnTo>
                <a:lnTo>
                  <a:pt x="4871" y="10229"/>
                </a:lnTo>
                <a:lnTo>
                  <a:pt x="4883" y="10098"/>
                </a:lnTo>
                <a:lnTo>
                  <a:pt x="4883" y="7811"/>
                </a:lnTo>
                <a:lnTo>
                  <a:pt x="5216" y="7811"/>
                </a:lnTo>
                <a:lnTo>
                  <a:pt x="5335" y="7800"/>
                </a:lnTo>
                <a:lnTo>
                  <a:pt x="5514" y="7621"/>
                </a:lnTo>
                <a:lnTo>
                  <a:pt x="5537" y="7490"/>
                </a:lnTo>
                <a:lnTo>
                  <a:pt x="5514" y="7359"/>
                </a:lnTo>
                <a:lnTo>
                  <a:pt x="5335" y="7180"/>
                </a:lnTo>
                <a:lnTo>
                  <a:pt x="5216" y="7168"/>
                </a:lnTo>
                <a:close/>
                <a:moveTo>
                  <a:pt x="2287" y="3585"/>
                </a:moveTo>
                <a:lnTo>
                  <a:pt x="2156" y="3608"/>
                </a:lnTo>
                <a:lnTo>
                  <a:pt x="1977" y="3775"/>
                </a:lnTo>
                <a:lnTo>
                  <a:pt x="1953" y="3906"/>
                </a:lnTo>
                <a:lnTo>
                  <a:pt x="1977" y="4239"/>
                </a:lnTo>
                <a:lnTo>
                  <a:pt x="2049" y="4561"/>
                </a:lnTo>
                <a:lnTo>
                  <a:pt x="656" y="4561"/>
                </a:lnTo>
                <a:lnTo>
                  <a:pt x="572" y="4573"/>
                </a:lnTo>
                <a:lnTo>
                  <a:pt x="429" y="4644"/>
                </a:lnTo>
                <a:lnTo>
                  <a:pt x="382" y="4716"/>
                </a:lnTo>
                <a:lnTo>
                  <a:pt x="346" y="4787"/>
                </a:lnTo>
                <a:lnTo>
                  <a:pt x="334" y="4954"/>
                </a:lnTo>
                <a:lnTo>
                  <a:pt x="358" y="5037"/>
                </a:lnTo>
                <a:lnTo>
                  <a:pt x="1239" y="6776"/>
                </a:lnTo>
                <a:lnTo>
                  <a:pt x="1025" y="6990"/>
                </a:lnTo>
                <a:lnTo>
                  <a:pt x="787" y="7240"/>
                </a:lnTo>
                <a:lnTo>
                  <a:pt x="406" y="7811"/>
                </a:lnTo>
                <a:lnTo>
                  <a:pt x="144" y="8431"/>
                </a:lnTo>
                <a:lnTo>
                  <a:pt x="13" y="9097"/>
                </a:lnTo>
                <a:lnTo>
                  <a:pt x="1" y="9443"/>
                </a:lnTo>
                <a:lnTo>
                  <a:pt x="13" y="9645"/>
                </a:lnTo>
                <a:lnTo>
                  <a:pt x="167" y="9990"/>
                </a:lnTo>
                <a:lnTo>
                  <a:pt x="429" y="10264"/>
                </a:lnTo>
                <a:lnTo>
                  <a:pt x="787" y="10407"/>
                </a:lnTo>
                <a:lnTo>
                  <a:pt x="977" y="10419"/>
                </a:lnTo>
                <a:lnTo>
                  <a:pt x="3656" y="10419"/>
                </a:lnTo>
                <a:lnTo>
                  <a:pt x="3799" y="10348"/>
                </a:lnTo>
                <a:lnTo>
                  <a:pt x="3847" y="10288"/>
                </a:lnTo>
                <a:lnTo>
                  <a:pt x="3882" y="10229"/>
                </a:lnTo>
                <a:lnTo>
                  <a:pt x="3918" y="10086"/>
                </a:lnTo>
                <a:lnTo>
                  <a:pt x="3894" y="10002"/>
                </a:lnTo>
                <a:lnTo>
                  <a:pt x="3239" y="7728"/>
                </a:lnTo>
                <a:lnTo>
                  <a:pt x="3192" y="7609"/>
                </a:lnTo>
                <a:lnTo>
                  <a:pt x="2977" y="7490"/>
                </a:lnTo>
                <a:lnTo>
                  <a:pt x="2846" y="7502"/>
                </a:lnTo>
                <a:lnTo>
                  <a:pt x="2727" y="7561"/>
                </a:lnTo>
                <a:lnTo>
                  <a:pt x="2596" y="7776"/>
                </a:lnTo>
                <a:lnTo>
                  <a:pt x="2620" y="7907"/>
                </a:lnTo>
                <a:lnTo>
                  <a:pt x="3156" y="9776"/>
                </a:lnTo>
                <a:lnTo>
                  <a:pt x="977" y="9776"/>
                </a:lnTo>
                <a:lnTo>
                  <a:pt x="846" y="9752"/>
                </a:lnTo>
                <a:lnTo>
                  <a:pt x="668" y="9574"/>
                </a:lnTo>
                <a:lnTo>
                  <a:pt x="656" y="9443"/>
                </a:lnTo>
                <a:lnTo>
                  <a:pt x="668" y="9169"/>
                </a:lnTo>
                <a:lnTo>
                  <a:pt x="775" y="8621"/>
                </a:lnTo>
                <a:lnTo>
                  <a:pt x="977" y="8121"/>
                </a:lnTo>
                <a:lnTo>
                  <a:pt x="1287" y="7657"/>
                </a:lnTo>
                <a:lnTo>
                  <a:pt x="1477" y="7454"/>
                </a:lnTo>
                <a:lnTo>
                  <a:pt x="1858" y="7073"/>
                </a:lnTo>
                <a:lnTo>
                  <a:pt x="1930" y="6990"/>
                </a:lnTo>
                <a:lnTo>
                  <a:pt x="1953" y="6787"/>
                </a:lnTo>
                <a:lnTo>
                  <a:pt x="1918" y="6692"/>
                </a:lnTo>
                <a:lnTo>
                  <a:pt x="1180" y="5216"/>
                </a:lnTo>
                <a:lnTo>
                  <a:pt x="2287" y="5216"/>
                </a:lnTo>
                <a:lnTo>
                  <a:pt x="2299" y="5204"/>
                </a:lnTo>
                <a:lnTo>
                  <a:pt x="2311" y="5204"/>
                </a:lnTo>
                <a:lnTo>
                  <a:pt x="2501" y="5490"/>
                </a:lnTo>
                <a:lnTo>
                  <a:pt x="2966" y="5966"/>
                </a:lnTo>
                <a:lnTo>
                  <a:pt x="3537" y="6311"/>
                </a:lnTo>
                <a:lnTo>
                  <a:pt x="4192" y="6502"/>
                </a:lnTo>
                <a:lnTo>
                  <a:pt x="4537" y="6514"/>
                </a:lnTo>
                <a:lnTo>
                  <a:pt x="4894" y="6502"/>
                </a:lnTo>
                <a:lnTo>
                  <a:pt x="5549" y="6311"/>
                </a:lnTo>
                <a:lnTo>
                  <a:pt x="6133" y="5966"/>
                </a:lnTo>
                <a:lnTo>
                  <a:pt x="6609" y="5490"/>
                </a:lnTo>
                <a:lnTo>
                  <a:pt x="6788" y="5204"/>
                </a:lnTo>
                <a:lnTo>
                  <a:pt x="6823" y="5204"/>
                </a:lnTo>
                <a:lnTo>
                  <a:pt x="6835" y="5216"/>
                </a:lnTo>
                <a:lnTo>
                  <a:pt x="7943" y="5216"/>
                </a:lnTo>
                <a:lnTo>
                  <a:pt x="7204" y="6692"/>
                </a:lnTo>
                <a:lnTo>
                  <a:pt x="7169" y="6787"/>
                </a:lnTo>
                <a:lnTo>
                  <a:pt x="7192" y="6990"/>
                </a:lnTo>
                <a:lnTo>
                  <a:pt x="7264" y="7073"/>
                </a:lnTo>
                <a:lnTo>
                  <a:pt x="7645" y="7454"/>
                </a:lnTo>
                <a:lnTo>
                  <a:pt x="7835" y="7657"/>
                </a:lnTo>
                <a:lnTo>
                  <a:pt x="8145" y="8109"/>
                </a:lnTo>
                <a:lnTo>
                  <a:pt x="8347" y="8621"/>
                </a:lnTo>
                <a:lnTo>
                  <a:pt x="8455" y="9169"/>
                </a:lnTo>
                <a:lnTo>
                  <a:pt x="8466" y="9443"/>
                </a:lnTo>
                <a:lnTo>
                  <a:pt x="8455" y="9574"/>
                </a:lnTo>
                <a:lnTo>
                  <a:pt x="8276" y="9752"/>
                </a:lnTo>
                <a:lnTo>
                  <a:pt x="8145" y="9776"/>
                </a:lnTo>
                <a:lnTo>
                  <a:pt x="5966" y="9776"/>
                </a:lnTo>
                <a:lnTo>
                  <a:pt x="6502" y="7907"/>
                </a:lnTo>
                <a:lnTo>
                  <a:pt x="6526" y="7776"/>
                </a:lnTo>
                <a:lnTo>
                  <a:pt x="6395" y="7561"/>
                </a:lnTo>
                <a:lnTo>
                  <a:pt x="6276" y="7502"/>
                </a:lnTo>
                <a:lnTo>
                  <a:pt x="6145" y="7490"/>
                </a:lnTo>
                <a:lnTo>
                  <a:pt x="5930" y="7609"/>
                </a:lnTo>
                <a:lnTo>
                  <a:pt x="5883" y="7728"/>
                </a:lnTo>
                <a:lnTo>
                  <a:pt x="5228" y="10002"/>
                </a:lnTo>
                <a:lnTo>
                  <a:pt x="5204" y="10086"/>
                </a:lnTo>
                <a:lnTo>
                  <a:pt x="5240" y="10229"/>
                </a:lnTo>
                <a:lnTo>
                  <a:pt x="5275" y="10288"/>
                </a:lnTo>
                <a:lnTo>
                  <a:pt x="5323" y="10348"/>
                </a:lnTo>
                <a:lnTo>
                  <a:pt x="5454" y="10419"/>
                </a:lnTo>
                <a:lnTo>
                  <a:pt x="8145" y="10419"/>
                </a:lnTo>
                <a:lnTo>
                  <a:pt x="8335" y="10407"/>
                </a:lnTo>
                <a:lnTo>
                  <a:pt x="8693" y="10264"/>
                </a:lnTo>
                <a:lnTo>
                  <a:pt x="8955" y="9990"/>
                </a:lnTo>
                <a:lnTo>
                  <a:pt x="9109" y="9645"/>
                </a:lnTo>
                <a:lnTo>
                  <a:pt x="9121" y="9443"/>
                </a:lnTo>
                <a:lnTo>
                  <a:pt x="9109" y="9097"/>
                </a:lnTo>
                <a:lnTo>
                  <a:pt x="8978" y="8431"/>
                </a:lnTo>
                <a:lnTo>
                  <a:pt x="8716" y="7811"/>
                </a:lnTo>
                <a:lnTo>
                  <a:pt x="8335" y="7240"/>
                </a:lnTo>
                <a:lnTo>
                  <a:pt x="8097" y="6990"/>
                </a:lnTo>
                <a:lnTo>
                  <a:pt x="7883" y="6776"/>
                </a:lnTo>
                <a:lnTo>
                  <a:pt x="8752" y="5037"/>
                </a:lnTo>
                <a:lnTo>
                  <a:pt x="8788" y="4954"/>
                </a:lnTo>
                <a:lnTo>
                  <a:pt x="8788" y="4787"/>
                </a:lnTo>
                <a:lnTo>
                  <a:pt x="8740" y="4716"/>
                </a:lnTo>
                <a:lnTo>
                  <a:pt x="8693" y="4644"/>
                </a:lnTo>
                <a:lnTo>
                  <a:pt x="8550" y="4573"/>
                </a:lnTo>
                <a:lnTo>
                  <a:pt x="8466" y="4561"/>
                </a:lnTo>
                <a:lnTo>
                  <a:pt x="7073" y="4561"/>
                </a:lnTo>
                <a:lnTo>
                  <a:pt x="7145" y="4239"/>
                </a:lnTo>
                <a:lnTo>
                  <a:pt x="7169" y="3906"/>
                </a:lnTo>
                <a:lnTo>
                  <a:pt x="7145" y="3775"/>
                </a:lnTo>
                <a:lnTo>
                  <a:pt x="6978" y="3608"/>
                </a:lnTo>
                <a:lnTo>
                  <a:pt x="6859" y="3585"/>
                </a:lnTo>
                <a:lnTo>
                  <a:pt x="6728" y="3608"/>
                </a:lnTo>
                <a:lnTo>
                  <a:pt x="6538" y="3775"/>
                </a:lnTo>
                <a:lnTo>
                  <a:pt x="6514" y="3906"/>
                </a:lnTo>
                <a:lnTo>
                  <a:pt x="6502" y="4108"/>
                </a:lnTo>
                <a:lnTo>
                  <a:pt x="6430" y="4489"/>
                </a:lnTo>
                <a:lnTo>
                  <a:pt x="6276" y="4847"/>
                </a:lnTo>
                <a:lnTo>
                  <a:pt x="6073" y="5156"/>
                </a:lnTo>
                <a:lnTo>
                  <a:pt x="5799" y="5418"/>
                </a:lnTo>
                <a:lnTo>
                  <a:pt x="5490" y="5633"/>
                </a:lnTo>
                <a:lnTo>
                  <a:pt x="5144" y="5775"/>
                </a:lnTo>
                <a:lnTo>
                  <a:pt x="4763" y="5859"/>
                </a:lnTo>
                <a:lnTo>
                  <a:pt x="4359" y="5859"/>
                </a:lnTo>
                <a:lnTo>
                  <a:pt x="3978" y="5775"/>
                </a:lnTo>
                <a:lnTo>
                  <a:pt x="3632" y="5633"/>
                </a:lnTo>
                <a:lnTo>
                  <a:pt x="3323" y="5418"/>
                </a:lnTo>
                <a:lnTo>
                  <a:pt x="3049" y="5156"/>
                </a:lnTo>
                <a:lnTo>
                  <a:pt x="2846" y="4847"/>
                </a:lnTo>
                <a:lnTo>
                  <a:pt x="2692" y="4489"/>
                </a:lnTo>
                <a:lnTo>
                  <a:pt x="2620" y="4108"/>
                </a:lnTo>
                <a:lnTo>
                  <a:pt x="2608" y="3906"/>
                </a:lnTo>
                <a:lnTo>
                  <a:pt x="2584" y="3775"/>
                </a:lnTo>
                <a:lnTo>
                  <a:pt x="2418" y="3608"/>
                </a:lnTo>
                <a:lnTo>
                  <a:pt x="2287" y="3585"/>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59" name="Google Shape;2859;p172"/>
          <p:cNvSpPr/>
          <p:nvPr/>
        </p:nvSpPr>
        <p:spPr>
          <a:xfrm>
            <a:off x="5660230" y="5303976"/>
            <a:ext cx="482420" cy="551791"/>
          </a:xfrm>
          <a:custGeom>
            <a:rect b="b" l="l" r="r" t="t"/>
            <a:pathLst>
              <a:path extrusionOk="0" h="10420" w="9110">
                <a:moveTo>
                  <a:pt x="1620" y="656"/>
                </a:moveTo>
                <a:lnTo>
                  <a:pt x="1823" y="667"/>
                </a:lnTo>
                <a:lnTo>
                  <a:pt x="2168" y="810"/>
                </a:lnTo>
                <a:lnTo>
                  <a:pt x="2442" y="1084"/>
                </a:lnTo>
                <a:lnTo>
                  <a:pt x="2585" y="1429"/>
                </a:lnTo>
                <a:lnTo>
                  <a:pt x="2597" y="1632"/>
                </a:lnTo>
                <a:lnTo>
                  <a:pt x="2585" y="1834"/>
                </a:lnTo>
                <a:lnTo>
                  <a:pt x="2442" y="2180"/>
                </a:lnTo>
                <a:lnTo>
                  <a:pt x="2168" y="2442"/>
                </a:lnTo>
                <a:lnTo>
                  <a:pt x="1823" y="2596"/>
                </a:lnTo>
                <a:lnTo>
                  <a:pt x="1620" y="2608"/>
                </a:lnTo>
                <a:lnTo>
                  <a:pt x="1418" y="2596"/>
                </a:lnTo>
                <a:lnTo>
                  <a:pt x="1073" y="2442"/>
                </a:lnTo>
                <a:lnTo>
                  <a:pt x="811" y="2180"/>
                </a:lnTo>
                <a:lnTo>
                  <a:pt x="656" y="1834"/>
                </a:lnTo>
                <a:lnTo>
                  <a:pt x="644" y="1632"/>
                </a:lnTo>
                <a:lnTo>
                  <a:pt x="656" y="1429"/>
                </a:lnTo>
                <a:lnTo>
                  <a:pt x="811" y="1084"/>
                </a:lnTo>
                <a:lnTo>
                  <a:pt x="1073" y="810"/>
                </a:lnTo>
                <a:lnTo>
                  <a:pt x="1418" y="667"/>
                </a:lnTo>
                <a:lnTo>
                  <a:pt x="1620" y="656"/>
                </a:lnTo>
                <a:close/>
                <a:moveTo>
                  <a:pt x="7478" y="656"/>
                </a:moveTo>
                <a:lnTo>
                  <a:pt x="7681" y="667"/>
                </a:lnTo>
                <a:lnTo>
                  <a:pt x="8038" y="810"/>
                </a:lnTo>
                <a:lnTo>
                  <a:pt x="8300" y="1084"/>
                </a:lnTo>
                <a:lnTo>
                  <a:pt x="8443" y="1429"/>
                </a:lnTo>
                <a:lnTo>
                  <a:pt x="8455" y="1632"/>
                </a:lnTo>
                <a:lnTo>
                  <a:pt x="8443" y="1834"/>
                </a:lnTo>
                <a:lnTo>
                  <a:pt x="8300" y="2180"/>
                </a:lnTo>
                <a:lnTo>
                  <a:pt x="8038" y="2442"/>
                </a:lnTo>
                <a:lnTo>
                  <a:pt x="7681" y="2596"/>
                </a:lnTo>
                <a:lnTo>
                  <a:pt x="7478" y="2608"/>
                </a:lnTo>
                <a:lnTo>
                  <a:pt x="7288" y="2596"/>
                </a:lnTo>
                <a:lnTo>
                  <a:pt x="6931" y="2442"/>
                </a:lnTo>
                <a:lnTo>
                  <a:pt x="6669" y="2180"/>
                </a:lnTo>
                <a:lnTo>
                  <a:pt x="6526" y="1834"/>
                </a:lnTo>
                <a:lnTo>
                  <a:pt x="6502" y="1632"/>
                </a:lnTo>
                <a:lnTo>
                  <a:pt x="6526" y="1429"/>
                </a:lnTo>
                <a:lnTo>
                  <a:pt x="6669" y="1084"/>
                </a:lnTo>
                <a:lnTo>
                  <a:pt x="6931" y="810"/>
                </a:lnTo>
                <a:lnTo>
                  <a:pt x="7288" y="667"/>
                </a:lnTo>
                <a:lnTo>
                  <a:pt x="7478" y="656"/>
                </a:lnTo>
                <a:close/>
                <a:moveTo>
                  <a:pt x="1620" y="7811"/>
                </a:moveTo>
                <a:lnTo>
                  <a:pt x="1823" y="7835"/>
                </a:lnTo>
                <a:lnTo>
                  <a:pt x="2168" y="7978"/>
                </a:lnTo>
                <a:lnTo>
                  <a:pt x="2442" y="8240"/>
                </a:lnTo>
                <a:lnTo>
                  <a:pt x="2585" y="8597"/>
                </a:lnTo>
                <a:lnTo>
                  <a:pt x="2597" y="8788"/>
                </a:lnTo>
                <a:lnTo>
                  <a:pt x="2585" y="8990"/>
                </a:lnTo>
                <a:lnTo>
                  <a:pt x="2442" y="9347"/>
                </a:lnTo>
                <a:lnTo>
                  <a:pt x="2168" y="9609"/>
                </a:lnTo>
                <a:lnTo>
                  <a:pt x="1823" y="9752"/>
                </a:lnTo>
                <a:lnTo>
                  <a:pt x="1620" y="9764"/>
                </a:lnTo>
                <a:lnTo>
                  <a:pt x="1418" y="9752"/>
                </a:lnTo>
                <a:lnTo>
                  <a:pt x="1073" y="9609"/>
                </a:lnTo>
                <a:lnTo>
                  <a:pt x="811" y="9347"/>
                </a:lnTo>
                <a:lnTo>
                  <a:pt x="656" y="8990"/>
                </a:lnTo>
                <a:lnTo>
                  <a:pt x="644" y="8788"/>
                </a:lnTo>
                <a:lnTo>
                  <a:pt x="656" y="8597"/>
                </a:lnTo>
                <a:lnTo>
                  <a:pt x="811" y="8240"/>
                </a:lnTo>
                <a:lnTo>
                  <a:pt x="1073" y="7978"/>
                </a:lnTo>
                <a:lnTo>
                  <a:pt x="1418" y="7835"/>
                </a:lnTo>
                <a:lnTo>
                  <a:pt x="1620" y="7811"/>
                </a:lnTo>
                <a:close/>
                <a:moveTo>
                  <a:pt x="1620" y="1"/>
                </a:moveTo>
                <a:lnTo>
                  <a:pt x="1454" y="13"/>
                </a:lnTo>
                <a:lnTo>
                  <a:pt x="1144" y="72"/>
                </a:lnTo>
                <a:lnTo>
                  <a:pt x="846" y="191"/>
                </a:lnTo>
                <a:lnTo>
                  <a:pt x="584" y="370"/>
                </a:lnTo>
                <a:lnTo>
                  <a:pt x="370" y="596"/>
                </a:lnTo>
                <a:lnTo>
                  <a:pt x="191" y="858"/>
                </a:lnTo>
                <a:lnTo>
                  <a:pt x="60" y="1144"/>
                </a:lnTo>
                <a:lnTo>
                  <a:pt x="1" y="1465"/>
                </a:lnTo>
                <a:lnTo>
                  <a:pt x="1" y="1632"/>
                </a:lnTo>
                <a:lnTo>
                  <a:pt x="13" y="1918"/>
                </a:lnTo>
                <a:lnTo>
                  <a:pt x="203" y="2442"/>
                </a:lnTo>
                <a:lnTo>
                  <a:pt x="549" y="2858"/>
                </a:lnTo>
                <a:lnTo>
                  <a:pt x="1025" y="3144"/>
                </a:lnTo>
                <a:lnTo>
                  <a:pt x="1299" y="3227"/>
                </a:lnTo>
                <a:lnTo>
                  <a:pt x="1299" y="7204"/>
                </a:lnTo>
                <a:lnTo>
                  <a:pt x="1025" y="7276"/>
                </a:lnTo>
                <a:lnTo>
                  <a:pt x="549" y="7561"/>
                </a:lnTo>
                <a:lnTo>
                  <a:pt x="203" y="7978"/>
                </a:lnTo>
                <a:lnTo>
                  <a:pt x="13" y="8502"/>
                </a:lnTo>
                <a:lnTo>
                  <a:pt x="1" y="8800"/>
                </a:lnTo>
                <a:lnTo>
                  <a:pt x="1" y="8966"/>
                </a:lnTo>
                <a:lnTo>
                  <a:pt x="60" y="9276"/>
                </a:lnTo>
                <a:lnTo>
                  <a:pt x="191" y="9574"/>
                </a:lnTo>
                <a:lnTo>
                  <a:pt x="370" y="9836"/>
                </a:lnTo>
                <a:lnTo>
                  <a:pt x="584" y="10050"/>
                </a:lnTo>
                <a:lnTo>
                  <a:pt x="846" y="10229"/>
                </a:lnTo>
                <a:lnTo>
                  <a:pt x="1132" y="10348"/>
                </a:lnTo>
                <a:lnTo>
                  <a:pt x="1454" y="10419"/>
                </a:lnTo>
                <a:lnTo>
                  <a:pt x="1787" y="10419"/>
                </a:lnTo>
                <a:lnTo>
                  <a:pt x="2108" y="10348"/>
                </a:lnTo>
                <a:lnTo>
                  <a:pt x="2406" y="10229"/>
                </a:lnTo>
                <a:lnTo>
                  <a:pt x="2656" y="10050"/>
                </a:lnTo>
                <a:lnTo>
                  <a:pt x="2882" y="9836"/>
                </a:lnTo>
                <a:lnTo>
                  <a:pt x="3061" y="9574"/>
                </a:lnTo>
                <a:lnTo>
                  <a:pt x="3180" y="9276"/>
                </a:lnTo>
                <a:lnTo>
                  <a:pt x="3251" y="8966"/>
                </a:lnTo>
                <a:lnTo>
                  <a:pt x="3251" y="8800"/>
                </a:lnTo>
                <a:lnTo>
                  <a:pt x="3240" y="8502"/>
                </a:lnTo>
                <a:lnTo>
                  <a:pt x="3037" y="7978"/>
                </a:lnTo>
                <a:lnTo>
                  <a:pt x="2692" y="7561"/>
                </a:lnTo>
                <a:lnTo>
                  <a:pt x="2227" y="7276"/>
                </a:lnTo>
                <a:lnTo>
                  <a:pt x="1954" y="7204"/>
                </a:lnTo>
                <a:lnTo>
                  <a:pt x="1954" y="7168"/>
                </a:lnTo>
                <a:lnTo>
                  <a:pt x="1954" y="7002"/>
                </a:lnTo>
                <a:lnTo>
                  <a:pt x="2025" y="6680"/>
                </a:lnTo>
                <a:lnTo>
                  <a:pt x="2144" y="6383"/>
                </a:lnTo>
                <a:lnTo>
                  <a:pt x="2323" y="6133"/>
                </a:lnTo>
                <a:lnTo>
                  <a:pt x="2537" y="5906"/>
                </a:lnTo>
                <a:lnTo>
                  <a:pt x="2799" y="5728"/>
                </a:lnTo>
                <a:lnTo>
                  <a:pt x="3097" y="5609"/>
                </a:lnTo>
                <a:lnTo>
                  <a:pt x="3406" y="5537"/>
                </a:lnTo>
                <a:lnTo>
                  <a:pt x="5526" y="5537"/>
                </a:lnTo>
                <a:lnTo>
                  <a:pt x="5764" y="5525"/>
                </a:lnTo>
                <a:lnTo>
                  <a:pt x="6204" y="5442"/>
                </a:lnTo>
                <a:lnTo>
                  <a:pt x="6621" y="5263"/>
                </a:lnTo>
                <a:lnTo>
                  <a:pt x="6978" y="5025"/>
                </a:lnTo>
                <a:lnTo>
                  <a:pt x="7288" y="4716"/>
                </a:lnTo>
                <a:lnTo>
                  <a:pt x="7538" y="4347"/>
                </a:lnTo>
                <a:lnTo>
                  <a:pt x="7705" y="3942"/>
                </a:lnTo>
                <a:lnTo>
                  <a:pt x="7800" y="3489"/>
                </a:lnTo>
                <a:lnTo>
                  <a:pt x="7812" y="3263"/>
                </a:lnTo>
                <a:lnTo>
                  <a:pt x="7812" y="3227"/>
                </a:lnTo>
                <a:lnTo>
                  <a:pt x="8086" y="3144"/>
                </a:lnTo>
                <a:lnTo>
                  <a:pt x="8550" y="2858"/>
                </a:lnTo>
                <a:lnTo>
                  <a:pt x="8907" y="2442"/>
                </a:lnTo>
                <a:lnTo>
                  <a:pt x="9098" y="1918"/>
                </a:lnTo>
                <a:lnTo>
                  <a:pt x="9110" y="1632"/>
                </a:lnTo>
                <a:lnTo>
                  <a:pt x="9110" y="1465"/>
                </a:lnTo>
                <a:lnTo>
                  <a:pt x="9038" y="1144"/>
                </a:lnTo>
                <a:lnTo>
                  <a:pt x="8919" y="858"/>
                </a:lnTo>
                <a:lnTo>
                  <a:pt x="8740" y="596"/>
                </a:lnTo>
                <a:lnTo>
                  <a:pt x="8526" y="370"/>
                </a:lnTo>
                <a:lnTo>
                  <a:pt x="8264" y="191"/>
                </a:lnTo>
                <a:lnTo>
                  <a:pt x="7967" y="72"/>
                </a:lnTo>
                <a:lnTo>
                  <a:pt x="7645" y="13"/>
                </a:lnTo>
                <a:lnTo>
                  <a:pt x="7478" y="1"/>
                </a:lnTo>
                <a:lnTo>
                  <a:pt x="7312" y="13"/>
                </a:lnTo>
                <a:lnTo>
                  <a:pt x="7002" y="72"/>
                </a:lnTo>
                <a:lnTo>
                  <a:pt x="6704" y="191"/>
                </a:lnTo>
                <a:lnTo>
                  <a:pt x="6442" y="370"/>
                </a:lnTo>
                <a:lnTo>
                  <a:pt x="6228" y="596"/>
                </a:lnTo>
                <a:lnTo>
                  <a:pt x="6050" y="858"/>
                </a:lnTo>
                <a:lnTo>
                  <a:pt x="5930" y="1144"/>
                </a:lnTo>
                <a:lnTo>
                  <a:pt x="5859" y="1465"/>
                </a:lnTo>
                <a:lnTo>
                  <a:pt x="5859" y="1632"/>
                </a:lnTo>
                <a:lnTo>
                  <a:pt x="5871" y="1918"/>
                </a:lnTo>
                <a:lnTo>
                  <a:pt x="6061" y="2442"/>
                </a:lnTo>
                <a:lnTo>
                  <a:pt x="6419" y="2858"/>
                </a:lnTo>
                <a:lnTo>
                  <a:pt x="6883" y="3144"/>
                </a:lnTo>
                <a:lnTo>
                  <a:pt x="7157" y="3227"/>
                </a:lnTo>
                <a:lnTo>
                  <a:pt x="7157" y="3263"/>
                </a:lnTo>
                <a:lnTo>
                  <a:pt x="7157" y="3430"/>
                </a:lnTo>
                <a:lnTo>
                  <a:pt x="7085" y="3739"/>
                </a:lnTo>
                <a:lnTo>
                  <a:pt x="6966" y="4037"/>
                </a:lnTo>
                <a:lnTo>
                  <a:pt x="6788" y="4299"/>
                </a:lnTo>
                <a:lnTo>
                  <a:pt x="6562" y="4513"/>
                </a:lnTo>
                <a:lnTo>
                  <a:pt x="6311" y="4692"/>
                </a:lnTo>
                <a:lnTo>
                  <a:pt x="6014" y="4811"/>
                </a:lnTo>
                <a:lnTo>
                  <a:pt x="5692" y="4882"/>
                </a:lnTo>
                <a:lnTo>
                  <a:pt x="3573" y="4882"/>
                </a:lnTo>
                <a:lnTo>
                  <a:pt x="3335" y="4894"/>
                </a:lnTo>
                <a:lnTo>
                  <a:pt x="2894" y="4990"/>
                </a:lnTo>
                <a:lnTo>
                  <a:pt x="2478" y="5168"/>
                </a:lnTo>
                <a:lnTo>
                  <a:pt x="2108" y="5418"/>
                </a:lnTo>
                <a:lnTo>
                  <a:pt x="1954" y="5573"/>
                </a:lnTo>
                <a:lnTo>
                  <a:pt x="1954" y="3227"/>
                </a:lnTo>
                <a:lnTo>
                  <a:pt x="2216" y="3144"/>
                </a:lnTo>
                <a:lnTo>
                  <a:pt x="2692" y="2858"/>
                </a:lnTo>
                <a:lnTo>
                  <a:pt x="3037" y="2442"/>
                </a:lnTo>
                <a:lnTo>
                  <a:pt x="3228" y="1918"/>
                </a:lnTo>
                <a:lnTo>
                  <a:pt x="3251" y="1632"/>
                </a:lnTo>
                <a:lnTo>
                  <a:pt x="3251" y="1465"/>
                </a:lnTo>
                <a:lnTo>
                  <a:pt x="3180" y="1144"/>
                </a:lnTo>
                <a:lnTo>
                  <a:pt x="3061" y="858"/>
                </a:lnTo>
                <a:lnTo>
                  <a:pt x="2882" y="596"/>
                </a:lnTo>
                <a:lnTo>
                  <a:pt x="2656" y="370"/>
                </a:lnTo>
                <a:lnTo>
                  <a:pt x="2406" y="191"/>
                </a:lnTo>
                <a:lnTo>
                  <a:pt x="2108" y="72"/>
                </a:lnTo>
                <a:lnTo>
                  <a:pt x="1787" y="13"/>
                </a:lnTo>
                <a:lnTo>
                  <a:pt x="1620"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0" name="Google Shape;2860;p172"/>
          <p:cNvSpPr/>
          <p:nvPr/>
        </p:nvSpPr>
        <p:spPr>
          <a:xfrm>
            <a:off x="7096819" y="5303976"/>
            <a:ext cx="276213" cy="551791"/>
          </a:xfrm>
          <a:custGeom>
            <a:rect b="b" l="l" r="r" t="t"/>
            <a:pathLst>
              <a:path extrusionOk="0" h="10420" w="5216">
                <a:moveTo>
                  <a:pt x="4097" y="2608"/>
                </a:moveTo>
                <a:lnTo>
                  <a:pt x="3358" y="4561"/>
                </a:lnTo>
                <a:lnTo>
                  <a:pt x="1858" y="4561"/>
                </a:lnTo>
                <a:lnTo>
                  <a:pt x="1120" y="2608"/>
                </a:lnTo>
                <a:close/>
                <a:moveTo>
                  <a:pt x="2585" y="1"/>
                </a:moveTo>
                <a:lnTo>
                  <a:pt x="2454" y="36"/>
                </a:lnTo>
                <a:lnTo>
                  <a:pt x="2346" y="132"/>
                </a:lnTo>
                <a:lnTo>
                  <a:pt x="2287" y="251"/>
                </a:lnTo>
                <a:lnTo>
                  <a:pt x="2287" y="334"/>
                </a:lnTo>
                <a:lnTo>
                  <a:pt x="2287" y="656"/>
                </a:lnTo>
                <a:lnTo>
                  <a:pt x="1977" y="656"/>
                </a:lnTo>
                <a:lnTo>
                  <a:pt x="1858" y="667"/>
                </a:lnTo>
                <a:lnTo>
                  <a:pt x="1668" y="810"/>
                </a:lnTo>
                <a:lnTo>
                  <a:pt x="1632" y="929"/>
                </a:lnTo>
                <a:lnTo>
                  <a:pt x="1632" y="1001"/>
                </a:lnTo>
                <a:lnTo>
                  <a:pt x="1668" y="1132"/>
                </a:lnTo>
                <a:lnTo>
                  <a:pt x="1763" y="1239"/>
                </a:lnTo>
                <a:lnTo>
                  <a:pt x="1882" y="1298"/>
                </a:lnTo>
                <a:lnTo>
                  <a:pt x="1953" y="1310"/>
                </a:lnTo>
                <a:lnTo>
                  <a:pt x="2287" y="1310"/>
                </a:lnTo>
                <a:lnTo>
                  <a:pt x="2287" y="1953"/>
                </a:lnTo>
                <a:lnTo>
                  <a:pt x="1144" y="1953"/>
                </a:lnTo>
                <a:lnTo>
                  <a:pt x="941" y="1977"/>
                </a:lnTo>
                <a:lnTo>
                  <a:pt x="775" y="2060"/>
                </a:lnTo>
                <a:lnTo>
                  <a:pt x="679" y="2132"/>
                </a:lnTo>
                <a:lnTo>
                  <a:pt x="537" y="2311"/>
                </a:lnTo>
                <a:lnTo>
                  <a:pt x="477" y="2513"/>
                </a:lnTo>
                <a:lnTo>
                  <a:pt x="477" y="2727"/>
                </a:lnTo>
                <a:lnTo>
                  <a:pt x="513" y="2834"/>
                </a:lnTo>
                <a:lnTo>
                  <a:pt x="1156" y="4561"/>
                </a:lnTo>
                <a:lnTo>
                  <a:pt x="1001" y="4561"/>
                </a:lnTo>
                <a:lnTo>
                  <a:pt x="870" y="4573"/>
                </a:lnTo>
                <a:lnTo>
                  <a:pt x="691" y="4716"/>
                </a:lnTo>
                <a:lnTo>
                  <a:pt x="656" y="4835"/>
                </a:lnTo>
                <a:lnTo>
                  <a:pt x="644" y="4906"/>
                </a:lnTo>
                <a:lnTo>
                  <a:pt x="691" y="5037"/>
                </a:lnTo>
                <a:lnTo>
                  <a:pt x="775" y="5144"/>
                </a:lnTo>
                <a:lnTo>
                  <a:pt x="906" y="5204"/>
                </a:lnTo>
                <a:lnTo>
                  <a:pt x="977" y="5216"/>
                </a:lnTo>
                <a:lnTo>
                  <a:pt x="1299" y="5216"/>
                </a:lnTo>
                <a:lnTo>
                  <a:pt x="1299" y="5787"/>
                </a:lnTo>
                <a:lnTo>
                  <a:pt x="1287" y="6299"/>
                </a:lnTo>
                <a:lnTo>
                  <a:pt x="1239" y="6799"/>
                </a:lnTo>
                <a:lnTo>
                  <a:pt x="1239" y="6871"/>
                </a:lnTo>
                <a:lnTo>
                  <a:pt x="1275" y="7002"/>
                </a:lnTo>
                <a:lnTo>
                  <a:pt x="1370" y="7097"/>
                </a:lnTo>
                <a:lnTo>
                  <a:pt x="1489" y="7157"/>
                </a:lnTo>
                <a:lnTo>
                  <a:pt x="1561" y="7168"/>
                </a:lnTo>
                <a:lnTo>
                  <a:pt x="1680" y="7145"/>
                </a:lnTo>
                <a:lnTo>
                  <a:pt x="1858" y="6990"/>
                </a:lnTo>
                <a:lnTo>
                  <a:pt x="1882" y="6871"/>
                </a:lnTo>
                <a:lnTo>
                  <a:pt x="1942" y="6335"/>
                </a:lnTo>
                <a:lnTo>
                  <a:pt x="1953" y="5787"/>
                </a:lnTo>
                <a:lnTo>
                  <a:pt x="1953" y="5216"/>
                </a:lnTo>
                <a:lnTo>
                  <a:pt x="3251" y="5216"/>
                </a:lnTo>
                <a:lnTo>
                  <a:pt x="3251" y="5787"/>
                </a:lnTo>
                <a:lnTo>
                  <a:pt x="3275" y="6335"/>
                </a:lnTo>
                <a:lnTo>
                  <a:pt x="3323" y="6871"/>
                </a:lnTo>
                <a:lnTo>
                  <a:pt x="3358" y="6990"/>
                </a:lnTo>
                <a:lnTo>
                  <a:pt x="3525" y="7145"/>
                </a:lnTo>
                <a:lnTo>
                  <a:pt x="3644" y="7168"/>
                </a:lnTo>
                <a:lnTo>
                  <a:pt x="3716" y="7157"/>
                </a:lnTo>
                <a:lnTo>
                  <a:pt x="3847" y="7097"/>
                </a:lnTo>
                <a:lnTo>
                  <a:pt x="3930" y="7002"/>
                </a:lnTo>
                <a:lnTo>
                  <a:pt x="3978" y="6871"/>
                </a:lnTo>
                <a:lnTo>
                  <a:pt x="3978" y="6799"/>
                </a:lnTo>
                <a:lnTo>
                  <a:pt x="3918" y="6299"/>
                </a:lnTo>
                <a:lnTo>
                  <a:pt x="3906" y="5787"/>
                </a:lnTo>
                <a:lnTo>
                  <a:pt x="3906" y="5216"/>
                </a:lnTo>
                <a:lnTo>
                  <a:pt x="4216" y="5216"/>
                </a:lnTo>
                <a:lnTo>
                  <a:pt x="4335" y="5192"/>
                </a:lnTo>
                <a:lnTo>
                  <a:pt x="4513" y="5061"/>
                </a:lnTo>
                <a:lnTo>
                  <a:pt x="4549" y="4942"/>
                </a:lnTo>
                <a:lnTo>
                  <a:pt x="4561" y="4870"/>
                </a:lnTo>
                <a:lnTo>
                  <a:pt x="4525" y="4728"/>
                </a:lnTo>
                <a:lnTo>
                  <a:pt x="4430" y="4620"/>
                </a:lnTo>
                <a:lnTo>
                  <a:pt x="4311" y="4561"/>
                </a:lnTo>
                <a:lnTo>
                  <a:pt x="4049" y="4561"/>
                </a:lnTo>
                <a:lnTo>
                  <a:pt x="4704" y="2834"/>
                </a:lnTo>
                <a:lnTo>
                  <a:pt x="4728" y="2727"/>
                </a:lnTo>
                <a:lnTo>
                  <a:pt x="4740" y="2513"/>
                </a:lnTo>
                <a:lnTo>
                  <a:pt x="4668" y="2311"/>
                </a:lnTo>
                <a:lnTo>
                  <a:pt x="4537" y="2132"/>
                </a:lnTo>
                <a:lnTo>
                  <a:pt x="4442" y="2060"/>
                </a:lnTo>
                <a:lnTo>
                  <a:pt x="4263" y="1977"/>
                </a:lnTo>
                <a:lnTo>
                  <a:pt x="4073" y="1953"/>
                </a:lnTo>
                <a:lnTo>
                  <a:pt x="2930" y="1953"/>
                </a:lnTo>
                <a:lnTo>
                  <a:pt x="2930" y="1298"/>
                </a:lnTo>
                <a:lnTo>
                  <a:pt x="3239" y="1298"/>
                </a:lnTo>
                <a:lnTo>
                  <a:pt x="3358" y="1287"/>
                </a:lnTo>
                <a:lnTo>
                  <a:pt x="3537" y="1144"/>
                </a:lnTo>
                <a:lnTo>
                  <a:pt x="3573" y="1037"/>
                </a:lnTo>
                <a:lnTo>
                  <a:pt x="3585" y="965"/>
                </a:lnTo>
                <a:lnTo>
                  <a:pt x="3549" y="822"/>
                </a:lnTo>
                <a:lnTo>
                  <a:pt x="3454" y="715"/>
                </a:lnTo>
                <a:lnTo>
                  <a:pt x="3335" y="656"/>
                </a:lnTo>
                <a:lnTo>
                  <a:pt x="2930" y="656"/>
                </a:lnTo>
                <a:lnTo>
                  <a:pt x="2930" y="346"/>
                </a:lnTo>
                <a:lnTo>
                  <a:pt x="2918" y="227"/>
                </a:lnTo>
                <a:lnTo>
                  <a:pt x="2775" y="48"/>
                </a:lnTo>
                <a:lnTo>
                  <a:pt x="2668" y="13"/>
                </a:lnTo>
                <a:lnTo>
                  <a:pt x="2585" y="1"/>
                </a:lnTo>
                <a:close/>
                <a:moveTo>
                  <a:pt x="3906" y="8466"/>
                </a:moveTo>
                <a:lnTo>
                  <a:pt x="3906" y="8931"/>
                </a:lnTo>
                <a:lnTo>
                  <a:pt x="4561" y="9264"/>
                </a:lnTo>
                <a:lnTo>
                  <a:pt x="4561" y="9776"/>
                </a:lnTo>
                <a:lnTo>
                  <a:pt x="656" y="9776"/>
                </a:lnTo>
                <a:lnTo>
                  <a:pt x="656" y="9264"/>
                </a:lnTo>
                <a:lnTo>
                  <a:pt x="1311" y="8931"/>
                </a:lnTo>
                <a:lnTo>
                  <a:pt x="1311" y="8466"/>
                </a:lnTo>
                <a:close/>
                <a:moveTo>
                  <a:pt x="1144" y="7811"/>
                </a:moveTo>
                <a:lnTo>
                  <a:pt x="1049" y="7823"/>
                </a:lnTo>
                <a:lnTo>
                  <a:pt x="870" y="7895"/>
                </a:lnTo>
                <a:lnTo>
                  <a:pt x="739" y="8026"/>
                </a:lnTo>
                <a:lnTo>
                  <a:pt x="656" y="8204"/>
                </a:lnTo>
                <a:lnTo>
                  <a:pt x="656" y="8300"/>
                </a:lnTo>
                <a:lnTo>
                  <a:pt x="656" y="8526"/>
                </a:lnTo>
                <a:lnTo>
                  <a:pt x="275" y="8716"/>
                </a:lnTo>
                <a:lnTo>
                  <a:pt x="156" y="8788"/>
                </a:lnTo>
                <a:lnTo>
                  <a:pt x="13" y="9014"/>
                </a:lnTo>
                <a:lnTo>
                  <a:pt x="1" y="9157"/>
                </a:lnTo>
                <a:lnTo>
                  <a:pt x="1" y="9931"/>
                </a:lnTo>
                <a:lnTo>
                  <a:pt x="13" y="10026"/>
                </a:lnTo>
                <a:lnTo>
                  <a:pt x="84" y="10205"/>
                </a:lnTo>
                <a:lnTo>
                  <a:pt x="215" y="10336"/>
                </a:lnTo>
                <a:lnTo>
                  <a:pt x="394" y="10419"/>
                </a:lnTo>
                <a:lnTo>
                  <a:pt x="4823" y="10419"/>
                </a:lnTo>
                <a:lnTo>
                  <a:pt x="5002" y="10336"/>
                </a:lnTo>
                <a:lnTo>
                  <a:pt x="5133" y="10205"/>
                </a:lnTo>
                <a:lnTo>
                  <a:pt x="5204" y="10026"/>
                </a:lnTo>
                <a:lnTo>
                  <a:pt x="5216" y="9931"/>
                </a:lnTo>
                <a:lnTo>
                  <a:pt x="5216" y="9157"/>
                </a:lnTo>
                <a:lnTo>
                  <a:pt x="5204" y="9014"/>
                </a:lnTo>
                <a:lnTo>
                  <a:pt x="5061" y="8788"/>
                </a:lnTo>
                <a:lnTo>
                  <a:pt x="4942" y="8716"/>
                </a:lnTo>
                <a:lnTo>
                  <a:pt x="4561" y="8526"/>
                </a:lnTo>
                <a:lnTo>
                  <a:pt x="4561" y="8300"/>
                </a:lnTo>
                <a:lnTo>
                  <a:pt x="4549" y="8204"/>
                </a:lnTo>
                <a:lnTo>
                  <a:pt x="4478" y="8026"/>
                </a:lnTo>
                <a:lnTo>
                  <a:pt x="4347" y="7895"/>
                </a:lnTo>
                <a:lnTo>
                  <a:pt x="4168" y="7823"/>
                </a:lnTo>
                <a:lnTo>
                  <a:pt x="4073" y="781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1" name="Google Shape;2861;p172"/>
          <p:cNvSpPr/>
          <p:nvPr/>
        </p:nvSpPr>
        <p:spPr>
          <a:xfrm>
            <a:off x="8148906" y="5364213"/>
            <a:ext cx="689845" cy="431318"/>
          </a:xfrm>
          <a:custGeom>
            <a:rect b="b" l="l" r="r" t="t"/>
            <a:pathLst>
              <a:path extrusionOk="0" h="8145" w="13027">
                <a:moveTo>
                  <a:pt x="7073" y="0"/>
                </a:moveTo>
                <a:lnTo>
                  <a:pt x="6906" y="12"/>
                </a:lnTo>
                <a:lnTo>
                  <a:pt x="6573" y="143"/>
                </a:lnTo>
                <a:lnTo>
                  <a:pt x="6442" y="262"/>
                </a:lnTo>
                <a:lnTo>
                  <a:pt x="4513" y="2060"/>
                </a:lnTo>
                <a:lnTo>
                  <a:pt x="4501" y="2060"/>
                </a:lnTo>
                <a:lnTo>
                  <a:pt x="4358" y="2227"/>
                </a:lnTo>
                <a:lnTo>
                  <a:pt x="4203" y="2620"/>
                </a:lnTo>
                <a:lnTo>
                  <a:pt x="4192" y="3037"/>
                </a:lnTo>
                <a:lnTo>
                  <a:pt x="4334" y="3430"/>
                </a:lnTo>
                <a:lnTo>
                  <a:pt x="4465" y="3596"/>
                </a:lnTo>
                <a:lnTo>
                  <a:pt x="4596" y="3727"/>
                </a:lnTo>
                <a:lnTo>
                  <a:pt x="4989" y="3930"/>
                </a:lnTo>
                <a:lnTo>
                  <a:pt x="5251" y="3965"/>
                </a:lnTo>
                <a:lnTo>
                  <a:pt x="5299" y="3965"/>
                </a:lnTo>
                <a:lnTo>
                  <a:pt x="5489" y="3954"/>
                </a:lnTo>
                <a:lnTo>
                  <a:pt x="5859" y="3811"/>
                </a:lnTo>
                <a:lnTo>
                  <a:pt x="6013" y="3680"/>
                </a:lnTo>
                <a:lnTo>
                  <a:pt x="7573" y="2227"/>
                </a:lnTo>
                <a:lnTo>
                  <a:pt x="7656" y="2132"/>
                </a:lnTo>
                <a:lnTo>
                  <a:pt x="7668" y="1882"/>
                </a:lnTo>
                <a:lnTo>
                  <a:pt x="7585" y="1763"/>
                </a:lnTo>
                <a:lnTo>
                  <a:pt x="7490" y="1691"/>
                </a:lnTo>
                <a:lnTo>
                  <a:pt x="7240" y="1679"/>
                </a:lnTo>
                <a:lnTo>
                  <a:pt x="7133" y="1751"/>
                </a:lnTo>
                <a:lnTo>
                  <a:pt x="5954" y="2834"/>
                </a:lnTo>
                <a:lnTo>
                  <a:pt x="5585" y="3215"/>
                </a:lnTo>
                <a:lnTo>
                  <a:pt x="5573" y="3191"/>
                </a:lnTo>
                <a:lnTo>
                  <a:pt x="5501" y="3251"/>
                </a:lnTo>
                <a:lnTo>
                  <a:pt x="5358" y="3311"/>
                </a:lnTo>
                <a:lnTo>
                  <a:pt x="5275" y="3311"/>
                </a:lnTo>
                <a:lnTo>
                  <a:pt x="5168" y="3299"/>
                </a:lnTo>
                <a:lnTo>
                  <a:pt x="5001" y="3203"/>
                </a:lnTo>
                <a:lnTo>
                  <a:pt x="4954" y="3168"/>
                </a:lnTo>
                <a:lnTo>
                  <a:pt x="4894" y="3096"/>
                </a:lnTo>
                <a:lnTo>
                  <a:pt x="4835" y="2941"/>
                </a:lnTo>
                <a:lnTo>
                  <a:pt x="4835" y="2763"/>
                </a:lnTo>
                <a:lnTo>
                  <a:pt x="4906" y="2584"/>
                </a:lnTo>
                <a:lnTo>
                  <a:pt x="4977" y="2513"/>
                </a:lnTo>
                <a:lnTo>
                  <a:pt x="6871" y="739"/>
                </a:lnTo>
                <a:lnTo>
                  <a:pt x="6966" y="667"/>
                </a:lnTo>
                <a:lnTo>
                  <a:pt x="7073" y="655"/>
                </a:lnTo>
                <a:lnTo>
                  <a:pt x="7240" y="655"/>
                </a:lnTo>
                <a:lnTo>
                  <a:pt x="7609" y="667"/>
                </a:lnTo>
                <a:lnTo>
                  <a:pt x="8359" y="834"/>
                </a:lnTo>
                <a:lnTo>
                  <a:pt x="9061" y="1132"/>
                </a:lnTo>
                <a:lnTo>
                  <a:pt x="9704" y="1584"/>
                </a:lnTo>
                <a:lnTo>
                  <a:pt x="9990" y="1858"/>
                </a:lnTo>
                <a:lnTo>
                  <a:pt x="10085" y="1953"/>
                </a:lnTo>
                <a:lnTo>
                  <a:pt x="10752" y="1953"/>
                </a:lnTo>
                <a:lnTo>
                  <a:pt x="10752" y="5859"/>
                </a:lnTo>
                <a:lnTo>
                  <a:pt x="10169" y="5859"/>
                </a:lnTo>
                <a:lnTo>
                  <a:pt x="10121" y="5751"/>
                </a:lnTo>
                <a:lnTo>
                  <a:pt x="9978" y="5537"/>
                </a:lnTo>
                <a:lnTo>
                  <a:pt x="9883" y="5454"/>
                </a:lnTo>
                <a:lnTo>
                  <a:pt x="7680" y="3656"/>
                </a:lnTo>
                <a:lnTo>
                  <a:pt x="7573" y="3596"/>
                </a:lnTo>
                <a:lnTo>
                  <a:pt x="7323" y="3620"/>
                </a:lnTo>
                <a:lnTo>
                  <a:pt x="7228" y="3703"/>
                </a:lnTo>
                <a:lnTo>
                  <a:pt x="7156" y="3823"/>
                </a:lnTo>
                <a:lnTo>
                  <a:pt x="7180" y="4073"/>
                </a:lnTo>
                <a:lnTo>
                  <a:pt x="7275" y="4168"/>
                </a:lnTo>
                <a:lnTo>
                  <a:pt x="9478" y="5954"/>
                </a:lnTo>
                <a:lnTo>
                  <a:pt x="9562" y="6049"/>
                </a:lnTo>
                <a:lnTo>
                  <a:pt x="9585" y="6263"/>
                </a:lnTo>
                <a:lnTo>
                  <a:pt x="9526" y="6371"/>
                </a:lnTo>
                <a:lnTo>
                  <a:pt x="9335" y="6597"/>
                </a:lnTo>
                <a:lnTo>
                  <a:pt x="9252" y="6680"/>
                </a:lnTo>
                <a:lnTo>
                  <a:pt x="9026" y="6704"/>
                </a:lnTo>
                <a:lnTo>
                  <a:pt x="8930" y="6644"/>
                </a:lnTo>
                <a:lnTo>
                  <a:pt x="8573" y="6347"/>
                </a:lnTo>
                <a:lnTo>
                  <a:pt x="7752" y="7347"/>
                </a:lnTo>
                <a:lnTo>
                  <a:pt x="7704" y="7406"/>
                </a:lnTo>
                <a:lnTo>
                  <a:pt x="7561" y="7478"/>
                </a:lnTo>
                <a:lnTo>
                  <a:pt x="7418" y="7502"/>
                </a:lnTo>
                <a:lnTo>
                  <a:pt x="7275" y="7454"/>
                </a:lnTo>
                <a:lnTo>
                  <a:pt x="7204" y="7418"/>
                </a:lnTo>
                <a:lnTo>
                  <a:pt x="6859" y="7109"/>
                </a:lnTo>
                <a:lnTo>
                  <a:pt x="6609" y="6942"/>
                </a:lnTo>
                <a:lnTo>
                  <a:pt x="6394" y="7156"/>
                </a:lnTo>
                <a:lnTo>
                  <a:pt x="6263" y="7287"/>
                </a:lnTo>
                <a:lnTo>
                  <a:pt x="5954" y="7454"/>
                </a:lnTo>
                <a:lnTo>
                  <a:pt x="5775" y="7490"/>
                </a:lnTo>
                <a:lnTo>
                  <a:pt x="5597" y="7490"/>
                </a:lnTo>
                <a:lnTo>
                  <a:pt x="5251" y="7395"/>
                </a:lnTo>
                <a:lnTo>
                  <a:pt x="5108" y="7287"/>
                </a:lnTo>
                <a:lnTo>
                  <a:pt x="3263" y="5859"/>
                </a:lnTo>
                <a:lnTo>
                  <a:pt x="2287" y="5859"/>
                </a:lnTo>
                <a:lnTo>
                  <a:pt x="2287" y="1953"/>
                </a:lnTo>
                <a:lnTo>
                  <a:pt x="2941" y="1953"/>
                </a:lnTo>
                <a:lnTo>
                  <a:pt x="3037" y="1858"/>
                </a:lnTo>
                <a:lnTo>
                  <a:pt x="3275" y="1620"/>
                </a:lnTo>
                <a:lnTo>
                  <a:pt x="3787" y="1239"/>
                </a:lnTo>
                <a:lnTo>
                  <a:pt x="4346" y="941"/>
                </a:lnTo>
                <a:lnTo>
                  <a:pt x="4942" y="751"/>
                </a:lnTo>
                <a:lnTo>
                  <a:pt x="5263" y="691"/>
                </a:lnTo>
                <a:lnTo>
                  <a:pt x="5382" y="655"/>
                </a:lnTo>
                <a:lnTo>
                  <a:pt x="5537" y="453"/>
                </a:lnTo>
                <a:lnTo>
                  <a:pt x="5537" y="322"/>
                </a:lnTo>
                <a:lnTo>
                  <a:pt x="5501" y="203"/>
                </a:lnTo>
                <a:lnTo>
                  <a:pt x="5299" y="48"/>
                </a:lnTo>
                <a:lnTo>
                  <a:pt x="5168" y="48"/>
                </a:lnTo>
                <a:lnTo>
                  <a:pt x="4811" y="108"/>
                </a:lnTo>
                <a:lnTo>
                  <a:pt x="4144" y="322"/>
                </a:lnTo>
                <a:lnTo>
                  <a:pt x="3513" y="643"/>
                </a:lnTo>
                <a:lnTo>
                  <a:pt x="2929" y="1060"/>
                </a:lnTo>
                <a:lnTo>
                  <a:pt x="2668" y="1310"/>
                </a:lnTo>
                <a:lnTo>
                  <a:pt x="322" y="1310"/>
                </a:lnTo>
                <a:lnTo>
                  <a:pt x="191" y="1322"/>
                </a:lnTo>
                <a:lnTo>
                  <a:pt x="24" y="1501"/>
                </a:lnTo>
                <a:lnTo>
                  <a:pt x="0" y="1632"/>
                </a:lnTo>
                <a:lnTo>
                  <a:pt x="24" y="1763"/>
                </a:lnTo>
                <a:lnTo>
                  <a:pt x="191" y="1941"/>
                </a:lnTo>
                <a:lnTo>
                  <a:pt x="322" y="1953"/>
                </a:lnTo>
                <a:lnTo>
                  <a:pt x="1632" y="1953"/>
                </a:lnTo>
                <a:lnTo>
                  <a:pt x="1632" y="6192"/>
                </a:lnTo>
                <a:lnTo>
                  <a:pt x="1608" y="6323"/>
                </a:lnTo>
                <a:lnTo>
                  <a:pt x="1429" y="6502"/>
                </a:lnTo>
                <a:lnTo>
                  <a:pt x="1298" y="6513"/>
                </a:lnTo>
                <a:lnTo>
                  <a:pt x="655" y="6513"/>
                </a:lnTo>
                <a:lnTo>
                  <a:pt x="524" y="6537"/>
                </a:lnTo>
                <a:lnTo>
                  <a:pt x="346" y="6716"/>
                </a:lnTo>
                <a:lnTo>
                  <a:pt x="322" y="6847"/>
                </a:lnTo>
                <a:lnTo>
                  <a:pt x="346" y="6978"/>
                </a:lnTo>
                <a:lnTo>
                  <a:pt x="524" y="7156"/>
                </a:lnTo>
                <a:lnTo>
                  <a:pt x="655" y="7168"/>
                </a:lnTo>
                <a:lnTo>
                  <a:pt x="1298" y="7168"/>
                </a:lnTo>
                <a:lnTo>
                  <a:pt x="1465" y="7156"/>
                </a:lnTo>
                <a:lnTo>
                  <a:pt x="1751" y="7061"/>
                </a:lnTo>
                <a:lnTo>
                  <a:pt x="1989" y="6894"/>
                </a:lnTo>
                <a:lnTo>
                  <a:pt x="2167" y="6656"/>
                </a:lnTo>
                <a:lnTo>
                  <a:pt x="2227" y="6513"/>
                </a:lnTo>
                <a:lnTo>
                  <a:pt x="3049" y="6513"/>
                </a:lnTo>
                <a:lnTo>
                  <a:pt x="4692" y="7799"/>
                </a:lnTo>
                <a:lnTo>
                  <a:pt x="4918" y="7954"/>
                </a:lnTo>
                <a:lnTo>
                  <a:pt x="5418" y="8133"/>
                </a:lnTo>
                <a:lnTo>
                  <a:pt x="5680" y="8145"/>
                </a:lnTo>
                <a:lnTo>
                  <a:pt x="5763" y="8145"/>
                </a:lnTo>
                <a:lnTo>
                  <a:pt x="5847" y="8133"/>
                </a:lnTo>
                <a:lnTo>
                  <a:pt x="6073" y="8097"/>
                </a:lnTo>
                <a:lnTo>
                  <a:pt x="6490" y="7930"/>
                </a:lnTo>
                <a:lnTo>
                  <a:pt x="6668" y="7799"/>
                </a:lnTo>
                <a:lnTo>
                  <a:pt x="6787" y="7907"/>
                </a:lnTo>
                <a:lnTo>
                  <a:pt x="6954" y="8038"/>
                </a:lnTo>
                <a:lnTo>
                  <a:pt x="7347" y="8145"/>
                </a:lnTo>
                <a:lnTo>
                  <a:pt x="7752" y="8109"/>
                </a:lnTo>
                <a:lnTo>
                  <a:pt x="8109" y="7918"/>
                </a:lnTo>
                <a:lnTo>
                  <a:pt x="8264" y="7764"/>
                </a:lnTo>
                <a:lnTo>
                  <a:pt x="8669" y="7252"/>
                </a:lnTo>
                <a:lnTo>
                  <a:pt x="8823" y="7323"/>
                </a:lnTo>
                <a:lnTo>
                  <a:pt x="9133" y="7359"/>
                </a:lnTo>
                <a:lnTo>
                  <a:pt x="9454" y="7299"/>
                </a:lnTo>
                <a:lnTo>
                  <a:pt x="9728" y="7133"/>
                </a:lnTo>
                <a:lnTo>
                  <a:pt x="9835" y="7014"/>
                </a:lnTo>
                <a:lnTo>
                  <a:pt x="10026" y="6775"/>
                </a:lnTo>
                <a:lnTo>
                  <a:pt x="10109" y="6656"/>
                </a:lnTo>
                <a:lnTo>
                  <a:pt x="10157" y="6513"/>
                </a:lnTo>
                <a:lnTo>
                  <a:pt x="10800" y="6513"/>
                </a:lnTo>
                <a:lnTo>
                  <a:pt x="10859" y="6656"/>
                </a:lnTo>
                <a:lnTo>
                  <a:pt x="11038" y="6894"/>
                </a:lnTo>
                <a:lnTo>
                  <a:pt x="11276" y="7061"/>
                </a:lnTo>
                <a:lnTo>
                  <a:pt x="11562" y="7156"/>
                </a:lnTo>
                <a:lnTo>
                  <a:pt x="11717" y="7168"/>
                </a:lnTo>
                <a:lnTo>
                  <a:pt x="12693" y="7168"/>
                </a:lnTo>
                <a:lnTo>
                  <a:pt x="12824" y="7156"/>
                </a:lnTo>
                <a:lnTo>
                  <a:pt x="13003" y="6978"/>
                </a:lnTo>
                <a:lnTo>
                  <a:pt x="13026" y="6847"/>
                </a:lnTo>
                <a:lnTo>
                  <a:pt x="13014" y="6716"/>
                </a:lnTo>
                <a:lnTo>
                  <a:pt x="12836" y="6537"/>
                </a:lnTo>
                <a:lnTo>
                  <a:pt x="12705" y="6513"/>
                </a:lnTo>
                <a:lnTo>
                  <a:pt x="11705" y="6513"/>
                </a:lnTo>
                <a:lnTo>
                  <a:pt x="11586" y="6502"/>
                </a:lnTo>
                <a:lnTo>
                  <a:pt x="11419" y="6323"/>
                </a:lnTo>
                <a:lnTo>
                  <a:pt x="11407" y="6192"/>
                </a:lnTo>
                <a:lnTo>
                  <a:pt x="11407" y="1965"/>
                </a:lnTo>
                <a:lnTo>
                  <a:pt x="12705" y="1965"/>
                </a:lnTo>
                <a:lnTo>
                  <a:pt x="12836" y="1941"/>
                </a:lnTo>
                <a:lnTo>
                  <a:pt x="13014" y="1763"/>
                </a:lnTo>
                <a:lnTo>
                  <a:pt x="13026" y="1632"/>
                </a:lnTo>
                <a:lnTo>
                  <a:pt x="13014" y="1501"/>
                </a:lnTo>
                <a:lnTo>
                  <a:pt x="12836" y="1322"/>
                </a:lnTo>
                <a:lnTo>
                  <a:pt x="12705" y="1310"/>
                </a:lnTo>
                <a:lnTo>
                  <a:pt x="10359" y="1310"/>
                </a:lnTo>
                <a:lnTo>
                  <a:pt x="10038" y="1013"/>
                </a:lnTo>
                <a:lnTo>
                  <a:pt x="9300" y="524"/>
                </a:lnTo>
                <a:lnTo>
                  <a:pt x="8502" y="191"/>
                </a:lnTo>
                <a:lnTo>
                  <a:pt x="7668" y="24"/>
                </a:lnTo>
                <a:lnTo>
                  <a:pt x="7240"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2" name="Google Shape;2862;p172"/>
          <p:cNvSpPr/>
          <p:nvPr/>
        </p:nvSpPr>
        <p:spPr>
          <a:xfrm>
            <a:off x="9609517" y="5303976"/>
            <a:ext cx="483003" cy="551791"/>
          </a:xfrm>
          <a:custGeom>
            <a:rect b="b" l="l" r="r" t="t"/>
            <a:pathLst>
              <a:path extrusionOk="0" h="10420" w="9121">
                <a:moveTo>
                  <a:pt x="5858" y="691"/>
                </a:moveTo>
                <a:lnTo>
                  <a:pt x="5989" y="751"/>
                </a:lnTo>
                <a:lnTo>
                  <a:pt x="6108" y="846"/>
                </a:lnTo>
                <a:lnTo>
                  <a:pt x="8275" y="3013"/>
                </a:lnTo>
                <a:lnTo>
                  <a:pt x="8371" y="3120"/>
                </a:lnTo>
                <a:lnTo>
                  <a:pt x="8418" y="3251"/>
                </a:lnTo>
                <a:lnTo>
                  <a:pt x="6180" y="3263"/>
                </a:lnTo>
                <a:lnTo>
                  <a:pt x="6049" y="3239"/>
                </a:lnTo>
                <a:lnTo>
                  <a:pt x="5882" y="3061"/>
                </a:lnTo>
                <a:lnTo>
                  <a:pt x="5858" y="2930"/>
                </a:lnTo>
                <a:lnTo>
                  <a:pt x="5858" y="691"/>
                </a:lnTo>
                <a:close/>
                <a:moveTo>
                  <a:pt x="5120" y="4585"/>
                </a:moveTo>
                <a:lnTo>
                  <a:pt x="4965" y="4668"/>
                </a:lnTo>
                <a:lnTo>
                  <a:pt x="4918" y="4740"/>
                </a:lnTo>
                <a:lnTo>
                  <a:pt x="3846" y="6871"/>
                </a:lnTo>
                <a:lnTo>
                  <a:pt x="3191" y="5990"/>
                </a:lnTo>
                <a:lnTo>
                  <a:pt x="3144" y="5930"/>
                </a:lnTo>
                <a:lnTo>
                  <a:pt x="3001" y="5871"/>
                </a:lnTo>
                <a:lnTo>
                  <a:pt x="2929" y="5859"/>
                </a:lnTo>
                <a:lnTo>
                  <a:pt x="322" y="5859"/>
                </a:lnTo>
                <a:lnTo>
                  <a:pt x="191" y="5883"/>
                </a:lnTo>
                <a:lnTo>
                  <a:pt x="12" y="6061"/>
                </a:lnTo>
                <a:lnTo>
                  <a:pt x="0" y="6192"/>
                </a:lnTo>
                <a:lnTo>
                  <a:pt x="12" y="6323"/>
                </a:lnTo>
                <a:lnTo>
                  <a:pt x="191" y="6490"/>
                </a:lnTo>
                <a:lnTo>
                  <a:pt x="322" y="6514"/>
                </a:lnTo>
                <a:lnTo>
                  <a:pt x="2763" y="6514"/>
                </a:lnTo>
                <a:lnTo>
                  <a:pt x="3644" y="7680"/>
                </a:lnTo>
                <a:lnTo>
                  <a:pt x="3691" y="7740"/>
                </a:lnTo>
                <a:lnTo>
                  <a:pt x="3834" y="7811"/>
                </a:lnTo>
                <a:lnTo>
                  <a:pt x="3929" y="7811"/>
                </a:lnTo>
                <a:lnTo>
                  <a:pt x="4013" y="7800"/>
                </a:lnTo>
                <a:lnTo>
                  <a:pt x="4156" y="7704"/>
                </a:lnTo>
                <a:lnTo>
                  <a:pt x="4191" y="7633"/>
                </a:lnTo>
                <a:lnTo>
                  <a:pt x="5203" y="5609"/>
                </a:lnTo>
                <a:lnTo>
                  <a:pt x="5573" y="6335"/>
                </a:lnTo>
                <a:lnTo>
                  <a:pt x="5620" y="6406"/>
                </a:lnTo>
                <a:lnTo>
                  <a:pt x="5763" y="6502"/>
                </a:lnTo>
                <a:lnTo>
                  <a:pt x="5858" y="6514"/>
                </a:lnTo>
                <a:lnTo>
                  <a:pt x="7156" y="6514"/>
                </a:lnTo>
                <a:lnTo>
                  <a:pt x="7287" y="6490"/>
                </a:lnTo>
                <a:lnTo>
                  <a:pt x="7466" y="6323"/>
                </a:lnTo>
                <a:lnTo>
                  <a:pt x="7490" y="6192"/>
                </a:lnTo>
                <a:lnTo>
                  <a:pt x="7466" y="6061"/>
                </a:lnTo>
                <a:lnTo>
                  <a:pt x="7287" y="5883"/>
                </a:lnTo>
                <a:lnTo>
                  <a:pt x="7156" y="5859"/>
                </a:lnTo>
                <a:lnTo>
                  <a:pt x="6061" y="5859"/>
                </a:lnTo>
                <a:lnTo>
                  <a:pt x="5501" y="4740"/>
                </a:lnTo>
                <a:lnTo>
                  <a:pt x="5453" y="4668"/>
                </a:lnTo>
                <a:lnTo>
                  <a:pt x="5299" y="4585"/>
                </a:lnTo>
                <a:close/>
                <a:moveTo>
                  <a:pt x="2608" y="1"/>
                </a:moveTo>
                <a:lnTo>
                  <a:pt x="2334" y="24"/>
                </a:lnTo>
                <a:lnTo>
                  <a:pt x="1870" y="215"/>
                </a:lnTo>
                <a:lnTo>
                  <a:pt x="1524" y="572"/>
                </a:lnTo>
                <a:lnTo>
                  <a:pt x="1322" y="1037"/>
                </a:lnTo>
                <a:lnTo>
                  <a:pt x="1298" y="1310"/>
                </a:lnTo>
                <a:lnTo>
                  <a:pt x="1298" y="4561"/>
                </a:lnTo>
                <a:lnTo>
                  <a:pt x="1322" y="4692"/>
                </a:lnTo>
                <a:lnTo>
                  <a:pt x="1500" y="4870"/>
                </a:lnTo>
                <a:lnTo>
                  <a:pt x="1631" y="4894"/>
                </a:lnTo>
                <a:lnTo>
                  <a:pt x="1762" y="4870"/>
                </a:lnTo>
                <a:lnTo>
                  <a:pt x="1941" y="4692"/>
                </a:lnTo>
                <a:lnTo>
                  <a:pt x="1953" y="4561"/>
                </a:lnTo>
                <a:lnTo>
                  <a:pt x="1953" y="1310"/>
                </a:lnTo>
                <a:lnTo>
                  <a:pt x="1965" y="1167"/>
                </a:lnTo>
                <a:lnTo>
                  <a:pt x="2060" y="941"/>
                </a:lnTo>
                <a:lnTo>
                  <a:pt x="2239" y="763"/>
                </a:lnTo>
                <a:lnTo>
                  <a:pt x="2477" y="667"/>
                </a:lnTo>
                <a:lnTo>
                  <a:pt x="2608" y="656"/>
                </a:lnTo>
                <a:lnTo>
                  <a:pt x="5215" y="656"/>
                </a:lnTo>
                <a:lnTo>
                  <a:pt x="5215" y="2930"/>
                </a:lnTo>
                <a:lnTo>
                  <a:pt x="5227" y="3132"/>
                </a:lnTo>
                <a:lnTo>
                  <a:pt x="5370" y="3477"/>
                </a:lnTo>
                <a:lnTo>
                  <a:pt x="5632" y="3751"/>
                </a:lnTo>
                <a:lnTo>
                  <a:pt x="5989" y="3894"/>
                </a:lnTo>
                <a:lnTo>
                  <a:pt x="6192" y="3906"/>
                </a:lnTo>
                <a:lnTo>
                  <a:pt x="8466" y="3906"/>
                </a:lnTo>
                <a:lnTo>
                  <a:pt x="8466" y="9121"/>
                </a:lnTo>
                <a:lnTo>
                  <a:pt x="8454" y="9252"/>
                </a:lnTo>
                <a:lnTo>
                  <a:pt x="8359" y="9490"/>
                </a:lnTo>
                <a:lnTo>
                  <a:pt x="8180" y="9657"/>
                </a:lnTo>
                <a:lnTo>
                  <a:pt x="7942" y="9764"/>
                </a:lnTo>
                <a:lnTo>
                  <a:pt x="2477" y="9764"/>
                </a:lnTo>
                <a:lnTo>
                  <a:pt x="2239" y="9657"/>
                </a:lnTo>
                <a:lnTo>
                  <a:pt x="2060" y="9490"/>
                </a:lnTo>
                <a:lnTo>
                  <a:pt x="1965" y="9252"/>
                </a:lnTo>
                <a:lnTo>
                  <a:pt x="1953" y="9121"/>
                </a:lnTo>
                <a:lnTo>
                  <a:pt x="1953" y="7811"/>
                </a:lnTo>
                <a:lnTo>
                  <a:pt x="1929" y="7680"/>
                </a:lnTo>
                <a:lnTo>
                  <a:pt x="1762" y="7514"/>
                </a:lnTo>
                <a:lnTo>
                  <a:pt x="1631" y="7490"/>
                </a:lnTo>
                <a:lnTo>
                  <a:pt x="1500" y="7514"/>
                </a:lnTo>
                <a:lnTo>
                  <a:pt x="1322" y="7680"/>
                </a:lnTo>
                <a:lnTo>
                  <a:pt x="1298" y="7811"/>
                </a:lnTo>
                <a:lnTo>
                  <a:pt x="1298" y="9121"/>
                </a:lnTo>
                <a:lnTo>
                  <a:pt x="1322" y="9383"/>
                </a:lnTo>
                <a:lnTo>
                  <a:pt x="1512" y="9848"/>
                </a:lnTo>
                <a:lnTo>
                  <a:pt x="1870" y="10205"/>
                </a:lnTo>
                <a:lnTo>
                  <a:pt x="2334" y="10407"/>
                </a:lnTo>
                <a:lnTo>
                  <a:pt x="2608" y="10419"/>
                </a:lnTo>
                <a:lnTo>
                  <a:pt x="7811" y="10419"/>
                </a:lnTo>
                <a:lnTo>
                  <a:pt x="8073" y="10407"/>
                </a:lnTo>
                <a:lnTo>
                  <a:pt x="8549" y="10205"/>
                </a:lnTo>
                <a:lnTo>
                  <a:pt x="8895" y="9848"/>
                </a:lnTo>
                <a:lnTo>
                  <a:pt x="9097" y="9383"/>
                </a:lnTo>
                <a:lnTo>
                  <a:pt x="9121" y="9121"/>
                </a:lnTo>
                <a:lnTo>
                  <a:pt x="9121" y="3477"/>
                </a:lnTo>
                <a:lnTo>
                  <a:pt x="9097" y="3215"/>
                </a:lnTo>
                <a:lnTo>
                  <a:pt x="8906" y="2751"/>
                </a:lnTo>
                <a:lnTo>
                  <a:pt x="8740" y="2549"/>
                </a:lnTo>
                <a:lnTo>
                  <a:pt x="6573" y="382"/>
                </a:lnTo>
                <a:lnTo>
                  <a:pt x="6370" y="215"/>
                </a:lnTo>
                <a:lnTo>
                  <a:pt x="5906" y="24"/>
                </a:lnTo>
                <a:lnTo>
                  <a:pt x="564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3" name="Google Shape;2863;p172"/>
          <p:cNvSpPr/>
          <p:nvPr/>
        </p:nvSpPr>
        <p:spPr>
          <a:xfrm>
            <a:off x="10803749" y="5303976"/>
            <a:ext cx="551738" cy="551791"/>
          </a:xfrm>
          <a:custGeom>
            <a:rect b="b" l="l" r="r" t="t"/>
            <a:pathLst>
              <a:path extrusionOk="0" h="10420" w="10419">
                <a:moveTo>
                  <a:pt x="3132" y="2954"/>
                </a:moveTo>
                <a:lnTo>
                  <a:pt x="3025" y="3025"/>
                </a:lnTo>
                <a:lnTo>
                  <a:pt x="2941" y="3132"/>
                </a:lnTo>
                <a:lnTo>
                  <a:pt x="2941" y="3382"/>
                </a:lnTo>
                <a:lnTo>
                  <a:pt x="3025" y="3489"/>
                </a:lnTo>
                <a:lnTo>
                  <a:pt x="4977" y="5442"/>
                </a:lnTo>
                <a:lnTo>
                  <a:pt x="5085" y="5525"/>
                </a:lnTo>
                <a:lnTo>
                  <a:pt x="5335" y="5525"/>
                </a:lnTo>
                <a:lnTo>
                  <a:pt x="5442" y="5442"/>
                </a:lnTo>
                <a:lnTo>
                  <a:pt x="5513" y="5335"/>
                </a:lnTo>
                <a:lnTo>
                  <a:pt x="5513" y="5085"/>
                </a:lnTo>
                <a:lnTo>
                  <a:pt x="5442" y="4978"/>
                </a:lnTo>
                <a:lnTo>
                  <a:pt x="3489" y="3025"/>
                </a:lnTo>
                <a:lnTo>
                  <a:pt x="3382" y="2954"/>
                </a:lnTo>
                <a:close/>
                <a:moveTo>
                  <a:pt x="5204" y="1"/>
                </a:moveTo>
                <a:lnTo>
                  <a:pt x="5073" y="24"/>
                </a:lnTo>
                <a:lnTo>
                  <a:pt x="4894" y="203"/>
                </a:lnTo>
                <a:lnTo>
                  <a:pt x="4882" y="334"/>
                </a:lnTo>
                <a:lnTo>
                  <a:pt x="4882" y="2287"/>
                </a:lnTo>
                <a:lnTo>
                  <a:pt x="4894" y="2418"/>
                </a:lnTo>
                <a:lnTo>
                  <a:pt x="5073" y="2584"/>
                </a:lnTo>
                <a:lnTo>
                  <a:pt x="5204" y="2608"/>
                </a:lnTo>
                <a:lnTo>
                  <a:pt x="5335" y="2584"/>
                </a:lnTo>
                <a:lnTo>
                  <a:pt x="5513" y="2418"/>
                </a:lnTo>
                <a:lnTo>
                  <a:pt x="5537" y="2287"/>
                </a:lnTo>
                <a:lnTo>
                  <a:pt x="5537" y="667"/>
                </a:lnTo>
                <a:lnTo>
                  <a:pt x="5978" y="715"/>
                </a:lnTo>
                <a:lnTo>
                  <a:pt x="6799" y="929"/>
                </a:lnTo>
                <a:lnTo>
                  <a:pt x="7561" y="1287"/>
                </a:lnTo>
                <a:lnTo>
                  <a:pt x="8240" y="1763"/>
                </a:lnTo>
                <a:lnTo>
                  <a:pt x="8811" y="2370"/>
                </a:lnTo>
                <a:lnTo>
                  <a:pt x="9264" y="3073"/>
                </a:lnTo>
                <a:lnTo>
                  <a:pt x="9585" y="3870"/>
                </a:lnTo>
                <a:lnTo>
                  <a:pt x="9752" y="4751"/>
                </a:lnTo>
                <a:lnTo>
                  <a:pt x="9764" y="5216"/>
                </a:lnTo>
                <a:lnTo>
                  <a:pt x="9752" y="5680"/>
                </a:lnTo>
                <a:lnTo>
                  <a:pt x="9561" y="6573"/>
                </a:lnTo>
                <a:lnTo>
                  <a:pt x="9216" y="7395"/>
                </a:lnTo>
                <a:lnTo>
                  <a:pt x="8728" y="8121"/>
                </a:lnTo>
                <a:lnTo>
                  <a:pt x="8109" y="8740"/>
                </a:lnTo>
                <a:lnTo>
                  <a:pt x="7383" y="9228"/>
                </a:lnTo>
                <a:lnTo>
                  <a:pt x="6561" y="9574"/>
                </a:lnTo>
                <a:lnTo>
                  <a:pt x="5680" y="9752"/>
                </a:lnTo>
                <a:lnTo>
                  <a:pt x="5204" y="9776"/>
                </a:lnTo>
                <a:lnTo>
                  <a:pt x="4739" y="9752"/>
                </a:lnTo>
                <a:lnTo>
                  <a:pt x="3846" y="9574"/>
                </a:lnTo>
                <a:lnTo>
                  <a:pt x="3037" y="9228"/>
                </a:lnTo>
                <a:lnTo>
                  <a:pt x="2310" y="8740"/>
                </a:lnTo>
                <a:lnTo>
                  <a:pt x="1691" y="8121"/>
                </a:lnTo>
                <a:lnTo>
                  <a:pt x="1191" y="7395"/>
                </a:lnTo>
                <a:lnTo>
                  <a:pt x="846" y="6573"/>
                </a:lnTo>
                <a:lnTo>
                  <a:pt x="667" y="5680"/>
                </a:lnTo>
                <a:lnTo>
                  <a:pt x="655" y="5216"/>
                </a:lnTo>
                <a:lnTo>
                  <a:pt x="655" y="4859"/>
                </a:lnTo>
                <a:lnTo>
                  <a:pt x="762" y="4180"/>
                </a:lnTo>
                <a:lnTo>
                  <a:pt x="965" y="3537"/>
                </a:lnTo>
                <a:lnTo>
                  <a:pt x="1262" y="2930"/>
                </a:lnTo>
                <a:lnTo>
                  <a:pt x="1441" y="2656"/>
                </a:lnTo>
                <a:lnTo>
                  <a:pt x="1501" y="2537"/>
                </a:lnTo>
                <a:lnTo>
                  <a:pt x="1453" y="2275"/>
                </a:lnTo>
                <a:lnTo>
                  <a:pt x="1346" y="2203"/>
                </a:lnTo>
                <a:lnTo>
                  <a:pt x="1227" y="2144"/>
                </a:lnTo>
                <a:lnTo>
                  <a:pt x="989" y="2191"/>
                </a:lnTo>
                <a:lnTo>
                  <a:pt x="893" y="2287"/>
                </a:lnTo>
                <a:lnTo>
                  <a:pt x="691" y="2608"/>
                </a:lnTo>
                <a:lnTo>
                  <a:pt x="358" y="3287"/>
                </a:lnTo>
                <a:lnTo>
                  <a:pt x="131" y="4025"/>
                </a:lnTo>
                <a:lnTo>
                  <a:pt x="12" y="4811"/>
                </a:lnTo>
                <a:lnTo>
                  <a:pt x="0" y="5216"/>
                </a:lnTo>
                <a:lnTo>
                  <a:pt x="12" y="5752"/>
                </a:lnTo>
                <a:lnTo>
                  <a:pt x="227" y="6764"/>
                </a:lnTo>
                <a:lnTo>
                  <a:pt x="620" y="7704"/>
                </a:lnTo>
                <a:lnTo>
                  <a:pt x="1179" y="8526"/>
                </a:lnTo>
                <a:lnTo>
                  <a:pt x="1894" y="9240"/>
                </a:lnTo>
                <a:lnTo>
                  <a:pt x="2715" y="9800"/>
                </a:lnTo>
                <a:lnTo>
                  <a:pt x="3656" y="10193"/>
                </a:lnTo>
                <a:lnTo>
                  <a:pt x="4668" y="10407"/>
                </a:lnTo>
                <a:lnTo>
                  <a:pt x="5204" y="10419"/>
                </a:lnTo>
                <a:lnTo>
                  <a:pt x="5739" y="10407"/>
                </a:lnTo>
                <a:lnTo>
                  <a:pt x="6763" y="10193"/>
                </a:lnTo>
                <a:lnTo>
                  <a:pt x="7692" y="9800"/>
                </a:lnTo>
                <a:lnTo>
                  <a:pt x="8526" y="9240"/>
                </a:lnTo>
                <a:lnTo>
                  <a:pt x="9228" y="8526"/>
                </a:lnTo>
                <a:lnTo>
                  <a:pt x="9800" y="7704"/>
                </a:lnTo>
                <a:lnTo>
                  <a:pt x="10193" y="6764"/>
                </a:lnTo>
                <a:lnTo>
                  <a:pt x="10395" y="5752"/>
                </a:lnTo>
                <a:lnTo>
                  <a:pt x="10419" y="5216"/>
                </a:lnTo>
                <a:lnTo>
                  <a:pt x="10395" y="4680"/>
                </a:lnTo>
                <a:lnTo>
                  <a:pt x="10193" y="3656"/>
                </a:lnTo>
                <a:lnTo>
                  <a:pt x="9800" y="2727"/>
                </a:lnTo>
                <a:lnTo>
                  <a:pt x="9228" y="1894"/>
                </a:lnTo>
                <a:lnTo>
                  <a:pt x="8526" y="1191"/>
                </a:lnTo>
                <a:lnTo>
                  <a:pt x="7692" y="620"/>
                </a:lnTo>
                <a:lnTo>
                  <a:pt x="6763" y="227"/>
                </a:lnTo>
                <a:lnTo>
                  <a:pt x="5739" y="24"/>
                </a:lnTo>
                <a:lnTo>
                  <a:pt x="520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4" name="Google Shape;2864;p172"/>
          <p:cNvSpPr/>
          <p:nvPr/>
        </p:nvSpPr>
        <p:spPr>
          <a:xfrm>
            <a:off x="12258516" y="5303976"/>
            <a:ext cx="378999" cy="551791"/>
          </a:xfrm>
          <a:custGeom>
            <a:rect b="b" l="l" r="r" t="t"/>
            <a:pathLst>
              <a:path extrusionOk="0" h="10420" w="7157">
                <a:moveTo>
                  <a:pt x="3335" y="1310"/>
                </a:moveTo>
                <a:lnTo>
                  <a:pt x="2894" y="1406"/>
                </a:lnTo>
                <a:lnTo>
                  <a:pt x="2489" y="1572"/>
                </a:lnTo>
                <a:lnTo>
                  <a:pt x="2120" y="1822"/>
                </a:lnTo>
                <a:lnTo>
                  <a:pt x="1810" y="2132"/>
                </a:lnTo>
                <a:lnTo>
                  <a:pt x="1572" y="2489"/>
                </a:lnTo>
                <a:lnTo>
                  <a:pt x="1394" y="2894"/>
                </a:lnTo>
                <a:lnTo>
                  <a:pt x="1298" y="3335"/>
                </a:lnTo>
                <a:lnTo>
                  <a:pt x="1298" y="3561"/>
                </a:lnTo>
                <a:lnTo>
                  <a:pt x="1310" y="3704"/>
                </a:lnTo>
                <a:lnTo>
                  <a:pt x="1489" y="3894"/>
                </a:lnTo>
                <a:lnTo>
                  <a:pt x="1620" y="3906"/>
                </a:lnTo>
                <a:lnTo>
                  <a:pt x="1751" y="3894"/>
                </a:lnTo>
                <a:lnTo>
                  <a:pt x="1930" y="3716"/>
                </a:lnTo>
                <a:lnTo>
                  <a:pt x="1941" y="3585"/>
                </a:lnTo>
                <a:lnTo>
                  <a:pt x="1953" y="3418"/>
                </a:lnTo>
                <a:lnTo>
                  <a:pt x="2013" y="3096"/>
                </a:lnTo>
                <a:lnTo>
                  <a:pt x="2144" y="2811"/>
                </a:lnTo>
                <a:lnTo>
                  <a:pt x="2311" y="2561"/>
                </a:lnTo>
                <a:lnTo>
                  <a:pt x="2537" y="2334"/>
                </a:lnTo>
                <a:lnTo>
                  <a:pt x="2799" y="2168"/>
                </a:lnTo>
                <a:lnTo>
                  <a:pt x="3084" y="2049"/>
                </a:lnTo>
                <a:lnTo>
                  <a:pt x="3406" y="1977"/>
                </a:lnTo>
                <a:lnTo>
                  <a:pt x="3573" y="1977"/>
                </a:lnTo>
                <a:lnTo>
                  <a:pt x="3704" y="1941"/>
                </a:lnTo>
                <a:lnTo>
                  <a:pt x="3882" y="1763"/>
                </a:lnTo>
                <a:lnTo>
                  <a:pt x="3894" y="1632"/>
                </a:lnTo>
                <a:lnTo>
                  <a:pt x="3882" y="1501"/>
                </a:lnTo>
                <a:lnTo>
                  <a:pt x="3704" y="1322"/>
                </a:lnTo>
                <a:lnTo>
                  <a:pt x="3573" y="1310"/>
                </a:lnTo>
                <a:close/>
                <a:moveTo>
                  <a:pt x="3561" y="1"/>
                </a:moveTo>
                <a:lnTo>
                  <a:pt x="3204" y="13"/>
                </a:lnTo>
                <a:lnTo>
                  <a:pt x="2501" y="167"/>
                </a:lnTo>
                <a:lnTo>
                  <a:pt x="1858" y="441"/>
                </a:lnTo>
                <a:lnTo>
                  <a:pt x="1287" y="834"/>
                </a:lnTo>
                <a:lnTo>
                  <a:pt x="810" y="1322"/>
                </a:lnTo>
                <a:lnTo>
                  <a:pt x="417" y="1894"/>
                </a:lnTo>
                <a:lnTo>
                  <a:pt x="155" y="2537"/>
                </a:lnTo>
                <a:lnTo>
                  <a:pt x="13" y="3239"/>
                </a:lnTo>
                <a:lnTo>
                  <a:pt x="1" y="3608"/>
                </a:lnTo>
                <a:lnTo>
                  <a:pt x="1" y="3942"/>
                </a:lnTo>
                <a:lnTo>
                  <a:pt x="120" y="4573"/>
                </a:lnTo>
                <a:lnTo>
                  <a:pt x="346" y="5180"/>
                </a:lnTo>
                <a:lnTo>
                  <a:pt x="679" y="5728"/>
                </a:lnTo>
                <a:lnTo>
                  <a:pt x="882" y="5990"/>
                </a:lnTo>
                <a:lnTo>
                  <a:pt x="1108" y="6264"/>
                </a:lnTo>
                <a:lnTo>
                  <a:pt x="1489" y="6883"/>
                </a:lnTo>
                <a:lnTo>
                  <a:pt x="1703" y="7323"/>
                </a:lnTo>
                <a:lnTo>
                  <a:pt x="1775" y="7538"/>
                </a:lnTo>
                <a:lnTo>
                  <a:pt x="1799" y="7657"/>
                </a:lnTo>
                <a:lnTo>
                  <a:pt x="2001" y="7811"/>
                </a:lnTo>
                <a:lnTo>
                  <a:pt x="2132" y="7811"/>
                </a:lnTo>
                <a:lnTo>
                  <a:pt x="2251" y="7776"/>
                </a:lnTo>
                <a:lnTo>
                  <a:pt x="2406" y="7585"/>
                </a:lnTo>
                <a:lnTo>
                  <a:pt x="2418" y="7454"/>
                </a:lnTo>
                <a:lnTo>
                  <a:pt x="2406" y="7383"/>
                </a:lnTo>
                <a:lnTo>
                  <a:pt x="2311" y="7121"/>
                </a:lnTo>
                <a:lnTo>
                  <a:pt x="2061" y="6585"/>
                </a:lnTo>
                <a:lnTo>
                  <a:pt x="1620" y="5871"/>
                </a:lnTo>
                <a:lnTo>
                  <a:pt x="1370" y="5561"/>
                </a:lnTo>
                <a:lnTo>
                  <a:pt x="1203" y="5359"/>
                </a:lnTo>
                <a:lnTo>
                  <a:pt x="929" y="4894"/>
                </a:lnTo>
                <a:lnTo>
                  <a:pt x="751" y="4406"/>
                </a:lnTo>
                <a:lnTo>
                  <a:pt x="656" y="3882"/>
                </a:lnTo>
                <a:lnTo>
                  <a:pt x="644" y="3608"/>
                </a:lnTo>
                <a:lnTo>
                  <a:pt x="656" y="3311"/>
                </a:lnTo>
                <a:lnTo>
                  <a:pt x="775" y="2727"/>
                </a:lnTo>
                <a:lnTo>
                  <a:pt x="989" y="2191"/>
                </a:lnTo>
                <a:lnTo>
                  <a:pt x="1298" y="1727"/>
                </a:lnTo>
                <a:lnTo>
                  <a:pt x="1691" y="1322"/>
                </a:lnTo>
                <a:lnTo>
                  <a:pt x="2156" y="1013"/>
                </a:lnTo>
                <a:lnTo>
                  <a:pt x="2692" y="786"/>
                </a:lnTo>
                <a:lnTo>
                  <a:pt x="3263" y="667"/>
                </a:lnTo>
                <a:lnTo>
                  <a:pt x="3561" y="656"/>
                </a:lnTo>
                <a:lnTo>
                  <a:pt x="3573" y="656"/>
                </a:lnTo>
                <a:lnTo>
                  <a:pt x="3870" y="667"/>
                </a:lnTo>
                <a:lnTo>
                  <a:pt x="4430" y="775"/>
                </a:lnTo>
                <a:lnTo>
                  <a:pt x="4954" y="989"/>
                </a:lnTo>
                <a:lnTo>
                  <a:pt x="5418" y="1310"/>
                </a:lnTo>
                <a:lnTo>
                  <a:pt x="5633" y="1513"/>
                </a:lnTo>
                <a:lnTo>
                  <a:pt x="5835" y="1727"/>
                </a:lnTo>
                <a:lnTo>
                  <a:pt x="6156" y="2203"/>
                </a:lnTo>
                <a:lnTo>
                  <a:pt x="6383" y="2739"/>
                </a:lnTo>
                <a:lnTo>
                  <a:pt x="6502" y="3311"/>
                </a:lnTo>
                <a:lnTo>
                  <a:pt x="6502" y="3608"/>
                </a:lnTo>
                <a:lnTo>
                  <a:pt x="6502" y="3882"/>
                </a:lnTo>
                <a:lnTo>
                  <a:pt x="6406" y="4406"/>
                </a:lnTo>
                <a:lnTo>
                  <a:pt x="6216" y="4894"/>
                </a:lnTo>
                <a:lnTo>
                  <a:pt x="5954" y="5347"/>
                </a:lnTo>
                <a:lnTo>
                  <a:pt x="5775" y="5561"/>
                </a:lnTo>
                <a:lnTo>
                  <a:pt x="5525" y="5871"/>
                </a:lnTo>
                <a:lnTo>
                  <a:pt x="5085" y="6585"/>
                </a:lnTo>
                <a:lnTo>
                  <a:pt x="4835" y="7121"/>
                </a:lnTo>
                <a:lnTo>
                  <a:pt x="4751" y="7383"/>
                </a:lnTo>
                <a:lnTo>
                  <a:pt x="4740" y="7454"/>
                </a:lnTo>
                <a:lnTo>
                  <a:pt x="4740" y="7585"/>
                </a:lnTo>
                <a:lnTo>
                  <a:pt x="4882" y="7800"/>
                </a:lnTo>
                <a:lnTo>
                  <a:pt x="5013" y="7835"/>
                </a:lnTo>
                <a:lnTo>
                  <a:pt x="5061" y="7835"/>
                </a:lnTo>
                <a:lnTo>
                  <a:pt x="5168" y="7823"/>
                </a:lnTo>
                <a:lnTo>
                  <a:pt x="5347" y="7680"/>
                </a:lnTo>
                <a:lnTo>
                  <a:pt x="5371" y="7573"/>
                </a:lnTo>
                <a:lnTo>
                  <a:pt x="5442" y="7347"/>
                </a:lnTo>
                <a:lnTo>
                  <a:pt x="5656" y="6895"/>
                </a:lnTo>
                <a:lnTo>
                  <a:pt x="6037" y="6264"/>
                </a:lnTo>
                <a:lnTo>
                  <a:pt x="6276" y="5990"/>
                </a:lnTo>
                <a:lnTo>
                  <a:pt x="6478" y="5728"/>
                </a:lnTo>
                <a:lnTo>
                  <a:pt x="6799" y="5180"/>
                </a:lnTo>
                <a:lnTo>
                  <a:pt x="7026" y="4573"/>
                </a:lnTo>
                <a:lnTo>
                  <a:pt x="7145" y="3942"/>
                </a:lnTo>
                <a:lnTo>
                  <a:pt x="7157" y="3608"/>
                </a:lnTo>
                <a:lnTo>
                  <a:pt x="7145" y="3251"/>
                </a:lnTo>
                <a:lnTo>
                  <a:pt x="7002" y="2549"/>
                </a:lnTo>
                <a:lnTo>
                  <a:pt x="6740" y="1906"/>
                </a:lnTo>
                <a:lnTo>
                  <a:pt x="6347" y="1310"/>
                </a:lnTo>
                <a:lnTo>
                  <a:pt x="6097" y="1048"/>
                </a:lnTo>
                <a:lnTo>
                  <a:pt x="5835" y="798"/>
                </a:lnTo>
                <a:lnTo>
                  <a:pt x="5252" y="405"/>
                </a:lnTo>
                <a:lnTo>
                  <a:pt x="4597" y="144"/>
                </a:lnTo>
                <a:lnTo>
                  <a:pt x="3918" y="13"/>
                </a:lnTo>
                <a:lnTo>
                  <a:pt x="3561" y="1"/>
                </a:lnTo>
                <a:close/>
                <a:moveTo>
                  <a:pt x="4549" y="9121"/>
                </a:moveTo>
                <a:lnTo>
                  <a:pt x="4549" y="9228"/>
                </a:lnTo>
                <a:lnTo>
                  <a:pt x="4549" y="9240"/>
                </a:lnTo>
                <a:lnTo>
                  <a:pt x="4549" y="9252"/>
                </a:lnTo>
                <a:lnTo>
                  <a:pt x="4216" y="9752"/>
                </a:lnTo>
                <a:lnTo>
                  <a:pt x="4204" y="9764"/>
                </a:lnTo>
                <a:lnTo>
                  <a:pt x="2977" y="9776"/>
                </a:lnTo>
                <a:lnTo>
                  <a:pt x="2965" y="9764"/>
                </a:lnTo>
                <a:lnTo>
                  <a:pt x="2954" y="9764"/>
                </a:lnTo>
                <a:lnTo>
                  <a:pt x="2596" y="9252"/>
                </a:lnTo>
                <a:lnTo>
                  <a:pt x="2596" y="9121"/>
                </a:lnTo>
                <a:close/>
                <a:moveTo>
                  <a:pt x="2275" y="8454"/>
                </a:moveTo>
                <a:lnTo>
                  <a:pt x="2144" y="8466"/>
                </a:lnTo>
                <a:lnTo>
                  <a:pt x="1965" y="8645"/>
                </a:lnTo>
                <a:lnTo>
                  <a:pt x="1953" y="8776"/>
                </a:lnTo>
                <a:lnTo>
                  <a:pt x="1953" y="9252"/>
                </a:lnTo>
                <a:lnTo>
                  <a:pt x="1953" y="9347"/>
                </a:lnTo>
                <a:lnTo>
                  <a:pt x="2013" y="9526"/>
                </a:lnTo>
                <a:lnTo>
                  <a:pt x="2061" y="9609"/>
                </a:lnTo>
                <a:lnTo>
                  <a:pt x="2406" y="10133"/>
                </a:lnTo>
                <a:lnTo>
                  <a:pt x="2501" y="10240"/>
                </a:lnTo>
                <a:lnTo>
                  <a:pt x="2799" y="10407"/>
                </a:lnTo>
                <a:lnTo>
                  <a:pt x="2954" y="10419"/>
                </a:lnTo>
                <a:lnTo>
                  <a:pt x="4204" y="10419"/>
                </a:lnTo>
                <a:lnTo>
                  <a:pt x="4359" y="10407"/>
                </a:lnTo>
                <a:lnTo>
                  <a:pt x="4644" y="10240"/>
                </a:lnTo>
                <a:lnTo>
                  <a:pt x="4740" y="10133"/>
                </a:lnTo>
                <a:lnTo>
                  <a:pt x="5097" y="9609"/>
                </a:lnTo>
                <a:lnTo>
                  <a:pt x="5180" y="9431"/>
                </a:lnTo>
                <a:lnTo>
                  <a:pt x="5204" y="9252"/>
                </a:lnTo>
                <a:lnTo>
                  <a:pt x="5204" y="8788"/>
                </a:lnTo>
                <a:lnTo>
                  <a:pt x="5180" y="8657"/>
                </a:lnTo>
                <a:lnTo>
                  <a:pt x="5001" y="8466"/>
                </a:lnTo>
                <a:lnTo>
                  <a:pt x="4882" y="845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5" name="Google Shape;2865;p172"/>
          <p:cNvSpPr/>
          <p:nvPr/>
        </p:nvSpPr>
        <p:spPr>
          <a:xfrm>
            <a:off x="13686298" y="5338344"/>
            <a:ext cx="552374" cy="483056"/>
          </a:xfrm>
          <a:custGeom>
            <a:rect b="b" l="l" r="r" t="t"/>
            <a:pathLst>
              <a:path extrusionOk="0" h="9122" w="10431">
                <a:moveTo>
                  <a:pt x="6847" y="655"/>
                </a:moveTo>
                <a:lnTo>
                  <a:pt x="6716" y="667"/>
                </a:lnTo>
                <a:lnTo>
                  <a:pt x="6537" y="846"/>
                </a:lnTo>
                <a:lnTo>
                  <a:pt x="6514" y="977"/>
                </a:lnTo>
                <a:lnTo>
                  <a:pt x="6514" y="2930"/>
                </a:lnTo>
                <a:lnTo>
                  <a:pt x="6537" y="3061"/>
                </a:lnTo>
                <a:lnTo>
                  <a:pt x="6716" y="3239"/>
                </a:lnTo>
                <a:lnTo>
                  <a:pt x="6847" y="3251"/>
                </a:lnTo>
                <a:lnTo>
                  <a:pt x="6978" y="3239"/>
                </a:lnTo>
                <a:lnTo>
                  <a:pt x="7145" y="3061"/>
                </a:lnTo>
                <a:lnTo>
                  <a:pt x="7168" y="2930"/>
                </a:lnTo>
                <a:lnTo>
                  <a:pt x="7168" y="977"/>
                </a:lnTo>
                <a:lnTo>
                  <a:pt x="7145" y="846"/>
                </a:lnTo>
                <a:lnTo>
                  <a:pt x="6978" y="667"/>
                </a:lnTo>
                <a:lnTo>
                  <a:pt x="6847" y="655"/>
                </a:lnTo>
                <a:close/>
                <a:moveTo>
                  <a:pt x="4894" y="1953"/>
                </a:moveTo>
                <a:lnTo>
                  <a:pt x="4763" y="1977"/>
                </a:lnTo>
                <a:lnTo>
                  <a:pt x="4585" y="2144"/>
                </a:lnTo>
                <a:lnTo>
                  <a:pt x="4561" y="2275"/>
                </a:lnTo>
                <a:lnTo>
                  <a:pt x="4561" y="4227"/>
                </a:lnTo>
                <a:lnTo>
                  <a:pt x="4585" y="4358"/>
                </a:lnTo>
                <a:lnTo>
                  <a:pt x="4763" y="4537"/>
                </a:lnTo>
                <a:lnTo>
                  <a:pt x="4894" y="4561"/>
                </a:lnTo>
                <a:lnTo>
                  <a:pt x="5013" y="4537"/>
                </a:lnTo>
                <a:lnTo>
                  <a:pt x="5192" y="4358"/>
                </a:lnTo>
                <a:lnTo>
                  <a:pt x="5216" y="4227"/>
                </a:lnTo>
                <a:lnTo>
                  <a:pt x="5216" y="2275"/>
                </a:lnTo>
                <a:lnTo>
                  <a:pt x="5192" y="2144"/>
                </a:lnTo>
                <a:lnTo>
                  <a:pt x="5013" y="1977"/>
                </a:lnTo>
                <a:lnTo>
                  <a:pt x="4894" y="1953"/>
                </a:lnTo>
                <a:close/>
                <a:moveTo>
                  <a:pt x="2942" y="3906"/>
                </a:moveTo>
                <a:lnTo>
                  <a:pt x="2811" y="3930"/>
                </a:lnTo>
                <a:lnTo>
                  <a:pt x="2632" y="4096"/>
                </a:lnTo>
                <a:lnTo>
                  <a:pt x="2608" y="4227"/>
                </a:lnTo>
                <a:lnTo>
                  <a:pt x="2608" y="6180"/>
                </a:lnTo>
                <a:lnTo>
                  <a:pt x="2632" y="6311"/>
                </a:lnTo>
                <a:lnTo>
                  <a:pt x="2811" y="6490"/>
                </a:lnTo>
                <a:lnTo>
                  <a:pt x="2942" y="6513"/>
                </a:lnTo>
                <a:lnTo>
                  <a:pt x="3061" y="6490"/>
                </a:lnTo>
                <a:lnTo>
                  <a:pt x="3239" y="6311"/>
                </a:lnTo>
                <a:lnTo>
                  <a:pt x="3263" y="6180"/>
                </a:lnTo>
                <a:lnTo>
                  <a:pt x="3263" y="4227"/>
                </a:lnTo>
                <a:lnTo>
                  <a:pt x="3239" y="4096"/>
                </a:lnTo>
                <a:lnTo>
                  <a:pt x="3061" y="3930"/>
                </a:lnTo>
                <a:lnTo>
                  <a:pt x="2942" y="3906"/>
                </a:lnTo>
                <a:close/>
                <a:moveTo>
                  <a:pt x="8800" y="655"/>
                </a:moveTo>
                <a:lnTo>
                  <a:pt x="8669" y="667"/>
                </a:lnTo>
                <a:lnTo>
                  <a:pt x="8490" y="846"/>
                </a:lnTo>
                <a:lnTo>
                  <a:pt x="8466" y="977"/>
                </a:lnTo>
                <a:lnTo>
                  <a:pt x="8466" y="6192"/>
                </a:lnTo>
                <a:lnTo>
                  <a:pt x="8490" y="6311"/>
                </a:lnTo>
                <a:lnTo>
                  <a:pt x="8669" y="6490"/>
                </a:lnTo>
                <a:lnTo>
                  <a:pt x="8800" y="6513"/>
                </a:lnTo>
                <a:lnTo>
                  <a:pt x="8931" y="6490"/>
                </a:lnTo>
                <a:lnTo>
                  <a:pt x="9097" y="6311"/>
                </a:lnTo>
                <a:lnTo>
                  <a:pt x="9121" y="6192"/>
                </a:lnTo>
                <a:lnTo>
                  <a:pt x="9121" y="977"/>
                </a:lnTo>
                <a:lnTo>
                  <a:pt x="9097" y="846"/>
                </a:lnTo>
                <a:lnTo>
                  <a:pt x="8931" y="667"/>
                </a:lnTo>
                <a:lnTo>
                  <a:pt x="8800" y="655"/>
                </a:lnTo>
                <a:close/>
                <a:moveTo>
                  <a:pt x="334" y="1"/>
                </a:moveTo>
                <a:lnTo>
                  <a:pt x="203" y="12"/>
                </a:lnTo>
                <a:lnTo>
                  <a:pt x="24" y="191"/>
                </a:lnTo>
                <a:lnTo>
                  <a:pt x="1" y="322"/>
                </a:lnTo>
                <a:lnTo>
                  <a:pt x="1" y="7490"/>
                </a:lnTo>
                <a:lnTo>
                  <a:pt x="12" y="7657"/>
                </a:lnTo>
                <a:lnTo>
                  <a:pt x="72" y="7978"/>
                </a:lnTo>
                <a:lnTo>
                  <a:pt x="203" y="8264"/>
                </a:lnTo>
                <a:lnTo>
                  <a:pt x="370" y="8526"/>
                </a:lnTo>
                <a:lnTo>
                  <a:pt x="596" y="8740"/>
                </a:lnTo>
                <a:lnTo>
                  <a:pt x="858" y="8919"/>
                </a:lnTo>
                <a:lnTo>
                  <a:pt x="1144" y="9050"/>
                </a:lnTo>
                <a:lnTo>
                  <a:pt x="1465" y="9109"/>
                </a:lnTo>
                <a:lnTo>
                  <a:pt x="1632" y="9121"/>
                </a:lnTo>
                <a:lnTo>
                  <a:pt x="10097" y="9121"/>
                </a:lnTo>
                <a:lnTo>
                  <a:pt x="10228" y="9097"/>
                </a:lnTo>
                <a:lnTo>
                  <a:pt x="10407" y="8919"/>
                </a:lnTo>
                <a:lnTo>
                  <a:pt x="10431" y="8788"/>
                </a:lnTo>
                <a:lnTo>
                  <a:pt x="10407" y="8657"/>
                </a:lnTo>
                <a:lnTo>
                  <a:pt x="10228" y="8478"/>
                </a:lnTo>
                <a:lnTo>
                  <a:pt x="10097" y="8466"/>
                </a:lnTo>
                <a:lnTo>
                  <a:pt x="1632" y="8466"/>
                </a:lnTo>
                <a:lnTo>
                  <a:pt x="1429" y="8454"/>
                </a:lnTo>
                <a:lnTo>
                  <a:pt x="1084" y="8299"/>
                </a:lnTo>
                <a:lnTo>
                  <a:pt x="822" y="8038"/>
                </a:lnTo>
                <a:lnTo>
                  <a:pt x="667" y="7680"/>
                </a:lnTo>
                <a:lnTo>
                  <a:pt x="655" y="7490"/>
                </a:lnTo>
                <a:lnTo>
                  <a:pt x="655" y="322"/>
                </a:lnTo>
                <a:lnTo>
                  <a:pt x="644" y="191"/>
                </a:lnTo>
                <a:lnTo>
                  <a:pt x="465" y="12"/>
                </a:lnTo>
                <a:lnTo>
                  <a:pt x="33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6" name="Google Shape;2866;p172"/>
          <p:cNvSpPr/>
          <p:nvPr/>
        </p:nvSpPr>
        <p:spPr>
          <a:xfrm>
            <a:off x="10924486" y="2368978"/>
            <a:ext cx="310263" cy="403570"/>
          </a:xfrm>
          <a:custGeom>
            <a:rect b="b" l="l" r="r" t="t"/>
            <a:pathLst>
              <a:path extrusionOk="0" h="7621" w="5859">
                <a:moveTo>
                  <a:pt x="1631" y="643"/>
                </a:moveTo>
                <a:lnTo>
                  <a:pt x="1750" y="667"/>
                </a:lnTo>
                <a:lnTo>
                  <a:pt x="1929" y="846"/>
                </a:lnTo>
                <a:lnTo>
                  <a:pt x="1953" y="977"/>
                </a:lnTo>
                <a:lnTo>
                  <a:pt x="1953" y="6644"/>
                </a:lnTo>
                <a:lnTo>
                  <a:pt x="1929" y="6775"/>
                </a:lnTo>
                <a:lnTo>
                  <a:pt x="1750" y="6954"/>
                </a:lnTo>
                <a:lnTo>
                  <a:pt x="1631" y="6978"/>
                </a:lnTo>
                <a:lnTo>
                  <a:pt x="976" y="6978"/>
                </a:lnTo>
                <a:lnTo>
                  <a:pt x="845" y="6954"/>
                </a:lnTo>
                <a:lnTo>
                  <a:pt x="667" y="6775"/>
                </a:lnTo>
                <a:lnTo>
                  <a:pt x="643" y="6644"/>
                </a:lnTo>
                <a:lnTo>
                  <a:pt x="643" y="977"/>
                </a:lnTo>
                <a:lnTo>
                  <a:pt x="667" y="846"/>
                </a:lnTo>
                <a:lnTo>
                  <a:pt x="845" y="667"/>
                </a:lnTo>
                <a:lnTo>
                  <a:pt x="976" y="643"/>
                </a:lnTo>
                <a:close/>
                <a:moveTo>
                  <a:pt x="4882" y="3060"/>
                </a:moveTo>
                <a:lnTo>
                  <a:pt x="5013" y="3084"/>
                </a:lnTo>
                <a:lnTo>
                  <a:pt x="5191" y="3263"/>
                </a:lnTo>
                <a:lnTo>
                  <a:pt x="5203" y="3394"/>
                </a:lnTo>
                <a:lnTo>
                  <a:pt x="5203" y="6644"/>
                </a:lnTo>
                <a:lnTo>
                  <a:pt x="5191" y="6775"/>
                </a:lnTo>
                <a:lnTo>
                  <a:pt x="5013" y="6954"/>
                </a:lnTo>
                <a:lnTo>
                  <a:pt x="4882" y="6978"/>
                </a:lnTo>
                <a:lnTo>
                  <a:pt x="4227" y="6978"/>
                </a:lnTo>
                <a:lnTo>
                  <a:pt x="4096" y="6954"/>
                </a:lnTo>
                <a:lnTo>
                  <a:pt x="3917" y="6775"/>
                </a:lnTo>
                <a:lnTo>
                  <a:pt x="3905" y="6644"/>
                </a:lnTo>
                <a:lnTo>
                  <a:pt x="3905" y="3394"/>
                </a:lnTo>
                <a:lnTo>
                  <a:pt x="3917" y="3263"/>
                </a:lnTo>
                <a:lnTo>
                  <a:pt x="4096" y="3084"/>
                </a:lnTo>
                <a:lnTo>
                  <a:pt x="4227" y="3060"/>
                </a:lnTo>
                <a:close/>
                <a:moveTo>
                  <a:pt x="976" y="0"/>
                </a:moveTo>
                <a:lnTo>
                  <a:pt x="774" y="12"/>
                </a:lnTo>
                <a:lnTo>
                  <a:pt x="429" y="155"/>
                </a:lnTo>
                <a:lnTo>
                  <a:pt x="155" y="417"/>
                </a:lnTo>
                <a:lnTo>
                  <a:pt x="12" y="774"/>
                </a:lnTo>
                <a:lnTo>
                  <a:pt x="0" y="977"/>
                </a:lnTo>
                <a:lnTo>
                  <a:pt x="0" y="6644"/>
                </a:lnTo>
                <a:lnTo>
                  <a:pt x="12" y="6847"/>
                </a:lnTo>
                <a:lnTo>
                  <a:pt x="155" y="7192"/>
                </a:lnTo>
                <a:lnTo>
                  <a:pt x="429" y="7454"/>
                </a:lnTo>
                <a:lnTo>
                  <a:pt x="774" y="7609"/>
                </a:lnTo>
                <a:lnTo>
                  <a:pt x="976" y="7621"/>
                </a:lnTo>
                <a:lnTo>
                  <a:pt x="1631" y="7621"/>
                </a:lnTo>
                <a:lnTo>
                  <a:pt x="1822" y="7609"/>
                </a:lnTo>
                <a:lnTo>
                  <a:pt x="2179" y="7454"/>
                </a:lnTo>
                <a:lnTo>
                  <a:pt x="2441" y="7192"/>
                </a:lnTo>
                <a:lnTo>
                  <a:pt x="2584" y="6847"/>
                </a:lnTo>
                <a:lnTo>
                  <a:pt x="2608" y="6644"/>
                </a:lnTo>
                <a:lnTo>
                  <a:pt x="2608" y="977"/>
                </a:lnTo>
                <a:lnTo>
                  <a:pt x="2584" y="774"/>
                </a:lnTo>
                <a:lnTo>
                  <a:pt x="2441" y="417"/>
                </a:lnTo>
                <a:lnTo>
                  <a:pt x="2179" y="155"/>
                </a:lnTo>
                <a:lnTo>
                  <a:pt x="1822" y="12"/>
                </a:lnTo>
                <a:lnTo>
                  <a:pt x="1631" y="0"/>
                </a:lnTo>
                <a:close/>
                <a:moveTo>
                  <a:pt x="4227" y="2417"/>
                </a:moveTo>
                <a:lnTo>
                  <a:pt x="4036" y="2429"/>
                </a:lnTo>
                <a:lnTo>
                  <a:pt x="3679" y="2572"/>
                </a:lnTo>
                <a:lnTo>
                  <a:pt x="3417" y="2834"/>
                </a:lnTo>
                <a:lnTo>
                  <a:pt x="3262" y="3191"/>
                </a:lnTo>
                <a:lnTo>
                  <a:pt x="3251" y="3394"/>
                </a:lnTo>
                <a:lnTo>
                  <a:pt x="3251" y="6644"/>
                </a:lnTo>
                <a:lnTo>
                  <a:pt x="3262" y="6847"/>
                </a:lnTo>
                <a:lnTo>
                  <a:pt x="3417" y="7192"/>
                </a:lnTo>
                <a:lnTo>
                  <a:pt x="3679" y="7454"/>
                </a:lnTo>
                <a:lnTo>
                  <a:pt x="4036" y="7609"/>
                </a:lnTo>
                <a:lnTo>
                  <a:pt x="4227" y="7621"/>
                </a:lnTo>
                <a:lnTo>
                  <a:pt x="4882" y="7621"/>
                </a:lnTo>
                <a:lnTo>
                  <a:pt x="5084" y="7609"/>
                </a:lnTo>
                <a:lnTo>
                  <a:pt x="5429" y="7454"/>
                </a:lnTo>
                <a:lnTo>
                  <a:pt x="5691" y="7192"/>
                </a:lnTo>
                <a:lnTo>
                  <a:pt x="5846" y="6847"/>
                </a:lnTo>
                <a:lnTo>
                  <a:pt x="5858" y="6644"/>
                </a:lnTo>
                <a:lnTo>
                  <a:pt x="5858" y="3394"/>
                </a:lnTo>
                <a:lnTo>
                  <a:pt x="5846" y="3191"/>
                </a:lnTo>
                <a:lnTo>
                  <a:pt x="5691" y="2834"/>
                </a:lnTo>
                <a:lnTo>
                  <a:pt x="5429" y="2572"/>
                </a:lnTo>
                <a:lnTo>
                  <a:pt x="5084" y="2429"/>
                </a:lnTo>
                <a:lnTo>
                  <a:pt x="4882" y="2417"/>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7" name="Google Shape;2867;p172"/>
          <p:cNvSpPr/>
          <p:nvPr/>
        </p:nvSpPr>
        <p:spPr>
          <a:xfrm>
            <a:off x="4255136" y="2294894"/>
            <a:ext cx="689209" cy="551738"/>
          </a:xfrm>
          <a:custGeom>
            <a:rect b="b" l="l" r="r" t="t"/>
            <a:pathLst>
              <a:path extrusionOk="0" h="10419" w="13015">
                <a:moveTo>
                  <a:pt x="4752" y="655"/>
                </a:moveTo>
                <a:lnTo>
                  <a:pt x="5133" y="738"/>
                </a:lnTo>
                <a:lnTo>
                  <a:pt x="5490" y="881"/>
                </a:lnTo>
                <a:lnTo>
                  <a:pt x="5799" y="1096"/>
                </a:lnTo>
                <a:lnTo>
                  <a:pt x="6061" y="1358"/>
                </a:lnTo>
                <a:lnTo>
                  <a:pt x="6276" y="1667"/>
                </a:lnTo>
                <a:lnTo>
                  <a:pt x="6419" y="2024"/>
                </a:lnTo>
                <a:lnTo>
                  <a:pt x="6502" y="2405"/>
                </a:lnTo>
                <a:lnTo>
                  <a:pt x="6502" y="2608"/>
                </a:lnTo>
                <a:lnTo>
                  <a:pt x="6502" y="2798"/>
                </a:lnTo>
                <a:lnTo>
                  <a:pt x="6419" y="3179"/>
                </a:lnTo>
                <a:lnTo>
                  <a:pt x="6276" y="3537"/>
                </a:lnTo>
                <a:lnTo>
                  <a:pt x="6061" y="3846"/>
                </a:lnTo>
                <a:lnTo>
                  <a:pt x="5799" y="4108"/>
                </a:lnTo>
                <a:lnTo>
                  <a:pt x="5490" y="4322"/>
                </a:lnTo>
                <a:lnTo>
                  <a:pt x="5133" y="4465"/>
                </a:lnTo>
                <a:lnTo>
                  <a:pt x="4752" y="4549"/>
                </a:lnTo>
                <a:lnTo>
                  <a:pt x="4549" y="4561"/>
                </a:lnTo>
                <a:lnTo>
                  <a:pt x="4359" y="4549"/>
                </a:lnTo>
                <a:lnTo>
                  <a:pt x="3978" y="4465"/>
                </a:lnTo>
                <a:lnTo>
                  <a:pt x="3621" y="4322"/>
                </a:lnTo>
                <a:lnTo>
                  <a:pt x="3311" y="4108"/>
                </a:lnTo>
                <a:lnTo>
                  <a:pt x="3049" y="3846"/>
                </a:lnTo>
                <a:lnTo>
                  <a:pt x="2835" y="3537"/>
                </a:lnTo>
                <a:lnTo>
                  <a:pt x="2692" y="3179"/>
                </a:lnTo>
                <a:lnTo>
                  <a:pt x="2608" y="2798"/>
                </a:lnTo>
                <a:lnTo>
                  <a:pt x="2597" y="2608"/>
                </a:lnTo>
                <a:lnTo>
                  <a:pt x="2608" y="2405"/>
                </a:lnTo>
                <a:lnTo>
                  <a:pt x="2692" y="2024"/>
                </a:lnTo>
                <a:lnTo>
                  <a:pt x="2835" y="1667"/>
                </a:lnTo>
                <a:lnTo>
                  <a:pt x="3049" y="1358"/>
                </a:lnTo>
                <a:lnTo>
                  <a:pt x="3311" y="1096"/>
                </a:lnTo>
                <a:lnTo>
                  <a:pt x="3621" y="881"/>
                </a:lnTo>
                <a:lnTo>
                  <a:pt x="3978" y="738"/>
                </a:lnTo>
                <a:lnTo>
                  <a:pt x="4359" y="655"/>
                </a:lnTo>
                <a:close/>
                <a:moveTo>
                  <a:pt x="4549" y="0"/>
                </a:moveTo>
                <a:lnTo>
                  <a:pt x="4287" y="12"/>
                </a:lnTo>
                <a:lnTo>
                  <a:pt x="3775" y="107"/>
                </a:lnTo>
                <a:lnTo>
                  <a:pt x="3311" y="310"/>
                </a:lnTo>
                <a:lnTo>
                  <a:pt x="2894" y="596"/>
                </a:lnTo>
                <a:lnTo>
                  <a:pt x="2537" y="941"/>
                </a:lnTo>
                <a:lnTo>
                  <a:pt x="2263" y="1358"/>
                </a:lnTo>
                <a:lnTo>
                  <a:pt x="2061" y="1822"/>
                </a:lnTo>
                <a:lnTo>
                  <a:pt x="1954" y="2334"/>
                </a:lnTo>
                <a:lnTo>
                  <a:pt x="1954" y="2608"/>
                </a:lnTo>
                <a:lnTo>
                  <a:pt x="1954" y="2870"/>
                </a:lnTo>
                <a:lnTo>
                  <a:pt x="2061" y="3382"/>
                </a:lnTo>
                <a:lnTo>
                  <a:pt x="2263" y="3846"/>
                </a:lnTo>
                <a:lnTo>
                  <a:pt x="2537" y="4263"/>
                </a:lnTo>
                <a:lnTo>
                  <a:pt x="2894" y="4620"/>
                </a:lnTo>
                <a:lnTo>
                  <a:pt x="3311" y="4894"/>
                </a:lnTo>
                <a:lnTo>
                  <a:pt x="3775" y="5096"/>
                </a:lnTo>
                <a:lnTo>
                  <a:pt x="4287" y="5203"/>
                </a:lnTo>
                <a:lnTo>
                  <a:pt x="4823" y="5203"/>
                </a:lnTo>
                <a:lnTo>
                  <a:pt x="5335" y="5096"/>
                </a:lnTo>
                <a:lnTo>
                  <a:pt x="5799" y="4894"/>
                </a:lnTo>
                <a:lnTo>
                  <a:pt x="6216" y="4620"/>
                </a:lnTo>
                <a:lnTo>
                  <a:pt x="6561" y="4263"/>
                </a:lnTo>
                <a:lnTo>
                  <a:pt x="6847" y="3846"/>
                </a:lnTo>
                <a:lnTo>
                  <a:pt x="7050" y="3382"/>
                </a:lnTo>
                <a:lnTo>
                  <a:pt x="7145" y="2870"/>
                </a:lnTo>
                <a:lnTo>
                  <a:pt x="7157" y="2608"/>
                </a:lnTo>
                <a:lnTo>
                  <a:pt x="7145" y="2334"/>
                </a:lnTo>
                <a:lnTo>
                  <a:pt x="7050" y="1822"/>
                </a:lnTo>
                <a:lnTo>
                  <a:pt x="6847" y="1358"/>
                </a:lnTo>
                <a:lnTo>
                  <a:pt x="6561" y="941"/>
                </a:lnTo>
                <a:lnTo>
                  <a:pt x="6216" y="596"/>
                </a:lnTo>
                <a:lnTo>
                  <a:pt x="5799" y="310"/>
                </a:lnTo>
                <a:lnTo>
                  <a:pt x="5335" y="107"/>
                </a:lnTo>
                <a:lnTo>
                  <a:pt x="4823" y="12"/>
                </a:lnTo>
                <a:lnTo>
                  <a:pt x="4549" y="0"/>
                </a:lnTo>
                <a:close/>
                <a:moveTo>
                  <a:pt x="9764" y="6347"/>
                </a:moveTo>
                <a:lnTo>
                  <a:pt x="9860" y="6358"/>
                </a:lnTo>
                <a:lnTo>
                  <a:pt x="10026" y="6430"/>
                </a:lnTo>
                <a:lnTo>
                  <a:pt x="10157" y="6561"/>
                </a:lnTo>
                <a:lnTo>
                  <a:pt x="10229" y="6739"/>
                </a:lnTo>
                <a:lnTo>
                  <a:pt x="10229" y="6835"/>
                </a:lnTo>
                <a:lnTo>
                  <a:pt x="10229" y="6930"/>
                </a:lnTo>
                <a:lnTo>
                  <a:pt x="10157" y="7109"/>
                </a:lnTo>
                <a:lnTo>
                  <a:pt x="10026" y="7240"/>
                </a:lnTo>
                <a:lnTo>
                  <a:pt x="9860" y="7311"/>
                </a:lnTo>
                <a:lnTo>
                  <a:pt x="9764" y="7323"/>
                </a:lnTo>
                <a:lnTo>
                  <a:pt x="9669" y="7311"/>
                </a:lnTo>
                <a:lnTo>
                  <a:pt x="9491" y="7240"/>
                </a:lnTo>
                <a:lnTo>
                  <a:pt x="9360" y="7109"/>
                </a:lnTo>
                <a:lnTo>
                  <a:pt x="9276" y="6930"/>
                </a:lnTo>
                <a:lnTo>
                  <a:pt x="9276" y="6835"/>
                </a:lnTo>
                <a:lnTo>
                  <a:pt x="9276" y="6739"/>
                </a:lnTo>
                <a:lnTo>
                  <a:pt x="9360" y="6561"/>
                </a:lnTo>
                <a:lnTo>
                  <a:pt x="9491" y="6430"/>
                </a:lnTo>
                <a:lnTo>
                  <a:pt x="9669" y="6358"/>
                </a:lnTo>
                <a:lnTo>
                  <a:pt x="9764" y="6347"/>
                </a:lnTo>
                <a:close/>
                <a:moveTo>
                  <a:pt x="9764" y="5692"/>
                </a:moveTo>
                <a:lnTo>
                  <a:pt x="9538" y="5715"/>
                </a:lnTo>
                <a:lnTo>
                  <a:pt x="9133" y="5882"/>
                </a:lnTo>
                <a:lnTo>
                  <a:pt x="8824" y="6192"/>
                </a:lnTo>
                <a:lnTo>
                  <a:pt x="8657" y="6597"/>
                </a:lnTo>
                <a:lnTo>
                  <a:pt x="8645" y="6835"/>
                </a:lnTo>
                <a:lnTo>
                  <a:pt x="8657" y="7073"/>
                </a:lnTo>
                <a:lnTo>
                  <a:pt x="8836" y="7478"/>
                </a:lnTo>
                <a:lnTo>
                  <a:pt x="9133" y="7787"/>
                </a:lnTo>
                <a:lnTo>
                  <a:pt x="9538" y="7954"/>
                </a:lnTo>
                <a:lnTo>
                  <a:pt x="9764" y="7978"/>
                </a:lnTo>
                <a:lnTo>
                  <a:pt x="9991" y="7954"/>
                </a:lnTo>
                <a:lnTo>
                  <a:pt x="10395" y="7787"/>
                </a:lnTo>
                <a:lnTo>
                  <a:pt x="10693" y="7478"/>
                </a:lnTo>
                <a:lnTo>
                  <a:pt x="10872" y="7061"/>
                </a:lnTo>
                <a:lnTo>
                  <a:pt x="10884" y="6835"/>
                </a:lnTo>
                <a:lnTo>
                  <a:pt x="10872" y="6608"/>
                </a:lnTo>
                <a:lnTo>
                  <a:pt x="10705" y="6192"/>
                </a:lnTo>
                <a:lnTo>
                  <a:pt x="10395" y="5882"/>
                </a:lnTo>
                <a:lnTo>
                  <a:pt x="9991" y="5715"/>
                </a:lnTo>
                <a:lnTo>
                  <a:pt x="9764" y="5692"/>
                </a:lnTo>
                <a:close/>
                <a:moveTo>
                  <a:pt x="9979" y="4084"/>
                </a:moveTo>
                <a:lnTo>
                  <a:pt x="10205" y="4120"/>
                </a:lnTo>
                <a:lnTo>
                  <a:pt x="10205" y="4870"/>
                </a:lnTo>
                <a:lnTo>
                  <a:pt x="10431" y="4942"/>
                </a:lnTo>
                <a:lnTo>
                  <a:pt x="10598" y="5013"/>
                </a:lnTo>
                <a:lnTo>
                  <a:pt x="10919" y="5203"/>
                </a:lnTo>
                <a:lnTo>
                  <a:pt x="11074" y="5323"/>
                </a:lnTo>
                <a:lnTo>
                  <a:pt x="11253" y="5465"/>
                </a:lnTo>
                <a:lnTo>
                  <a:pt x="11896" y="5096"/>
                </a:lnTo>
                <a:lnTo>
                  <a:pt x="12027" y="5275"/>
                </a:lnTo>
                <a:lnTo>
                  <a:pt x="12253" y="5656"/>
                </a:lnTo>
                <a:lnTo>
                  <a:pt x="12336" y="5858"/>
                </a:lnTo>
                <a:lnTo>
                  <a:pt x="11705" y="6227"/>
                </a:lnTo>
                <a:lnTo>
                  <a:pt x="11693" y="6227"/>
                </a:lnTo>
                <a:lnTo>
                  <a:pt x="11741" y="6454"/>
                </a:lnTo>
                <a:lnTo>
                  <a:pt x="11765" y="6644"/>
                </a:lnTo>
                <a:lnTo>
                  <a:pt x="11777" y="6835"/>
                </a:lnTo>
                <a:lnTo>
                  <a:pt x="11765" y="7025"/>
                </a:lnTo>
                <a:lnTo>
                  <a:pt x="11741" y="7216"/>
                </a:lnTo>
                <a:lnTo>
                  <a:pt x="11693" y="7442"/>
                </a:lnTo>
                <a:lnTo>
                  <a:pt x="12336" y="7811"/>
                </a:lnTo>
                <a:lnTo>
                  <a:pt x="12253" y="8013"/>
                </a:lnTo>
                <a:lnTo>
                  <a:pt x="12027" y="8394"/>
                </a:lnTo>
                <a:lnTo>
                  <a:pt x="11896" y="8573"/>
                </a:lnTo>
                <a:lnTo>
                  <a:pt x="11241" y="8204"/>
                </a:lnTo>
                <a:lnTo>
                  <a:pt x="11074" y="8359"/>
                </a:lnTo>
                <a:lnTo>
                  <a:pt x="10919" y="8478"/>
                </a:lnTo>
                <a:lnTo>
                  <a:pt x="10598" y="8668"/>
                </a:lnTo>
                <a:lnTo>
                  <a:pt x="10419" y="8740"/>
                </a:lnTo>
                <a:lnTo>
                  <a:pt x="10205" y="8811"/>
                </a:lnTo>
                <a:lnTo>
                  <a:pt x="10205" y="9549"/>
                </a:lnTo>
                <a:lnTo>
                  <a:pt x="9979" y="9585"/>
                </a:lnTo>
                <a:lnTo>
                  <a:pt x="9538" y="9585"/>
                </a:lnTo>
                <a:lnTo>
                  <a:pt x="9312" y="9549"/>
                </a:lnTo>
                <a:lnTo>
                  <a:pt x="9312" y="8811"/>
                </a:lnTo>
                <a:lnTo>
                  <a:pt x="9098" y="8740"/>
                </a:lnTo>
                <a:lnTo>
                  <a:pt x="8919" y="8668"/>
                </a:lnTo>
                <a:lnTo>
                  <a:pt x="8598" y="8478"/>
                </a:lnTo>
                <a:lnTo>
                  <a:pt x="8443" y="8359"/>
                </a:lnTo>
                <a:lnTo>
                  <a:pt x="8276" y="8204"/>
                </a:lnTo>
                <a:lnTo>
                  <a:pt x="7633" y="8573"/>
                </a:lnTo>
                <a:lnTo>
                  <a:pt x="7490" y="8406"/>
                </a:lnTo>
                <a:lnTo>
                  <a:pt x="7264" y="8013"/>
                </a:lnTo>
                <a:lnTo>
                  <a:pt x="7181" y="7811"/>
                </a:lnTo>
                <a:lnTo>
                  <a:pt x="7824" y="7442"/>
                </a:lnTo>
                <a:lnTo>
                  <a:pt x="7776" y="7216"/>
                </a:lnTo>
                <a:lnTo>
                  <a:pt x="7752" y="7037"/>
                </a:lnTo>
                <a:lnTo>
                  <a:pt x="7740" y="6835"/>
                </a:lnTo>
                <a:lnTo>
                  <a:pt x="7752" y="6644"/>
                </a:lnTo>
                <a:lnTo>
                  <a:pt x="7776" y="6454"/>
                </a:lnTo>
                <a:lnTo>
                  <a:pt x="7824" y="6227"/>
                </a:lnTo>
                <a:lnTo>
                  <a:pt x="7181" y="5858"/>
                </a:lnTo>
                <a:lnTo>
                  <a:pt x="7264" y="5656"/>
                </a:lnTo>
                <a:lnTo>
                  <a:pt x="7490" y="5263"/>
                </a:lnTo>
                <a:lnTo>
                  <a:pt x="7633" y="5096"/>
                </a:lnTo>
                <a:lnTo>
                  <a:pt x="8276" y="5465"/>
                </a:lnTo>
                <a:lnTo>
                  <a:pt x="8455" y="5311"/>
                </a:lnTo>
                <a:lnTo>
                  <a:pt x="8598" y="5192"/>
                </a:lnTo>
                <a:lnTo>
                  <a:pt x="8919" y="5013"/>
                </a:lnTo>
                <a:lnTo>
                  <a:pt x="9098" y="4942"/>
                </a:lnTo>
                <a:lnTo>
                  <a:pt x="9312" y="4870"/>
                </a:lnTo>
                <a:lnTo>
                  <a:pt x="9312" y="4120"/>
                </a:lnTo>
                <a:lnTo>
                  <a:pt x="9538" y="4084"/>
                </a:lnTo>
                <a:close/>
                <a:moveTo>
                  <a:pt x="9419" y="3441"/>
                </a:moveTo>
                <a:lnTo>
                  <a:pt x="9074" y="3501"/>
                </a:lnTo>
                <a:lnTo>
                  <a:pt x="8990" y="3525"/>
                </a:lnTo>
                <a:lnTo>
                  <a:pt x="8836" y="3620"/>
                </a:lnTo>
                <a:lnTo>
                  <a:pt x="8729" y="3751"/>
                </a:lnTo>
                <a:lnTo>
                  <a:pt x="8669" y="3918"/>
                </a:lnTo>
                <a:lnTo>
                  <a:pt x="8669" y="4013"/>
                </a:lnTo>
                <a:lnTo>
                  <a:pt x="8669" y="4418"/>
                </a:lnTo>
                <a:lnTo>
                  <a:pt x="8431" y="4525"/>
                </a:lnTo>
                <a:lnTo>
                  <a:pt x="8217" y="4680"/>
                </a:lnTo>
                <a:lnTo>
                  <a:pt x="7859" y="4477"/>
                </a:lnTo>
                <a:lnTo>
                  <a:pt x="7788" y="4430"/>
                </a:lnTo>
                <a:lnTo>
                  <a:pt x="7609" y="4406"/>
                </a:lnTo>
                <a:lnTo>
                  <a:pt x="7431" y="4430"/>
                </a:lnTo>
                <a:lnTo>
                  <a:pt x="7276" y="4513"/>
                </a:lnTo>
                <a:lnTo>
                  <a:pt x="7216" y="4572"/>
                </a:lnTo>
                <a:lnTo>
                  <a:pt x="6990" y="4846"/>
                </a:lnTo>
                <a:lnTo>
                  <a:pt x="6657" y="5430"/>
                </a:lnTo>
                <a:lnTo>
                  <a:pt x="6538" y="5763"/>
                </a:lnTo>
                <a:lnTo>
                  <a:pt x="6514" y="5846"/>
                </a:lnTo>
                <a:lnTo>
                  <a:pt x="6514" y="6025"/>
                </a:lnTo>
                <a:lnTo>
                  <a:pt x="6573" y="6192"/>
                </a:lnTo>
                <a:lnTo>
                  <a:pt x="6692" y="6323"/>
                </a:lnTo>
                <a:lnTo>
                  <a:pt x="6764" y="6370"/>
                </a:lnTo>
                <a:lnTo>
                  <a:pt x="7109" y="6573"/>
                </a:lnTo>
                <a:lnTo>
                  <a:pt x="7097" y="6704"/>
                </a:lnTo>
                <a:lnTo>
                  <a:pt x="7085" y="6835"/>
                </a:lnTo>
                <a:lnTo>
                  <a:pt x="7097" y="6966"/>
                </a:lnTo>
                <a:lnTo>
                  <a:pt x="7109" y="7109"/>
                </a:lnTo>
                <a:lnTo>
                  <a:pt x="6764" y="7299"/>
                </a:lnTo>
                <a:lnTo>
                  <a:pt x="6692" y="7347"/>
                </a:lnTo>
                <a:lnTo>
                  <a:pt x="6573" y="7478"/>
                </a:lnTo>
                <a:lnTo>
                  <a:pt x="6514" y="7644"/>
                </a:lnTo>
                <a:lnTo>
                  <a:pt x="6514" y="7823"/>
                </a:lnTo>
                <a:lnTo>
                  <a:pt x="6538" y="7906"/>
                </a:lnTo>
                <a:lnTo>
                  <a:pt x="6657" y="8240"/>
                </a:lnTo>
                <a:lnTo>
                  <a:pt x="6990" y="8823"/>
                </a:lnTo>
                <a:lnTo>
                  <a:pt x="7216" y="9097"/>
                </a:lnTo>
                <a:lnTo>
                  <a:pt x="7276" y="9157"/>
                </a:lnTo>
                <a:lnTo>
                  <a:pt x="7431" y="9240"/>
                </a:lnTo>
                <a:lnTo>
                  <a:pt x="7609" y="9264"/>
                </a:lnTo>
                <a:lnTo>
                  <a:pt x="7788" y="9240"/>
                </a:lnTo>
                <a:lnTo>
                  <a:pt x="7859" y="9204"/>
                </a:lnTo>
                <a:lnTo>
                  <a:pt x="8205" y="9002"/>
                </a:lnTo>
                <a:lnTo>
                  <a:pt x="8431" y="9145"/>
                </a:lnTo>
                <a:lnTo>
                  <a:pt x="8669" y="9264"/>
                </a:lnTo>
                <a:lnTo>
                  <a:pt x="8669" y="9657"/>
                </a:lnTo>
                <a:lnTo>
                  <a:pt x="8669" y="9752"/>
                </a:lnTo>
                <a:lnTo>
                  <a:pt x="8729" y="9919"/>
                </a:lnTo>
                <a:lnTo>
                  <a:pt x="8836" y="10050"/>
                </a:lnTo>
                <a:lnTo>
                  <a:pt x="8990" y="10145"/>
                </a:lnTo>
                <a:lnTo>
                  <a:pt x="9074" y="10169"/>
                </a:lnTo>
                <a:lnTo>
                  <a:pt x="9419" y="10228"/>
                </a:lnTo>
                <a:lnTo>
                  <a:pt x="9764" y="10240"/>
                </a:lnTo>
                <a:lnTo>
                  <a:pt x="10098" y="10228"/>
                </a:lnTo>
                <a:lnTo>
                  <a:pt x="10455" y="10169"/>
                </a:lnTo>
                <a:lnTo>
                  <a:pt x="10538" y="10145"/>
                </a:lnTo>
                <a:lnTo>
                  <a:pt x="10681" y="10050"/>
                </a:lnTo>
                <a:lnTo>
                  <a:pt x="10788" y="9919"/>
                </a:lnTo>
                <a:lnTo>
                  <a:pt x="10848" y="9752"/>
                </a:lnTo>
                <a:lnTo>
                  <a:pt x="10860" y="9657"/>
                </a:lnTo>
                <a:lnTo>
                  <a:pt x="10860" y="9264"/>
                </a:lnTo>
                <a:lnTo>
                  <a:pt x="11098" y="9145"/>
                </a:lnTo>
                <a:lnTo>
                  <a:pt x="11312" y="9002"/>
                </a:lnTo>
                <a:lnTo>
                  <a:pt x="11658" y="9192"/>
                </a:lnTo>
                <a:lnTo>
                  <a:pt x="11741" y="9240"/>
                </a:lnTo>
                <a:lnTo>
                  <a:pt x="11920" y="9264"/>
                </a:lnTo>
                <a:lnTo>
                  <a:pt x="12086" y="9240"/>
                </a:lnTo>
                <a:lnTo>
                  <a:pt x="12253" y="9157"/>
                </a:lnTo>
                <a:lnTo>
                  <a:pt x="12312" y="9097"/>
                </a:lnTo>
                <a:lnTo>
                  <a:pt x="12527" y="8835"/>
                </a:lnTo>
                <a:lnTo>
                  <a:pt x="12872" y="8240"/>
                </a:lnTo>
                <a:lnTo>
                  <a:pt x="12991" y="7906"/>
                </a:lnTo>
                <a:lnTo>
                  <a:pt x="13015" y="7823"/>
                </a:lnTo>
                <a:lnTo>
                  <a:pt x="13003" y="7644"/>
                </a:lnTo>
                <a:lnTo>
                  <a:pt x="12944" y="7478"/>
                </a:lnTo>
                <a:lnTo>
                  <a:pt x="12824" y="7347"/>
                </a:lnTo>
                <a:lnTo>
                  <a:pt x="12753" y="7299"/>
                </a:lnTo>
                <a:lnTo>
                  <a:pt x="12408" y="7097"/>
                </a:lnTo>
                <a:lnTo>
                  <a:pt x="12420" y="6966"/>
                </a:lnTo>
                <a:lnTo>
                  <a:pt x="12432" y="6835"/>
                </a:lnTo>
                <a:lnTo>
                  <a:pt x="12420" y="6704"/>
                </a:lnTo>
                <a:lnTo>
                  <a:pt x="12408" y="6561"/>
                </a:lnTo>
                <a:lnTo>
                  <a:pt x="12753" y="6370"/>
                </a:lnTo>
                <a:lnTo>
                  <a:pt x="12824" y="6323"/>
                </a:lnTo>
                <a:lnTo>
                  <a:pt x="12944" y="6180"/>
                </a:lnTo>
                <a:lnTo>
                  <a:pt x="13003" y="6025"/>
                </a:lnTo>
                <a:lnTo>
                  <a:pt x="13015" y="5846"/>
                </a:lnTo>
                <a:lnTo>
                  <a:pt x="12991" y="5763"/>
                </a:lnTo>
                <a:lnTo>
                  <a:pt x="12872" y="5430"/>
                </a:lnTo>
                <a:lnTo>
                  <a:pt x="12527" y="4834"/>
                </a:lnTo>
                <a:lnTo>
                  <a:pt x="12301" y="4572"/>
                </a:lnTo>
                <a:lnTo>
                  <a:pt x="12241" y="4513"/>
                </a:lnTo>
                <a:lnTo>
                  <a:pt x="12086" y="4430"/>
                </a:lnTo>
                <a:lnTo>
                  <a:pt x="11908" y="4406"/>
                </a:lnTo>
                <a:lnTo>
                  <a:pt x="11741" y="4430"/>
                </a:lnTo>
                <a:lnTo>
                  <a:pt x="11658" y="4477"/>
                </a:lnTo>
                <a:lnTo>
                  <a:pt x="11312" y="4680"/>
                </a:lnTo>
                <a:lnTo>
                  <a:pt x="11086" y="4525"/>
                </a:lnTo>
                <a:lnTo>
                  <a:pt x="10860" y="4418"/>
                </a:lnTo>
                <a:lnTo>
                  <a:pt x="10860" y="4013"/>
                </a:lnTo>
                <a:lnTo>
                  <a:pt x="10848" y="3918"/>
                </a:lnTo>
                <a:lnTo>
                  <a:pt x="10788" y="3751"/>
                </a:lnTo>
                <a:lnTo>
                  <a:pt x="10681" y="3620"/>
                </a:lnTo>
                <a:lnTo>
                  <a:pt x="10538" y="3525"/>
                </a:lnTo>
                <a:lnTo>
                  <a:pt x="10443" y="3501"/>
                </a:lnTo>
                <a:lnTo>
                  <a:pt x="10098" y="3441"/>
                </a:lnTo>
                <a:close/>
                <a:moveTo>
                  <a:pt x="3525" y="6180"/>
                </a:moveTo>
                <a:lnTo>
                  <a:pt x="3156" y="6192"/>
                </a:lnTo>
                <a:lnTo>
                  <a:pt x="2466" y="6335"/>
                </a:lnTo>
                <a:lnTo>
                  <a:pt x="1835" y="6608"/>
                </a:lnTo>
                <a:lnTo>
                  <a:pt x="1275" y="6990"/>
                </a:lnTo>
                <a:lnTo>
                  <a:pt x="799" y="7466"/>
                </a:lnTo>
                <a:lnTo>
                  <a:pt x="418" y="8025"/>
                </a:lnTo>
                <a:lnTo>
                  <a:pt x="144" y="8656"/>
                </a:lnTo>
                <a:lnTo>
                  <a:pt x="13" y="9347"/>
                </a:lnTo>
                <a:lnTo>
                  <a:pt x="1" y="9716"/>
                </a:lnTo>
                <a:lnTo>
                  <a:pt x="1" y="9859"/>
                </a:lnTo>
                <a:lnTo>
                  <a:pt x="120" y="10109"/>
                </a:lnTo>
                <a:lnTo>
                  <a:pt x="310" y="10300"/>
                </a:lnTo>
                <a:lnTo>
                  <a:pt x="560" y="10407"/>
                </a:lnTo>
                <a:lnTo>
                  <a:pt x="703" y="10419"/>
                </a:lnTo>
                <a:lnTo>
                  <a:pt x="7490" y="10419"/>
                </a:lnTo>
                <a:lnTo>
                  <a:pt x="7609" y="10395"/>
                </a:lnTo>
                <a:lnTo>
                  <a:pt x="7788" y="10216"/>
                </a:lnTo>
                <a:lnTo>
                  <a:pt x="7812" y="10097"/>
                </a:lnTo>
                <a:lnTo>
                  <a:pt x="7788" y="9966"/>
                </a:lnTo>
                <a:lnTo>
                  <a:pt x="7609" y="9788"/>
                </a:lnTo>
                <a:lnTo>
                  <a:pt x="7490" y="9764"/>
                </a:lnTo>
                <a:lnTo>
                  <a:pt x="703" y="9764"/>
                </a:lnTo>
                <a:lnTo>
                  <a:pt x="656" y="9752"/>
                </a:lnTo>
                <a:lnTo>
                  <a:pt x="644" y="9716"/>
                </a:lnTo>
                <a:lnTo>
                  <a:pt x="656" y="9418"/>
                </a:lnTo>
                <a:lnTo>
                  <a:pt x="775" y="8859"/>
                </a:lnTo>
                <a:lnTo>
                  <a:pt x="989" y="8335"/>
                </a:lnTo>
                <a:lnTo>
                  <a:pt x="1299" y="7883"/>
                </a:lnTo>
                <a:lnTo>
                  <a:pt x="1692" y="7490"/>
                </a:lnTo>
                <a:lnTo>
                  <a:pt x="2156" y="7180"/>
                </a:lnTo>
                <a:lnTo>
                  <a:pt x="2668" y="6966"/>
                </a:lnTo>
                <a:lnTo>
                  <a:pt x="3228" y="6847"/>
                </a:lnTo>
                <a:lnTo>
                  <a:pt x="3525" y="6835"/>
                </a:lnTo>
                <a:lnTo>
                  <a:pt x="5538" y="6835"/>
                </a:lnTo>
                <a:lnTo>
                  <a:pt x="5657" y="6823"/>
                </a:lnTo>
                <a:lnTo>
                  <a:pt x="5835" y="6644"/>
                </a:lnTo>
                <a:lnTo>
                  <a:pt x="5859" y="6513"/>
                </a:lnTo>
                <a:lnTo>
                  <a:pt x="5835" y="6382"/>
                </a:lnTo>
                <a:lnTo>
                  <a:pt x="5657" y="6204"/>
                </a:lnTo>
                <a:lnTo>
                  <a:pt x="5538" y="618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8" name="Google Shape;2868;p172"/>
          <p:cNvSpPr/>
          <p:nvPr/>
        </p:nvSpPr>
        <p:spPr>
          <a:xfrm>
            <a:off x="8217959" y="2294894"/>
            <a:ext cx="551738" cy="551738"/>
          </a:xfrm>
          <a:custGeom>
            <a:rect b="b" l="l" r="r" t="t"/>
            <a:pathLst>
              <a:path extrusionOk="0" h="10419" w="10419">
                <a:moveTo>
                  <a:pt x="5299" y="655"/>
                </a:moveTo>
                <a:lnTo>
                  <a:pt x="5394" y="691"/>
                </a:lnTo>
                <a:lnTo>
                  <a:pt x="9657" y="2608"/>
                </a:lnTo>
                <a:lnTo>
                  <a:pt x="5394" y="4525"/>
                </a:lnTo>
                <a:lnTo>
                  <a:pt x="5299" y="4549"/>
                </a:lnTo>
                <a:lnTo>
                  <a:pt x="5216" y="4561"/>
                </a:lnTo>
                <a:lnTo>
                  <a:pt x="5097" y="4549"/>
                </a:lnTo>
                <a:lnTo>
                  <a:pt x="5037" y="4525"/>
                </a:lnTo>
                <a:lnTo>
                  <a:pt x="762" y="2608"/>
                </a:lnTo>
                <a:lnTo>
                  <a:pt x="5037" y="691"/>
                </a:lnTo>
                <a:lnTo>
                  <a:pt x="5097" y="655"/>
                </a:lnTo>
                <a:close/>
                <a:moveTo>
                  <a:pt x="5216" y="0"/>
                </a:moveTo>
                <a:lnTo>
                  <a:pt x="4977" y="12"/>
                </a:lnTo>
                <a:lnTo>
                  <a:pt x="4763" y="96"/>
                </a:lnTo>
                <a:lnTo>
                  <a:pt x="346" y="2072"/>
                </a:lnTo>
                <a:lnTo>
                  <a:pt x="191" y="2155"/>
                </a:lnTo>
                <a:lnTo>
                  <a:pt x="12" y="2429"/>
                </a:lnTo>
                <a:lnTo>
                  <a:pt x="0" y="2608"/>
                </a:lnTo>
                <a:lnTo>
                  <a:pt x="12" y="2775"/>
                </a:lnTo>
                <a:lnTo>
                  <a:pt x="191" y="3048"/>
                </a:lnTo>
                <a:lnTo>
                  <a:pt x="346" y="3132"/>
                </a:lnTo>
                <a:lnTo>
                  <a:pt x="4763" y="5108"/>
                </a:lnTo>
                <a:lnTo>
                  <a:pt x="4977" y="5192"/>
                </a:lnTo>
                <a:lnTo>
                  <a:pt x="5216" y="5203"/>
                </a:lnTo>
                <a:lnTo>
                  <a:pt x="5430" y="5192"/>
                </a:lnTo>
                <a:lnTo>
                  <a:pt x="5656" y="5108"/>
                </a:lnTo>
                <a:lnTo>
                  <a:pt x="10074" y="3132"/>
                </a:lnTo>
                <a:lnTo>
                  <a:pt x="10228" y="3048"/>
                </a:lnTo>
                <a:lnTo>
                  <a:pt x="10407" y="2775"/>
                </a:lnTo>
                <a:lnTo>
                  <a:pt x="10419" y="2608"/>
                </a:lnTo>
                <a:lnTo>
                  <a:pt x="10407" y="2429"/>
                </a:lnTo>
                <a:lnTo>
                  <a:pt x="10228" y="2155"/>
                </a:lnTo>
                <a:lnTo>
                  <a:pt x="10074" y="2072"/>
                </a:lnTo>
                <a:lnTo>
                  <a:pt x="5656" y="96"/>
                </a:lnTo>
                <a:lnTo>
                  <a:pt x="5430" y="12"/>
                </a:lnTo>
                <a:lnTo>
                  <a:pt x="5216" y="0"/>
                </a:lnTo>
                <a:close/>
                <a:moveTo>
                  <a:pt x="1298" y="4275"/>
                </a:moveTo>
                <a:lnTo>
                  <a:pt x="1167" y="4310"/>
                </a:lnTo>
                <a:lnTo>
                  <a:pt x="346" y="4680"/>
                </a:lnTo>
                <a:lnTo>
                  <a:pt x="191" y="4763"/>
                </a:lnTo>
                <a:lnTo>
                  <a:pt x="12" y="5037"/>
                </a:lnTo>
                <a:lnTo>
                  <a:pt x="0" y="5203"/>
                </a:lnTo>
                <a:lnTo>
                  <a:pt x="12" y="5370"/>
                </a:lnTo>
                <a:lnTo>
                  <a:pt x="191" y="5656"/>
                </a:lnTo>
                <a:lnTo>
                  <a:pt x="346" y="5739"/>
                </a:lnTo>
                <a:lnTo>
                  <a:pt x="4763" y="7716"/>
                </a:lnTo>
                <a:lnTo>
                  <a:pt x="4977" y="7799"/>
                </a:lnTo>
                <a:lnTo>
                  <a:pt x="5204" y="7811"/>
                </a:lnTo>
                <a:lnTo>
                  <a:pt x="5430" y="7799"/>
                </a:lnTo>
                <a:lnTo>
                  <a:pt x="5656" y="7716"/>
                </a:lnTo>
                <a:lnTo>
                  <a:pt x="10074" y="5739"/>
                </a:lnTo>
                <a:lnTo>
                  <a:pt x="10216" y="5656"/>
                </a:lnTo>
                <a:lnTo>
                  <a:pt x="10395" y="5370"/>
                </a:lnTo>
                <a:lnTo>
                  <a:pt x="10419" y="5203"/>
                </a:lnTo>
                <a:lnTo>
                  <a:pt x="10395" y="5037"/>
                </a:lnTo>
                <a:lnTo>
                  <a:pt x="10216" y="4763"/>
                </a:lnTo>
                <a:lnTo>
                  <a:pt x="10074" y="4680"/>
                </a:lnTo>
                <a:lnTo>
                  <a:pt x="9252" y="4310"/>
                </a:lnTo>
                <a:lnTo>
                  <a:pt x="9121" y="4275"/>
                </a:lnTo>
                <a:lnTo>
                  <a:pt x="8883" y="4358"/>
                </a:lnTo>
                <a:lnTo>
                  <a:pt x="8823" y="4477"/>
                </a:lnTo>
                <a:lnTo>
                  <a:pt x="8788" y="4596"/>
                </a:lnTo>
                <a:lnTo>
                  <a:pt x="8871" y="4834"/>
                </a:lnTo>
                <a:lnTo>
                  <a:pt x="8990" y="4906"/>
                </a:lnTo>
                <a:lnTo>
                  <a:pt x="9657" y="5203"/>
                </a:lnTo>
                <a:lnTo>
                  <a:pt x="5394" y="7120"/>
                </a:lnTo>
                <a:lnTo>
                  <a:pt x="5299" y="7156"/>
                </a:lnTo>
                <a:lnTo>
                  <a:pt x="5216" y="7168"/>
                </a:lnTo>
                <a:lnTo>
                  <a:pt x="5097" y="7156"/>
                </a:lnTo>
                <a:lnTo>
                  <a:pt x="5037" y="7120"/>
                </a:lnTo>
                <a:lnTo>
                  <a:pt x="762" y="5203"/>
                </a:lnTo>
                <a:lnTo>
                  <a:pt x="1441" y="4906"/>
                </a:lnTo>
                <a:lnTo>
                  <a:pt x="1548" y="4834"/>
                </a:lnTo>
                <a:lnTo>
                  <a:pt x="1644" y="4596"/>
                </a:lnTo>
                <a:lnTo>
                  <a:pt x="1596" y="4477"/>
                </a:lnTo>
                <a:lnTo>
                  <a:pt x="1524" y="4358"/>
                </a:lnTo>
                <a:lnTo>
                  <a:pt x="1298" y="4275"/>
                </a:lnTo>
                <a:close/>
                <a:moveTo>
                  <a:pt x="1298" y="6882"/>
                </a:moveTo>
                <a:lnTo>
                  <a:pt x="1167" y="6918"/>
                </a:lnTo>
                <a:lnTo>
                  <a:pt x="346" y="7287"/>
                </a:lnTo>
                <a:lnTo>
                  <a:pt x="191" y="7371"/>
                </a:lnTo>
                <a:lnTo>
                  <a:pt x="12" y="7644"/>
                </a:lnTo>
                <a:lnTo>
                  <a:pt x="0" y="7811"/>
                </a:lnTo>
                <a:lnTo>
                  <a:pt x="12" y="7978"/>
                </a:lnTo>
                <a:lnTo>
                  <a:pt x="191" y="8252"/>
                </a:lnTo>
                <a:lnTo>
                  <a:pt x="346" y="8335"/>
                </a:lnTo>
                <a:lnTo>
                  <a:pt x="4763" y="10323"/>
                </a:lnTo>
                <a:lnTo>
                  <a:pt x="4977" y="10395"/>
                </a:lnTo>
                <a:lnTo>
                  <a:pt x="5204" y="10419"/>
                </a:lnTo>
                <a:lnTo>
                  <a:pt x="5430" y="10395"/>
                </a:lnTo>
                <a:lnTo>
                  <a:pt x="5656" y="10323"/>
                </a:lnTo>
                <a:lnTo>
                  <a:pt x="10074" y="8335"/>
                </a:lnTo>
                <a:lnTo>
                  <a:pt x="10216" y="8252"/>
                </a:lnTo>
                <a:lnTo>
                  <a:pt x="10395" y="7978"/>
                </a:lnTo>
                <a:lnTo>
                  <a:pt x="10419" y="7811"/>
                </a:lnTo>
                <a:lnTo>
                  <a:pt x="10395" y="7644"/>
                </a:lnTo>
                <a:lnTo>
                  <a:pt x="10216" y="7371"/>
                </a:lnTo>
                <a:lnTo>
                  <a:pt x="10074" y="7287"/>
                </a:lnTo>
                <a:lnTo>
                  <a:pt x="9252" y="6918"/>
                </a:lnTo>
                <a:lnTo>
                  <a:pt x="9121" y="6882"/>
                </a:lnTo>
                <a:lnTo>
                  <a:pt x="8883" y="6966"/>
                </a:lnTo>
                <a:lnTo>
                  <a:pt x="8823" y="7073"/>
                </a:lnTo>
                <a:lnTo>
                  <a:pt x="8788" y="7204"/>
                </a:lnTo>
                <a:lnTo>
                  <a:pt x="8871" y="7442"/>
                </a:lnTo>
                <a:lnTo>
                  <a:pt x="8990" y="7513"/>
                </a:lnTo>
                <a:lnTo>
                  <a:pt x="9657" y="7811"/>
                </a:lnTo>
                <a:lnTo>
                  <a:pt x="5394" y="9728"/>
                </a:lnTo>
                <a:lnTo>
                  <a:pt x="5299" y="9764"/>
                </a:lnTo>
                <a:lnTo>
                  <a:pt x="5097" y="9764"/>
                </a:lnTo>
                <a:lnTo>
                  <a:pt x="5037" y="9728"/>
                </a:lnTo>
                <a:lnTo>
                  <a:pt x="762" y="7811"/>
                </a:lnTo>
                <a:lnTo>
                  <a:pt x="1429" y="7513"/>
                </a:lnTo>
                <a:lnTo>
                  <a:pt x="1548" y="7442"/>
                </a:lnTo>
                <a:lnTo>
                  <a:pt x="1632" y="7204"/>
                </a:lnTo>
                <a:lnTo>
                  <a:pt x="1596" y="7073"/>
                </a:lnTo>
                <a:lnTo>
                  <a:pt x="1524" y="6966"/>
                </a:lnTo>
                <a:lnTo>
                  <a:pt x="1298" y="6882"/>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69" name="Google Shape;2869;p172"/>
          <p:cNvSpPr/>
          <p:nvPr/>
        </p:nvSpPr>
        <p:spPr>
          <a:xfrm>
            <a:off x="5556518" y="2294894"/>
            <a:ext cx="689845" cy="551738"/>
          </a:xfrm>
          <a:custGeom>
            <a:rect b="b" l="l" r="r" t="t"/>
            <a:pathLst>
              <a:path extrusionOk="0" h="10419" w="13027">
                <a:moveTo>
                  <a:pt x="2608" y="655"/>
                </a:moveTo>
                <a:lnTo>
                  <a:pt x="2810" y="667"/>
                </a:lnTo>
                <a:lnTo>
                  <a:pt x="3155" y="810"/>
                </a:lnTo>
                <a:lnTo>
                  <a:pt x="3429" y="1072"/>
                </a:lnTo>
                <a:lnTo>
                  <a:pt x="3572" y="1429"/>
                </a:lnTo>
                <a:lnTo>
                  <a:pt x="3584" y="1631"/>
                </a:lnTo>
                <a:lnTo>
                  <a:pt x="3572" y="1822"/>
                </a:lnTo>
                <a:lnTo>
                  <a:pt x="3429" y="2179"/>
                </a:lnTo>
                <a:lnTo>
                  <a:pt x="3155" y="2441"/>
                </a:lnTo>
                <a:lnTo>
                  <a:pt x="2810" y="2584"/>
                </a:lnTo>
                <a:lnTo>
                  <a:pt x="2608" y="2608"/>
                </a:lnTo>
                <a:lnTo>
                  <a:pt x="2405" y="2584"/>
                </a:lnTo>
                <a:lnTo>
                  <a:pt x="2060" y="2441"/>
                </a:lnTo>
                <a:lnTo>
                  <a:pt x="1798" y="2179"/>
                </a:lnTo>
                <a:lnTo>
                  <a:pt x="1643" y="1822"/>
                </a:lnTo>
                <a:lnTo>
                  <a:pt x="1631" y="1631"/>
                </a:lnTo>
                <a:lnTo>
                  <a:pt x="1643" y="1429"/>
                </a:lnTo>
                <a:lnTo>
                  <a:pt x="1798" y="1072"/>
                </a:lnTo>
                <a:lnTo>
                  <a:pt x="2060" y="810"/>
                </a:lnTo>
                <a:lnTo>
                  <a:pt x="2405" y="667"/>
                </a:lnTo>
                <a:lnTo>
                  <a:pt x="2608" y="655"/>
                </a:lnTo>
                <a:close/>
                <a:moveTo>
                  <a:pt x="10419" y="655"/>
                </a:moveTo>
                <a:lnTo>
                  <a:pt x="10621" y="667"/>
                </a:lnTo>
                <a:lnTo>
                  <a:pt x="10978" y="810"/>
                </a:lnTo>
                <a:lnTo>
                  <a:pt x="11240" y="1072"/>
                </a:lnTo>
                <a:lnTo>
                  <a:pt x="11383" y="1429"/>
                </a:lnTo>
                <a:lnTo>
                  <a:pt x="11395" y="1631"/>
                </a:lnTo>
                <a:lnTo>
                  <a:pt x="11383" y="1822"/>
                </a:lnTo>
                <a:lnTo>
                  <a:pt x="11240" y="2179"/>
                </a:lnTo>
                <a:lnTo>
                  <a:pt x="10978" y="2441"/>
                </a:lnTo>
                <a:lnTo>
                  <a:pt x="10621" y="2584"/>
                </a:lnTo>
                <a:lnTo>
                  <a:pt x="10419" y="2608"/>
                </a:lnTo>
                <a:lnTo>
                  <a:pt x="10228" y="2584"/>
                </a:lnTo>
                <a:lnTo>
                  <a:pt x="9871" y="2441"/>
                </a:lnTo>
                <a:lnTo>
                  <a:pt x="9609" y="2179"/>
                </a:lnTo>
                <a:lnTo>
                  <a:pt x="9466" y="1822"/>
                </a:lnTo>
                <a:lnTo>
                  <a:pt x="9442" y="1631"/>
                </a:lnTo>
                <a:lnTo>
                  <a:pt x="9466" y="1429"/>
                </a:lnTo>
                <a:lnTo>
                  <a:pt x="9609" y="1072"/>
                </a:lnTo>
                <a:lnTo>
                  <a:pt x="9871" y="810"/>
                </a:lnTo>
                <a:lnTo>
                  <a:pt x="10228" y="667"/>
                </a:lnTo>
                <a:lnTo>
                  <a:pt x="10419" y="655"/>
                </a:lnTo>
                <a:close/>
                <a:moveTo>
                  <a:pt x="2441" y="0"/>
                </a:moveTo>
                <a:lnTo>
                  <a:pt x="2120" y="72"/>
                </a:lnTo>
                <a:lnTo>
                  <a:pt x="1834" y="191"/>
                </a:lnTo>
                <a:lnTo>
                  <a:pt x="1572" y="369"/>
                </a:lnTo>
                <a:lnTo>
                  <a:pt x="1346" y="584"/>
                </a:lnTo>
                <a:lnTo>
                  <a:pt x="1179" y="846"/>
                </a:lnTo>
                <a:lnTo>
                  <a:pt x="1048" y="1143"/>
                </a:lnTo>
                <a:lnTo>
                  <a:pt x="988" y="1453"/>
                </a:lnTo>
                <a:lnTo>
                  <a:pt x="977" y="1631"/>
                </a:lnTo>
                <a:lnTo>
                  <a:pt x="988" y="1798"/>
                </a:lnTo>
                <a:lnTo>
                  <a:pt x="1048" y="2108"/>
                </a:lnTo>
                <a:lnTo>
                  <a:pt x="1179" y="2405"/>
                </a:lnTo>
                <a:lnTo>
                  <a:pt x="1346" y="2667"/>
                </a:lnTo>
                <a:lnTo>
                  <a:pt x="1572" y="2882"/>
                </a:lnTo>
                <a:lnTo>
                  <a:pt x="1834" y="3060"/>
                </a:lnTo>
                <a:lnTo>
                  <a:pt x="2120" y="3179"/>
                </a:lnTo>
                <a:lnTo>
                  <a:pt x="2441" y="3251"/>
                </a:lnTo>
                <a:lnTo>
                  <a:pt x="2774" y="3251"/>
                </a:lnTo>
                <a:lnTo>
                  <a:pt x="3096" y="3179"/>
                </a:lnTo>
                <a:lnTo>
                  <a:pt x="3382" y="3060"/>
                </a:lnTo>
                <a:lnTo>
                  <a:pt x="3644" y="2882"/>
                </a:lnTo>
                <a:lnTo>
                  <a:pt x="3870" y="2667"/>
                </a:lnTo>
                <a:lnTo>
                  <a:pt x="4048" y="2405"/>
                </a:lnTo>
                <a:lnTo>
                  <a:pt x="4168" y="2108"/>
                </a:lnTo>
                <a:lnTo>
                  <a:pt x="4227" y="1798"/>
                </a:lnTo>
                <a:lnTo>
                  <a:pt x="4239" y="1631"/>
                </a:lnTo>
                <a:lnTo>
                  <a:pt x="4227" y="1453"/>
                </a:lnTo>
                <a:lnTo>
                  <a:pt x="4168" y="1143"/>
                </a:lnTo>
                <a:lnTo>
                  <a:pt x="4048" y="846"/>
                </a:lnTo>
                <a:lnTo>
                  <a:pt x="3870" y="584"/>
                </a:lnTo>
                <a:lnTo>
                  <a:pt x="3644" y="369"/>
                </a:lnTo>
                <a:lnTo>
                  <a:pt x="3382" y="191"/>
                </a:lnTo>
                <a:lnTo>
                  <a:pt x="3096" y="72"/>
                </a:lnTo>
                <a:lnTo>
                  <a:pt x="2774" y="0"/>
                </a:lnTo>
                <a:close/>
                <a:moveTo>
                  <a:pt x="10252" y="0"/>
                </a:moveTo>
                <a:lnTo>
                  <a:pt x="9942" y="72"/>
                </a:lnTo>
                <a:lnTo>
                  <a:pt x="9645" y="191"/>
                </a:lnTo>
                <a:lnTo>
                  <a:pt x="9383" y="369"/>
                </a:lnTo>
                <a:lnTo>
                  <a:pt x="9168" y="596"/>
                </a:lnTo>
                <a:lnTo>
                  <a:pt x="8990" y="846"/>
                </a:lnTo>
                <a:lnTo>
                  <a:pt x="8871" y="1143"/>
                </a:lnTo>
                <a:lnTo>
                  <a:pt x="8799" y="1465"/>
                </a:lnTo>
                <a:lnTo>
                  <a:pt x="8799" y="1631"/>
                </a:lnTo>
                <a:lnTo>
                  <a:pt x="8799" y="1798"/>
                </a:lnTo>
                <a:lnTo>
                  <a:pt x="8871" y="2108"/>
                </a:lnTo>
                <a:lnTo>
                  <a:pt x="8990" y="2405"/>
                </a:lnTo>
                <a:lnTo>
                  <a:pt x="9168" y="2667"/>
                </a:lnTo>
                <a:lnTo>
                  <a:pt x="9383" y="2882"/>
                </a:lnTo>
                <a:lnTo>
                  <a:pt x="9645" y="3060"/>
                </a:lnTo>
                <a:lnTo>
                  <a:pt x="9942" y="3179"/>
                </a:lnTo>
                <a:lnTo>
                  <a:pt x="10252" y="3251"/>
                </a:lnTo>
                <a:lnTo>
                  <a:pt x="10585" y="3251"/>
                </a:lnTo>
                <a:lnTo>
                  <a:pt x="10907" y="3179"/>
                </a:lnTo>
                <a:lnTo>
                  <a:pt x="11204" y="3060"/>
                </a:lnTo>
                <a:lnTo>
                  <a:pt x="11454" y="2882"/>
                </a:lnTo>
                <a:lnTo>
                  <a:pt x="11681" y="2667"/>
                </a:lnTo>
                <a:lnTo>
                  <a:pt x="11859" y="2405"/>
                </a:lnTo>
                <a:lnTo>
                  <a:pt x="11978" y="2108"/>
                </a:lnTo>
                <a:lnTo>
                  <a:pt x="12050" y="1798"/>
                </a:lnTo>
                <a:lnTo>
                  <a:pt x="12050" y="1631"/>
                </a:lnTo>
                <a:lnTo>
                  <a:pt x="12050" y="1465"/>
                </a:lnTo>
                <a:lnTo>
                  <a:pt x="11978" y="1143"/>
                </a:lnTo>
                <a:lnTo>
                  <a:pt x="11859" y="846"/>
                </a:lnTo>
                <a:lnTo>
                  <a:pt x="11681" y="596"/>
                </a:lnTo>
                <a:lnTo>
                  <a:pt x="11454" y="369"/>
                </a:lnTo>
                <a:lnTo>
                  <a:pt x="11204" y="191"/>
                </a:lnTo>
                <a:lnTo>
                  <a:pt x="10907" y="72"/>
                </a:lnTo>
                <a:lnTo>
                  <a:pt x="10585" y="0"/>
                </a:lnTo>
                <a:close/>
                <a:moveTo>
                  <a:pt x="6668" y="2929"/>
                </a:moveTo>
                <a:lnTo>
                  <a:pt x="6954" y="2989"/>
                </a:lnTo>
                <a:lnTo>
                  <a:pt x="7335" y="3167"/>
                </a:lnTo>
                <a:lnTo>
                  <a:pt x="7740" y="3572"/>
                </a:lnTo>
                <a:lnTo>
                  <a:pt x="7918" y="3953"/>
                </a:lnTo>
                <a:lnTo>
                  <a:pt x="7978" y="4239"/>
                </a:lnTo>
                <a:lnTo>
                  <a:pt x="7978" y="4394"/>
                </a:lnTo>
                <a:lnTo>
                  <a:pt x="7978" y="4549"/>
                </a:lnTo>
                <a:lnTo>
                  <a:pt x="7918" y="4834"/>
                </a:lnTo>
                <a:lnTo>
                  <a:pt x="7740" y="5215"/>
                </a:lnTo>
                <a:lnTo>
                  <a:pt x="7335" y="5620"/>
                </a:lnTo>
                <a:lnTo>
                  <a:pt x="6954" y="5799"/>
                </a:lnTo>
                <a:lnTo>
                  <a:pt x="6668" y="5858"/>
                </a:lnTo>
                <a:lnTo>
                  <a:pt x="6358" y="5858"/>
                </a:lnTo>
                <a:lnTo>
                  <a:pt x="6073" y="5799"/>
                </a:lnTo>
                <a:lnTo>
                  <a:pt x="5692" y="5620"/>
                </a:lnTo>
                <a:lnTo>
                  <a:pt x="5287" y="5215"/>
                </a:lnTo>
                <a:lnTo>
                  <a:pt x="5108" y="4834"/>
                </a:lnTo>
                <a:lnTo>
                  <a:pt x="5049" y="4549"/>
                </a:lnTo>
                <a:lnTo>
                  <a:pt x="5049" y="4394"/>
                </a:lnTo>
                <a:lnTo>
                  <a:pt x="5049" y="4239"/>
                </a:lnTo>
                <a:lnTo>
                  <a:pt x="5108" y="3953"/>
                </a:lnTo>
                <a:lnTo>
                  <a:pt x="5287" y="3572"/>
                </a:lnTo>
                <a:lnTo>
                  <a:pt x="5692" y="3167"/>
                </a:lnTo>
                <a:lnTo>
                  <a:pt x="6073" y="2989"/>
                </a:lnTo>
                <a:lnTo>
                  <a:pt x="6358" y="2929"/>
                </a:lnTo>
                <a:close/>
                <a:moveTo>
                  <a:pt x="1441" y="3906"/>
                </a:moveTo>
                <a:lnTo>
                  <a:pt x="1131" y="3977"/>
                </a:lnTo>
                <a:lnTo>
                  <a:pt x="846" y="4108"/>
                </a:lnTo>
                <a:lnTo>
                  <a:pt x="584" y="4287"/>
                </a:lnTo>
                <a:lnTo>
                  <a:pt x="369" y="4513"/>
                </a:lnTo>
                <a:lnTo>
                  <a:pt x="191" y="4787"/>
                </a:lnTo>
                <a:lnTo>
                  <a:pt x="72" y="5084"/>
                </a:lnTo>
                <a:lnTo>
                  <a:pt x="12" y="5418"/>
                </a:lnTo>
                <a:lnTo>
                  <a:pt x="0" y="5585"/>
                </a:lnTo>
                <a:lnTo>
                  <a:pt x="0" y="5858"/>
                </a:lnTo>
                <a:lnTo>
                  <a:pt x="24" y="5989"/>
                </a:lnTo>
                <a:lnTo>
                  <a:pt x="203" y="6168"/>
                </a:lnTo>
                <a:lnTo>
                  <a:pt x="334" y="6180"/>
                </a:lnTo>
                <a:lnTo>
                  <a:pt x="453" y="6168"/>
                </a:lnTo>
                <a:lnTo>
                  <a:pt x="631" y="5989"/>
                </a:lnTo>
                <a:lnTo>
                  <a:pt x="655" y="5858"/>
                </a:lnTo>
                <a:lnTo>
                  <a:pt x="655" y="5585"/>
                </a:lnTo>
                <a:lnTo>
                  <a:pt x="667" y="5382"/>
                </a:lnTo>
                <a:lnTo>
                  <a:pt x="810" y="5001"/>
                </a:lnTo>
                <a:lnTo>
                  <a:pt x="1072" y="4727"/>
                </a:lnTo>
                <a:lnTo>
                  <a:pt x="1417" y="4572"/>
                </a:lnTo>
                <a:lnTo>
                  <a:pt x="1608" y="4561"/>
                </a:lnTo>
                <a:lnTo>
                  <a:pt x="2929" y="4561"/>
                </a:lnTo>
                <a:lnTo>
                  <a:pt x="3132" y="4572"/>
                </a:lnTo>
                <a:lnTo>
                  <a:pt x="3310" y="4644"/>
                </a:lnTo>
                <a:lnTo>
                  <a:pt x="3441" y="4680"/>
                </a:lnTo>
                <a:lnTo>
                  <a:pt x="3679" y="4596"/>
                </a:lnTo>
                <a:lnTo>
                  <a:pt x="3751" y="4489"/>
                </a:lnTo>
                <a:lnTo>
                  <a:pt x="3787" y="4358"/>
                </a:lnTo>
                <a:lnTo>
                  <a:pt x="3703" y="4132"/>
                </a:lnTo>
                <a:lnTo>
                  <a:pt x="3596" y="4060"/>
                </a:lnTo>
                <a:lnTo>
                  <a:pt x="3429" y="3989"/>
                </a:lnTo>
                <a:lnTo>
                  <a:pt x="3108" y="3906"/>
                </a:lnTo>
                <a:close/>
                <a:moveTo>
                  <a:pt x="10097" y="3906"/>
                </a:moveTo>
                <a:lnTo>
                  <a:pt x="9930" y="3918"/>
                </a:lnTo>
                <a:lnTo>
                  <a:pt x="9597" y="3989"/>
                </a:lnTo>
                <a:lnTo>
                  <a:pt x="9430" y="4060"/>
                </a:lnTo>
                <a:lnTo>
                  <a:pt x="9323" y="4132"/>
                </a:lnTo>
                <a:lnTo>
                  <a:pt x="9240" y="4370"/>
                </a:lnTo>
                <a:lnTo>
                  <a:pt x="9276" y="4489"/>
                </a:lnTo>
                <a:lnTo>
                  <a:pt x="9359" y="4596"/>
                </a:lnTo>
                <a:lnTo>
                  <a:pt x="9585" y="4680"/>
                </a:lnTo>
                <a:lnTo>
                  <a:pt x="9716" y="4644"/>
                </a:lnTo>
                <a:lnTo>
                  <a:pt x="9895" y="4572"/>
                </a:lnTo>
                <a:lnTo>
                  <a:pt x="10097" y="4561"/>
                </a:lnTo>
                <a:lnTo>
                  <a:pt x="11419" y="4561"/>
                </a:lnTo>
                <a:lnTo>
                  <a:pt x="11609" y="4572"/>
                </a:lnTo>
                <a:lnTo>
                  <a:pt x="11955" y="4727"/>
                </a:lnTo>
                <a:lnTo>
                  <a:pt x="12216" y="5013"/>
                </a:lnTo>
                <a:lnTo>
                  <a:pt x="12359" y="5382"/>
                </a:lnTo>
                <a:lnTo>
                  <a:pt x="12371" y="5585"/>
                </a:lnTo>
                <a:lnTo>
                  <a:pt x="12371" y="5858"/>
                </a:lnTo>
                <a:lnTo>
                  <a:pt x="12395" y="5989"/>
                </a:lnTo>
                <a:lnTo>
                  <a:pt x="12574" y="6168"/>
                </a:lnTo>
                <a:lnTo>
                  <a:pt x="12705" y="6192"/>
                </a:lnTo>
                <a:lnTo>
                  <a:pt x="12836" y="6168"/>
                </a:lnTo>
                <a:lnTo>
                  <a:pt x="13014" y="5989"/>
                </a:lnTo>
                <a:lnTo>
                  <a:pt x="13026" y="5858"/>
                </a:lnTo>
                <a:lnTo>
                  <a:pt x="13026" y="5585"/>
                </a:lnTo>
                <a:lnTo>
                  <a:pt x="13026" y="5418"/>
                </a:lnTo>
                <a:lnTo>
                  <a:pt x="12955" y="5084"/>
                </a:lnTo>
                <a:lnTo>
                  <a:pt x="12836" y="4787"/>
                </a:lnTo>
                <a:lnTo>
                  <a:pt x="12657" y="4513"/>
                </a:lnTo>
                <a:lnTo>
                  <a:pt x="12443" y="4287"/>
                </a:lnTo>
                <a:lnTo>
                  <a:pt x="12193" y="4108"/>
                </a:lnTo>
                <a:lnTo>
                  <a:pt x="11895" y="3977"/>
                </a:lnTo>
                <a:lnTo>
                  <a:pt x="11585" y="3906"/>
                </a:lnTo>
                <a:close/>
                <a:moveTo>
                  <a:pt x="6513" y="2274"/>
                </a:moveTo>
                <a:lnTo>
                  <a:pt x="6299" y="2286"/>
                </a:lnTo>
                <a:lnTo>
                  <a:pt x="5882" y="2370"/>
                </a:lnTo>
                <a:lnTo>
                  <a:pt x="5513" y="2524"/>
                </a:lnTo>
                <a:lnTo>
                  <a:pt x="5180" y="2763"/>
                </a:lnTo>
                <a:lnTo>
                  <a:pt x="4894" y="3048"/>
                </a:lnTo>
                <a:lnTo>
                  <a:pt x="4668" y="3382"/>
                </a:lnTo>
                <a:lnTo>
                  <a:pt x="4501" y="3763"/>
                </a:lnTo>
                <a:lnTo>
                  <a:pt x="4418" y="4180"/>
                </a:lnTo>
                <a:lnTo>
                  <a:pt x="4418" y="4394"/>
                </a:lnTo>
                <a:lnTo>
                  <a:pt x="4418" y="4608"/>
                </a:lnTo>
                <a:lnTo>
                  <a:pt x="4501" y="5025"/>
                </a:lnTo>
                <a:lnTo>
                  <a:pt x="4656" y="5406"/>
                </a:lnTo>
                <a:lnTo>
                  <a:pt x="4882" y="5739"/>
                </a:lnTo>
                <a:lnTo>
                  <a:pt x="5168" y="6025"/>
                </a:lnTo>
                <a:lnTo>
                  <a:pt x="5501" y="6263"/>
                </a:lnTo>
                <a:lnTo>
                  <a:pt x="5882" y="6418"/>
                </a:lnTo>
                <a:lnTo>
                  <a:pt x="6299" y="6501"/>
                </a:lnTo>
                <a:lnTo>
                  <a:pt x="6513" y="6513"/>
                </a:lnTo>
                <a:lnTo>
                  <a:pt x="6727" y="6501"/>
                </a:lnTo>
                <a:lnTo>
                  <a:pt x="7144" y="6418"/>
                </a:lnTo>
                <a:lnTo>
                  <a:pt x="7525" y="6263"/>
                </a:lnTo>
                <a:lnTo>
                  <a:pt x="7859" y="6025"/>
                </a:lnTo>
                <a:lnTo>
                  <a:pt x="8144" y="5739"/>
                </a:lnTo>
                <a:lnTo>
                  <a:pt x="8359" y="5406"/>
                </a:lnTo>
                <a:lnTo>
                  <a:pt x="8525" y="5025"/>
                </a:lnTo>
                <a:lnTo>
                  <a:pt x="8609" y="4608"/>
                </a:lnTo>
                <a:lnTo>
                  <a:pt x="8609" y="4394"/>
                </a:lnTo>
                <a:lnTo>
                  <a:pt x="8609" y="4180"/>
                </a:lnTo>
                <a:lnTo>
                  <a:pt x="8525" y="3763"/>
                </a:lnTo>
                <a:lnTo>
                  <a:pt x="8359" y="3382"/>
                </a:lnTo>
                <a:lnTo>
                  <a:pt x="8144" y="3048"/>
                </a:lnTo>
                <a:lnTo>
                  <a:pt x="7859" y="2763"/>
                </a:lnTo>
                <a:lnTo>
                  <a:pt x="7525" y="2524"/>
                </a:lnTo>
                <a:lnTo>
                  <a:pt x="7144" y="2370"/>
                </a:lnTo>
                <a:lnTo>
                  <a:pt x="6727" y="2286"/>
                </a:lnTo>
                <a:lnTo>
                  <a:pt x="6513" y="2274"/>
                </a:lnTo>
                <a:close/>
                <a:moveTo>
                  <a:pt x="7525" y="7811"/>
                </a:moveTo>
                <a:lnTo>
                  <a:pt x="7751" y="7823"/>
                </a:lnTo>
                <a:lnTo>
                  <a:pt x="8180" y="7894"/>
                </a:lnTo>
                <a:lnTo>
                  <a:pt x="8573" y="8049"/>
                </a:lnTo>
                <a:lnTo>
                  <a:pt x="8918" y="8252"/>
                </a:lnTo>
                <a:lnTo>
                  <a:pt x="9216" y="8514"/>
                </a:lnTo>
                <a:lnTo>
                  <a:pt x="9466" y="8835"/>
                </a:lnTo>
                <a:lnTo>
                  <a:pt x="9633" y="9180"/>
                </a:lnTo>
                <a:lnTo>
                  <a:pt x="9740" y="9561"/>
                </a:lnTo>
                <a:lnTo>
                  <a:pt x="9752" y="9764"/>
                </a:lnTo>
                <a:lnTo>
                  <a:pt x="3263" y="9764"/>
                </a:lnTo>
                <a:lnTo>
                  <a:pt x="3286" y="9561"/>
                </a:lnTo>
                <a:lnTo>
                  <a:pt x="3394" y="9180"/>
                </a:lnTo>
                <a:lnTo>
                  <a:pt x="3572" y="8835"/>
                </a:lnTo>
                <a:lnTo>
                  <a:pt x="3810" y="8514"/>
                </a:lnTo>
                <a:lnTo>
                  <a:pt x="4108" y="8252"/>
                </a:lnTo>
                <a:lnTo>
                  <a:pt x="4453" y="8049"/>
                </a:lnTo>
                <a:lnTo>
                  <a:pt x="4846" y="7894"/>
                </a:lnTo>
                <a:lnTo>
                  <a:pt x="5263" y="7823"/>
                </a:lnTo>
                <a:lnTo>
                  <a:pt x="5489" y="7811"/>
                </a:lnTo>
                <a:close/>
                <a:moveTo>
                  <a:pt x="5501" y="7156"/>
                </a:moveTo>
                <a:lnTo>
                  <a:pt x="5203" y="7168"/>
                </a:lnTo>
                <a:lnTo>
                  <a:pt x="4644" y="7275"/>
                </a:lnTo>
                <a:lnTo>
                  <a:pt x="4120" y="7490"/>
                </a:lnTo>
                <a:lnTo>
                  <a:pt x="3656" y="7775"/>
                </a:lnTo>
                <a:lnTo>
                  <a:pt x="3263" y="8144"/>
                </a:lnTo>
                <a:lnTo>
                  <a:pt x="2953" y="8573"/>
                </a:lnTo>
                <a:lnTo>
                  <a:pt x="2739" y="9061"/>
                </a:lnTo>
                <a:lnTo>
                  <a:pt x="2620" y="9597"/>
                </a:lnTo>
                <a:lnTo>
                  <a:pt x="2608" y="9871"/>
                </a:lnTo>
                <a:lnTo>
                  <a:pt x="2620" y="9978"/>
                </a:lnTo>
                <a:lnTo>
                  <a:pt x="2703" y="10181"/>
                </a:lnTo>
                <a:lnTo>
                  <a:pt x="2858" y="10323"/>
                </a:lnTo>
                <a:lnTo>
                  <a:pt x="3072" y="10407"/>
                </a:lnTo>
                <a:lnTo>
                  <a:pt x="3191" y="10419"/>
                </a:lnTo>
                <a:lnTo>
                  <a:pt x="9847" y="10419"/>
                </a:lnTo>
                <a:lnTo>
                  <a:pt x="9966" y="10407"/>
                </a:lnTo>
                <a:lnTo>
                  <a:pt x="10169" y="10323"/>
                </a:lnTo>
                <a:lnTo>
                  <a:pt x="10323" y="10181"/>
                </a:lnTo>
                <a:lnTo>
                  <a:pt x="10419" y="9978"/>
                </a:lnTo>
                <a:lnTo>
                  <a:pt x="10419" y="9871"/>
                </a:lnTo>
                <a:lnTo>
                  <a:pt x="10419" y="9597"/>
                </a:lnTo>
                <a:lnTo>
                  <a:pt x="10300" y="9061"/>
                </a:lnTo>
                <a:lnTo>
                  <a:pt x="10085" y="8573"/>
                </a:lnTo>
                <a:lnTo>
                  <a:pt x="9764" y="8144"/>
                </a:lnTo>
                <a:lnTo>
                  <a:pt x="9371" y="7775"/>
                </a:lnTo>
                <a:lnTo>
                  <a:pt x="8918" y="7490"/>
                </a:lnTo>
                <a:lnTo>
                  <a:pt x="8394" y="7275"/>
                </a:lnTo>
                <a:lnTo>
                  <a:pt x="7835" y="7168"/>
                </a:lnTo>
                <a:lnTo>
                  <a:pt x="7537" y="7156"/>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0" name="Google Shape;2870;p172"/>
          <p:cNvSpPr/>
          <p:nvPr/>
        </p:nvSpPr>
        <p:spPr>
          <a:xfrm>
            <a:off x="6993425" y="2294894"/>
            <a:ext cx="483003" cy="551738"/>
          </a:xfrm>
          <a:custGeom>
            <a:rect b="b" l="l" r="r" t="t"/>
            <a:pathLst>
              <a:path extrusionOk="0" h="10419" w="9121">
                <a:moveTo>
                  <a:pt x="4560" y="1298"/>
                </a:moveTo>
                <a:lnTo>
                  <a:pt x="4287" y="1310"/>
                </a:lnTo>
                <a:lnTo>
                  <a:pt x="3786" y="1417"/>
                </a:lnTo>
                <a:lnTo>
                  <a:pt x="3310" y="1608"/>
                </a:lnTo>
                <a:lnTo>
                  <a:pt x="2893" y="1893"/>
                </a:lnTo>
                <a:lnTo>
                  <a:pt x="2548" y="2251"/>
                </a:lnTo>
                <a:lnTo>
                  <a:pt x="2262" y="2667"/>
                </a:lnTo>
                <a:lnTo>
                  <a:pt x="2072" y="3132"/>
                </a:lnTo>
                <a:lnTo>
                  <a:pt x="1965" y="3644"/>
                </a:lnTo>
                <a:lnTo>
                  <a:pt x="1953" y="3906"/>
                </a:lnTo>
                <a:lnTo>
                  <a:pt x="1965" y="4215"/>
                </a:lnTo>
                <a:lnTo>
                  <a:pt x="2108" y="4787"/>
                </a:lnTo>
                <a:lnTo>
                  <a:pt x="2358" y="5299"/>
                </a:lnTo>
                <a:lnTo>
                  <a:pt x="2715" y="5739"/>
                </a:lnTo>
                <a:lnTo>
                  <a:pt x="2941" y="5930"/>
                </a:lnTo>
                <a:lnTo>
                  <a:pt x="2929" y="5894"/>
                </a:lnTo>
                <a:lnTo>
                  <a:pt x="2929" y="5858"/>
                </a:lnTo>
                <a:lnTo>
                  <a:pt x="2941" y="5692"/>
                </a:lnTo>
                <a:lnTo>
                  <a:pt x="3024" y="5358"/>
                </a:lnTo>
                <a:lnTo>
                  <a:pt x="3108" y="5203"/>
                </a:lnTo>
                <a:lnTo>
                  <a:pt x="2929" y="4989"/>
                </a:lnTo>
                <a:lnTo>
                  <a:pt x="2691" y="4477"/>
                </a:lnTo>
                <a:lnTo>
                  <a:pt x="2596" y="3929"/>
                </a:lnTo>
                <a:lnTo>
                  <a:pt x="2667" y="3370"/>
                </a:lnTo>
                <a:lnTo>
                  <a:pt x="2774" y="3108"/>
                </a:lnTo>
                <a:lnTo>
                  <a:pt x="2905" y="2858"/>
                </a:lnTo>
                <a:lnTo>
                  <a:pt x="3263" y="2429"/>
                </a:lnTo>
                <a:lnTo>
                  <a:pt x="3727" y="2132"/>
                </a:lnTo>
                <a:lnTo>
                  <a:pt x="4263" y="1965"/>
                </a:lnTo>
                <a:lnTo>
                  <a:pt x="4548" y="1953"/>
                </a:lnTo>
                <a:lnTo>
                  <a:pt x="4560" y="1953"/>
                </a:lnTo>
                <a:lnTo>
                  <a:pt x="4846" y="1965"/>
                </a:lnTo>
                <a:lnTo>
                  <a:pt x="5382" y="2132"/>
                </a:lnTo>
                <a:lnTo>
                  <a:pt x="5846" y="2429"/>
                </a:lnTo>
                <a:lnTo>
                  <a:pt x="6215" y="2846"/>
                </a:lnTo>
                <a:lnTo>
                  <a:pt x="6346" y="3108"/>
                </a:lnTo>
                <a:lnTo>
                  <a:pt x="6442" y="3370"/>
                </a:lnTo>
                <a:lnTo>
                  <a:pt x="6513" y="3929"/>
                </a:lnTo>
                <a:lnTo>
                  <a:pt x="6430" y="4477"/>
                </a:lnTo>
                <a:lnTo>
                  <a:pt x="6192" y="4989"/>
                </a:lnTo>
                <a:lnTo>
                  <a:pt x="6013" y="5203"/>
                </a:lnTo>
                <a:lnTo>
                  <a:pt x="6311" y="5203"/>
                </a:lnTo>
                <a:lnTo>
                  <a:pt x="6549" y="5144"/>
                </a:lnTo>
                <a:lnTo>
                  <a:pt x="6763" y="5025"/>
                </a:lnTo>
                <a:lnTo>
                  <a:pt x="6942" y="4846"/>
                </a:lnTo>
                <a:lnTo>
                  <a:pt x="7013" y="4751"/>
                </a:lnTo>
                <a:lnTo>
                  <a:pt x="7073" y="4549"/>
                </a:lnTo>
                <a:lnTo>
                  <a:pt x="7156" y="4132"/>
                </a:lnTo>
                <a:lnTo>
                  <a:pt x="7156" y="3906"/>
                </a:lnTo>
                <a:lnTo>
                  <a:pt x="7156" y="3644"/>
                </a:lnTo>
                <a:lnTo>
                  <a:pt x="7049" y="3132"/>
                </a:lnTo>
                <a:lnTo>
                  <a:pt x="6846" y="2667"/>
                </a:lnTo>
                <a:lnTo>
                  <a:pt x="6573" y="2251"/>
                </a:lnTo>
                <a:lnTo>
                  <a:pt x="6215" y="1893"/>
                </a:lnTo>
                <a:lnTo>
                  <a:pt x="5799" y="1608"/>
                </a:lnTo>
                <a:lnTo>
                  <a:pt x="5334" y="1417"/>
                </a:lnTo>
                <a:lnTo>
                  <a:pt x="4822" y="1310"/>
                </a:lnTo>
                <a:lnTo>
                  <a:pt x="4560" y="1298"/>
                </a:lnTo>
                <a:close/>
                <a:moveTo>
                  <a:pt x="4560" y="0"/>
                </a:moveTo>
                <a:lnTo>
                  <a:pt x="4156" y="12"/>
                </a:lnTo>
                <a:lnTo>
                  <a:pt x="3394" y="167"/>
                </a:lnTo>
                <a:lnTo>
                  <a:pt x="2691" y="465"/>
                </a:lnTo>
                <a:lnTo>
                  <a:pt x="2072" y="881"/>
                </a:lnTo>
                <a:lnTo>
                  <a:pt x="1536" y="1417"/>
                </a:lnTo>
                <a:lnTo>
                  <a:pt x="1119" y="2036"/>
                </a:lnTo>
                <a:lnTo>
                  <a:pt x="822" y="2739"/>
                </a:lnTo>
                <a:lnTo>
                  <a:pt x="667" y="3501"/>
                </a:lnTo>
                <a:lnTo>
                  <a:pt x="655" y="3906"/>
                </a:lnTo>
                <a:lnTo>
                  <a:pt x="655" y="4227"/>
                </a:lnTo>
                <a:lnTo>
                  <a:pt x="667" y="4358"/>
                </a:lnTo>
                <a:lnTo>
                  <a:pt x="845" y="4537"/>
                </a:lnTo>
                <a:lnTo>
                  <a:pt x="976" y="4561"/>
                </a:lnTo>
                <a:lnTo>
                  <a:pt x="1107" y="4537"/>
                </a:lnTo>
                <a:lnTo>
                  <a:pt x="1286" y="4358"/>
                </a:lnTo>
                <a:lnTo>
                  <a:pt x="1310" y="4227"/>
                </a:lnTo>
                <a:lnTo>
                  <a:pt x="1310" y="3906"/>
                </a:lnTo>
                <a:lnTo>
                  <a:pt x="1310" y="3572"/>
                </a:lnTo>
                <a:lnTo>
                  <a:pt x="1441" y="2929"/>
                </a:lnTo>
                <a:lnTo>
                  <a:pt x="1691" y="2346"/>
                </a:lnTo>
                <a:lnTo>
                  <a:pt x="2048" y="1834"/>
                </a:lnTo>
                <a:lnTo>
                  <a:pt x="2489" y="1381"/>
                </a:lnTo>
                <a:lnTo>
                  <a:pt x="3001" y="1036"/>
                </a:lnTo>
                <a:lnTo>
                  <a:pt x="3596" y="786"/>
                </a:lnTo>
                <a:lnTo>
                  <a:pt x="4227" y="655"/>
                </a:lnTo>
                <a:lnTo>
                  <a:pt x="4560" y="643"/>
                </a:lnTo>
                <a:lnTo>
                  <a:pt x="4894" y="655"/>
                </a:lnTo>
                <a:lnTo>
                  <a:pt x="5525" y="786"/>
                </a:lnTo>
                <a:lnTo>
                  <a:pt x="6120" y="1036"/>
                </a:lnTo>
                <a:lnTo>
                  <a:pt x="6632" y="1381"/>
                </a:lnTo>
                <a:lnTo>
                  <a:pt x="7073" y="1834"/>
                </a:lnTo>
                <a:lnTo>
                  <a:pt x="7430" y="2346"/>
                </a:lnTo>
                <a:lnTo>
                  <a:pt x="7680" y="2929"/>
                </a:lnTo>
                <a:lnTo>
                  <a:pt x="7811" y="3572"/>
                </a:lnTo>
                <a:lnTo>
                  <a:pt x="7823" y="3906"/>
                </a:lnTo>
                <a:lnTo>
                  <a:pt x="7823" y="4227"/>
                </a:lnTo>
                <a:lnTo>
                  <a:pt x="7811" y="4394"/>
                </a:lnTo>
                <a:lnTo>
                  <a:pt x="7751" y="4715"/>
                </a:lnTo>
                <a:lnTo>
                  <a:pt x="7620" y="5001"/>
                </a:lnTo>
                <a:lnTo>
                  <a:pt x="7442" y="5263"/>
                </a:lnTo>
                <a:lnTo>
                  <a:pt x="7227" y="5489"/>
                </a:lnTo>
                <a:lnTo>
                  <a:pt x="6966" y="5668"/>
                </a:lnTo>
                <a:lnTo>
                  <a:pt x="6668" y="5787"/>
                </a:lnTo>
                <a:lnTo>
                  <a:pt x="6358" y="5846"/>
                </a:lnTo>
                <a:lnTo>
                  <a:pt x="6192" y="5858"/>
                </a:lnTo>
                <a:lnTo>
                  <a:pt x="5537" y="5858"/>
                </a:lnTo>
                <a:lnTo>
                  <a:pt x="5525" y="5727"/>
                </a:lnTo>
                <a:lnTo>
                  <a:pt x="5430" y="5489"/>
                </a:lnTo>
                <a:lnTo>
                  <a:pt x="5251" y="5311"/>
                </a:lnTo>
                <a:lnTo>
                  <a:pt x="5013" y="5215"/>
                </a:lnTo>
                <a:lnTo>
                  <a:pt x="4882" y="5203"/>
                </a:lnTo>
                <a:lnTo>
                  <a:pt x="4239" y="5203"/>
                </a:lnTo>
                <a:lnTo>
                  <a:pt x="4096" y="5215"/>
                </a:lnTo>
                <a:lnTo>
                  <a:pt x="3870" y="5311"/>
                </a:lnTo>
                <a:lnTo>
                  <a:pt x="3691" y="5489"/>
                </a:lnTo>
                <a:lnTo>
                  <a:pt x="3596" y="5727"/>
                </a:lnTo>
                <a:lnTo>
                  <a:pt x="3584" y="5858"/>
                </a:lnTo>
                <a:lnTo>
                  <a:pt x="3596" y="5989"/>
                </a:lnTo>
                <a:lnTo>
                  <a:pt x="3691" y="6227"/>
                </a:lnTo>
                <a:lnTo>
                  <a:pt x="3870" y="6406"/>
                </a:lnTo>
                <a:lnTo>
                  <a:pt x="4096" y="6501"/>
                </a:lnTo>
                <a:lnTo>
                  <a:pt x="4239" y="6513"/>
                </a:lnTo>
                <a:lnTo>
                  <a:pt x="6192" y="6513"/>
                </a:lnTo>
                <a:lnTo>
                  <a:pt x="6418" y="6501"/>
                </a:lnTo>
                <a:lnTo>
                  <a:pt x="6870" y="6406"/>
                </a:lnTo>
                <a:lnTo>
                  <a:pt x="7275" y="6239"/>
                </a:lnTo>
                <a:lnTo>
                  <a:pt x="7632" y="5989"/>
                </a:lnTo>
                <a:lnTo>
                  <a:pt x="7942" y="5680"/>
                </a:lnTo>
                <a:lnTo>
                  <a:pt x="8192" y="5323"/>
                </a:lnTo>
                <a:lnTo>
                  <a:pt x="8371" y="4906"/>
                </a:lnTo>
                <a:lnTo>
                  <a:pt x="8454" y="4465"/>
                </a:lnTo>
                <a:lnTo>
                  <a:pt x="8466" y="4227"/>
                </a:lnTo>
                <a:lnTo>
                  <a:pt x="8466" y="3906"/>
                </a:lnTo>
                <a:lnTo>
                  <a:pt x="8454" y="3501"/>
                </a:lnTo>
                <a:lnTo>
                  <a:pt x="8299" y="2739"/>
                </a:lnTo>
                <a:lnTo>
                  <a:pt x="8001" y="2036"/>
                </a:lnTo>
                <a:lnTo>
                  <a:pt x="7573" y="1417"/>
                </a:lnTo>
                <a:lnTo>
                  <a:pt x="7049" y="881"/>
                </a:lnTo>
                <a:lnTo>
                  <a:pt x="6418" y="465"/>
                </a:lnTo>
                <a:lnTo>
                  <a:pt x="5715" y="167"/>
                </a:lnTo>
                <a:lnTo>
                  <a:pt x="4953" y="12"/>
                </a:lnTo>
                <a:lnTo>
                  <a:pt x="4560" y="0"/>
                </a:lnTo>
                <a:close/>
                <a:moveTo>
                  <a:pt x="6406" y="7811"/>
                </a:moveTo>
                <a:lnTo>
                  <a:pt x="6608" y="7823"/>
                </a:lnTo>
                <a:lnTo>
                  <a:pt x="7001" y="7894"/>
                </a:lnTo>
                <a:lnTo>
                  <a:pt x="7358" y="8049"/>
                </a:lnTo>
                <a:lnTo>
                  <a:pt x="7680" y="8252"/>
                </a:lnTo>
                <a:lnTo>
                  <a:pt x="7954" y="8514"/>
                </a:lnTo>
                <a:lnTo>
                  <a:pt x="8180" y="8835"/>
                </a:lnTo>
                <a:lnTo>
                  <a:pt x="8347" y="9180"/>
                </a:lnTo>
                <a:lnTo>
                  <a:pt x="8442" y="9561"/>
                </a:lnTo>
                <a:lnTo>
                  <a:pt x="8466" y="9764"/>
                </a:lnTo>
                <a:lnTo>
                  <a:pt x="655" y="9764"/>
                </a:lnTo>
                <a:lnTo>
                  <a:pt x="667" y="9561"/>
                </a:lnTo>
                <a:lnTo>
                  <a:pt x="762" y="9180"/>
                </a:lnTo>
                <a:lnTo>
                  <a:pt x="929" y="8835"/>
                </a:lnTo>
                <a:lnTo>
                  <a:pt x="1155" y="8514"/>
                </a:lnTo>
                <a:lnTo>
                  <a:pt x="1429" y="8252"/>
                </a:lnTo>
                <a:lnTo>
                  <a:pt x="1750" y="8049"/>
                </a:lnTo>
                <a:lnTo>
                  <a:pt x="2119" y="7894"/>
                </a:lnTo>
                <a:lnTo>
                  <a:pt x="2512" y="7823"/>
                </a:lnTo>
                <a:lnTo>
                  <a:pt x="2715" y="7811"/>
                </a:lnTo>
                <a:close/>
                <a:moveTo>
                  <a:pt x="2715" y="7156"/>
                </a:moveTo>
                <a:lnTo>
                  <a:pt x="2429" y="7168"/>
                </a:lnTo>
                <a:lnTo>
                  <a:pt x="1905" y="7275"/>
                </a:lnTo>
                <a:lnTo>
                  <a:pt x="1417" y="7490"/>
                </a:lnTo>
                <a:lnTo>
                  <a:pt x="988" y="7775"/>
                </a:lnTo>
                <a:lnTo>
                  <a:pt x="619" y="8144"/>
                </a:lnTo>
                <a:lnTo>
                  <a:pt x="322" y="8573"/>
                </a:lnTo>
                <a:lnTo>
                  <a:pt x="119" y="9061"/>
                </a:lnTo>
                <a:lnTo>
                  <a:pt x="12" y="9597"/>
                </a:lnTo>
                <a:lnTo>
                  <a:pt x="0" y="9871"/>
                </a:lnTo>
                <a:lnTo>
                  <a:pt x="12" y="9978"/>
                </a:lnTo>
                <a:lnTo>
                  <a:pt x="95" y="10181"/>
                </a:lnTo>
                <a:lnTo>
                  <a:pt x="238" y="10323"/>
                </a:lnTo>
                <a:lnTo>
                  <a:pt x="429" y="10407"/>
                </a:lnTo>
                <a:lnTo>
                  <a:pt x="548" y="10419"/>
                </a:lnTo>
                <a:lnTo>
                  <a:pt x="8573" y="10419"/>
                </a:lnTo>
                <a:lnTo>
                  <a:pt x="8680" y="10407"/>
                </a:lnTo>
                <a:lnTo>
                  <a:pt x="8883" y="10323"/>
                </a:lnTo>
                <a:lnTo>
                  <a:pt x="9025" y="10181"/>
                </a:lnTo>
                <a:lnTo>
                  <a:pt x="9109" y="9978"/>
                </a:lnTo>
                <a:lnTo>
                  <a:pt x="9121" y="9871"/>
                </a:lnTo>
                <a:lnTo>
                  <a:pt x="9109" y="9597"/>
                </a:lnTo>
                <a:lnTo>
                  <a:pt x="9002" y="9061"/>
                </a:lnTo>
                <a:lnTo>
                  <a:pt x="8787" y="8573"/>
                </a:lnTo>
                <a:lnTo>
                  <a:pt x="8501" y="8144"/>
                </a:lnTo>
                <a:lnTo>
                  <a:pt x="8132" y="7775"/>
                </a:lnTo>
                <a:lnTo>
                  <a:pt x="7692" y="7490"/>
                </a:lnTo>
                <a:lnTo>
                  <a:pt x="7216" y="7275"/>
                </a:lnTo>
                <a:lnTo>
                  <a:pt x="6680" y="7168"/>
                </a:lnTo>
                <a:lnTo>
                  <a:pt x="6406" y="7156"/>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1" name="Google Shape;2871;p172"/>
          <p:cNvSpPr/>
          <p:nvPr/>
        </p:nvSpPr>
        <p:spPr>
          <a:xfrm>
            <a:off x="12103410" y="2312210"/>
            <a:ext cx="689209" cy="517106"/>
          </a:xfrm>
          <a:custGeom>
            <a:rect b="b" l="l" r="r" t="t"/>
            <a:pathLst>
              <a:path extrusionOk="0" h="9765" w="13015">
                <a:moveTo>
                  <a:pt x="2394" y="656"/>
                </a:moveTo>
                <a:lnTo>
                  <a:pt x="2632" y="763"/>
                </a:lnTo>
                <a:lnTo>
                  <a:pt x="2810" y="941"/>
                </a:lnTo>
                <a:lnTo>
                  <a:pt x="2906" y="1168"/>
                </a:lnTo>
                <a:lnTo>
                  <a:pt x="2906" y="1299"/>
                </a:lnTo>
                <a:lnTo>
                  <a:pt x="2906" y="1441"/>
                </a:lnTo>
                <a:lnTo>
                  <a:pt x="2810" y="1668"/>
                </a:lnTo>
                <a:lnTo>
                  <a:pt x="2632" y="1846"/>
                </a:lnTo>
                <a:lnTo>
                  <a:pt x="2394" y="1942"/>
                </a:lnTo>
                <a:lnTo>
                  <a:pt x="2263" y="1953"/>
                </a:lnTo>
                <a:lnTo>
                  <a:pt x="2132" y="1942"/>
                </a:lnTo>
                <a:lnTo>
                  <a:pt x="1893" y="1846"/>
                </a:lnTo>
                <a:lnTo>
                  <a:pt x="1715" y="1668"/>
                </a:lnTo>
                <a:lnTo>
                  <a:pt x="1620" y="1441"/>
                </a:lnTo>
                <a:lnTo>
                  <a:pt x="1608" y="1299"/>
                </a:lnTo>
                <a:lnTo>
                  <a:pt x="1620" y="1168"/>
                </a:lnTo>
                <a:lnTo>
                  <a:pt x="1715" y="941"/>
                </a:lnTo>
                <a:lnTo>
                  <a:pt x="1905" y="763"/>
                </a:lnTo>
                <a:lnTo>
                  <a:pt x="2132" y="656"/>
                </a:lnTo>
                <a:close/>
                <a:moveTo>
                  <a:pt x="7621" y="656"/>
                </a:moveTo>
                <a:lnTo>
                  <a:pt x="7847" y="763"/>
                </a:lnTo>
                <a:lnTo>
                  <a:pt x="8025" y="941"/>
                </a:lnTo>
                <a:lnTo>
                  <a:pt x="8133" y="1168"/>
                </a:lnTo>
                <a:lnTo>
                  <a:pt x="8133" y="1299"/>
                </a:lnTo>
                <a:lnTo>
                  <a:pt x="8133" y="1441"/>
                </a:lnTo>
                <a:lnTo>
                  <a:pt x="8025" y="1668"/>
                </a:lnTo>
                <a:lnTo>
                  <a:pt x="7847" y="1846"/>
                </a:lnTo>
                <a:lnTo>
                  <a:pt x="7621" y="1942"/>
                </a:lnTo>
                <a:lnTo>
                  <a:pt x="7490" y="1953"/>
                </a:lnTo>
                <a:lnTo>
                  <a:pt x="7347" y="1942"/>
                </a:lnTo>
                <a:lnTo>
                  <a:pt x="7121" y="1846"/>
                </a:lnTo>
                <a:lnTo>
                  <a:pt x="6942" y="1668"/>
                </a:lnTo>
                <a:lnTo>
                  <a:pt x="6847" y="1441"/>
                </a:lnTo>
                <a:lnTo>
                  <a:pt x="6835" y="1299"/>
                </a:lnTo>
                <a:lnTo>
                  <a:pt x="6847" y="1168"/>
                </a:lnTo>
                <a:lnTo>
                  <a:pt x="6942" y="941"/>
                </a:lnTo>
                <a:lnTo>
                  <a:pt x="7121" y="763"/>
                </a:lnTo>
                <a:lnTo>
                  <a:pt x="7347" y="656"/>
                </a:lnTo>
                <a:close/>
                <a:moveTo>
                  <a:pt x="4858" y="7812"/>
                </a:moveTo>
                <a:lnTo>
                  <a:pt x="5001" y="7823"/>
                </a:lnTo>
                <a:lnTo>
                  <a:pt x="5239" y="7919"/>
                </a:lnTo>
                <a:lnTo>
                  <a:pt x="5406" y="8097"/>
                </a:lnTo>
                <a:lnTo>
                  <a:pt x="5501" y="8335"/>
                </a:lnTo>
                <a:lnTo>
                  <a:pt x="5513" y="8466"/>
                </a:lnTo>
                <a:lnTo>
                  <a:pt x="5501" y="8597"/>
                </a:lnTo>
                <a:lnTo>
                  <a:pt x="5406" y="8836"/>
                </a:lnTo>
                <a:lnTo>
                  <a:pt x="5239" y="9014"/>
                </a:lnTo>
                <a:lnTo>
                  <a:pt x="5001" y="9109"/>
                </a:lnTo>
                <a:lnTo>
                  <a:pt x="4858" y="9121"/>
                </a:lnTo>
                <a:lnTo>
                  <a:pt x="4739" y="9109"/>
                </a:lnTo>
                <a:lnTo>
                  <a:pt x="4501" y="9014"/>
                </a:lnTo>
                <a:lnTo>
                  <a:pt x="4322" y="8836"/>
                </a:lnTo>
                <a:lnTo>
                  <a:pt x="4215" y="8597"/>
                </a:lnTo>
                <a:lnTo>
                  <a:pt x="4215" y="8466"/>
                </a:lnTo>
                <a:lnTo>
                  <a:pt x="4215" y="8335"/>
                </a:lnTo>
                <a:lnTo>
                  <a:pt x="4322" y="8097"/>
                </a:lnTo>
                <a:lnTo>
                  <a:pt x="4501" y="7919"/>
                </a:lnTo>
                <a:lnTo>
                  <a:pt x="4739" y="7823"/>
                </a:lnTo>
                <a:lnTo>
                  <a:pt x="4858" y="7812"/>
                </a:lnTo>
                <a:close/>
                <a:moveTo>
                  <a:pt x="2274" y="1"/>
                </a:moveTo>
                <a:lnTo>
                  <a:pt x="2013" y="13"/>
                </a:lnTo>
                <a:lnTo>
                  <a:pt x="1548" y="215"/>
                </a:lnTo>
                <a:lnTo>
                  <a:pt x="1191" y="572"/>
                </a:lnTo>
                <a:lnTo>
                  <a:pt x="989" y="1037"/>
                </a:lnTo>
                <a:lnTo>
                  <a:pt x="977" y="1299"/>
                </a:lnTo>
                <a:lnTo>
                  <a:pt x="989" y="1525"/>
                </a:lnTo>
                <a:lnTo>
                  <a:pt x="1131" y="1930"/>
                </a:lnTo>
                <a:lnTo>
                  <a:pt x="1393" y="2263"/>
                </a:lnTo>
                <a:lnTo>
                  <a:pt x="1739" y="2489"/>
                </a:lnTo>
                <a:lnTo>
                  <a:pt x="1953" y="2537"/>
                </a:lnTo>
                <a:lnTo>
                  <a:pt x="1953" y="4882"/>
                </a:lnTo>
                <a:lnTo>
                  <a:pt x="322" y="4882"/>
                </a:lnTo>
                <a:lnTo>
                  <a:pt x="191" y="4894"/>
                </a:lnTo>
                <a:lnTo>
                  <a:pt x="12" y="5073"/>
                </a:lnTo>
                <a:lnTo>
                  <a:pt x="0" y="5204"/>
                </a:lnTo>
                <a:lnTo>
                  <a:pt x="12" y="5335"/>
                </a:lnTo>
                <a:lnTo>
                  <a:pt x="191" y="5514"/>
                </a:lnTo>
                <a:lnTo>
                  <a:pt x="322" y="5537"/>
                </a:lnTo>
                <a:lnTo>
                  <a:pt x="4549" y="5537"/>
                </a:lnTo>
                <a:lnTo>
                  <a:pt x="4549" y="7204"/>
                </a:lnTo>
                <a:lnTo>
                  <a:pt x="4346" y="7264"/>
                </a:lnTo>
                <a:lnTo>
                  <a:pt x="4001" y="7502"/>
                </a:lnTo>
                <a:lnTo>
                  <a:pt x="3739" y="7835"/>
                </a:lnTo>
                <a:lnTo>
                  <a:pt x="3596" y="8240"/>
                </a:lnTo>
                <a:lnTo>
                  <a:pt x="3572" y="8466"/>
                </a:lnTo>
                <a:lnTo>
                  <a:pt x="3596" y="8728"/>
                </a:lnTo>
                <a:lnTo>
                  <a:pt x="3799" y="9193"/>
                </a:lnTo>
                <a:lnTo>
                  <a:pt x="4144" y="9550"/>
                </a:lnTo>
                <a:lnTo>
                  <a:pt x="4620" y="9752"/>
                </a:lnTo>
                <a:lnTo>
                  <a:pt x="4882" y="9764"/>
                </a:lnTo>
                <a:lnTo>
                  <a:pt x="5144" y="9752"/>
                </a:lnTo>
                <a:lnTo>
                  <a:pt x="5608" y="9550"/>
                </a:lnTo>
                <a:lnTo>
                  <a:pt x="5966" y="9193"/>
                </a:lnTo>
                <a:lnTo>
                  <a:pt x="6168" y="8728"/>
                </a:lnTo>
                <a:lnTo>
                  <a:pt x="6180" y="8466"/>
                </a:lnTo>
                <a:lnTo>
                  <a:pt x="6168" y="8240"/>
                </a:lnTo>
                <a:lnTo>
                  <a:pt x="6025" y="7835"/>
                </a:lnTo>
                <a:lnTo>
                  <a:pt x="5763" y="7502"/>
                </a:lnTo>
                <a:lnTo>
                  <a:pt x="5418" y="7264"/>
                </a:lnTo>
                <a:lnTo>
                  <a:pt x="5204" y="7204"/>
                </a:lnTo>
                <a:lnTo>
                  <a:pt x="5204" y="5537"/>
                </a:lnTo>
                <a:lnTo>
                  <a:pt x="11800" y="5537"/>
                </a:lnTo>
                <a:lnTo>
                  <a:pt x="10538" y="6585"/>
                </a:lnTo>
                <a:lnTo>
                  <a:pt x="10478" y="6633"/>
                </a:lnTo>
                <a:lnTo>
                  <a:pt x="10419" y="6740"/>
                </a:lnTo>
                <a:lnTo>
                  <a:pt x="10419" y="6930"/>
                </a:lnTo>
                <a:lnTo>
                  <a:pt x="10490" y="7038"/>
                </a:lnTo>
                <a:lnTo>
                  <a:pt x="10585" y="7133"/>
                </a:lnTo>
                <a:lnTo>
                  <a:pt x="10835" y="7157"/>
                </a:lnTo>
                <a:lnTo>
                  <a:pt x="10943" y="7085"/>
                </a:lnTo>
                <a:lnTo>
                  <a:pt x="12895" y="5454"/>
                </a:lnTo>
                <a:lnTo>
                  <a:pt x="12919" y="5442"/>
                </a:lnTo>
                <a:lnTo>
                  <a:pt x="12943" y="5418"/>
                </a:lnTo>
                <a:lnTo>
                  <a:pt x="13002" y="5335"/>
                </a:lnTo>
                <a:lnTo>
                  <a:pt x="13002" y="5204"/>
                </a:lnTo>
                <a:lnTo>
                  <a:pt x="13014" y="5216"/>
                </a:lnTo>
                <a:lnTo>
                  <a:pt x="13014" y="5204"/>
                </a:lnTo>
                <a:lnTo>
                  <a:pt x="13002" y="5085"/>
                </a:lnTo>
                <a:lnTo>
                  <a:pt x="12931" y="4990"/>
                </a:lnTo>
                <a:lnTo>
                  <a:pt x="12919" y="4966"/>
                </a:lnTo>
                <a:lnTo>
                  <a:pt x="12895" y="4954"/>
                </a:lnTo>
                <a:lnTo>
                  <a:pt x="10943" y="3335"/>
                </a:lnTo>
                <a:lnTo>
                  <a:pt x="10835" y="3263"/>
                </a:lnTo>
                <a:lnTo>
                  <a:pt x="10645" y="3263"/>
                </a:lnTo>
                <a:lnTo>
                  <a:pt x="10538" y="3323"/>
                </a:lnTo>
                <a:lnTo>
                  <a:pt x="10490" y="3370"/>
                </a:lnTo>
                <a:lnTo>
                  <a:pt x="10419" y="3489"/>
                </a:lnTo>
                <a:lnTo>
                  <a:pt x="10419" y="3668"/>
                </a:lnTo>
                <a:lnTo>
                  <a:pt x="10478" y="3787"/>
                </a:lnTo>
                <a:lnTo>
                  <a:pt x="10538" y="3835"/>
                </a:lnTo>
                <a:lnTo>
                  <a:pt x="11800" y="4882"/>
                </a:lnTo>
                <a:lnTo>
                  <a:pt x="7811" y="4882"/>
                </a:lnTo>
                <a:lnTo>
                  <a:pt x="7811" y="2549"/>
                </a:lnTo>
                <a:lnTo>
                  <a:pt x="8014" y="2489"/>
                </a:lnTo>
                <a:lnTo>
                  <a:pt x="8371" y="2263"/>
                </a:lnTo>
                <a:lnTo>
                  <a:pt x="8633" y="1930"/>
                </a:lnTo>
                <a:lnTo>
                  <a:pt x="8776" y="1525"/>
                </a:lnTo>
                <a:lnTo>
                  <a:pt x="8787" y="1299"/>
                </a:lnTo>
                <a:lnTo>
                  <a:pt x="8764" y="1037"/>
                </a:lnTo>
                <a:lnTo>
                  <a:pt x="8573" y="572"/>
                </a:lnTo>
                <a:lnTo>
                  <a:pt x="8216" y="215"/>
                </a:lnTo>
                <a:lnTo>
                  <a:pt x="7752" y="25"/>
                </a:lnTo>
                <a:lnTo>
                  <a:pt x="7490" y="1"/>
                </a:lnTo>
                <a:lnTo>
                  <a:pt x="7216" y="25"/>
                </a:lnTo>
                <a:lnTo>
                  <a:pt x="6751" y="215"/>
                </a:lnTo>
                <a:lnTo>
                  <a:pt x="6382" y="572"/>
                </a:lnTo>
                <a:lnTo>
                  <a:pt x="6180" y="1037"/>
                </a:lnTo>
                <a:lnTo>
                  <a:pt x="6168" y="1299"/>
                </a:lnTo>
                <a:lnTo>
                  <a:pt x="6180" y="1525"/>
                </a:lnTo>
                <a:lnTo>
                  <a:pt x="6323" y="1930"/>
                </a:lnTo>
                <a:lnTo>
                  <a:pt x="6597" y="2263"/>
                </a:lnTo>
                <a:lnTo>
                  <a:pt x="6954" y="2489"/>
                </a:lnTo>
                <a:lnTo>
                  <a:pt x="7156" y="2549"/>
                </a:lnTo>
                <a:lnTo>
                  <a:pt x="7156" y="4882"/>
                </a:lnTo>
                <a:lnTo>
                  <a:pt x="2584" y="4882"/>
                </a:lnTo>
                <a:lnTo>
                  <a:pt x="2584" y="2549"/>
                </a:lnTo>
                <a:lnTo>
                  <a:pt x="2798" y="2489"/>
                </a:lnTo>
                <a:lnTo>
                  <a:pt x="3156" y="2263"/>
                </a:lnTo>
                <a:lnTo>
                  <a:pt x="3406" y="1930"/>
                </a:lnTo>
                <a:lnTo>
                  <a:pt x="3548" y="1525"/>
                </a:lnTo>
                <a:lnTo>
                  <a:pt x="3560" y="1299"/>
                </a:lnTo>
                <a:lnTo>
                  <a:pt x="3572" y="1299"/>
                </a:lnTo>
                <a:lnTo>
                  <a:pt x="3560" y="1037"/>
                </a:lnTo>
                <a:lnTo>
                  <a:pt x="3358" y="572"/>
                </a:lnTo>
                <a:lnTo>
                  <a:pt x="3013" y="215"/>
                </a:lnTo>
                <a:lnTo>
                  <a:pt x="2536" y="13"/>
                </a:lnTo>
                <a:lnTo>
                  <a:pt x="227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2" name="Google Shape;2872;p172"/>
          <p:cNvSpPr/>
          <p:nvPr/>
        </p:nvSpPr>
        <p:spPr>
          <a:xfrm>
            <a:off x="1284286" y="2294894"/>
            <a:ext cx="483003" cy="551738"/>
          </a:xfrm>
          <a:custGeom>
            <a:rect b="b" l="l" r="r" t="t"/>
            <a:pathLst>
              <a:path extrusionOk="0" h="10419" w="9121">
                <a:moveTo>
                  <a:pt x="4763" y="655"/>
                </a:moveTo>
                <a:lnTo>
                  <a:pt x="5144" y="738"/>
                </a:lnTo>
                <a:lnTo>
                  <a:pt x="5489" y="881"/>
                </a:lnTo>
                <a:lnTo>
                  <a:pt x="5799" y="1096"/>
                </a:lnTo>
                <a:lnTo>
                  <a:pt x="6073" y="1358"/>
                </a:lnTo>
                <a:lnTo>
                  <a:pt x="6275" y="1667"/>
                </a:lnTo>
                <a:lnTo>
                  <a:pt x="6430" y="2024"/>
                </a:lnTo>
                <a:lnTo>
                  <a:pt x="6501" y="2405"/>
                </a:lnTo>
                <a:lnTo>
                  <a:pt x="6513" y="2608"/>
                </a:lnTo>
                <a:lnTo>
                  <a:pt x="6501" y="2798"/>
                </a:lnTo>
                <a:lnTo>
                  <a:pt x="6430" y="3179"/>
                </a:lnTo>
                <a:lnTo>
                  <a:pt x="6275" y="3537"/>
                </a:lnTo>
                <a:lnTo>
                  <a:pt x="6073" y="3846"/>
                </a:lnTo>
                <a:lnTo>
                  <a:pt x="5799" y="4108"/>
                </a:lnTo>
                <a:lnTo>
                  <a:pt x="5489" y="4322"/>
                </a:lnTo>
                <a:lnTo>
                  <a:pt x="5144" y="4465"/>
                </a:lnTo>
                <a:lnTo>
                  <a:pt x="4763" y="4549"/>
                </a:lnTo>
                <a:lnTo>
                  <a:pt x="4560" y="4561"/>
                </a:lnTo>
                <a:lnTo>
                  <a:pt x="4358" y="4549"/>
                </a:lnTo>
                <a:lnTo>
                  <a:pt x="3977" y="4465"/>
                </a:lnTo>
                <a:lnTo>
                  <a:pt x="3632" y="4322"/>
                </a:lnTo>
                <a:lnTo>
                  <a:pt x="3322" y="4108"/>
                </a:lnTo>
                <a:lnTo>
                  <a:pt x="3048" y="3846"/>
                </a:lnTo>
                <a:lnTo>
                  <a:pt x="2846" y="3537"/>
                </a:lnTo>
                <a:lnTo>
                  <a:pt x="2691" y="3179"/>
                </a:lnTo>
                <a:lnTo>
                  <a:pt x="2620" y="2798"/>
                </a:lnTo>
                <a:lnTo>
                  <a:pt x="2608" y="2608"/>
                </a:lnTo>
                <a:lnTo>
                  <a:pt x="2620" y="2405"/>
                </a:lnTo>
                <a:lnTo>
                  <a:pt x="2691" y="2024"/>
                </a:lnTo>
                <a:lnTo>
                  <a:pt x="2846" y="1667"/>
                </a:lnTo>
                <a:lnTo>
                  <a:pt x="3048" y="1358"/>
                </a:lnTo>
                <a:lnTo>
                  <a:pt x="3322" y="1096"/>
                </a:lnTo>
                <a:lnTo>
                  <a:pt x="3632" y="881"/>
                </a:lnTo>
                <a:lnTo>
                  <a:pt x="3977" y="738"/>
                </a:lnTo>
                <a:lnTo>
                  <a:pt x="4358" y="655"/>
                </a:lnTo>
                <a:close/>
                <a:moveTo>
                  <a:pt x="4560" y="0"/>
                </a:moveTo>
                <a:lnTo>
                  <a:pt x="4299" y="12"/>
                </a:lnTo>
                <a:lnTo>
                  <a:pt x="3787" y="107"/>
                </a:lnTo>
                <a:lnTo>
                  <a:pt x="3322" y="310"/>
                </a:lnTo>
                <a:lnTo>
                  <a:pt x="2905" y="584"/>
                </a:lnTo>
                <a:lnTo>
                  <a:pt x="2548" y="941"/>
                </a:lnTo>
                <a:lnTo>
                  <a:pt x="2262" y="1358"/>
                </a:lnTo>
                <a:lnTo>
                  <a:pt x="2072" y="1822"/>
                </a:lnTo>
                <a:lnTo>
                  <a:pt x="1965" y="2334"/>
                </a:lnTo>
                <a:lnTo>
                  <a:pt x="1953" y="2608"/>
                </a:lnTo>
                <a:lnTo>
                  <a:pt x="1965" y="2870"/>
                </a:lnTo>
                <a:lnTo>
                  <a:pt x="2072" y="3382"/>
                </a:lnTo>
                <a:lnTo>
                  <a:pt x="2262" y="3846"/>
                </a:lnTo>
                <a:lnTo>
                  <a:pt x="2548" y="4263"/>
                </a:lnTo>
                <a:lnTo>
                  <a:pt x="2905" y="4620"/>
                </a:lnTo>
                <a:lnTo>
                  <a:pt x="3322" y="4894"/>
                </a:lnTo>
                <a:lnTo>
                  <a:pt x="3787" y="5096"/>
                </a:lnTo>
                <a:lnTo>
                  <a:pt x="4299" y="5192"/>
                </a:lnTo>
                <a:lnTo>
                  <a:pt x="4560" y="5203"/>
                </a:lnTo>
                <a:lnTo>
                  <a:pt x="4822" y="5192"/>
                </a:lnTo>
                <a:lnTo>
                  <a:pt x="5334" y="5096"/>
                </a:lnTo>
                <a:lnTo>
                  <a:pt x="5799" y="4894"/>
                </a:lnTo>
                <a:lnTo>
                  <a:pt x="6216" y="4620"/>
                </a:lnTo>
                <a:lnTo>
                  <a:pt x="6573" y="4263"/>
                </a:lnTo>
                <a:lnTo>
                  <a:pt x="6858" y="3846"/>
                </a:lnTo>
                <a:lnTo>
                  <a:pt x="7049" y="3382"/>
                </a:lnTo>
                <a:lnTo>
                  <a:pt x="7156" y="2870"/>
                </a:lnTo>
                <a:lnTo>
                  <a:pt x="7168" y="2608"/>
                </a:lnTo>
                <a:lnTo>
                  <a:pt x="7156" y="2334"/>
                </a:lnTo>
                <a:lnTo>
                  <a:pt x="7049" y="1822"/>
                </a:lnTo>
                <a:lnTo>
                  <a:pt x="6858" y="1358"/>
                </a:lnTo>
                <a:lnTo>
                  <a:pt x="6573" y="941"/>
                </a:lnTo>
                <a:lnTo>
                  <a:pt x="6216" y="584"/>
                </a:lnTo>
                <a:lnTo>
                  <a:pt x="5799" y="310"/>
                </a:lnTo>
                <a:lnTo>
                  <a:pt x="5334" y="107"/>
                </a:lnTo>
                <a:lnTo>
                  <a:pt x="4822" y="12"/>
                </a:lnTo>
                <a:lnTo>
                  <a:pt x="4560" y="0"/>
                </a:lnTo>
                <a:close/>
                <a:moveTo>
                  <a:pt x="5596" y="6835"/>
                </a:moveTo>
                <a:lnTo>
                  <a:pt x="5882" y="6847"/>
                </a:lnTo>
                <a:lnTo>
                  <a:pt x="6442" y="6966"/>
                </a:lnTo>
                <a:lnTo>
                  <a:pt x="6966" y="7180"/>
                </a:lnTo>
                <a:lnTo>
                  <a:pt x="7418" y="7490"/>
                </a:lnTo>
                <a:lnTo>
                  <a:pt x="7811" y="7883"/>
                </a:lnTo>
                <a:lnTo>
                  <a:pt x="8121" y="8335"/>
                </a:lnTo>
                <a:lnTo>
                  <a:pt x="8347" y="8859"/>
                </a:lnTo>
                <a:lnTo>
                  <a:pt x="8454" y="9418"/>
                </a:lnTo>
                <a:lnTo>
                  <a:pt x="8466" y="9716"/>
                </a:lnTo>
                <a:lnTo>
                  <a:pt x="8454" y="9752"/>
                </a:lnTo>
                <a:lnTo>
                  <a:pt x="8418" y="9764"/>
                </a:lnTo>
                <a:lnTo>
                  <a:pt x="703" y="9764"/>
                </a:lnTo>
                <a:lnTo>
                  <a:pt x="667" y="9752"/>
                </a:lnTo>
                <a:lnTo>
                  <a:pt x="655" y="9716"/>
                </a:lnTo>
                <a:lnTo>
                  <a:pt x="667" y="9418"/>
                </a:lnTo>
                <a:lnTo>
                  <a:pt x="774" y="8859"/>
                </a:lnTo>
                <a:lnTo>
                  <a:pt x="1000" y="8335"/>
                </a:lnTo>
                <a:lnTo>
                  <a:pt x="1310" y="7883"/>
                </a:lnTo>
                <a:lnTo>
                  <a:pt x="1703" y="7490"/>
                </a:lnTo>
                <a:lnTo>
                  <a:pt x="2155" y="7180"/>
                </a:lnTo>
                <a:lnTo>
                  <a:pt x="2667" y="6966"/>
                </a:lnTo>
                <a:lnTo>
                  <a:pt x="3239" y="6847"/>
                </a:lnTo>
                <a:lnTo>
                  <a:pt x="3525" y="6835"/>
                </a:lnTo>
                <a:close/>
                <a:moveTo>
                  <a:pt x="3525" y="6180"/>
                </a:moveTo>
                <a:lnTo>
                  <a:pt x="3167" y="6192"/>
                </a:lnTo>
                <a:lnTo>
                  <a:pt x="2477" y="6335"/>
                </a:lnTo>
                <a:lnTo>
                  <a:pt x="1846" y="6608"/>
                </a:lnTo>
                <a:lnTo>
                  <a:pt x="1286" y="6990"/>
                </a:lnTo>
                <a:lnTo>
                  <a:pt x="798" y="7466"/>
                </a:lnTo>
                <a:lnTo>
                  <a:pt x="417" y="8025"/>
                </a:lnTo>
                <a:lnTo>
                  <a:pt x="155" y="8656"/>
                </a:lnTo>
                <a:lnTo>
                  <a:pt x="12" y="9347"/>
                </a:lnTo>
                <a:lnTo>
                  <a:pt x="0" y="9716"/>
                </a:lnTo>
                <a:lnTo>
                  <a:pt x="12" y="9859"/>
                </a:lnTo>
                <a:lnTo>
                  <a:pt x="119" y="10109"/>
                </a:lnTo>
                <a:lnTo>
                  <a:pt x="310" y="10300"/>
                </a:lnTo>
                <a:lnTo>
                  <a:pt x="560" y="10407"/>
                </a:lnTo>
                <a:lnTo>
                  <a:pt x="703" y="10419"/>
                </a:lnTo>
                <a:lnTo>
                  <a:pt x="8418" y="10419"/>
                </a:lnTo>
                <a:lnTo>
                  <a:pt x="8561" y="10407"/>
                </a:lnTo>
                <a:lnTo>
                  <a:pt x="8811" y="10300"/>
                </a:lnTo>
                <a:lnTo>
                  <a:pt x="9002" y="10109"/>
                </a:lnTo>
                <a:lnTo>
                  <a:pt x="9109" y="9859"/>
                </a:lnTo>
                <a:lnTo>
                  <a:pt x="9121" y="9716"/>
                </a:lnTo>
                <a:lnTo>
                  <a:pt x="9109" y="9347"/>
                </a:lnTo>
                <a:lnTo>
                  <a:pt x="8966" y="8656"/>
                </a:lnTo>
                <a:lnTo>
                  <a:pt x="8692" y="8025"/>
                </a:lnTo>
                <a:lnTo>
                  <a:pt x="8311" y="7466"/>
                </a:lnTo>
                <a:lnTo>
                  <a:pt x="7835" y="6990"/>
                </a:lnTo>
                <a:lnTo>
                  <a:pt x="7275" y="6608"/>
                </a:lnTo>
                <a:lnTo>
                  <a:pt x="6644" y="6335"/>
                </a:lnTo>
                <a:lnTo>
                  <a:pt x="5954" y="6192"/>
                </a:lnTo>
                <a:lnTo>
                  <a:pt x="5596" y="618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3" name="Google Shape;2873;p172"/>
          <p:cNvSpPr/>
          <p:nvPr/>
        </p:nvSpPr>
        <p:spPr>
          <a:xfrm>
            <a:off x="13686616" y="2294894"/>
            <a:ext cx="551738" cy="551738"/>
          </a:xfrm>
          <a:custGeom>
            <a:rect b="b" l="l" r="r" t="t"/>
            <a:pathLst>
              <a:path extrusionOk="0" h="10419" w="10419">
                <a:moveTo>
                  <a:pt x="5204" y="1465"/>
                </a:moveTo>
                <a:lnTo>
                  <a:pt x="5108" y="1476"/>
                </a:lnTo>
                <a:lnTo>
                  <a:pt x="4930" y="1548"/>
                </a:lnTo>
                <a:lnTo>
                  <a:pt x="4799" y="1679"/>
                </a:lnTo>
                <a:lnTo>
                  <a:pt x="4727" y="1858"/>
                </a:lnTo>
                <a:lnTo>
                  <a:pt x="4715" y="1953"/>
                </a:lnTo>
                <a:lnTo>
                  <a:pt x="4727" y="2060"/>
                </a:lnTo>
                <a:lnTo>
                  <a:pt x="4799" y="2227"/>
                </a:lnTo>
                <a:lnTo>
                  <a:pt x="4930" y="2369"/>
                </a:lnTo>
                <a:lnTo>
                  <a:pt x="5108" y="2441"/>
                </a:lnTo>
                <a:lnTo>
                  <a:pt x="5311" y="2441"/>
                </a:lnTo>
                <a:lnTo>
                  <a:pt x="5477" y="2369"/>
                </a:lnTo>
                <a:lnTo>
                  <a:pt x="5608" y="2227"/>
                </a:lnTo>
                <a:lnTo>
                  <a:pt x="5692" y="2060"/>
                </a:lnTo>
                <a:lnTo>
                  <a:pt x="5692" y="1953"/>
                </a:lnTo>
                <a:lnTo>
                  <a:pt x="5692" y="1858"/>
                </a:lnTo>
                <a:lnTo>
                  <a:pt x="5608" y="1679"/>
                </a:lnTo>
                <a:lnTo>
                  <a:pt x="5477" y="1548"/>
                </a:lnTo>
                <a:lnTo>
                  <a:pt x="5311" y="1476"/>
                </a:lnTo>
                <a:lnTo>
                  <a:pt x="5204" y="1465"/>
                </a:lnTo>
                <a:close/>
                <a:moveTo>
                  <a:pt x="2929" y="2441"/>
                </a:moveTo>
                <a:lnTo>
                  <a:pt x="2822" y="2453"/>
                </a:lnTo>
                <a:lnTo>
                  <a:pt x="2656" y="2524"/>
                </a:lnTo>
                <a:lnTo>
                  <a:pt x="2525" y="2655"/>
                </a:lnTo>
                <a:lnTo>
                  <a:pt x="2441" y="2834"/>
                </a:lnTo>
                <a:lnTo>
                  <a:pt x="2441" y="2929"/>
                </a:lnTo>
                <a:lnTo>
                  <a:pt x="2441" y="3036"/>
                </a:lnTo>
                <a:lnTo>
                  <a:pt x="2525" y="3203"/>
                </a:lnTo>
                <a:lnTo>
                  <a:pt x="2656" y="3346"/>
                </a:lnTo>
                <a:lnTo>
                  <a:pt x="2822" y="3417"/>
                </a:lnTo>
                <a:lnTo>
                  <a:pt x="3025" y="3417"/>
                </a:lnTo>
                <a:lnTo>
                  <a:pt x="3203" y="3346"/>
                </a:lnTo>
                <a:lnTo>
                  <a:pt x="3334" y="3203"/>
                </a:lnTo>
                <a:lnTo>
                  <a:pt x="3406" y="3036"/>
                </a:lnTo>
                <a:lnTo>
                  <a:pt x="3418" y="2929"/>
                </a:lnTo>
                <a:lnTo>
                  <a:pt x="3406" y="2834"/>
                </a:lnTo>
                <a:lnTo>
                  <a:pt x="3334" y="2655"/>
                </a:lnTo>
                <a:lnTo>
                  <a:pt x="3203" y="2524"/>
                </a:lnTo>
                <a:lnTo>
                  <a:pt x="3025" y="2453"/>
                </a:lnTo>
                <a:lnTo>
                  <a:pt x="2929" y="2441"/>
                </a:lnTo>
                <a:close/>
                <a:moveTo>
                  <a:pt x="7478" y="2441"/>
                </a:moveTo>
                <a:lnTo>
                  <a:pt x="7382" y="2453"/>
                </a:lnTo>
                <a:lnTo>
                  <a:pt x="7204" y="2524"/>
                </a:lnTo>
                <a:lnTo>
                  <a:pt x="7073" y="2655"/>
                </a:lnTo>
                <a:lnTo>
                  <a:pt x="7001" y="2834"/>
                </a:lnTo>
                <a:lnTo>
                  <a:pt x="7001" y="2929"/>
                </a:lnTo>
                <a:lnTo>
                  <a:pt x="7001" y="3036"/>
                </a:lnTo>
                <a:lnTo>
                  <a:pt x="7073" y="3203"/>
                </a:lnTo>
                <a:lnTo>
                  <a:pt x="7204" y="3346"/>
                </a:lnTo>
                <a:lnTo>
                  <a:pt x="7382" y="3417"/>
                </a:lnTo>
                <a:lnTo>
                  <a:pt x="7585" y="3417"/>
                </a:lnTo>
                <a:lnTo>
                  <a:pt x="7764" y="3346"/>
                </a:lnTo>
                <a:lnTo>
                  <a:pt x="7894" y="3203"/>
                </a:lnTo>
                <a:lnTo>
                  <a:pt x="7966" y="3036"/>
                </a:lnTo>
                <a:lnTo>
                  <a:pt x="7966" y="2929"/>
                </a:lnTo>
                <a:lnTo>
                  <a:pt x="7966" y="2834"/>
                </a:lnTo>
                <a:lnTo>
                  <a:pt x="7894" y="2655"/>
                </a:lnTo>
                <a:lnTo>
                  <a:pt x="7764" y="2524"/>
                </a:lnTo>
                <a:lnTo>
                  <a:pt x="7585" y="2453"/>
                </a:lnTo>
                <a:lnTo>
                  <a:pt x="7478" y="2441"/>
                </a:lnTo>
                <a:close/>
                <a:moveTo>
                  <a:pt x="1846" y="4727"/>
                </a:moveTo>
                <a:lnTo>
                  <a:pt x="1679" y="4810"/>
                </a:lnTo>
                <a:lnTo>
                  <a:pt x="1548" y="4941"/>
                </a:lnTo>
                <a:lnTo>
                  <a:pt x="1465" y="5108"/>
                </a:lnTo>
                <a:lnTo>
                  <a:pt x="1465" y="5215"/>
                </a:lnTo>
                <a:lnTo>
                  <a:pt x="1465" y="5310"/>
                </a:lnTo>
                <a:lnTo>
                  <a:pt x="1548" y="5489"/>
                </a:lnTo>
                <a:lnTo>
                  <a:pt x="1679" y="5620"/>
                </a:lnTo>
                <a:lnTo>
                  <a:pt x="1846" y="5691"/>
                </a:lnTo>
                <a:lnTo>
                  <a:pt x="1953" y="5703"/>
                </a:lnTo>
                <a:lnTo>
                  <a:pt x="2048" y="5691"/>
                </a:lnTo>
                <a:lnTo>
                  <a:pt x="2227" y="5620"/>
                </a:lnTo>
                <a:lnTo>
                  <a:pt x="2358" y="5489"/>
                </a:lnTo>
                <a:lnTo>
                  <a:pt x="2429" y="5310"/>
                </a:lnTo>
                <a:lnTo>
                  <a:pt x="2441" y="5215"/>
                </a:lnTo>
                <a:lnTo>
                  <a:pt x="2429" y="5108"/>
                </a:lnTo>
                <a:lnTo>
                  <a:pt x="2358" y="4941"/>
                </a:lnTo>
                <a:lnTo>
                  <a:pt x="2227" y="4810"/>
                </a:lnTo>
                <a:lnTo>
                  <a:pt x="2048" y="4727"/>
                </a:lnTo>
                <a:close/>
                <a:moveTo>
                  <a:pt x="5204" y="6513"/>
                </a:moveTo>
                <a:lnTo>
                  <a:pt x="5335" y="6525"/>
                </a:lnTo>
                <a:lnTo>
                  <a:pt x="5573" y="6620"/>
                </a:lnTo>
                <a:lnTo>
                  <a:pt x="5751" y="6799"/>
                </a:lnTo>
                <a:lnTo>
                  <a:pt x="5847" y="7037"/>
                </a:lnTo>
                <a:lnTo>
                  <a:pt x="5858" y="7168"/>
                </a:lnTo>
                <a:lnTo>
                  <a:pt x="5847" y="7299"/>
                </a:lnTo>
                <a:lnTo>
                  <a:pt x="5751" y="7537"/>
                </a:lnTo>
                <a:lnTo>
                  <a:pt x="5573" y="7716"/>
                </a:lnTo>
                <a:lnTo>
                  <a:pt x="5335" y="7811"/>
                </a:lnTo>
                <a:lnTo>
                  <a:pt x="5204" y="7823"/>
                </a:lnTo>
                <a:lnTo>
                  <a:pt x="5073" y="7811"/>
                </a:lnTo>
                <a:lnTo>
                  <a:pt x="4834" y="7716"/>
                </a:lnTo>
                <a:lnTo>
                  <a:pt x="4656" y="7537"/>
                </a:lnTo>
                <a:lnTo>
                  <a:pt x="4561" y="7299"/>
                </a:lnTo>
                <a:lnTo>
                  <a:pt x="4549" y="7168"/>
                </a:lnTo>
                <a:lnTo>
                  <a:pt x="4561" y="7037"/>
                </a:lnTo>
                <a:lnTo>
                  <a:pt x="4656" y="6799"/>
                </a:lnTo>
                <a:lnTo>
                  <a:pt x="4834" y="6620"/>
                </a:lnTo>
                <a:lnTo>
                  <a:pt x="5073" y="6525"/>
                </a:lnTo>
                <a:lnTo>
                  <a:pt x="5204" y="6513"/>
                </a:lnTo>
                <a:close/>
                <a:moveTo>
                  <a:pt x="8418" y="4882"/>
                </a:moveTo>
                <a:lnTo>
                  <a:pt x="8299" y="4941"/>
                </a:lnTo>
                <a:lnTo>
                  <a:pt x="6120" y="6239"/>
                </a:lnTo>
                <a:lnTo>
                  <a:pt x="5930" y="6072"/>
                </a:lnTo>
                <a:lnTo>
                  <a:pt x="5466" y="5882"/>
                </a:lnTo>
                <a:lnTo>
                  <a:pt x="5204" y="5870"/>
                </a:lnTo>
                <a:lnTo>
                  <a:pt x="5192" y="5870"/>
                </a:lnTo>
                <a:lnTo>
                  <a:pt x="4930" y="5882"/>
                </a:lnTo>
                <a:lnTo>
                  <a:pt x="4465" y="6084"/>
                </a:lnTo>
                <a:lnTo>
                  <a:pt x="4108" y="6430"/>
                </a:lnTo>
                <a:lnTo>
                  <a:pt x="3906" y="6906"/>
                </a:lnTo>
                <a:lnTo>
                  <a:pt x="3882" y="7168"/>
                </a:lnTo>
                <a:lnTo>
                  <a:pt x="3906" y="7430"/>
                </a:lnTo>
                <a:lnTo>
                  <a:pt x="4096" y="7894"/>
                </a:lnTo>
                <a:lnTo>
                  <a:pt x="4453" y="8251"/>
                </a:lnTo>
                <a:lnTo>
                  <a:pt x="4918" y="8454"/>
                </a:lnTo>
                <a:lnTo>
                  <a:pt x="5192" y="8466"/>
                </a:lnTo>
                <a:lnTo>
                  <a:pt x="5466" y="8454"/>
                </a:lnTo>
                <a:lnTo>
                  <a:pt x="5930" y="8251"/>
                </a:lnTo>
                <a:lnTo>
                  <a:pt x="6287" y="7894"/>
                </a:lnTo>
                <a:lnTo>
                  <a:pt x="6489" y="7430"/>
                </a:lnTo>
                <a:lnTo>
                  <a:pt x="6513" y="7168"/>
                </a:lnTo>
                <a:lnTo>
                  <a:pt x="6501" y="6977"/>
                </a:lnTo>
                <a:lnTo>
                  <a:pt x="6454" y="6799"/>
                </a:lnTo>
                <a:lnTo>
                  <a:pt x="8633" y="5489"/>
                </a:lnTo>
                <a:lnTo>
                  <a:pt x="8728" y="5406"/>
                </a:lnTo>
                <a:lnTo>
                  <a:pt x="8787" y="5168"/>
                </a:lnTo>
                <a:lnTo>
                  <a:pt x="8740" y="5049"/>
                </a:lnTo>
                <a:lnTo>
                  <a:pt x="8657" y="4941"/>
                </a:lnTo>
                <a:lnTo>
                  <a:pt x="8418" y="4882"/>
                </a:lnTo>
                <a:close/>
                <a:moveTo>
                  <a:pt x="5204" y="655"/>
                </a:moveTo>
                <a:lnTo>
                  <a:pt x="5680" y="667"/>
                </a:lnTo>
                <a:lnTo>
                  <a:pt x="6561" y="857"/>
                </a:lnTo>
                <a:lnTo>
                  <a:pt x="7382" y="1203"/>
                </a:lnTo>
                <a:lnTo>
                  <a:pt x="8109" y="1691"/>
                </a:lnTo>
                <a:lnTo>
                  <a:pt x="8728" y="2310"/>
                </a:lnTo>
                <a:lnTo>
                  <a:pt x="9216" y="3036"/>
                </a:lnTo>
                <a:lnTo>
                  <a:pt x="9561" y="3858"/>
                </a:lnTo>
                <a:lnTo>
                  <a:pt x="9752" y="4751"/>
                </a:lnTo>
                <a:lnTo>
                  <a:pt x="9764" y="5215"/>
                </a:lnTo>
                <a:lnTo>
                  <a:pt x="9752" y="5680"/>
                </a:lnTo>
                <a:lnTo>
                  <a:pt x="9561" y="6573"/>
                </a:lnTo>
                <a:lnTo>
                  <a:pt x="9216" y="7394"/>
                </a:lnTo>
                <a:lnTo>
                  <a:pt x="8728" y="8120"/>
                </a:lnTo>
                <a:lnTo>
                  <a:pt x="8109" y="8740"/>
                </a:lnTo>
                <a:lnTo>
                  <a:pt x="7382" y="9228"/>
                </a:lnTo>
                <a:lnTo>
                  <a:pt x="6561" y="9573"/>
                </a:lnTo>
                <a:lnTo>
                  <a:pt x="5680" y="9752"/>
                </a:lnTo>
                <a:lnTo>
                  <a:pt x="5204" y="9775"/>
                </a:lnTo>
                <a:lnTo>
                  <a:pt x="4739" y="9752"/>
                </a:lnTo>
                <a:lnTo>
                  <a:pt x="3846" y="9573"/>
                </a:lnTo>
                <a:lnTo>
                  <a:pt x="3025" y="9228"/>
                </a:lnTo>
                <a:lnTo>
                  <a:pt x="2298" y="8740"/>
                </a:lnTo>
                <a:lnTo>
                  <a:pt x="1679" y="8120"/>
                </a:lnTo>
                <a:lnTo>
                  <a:pt x="1191" y="7394"/>
                </a:lnTo>
                <a:lnTo>
                  <a:pt x="846" y="6573"/>
                </a:lnTo>
                <a:lnTo>
                  <a:pt x="667" y="5680"/>
                </a:lnTo>
                <a:lnTo>
                  <a:pt x="655" y="5215"/>
                </a:lnTo>
                <a:lnTo>
                  <a:pt x="667" y="4751"/>
                </a:lnTo>
                <a:lnTo>
                  <a:pt x="846" y="3858"/>
                </a:lnTo>
                <a:lnTo>
                  <a:pt x="1191" y="3036"/>
                </a:lnTo>
                <a:lnTo>
                  <a:pt x="1679" y="2310"/>
                </a:lnTo>
                <a:lnTo>
                  <a:pt x="2298" y="1691"/>
                </a:lnTo>
                <a:lnTo>
                  <a:pt x="3025" y="1203"/>
                </a:lnTo>
                <a:lnTo>
                  <a:pt x="3846" y="857"/>
                </a:lnTo>
                <a:lnTo>
                  <a:pt x="4739" y="667"/>
                </a:lnTo>
                <a:lnTo>
                  <a:pt x="5204" y="655"/>
                </a:lnTo>
                <a:close/>
                <a:moveTo>
                  <a:pt x="5204" y="0"/>
                </a:moveTo>
                <a:lnTo>
                  <a:pt x="4668" y="24"/>
                </a:lnTo>
                <a:lnTo>
                  <a:pt x="3656" y="226"/>
                </a:lnTo>
                <a:lnTo>
                  <a:pt x="2715" y="631"/>
                </a:lnTo>
                <a:lnTo>
                  <a:pt x="1893" y="1191"/>
                </a:lnTo>
                <a:lnTo>
                  <a:pt x="1179" y="1893"/>
                </a:lnTo>
                <a:lnTo>
                  <a:pt x="619" y="2727"/>
                </a:lnTo>
                <a:lnTo>
                  <a:pt x="227" y="3655"/>
                </a:lnTo>
                <a:lnTo>
                  <a:pt x="12" y="4679"/>
                </a:lnTo>
                <a:lnTo>
                  <a:pt x="0" y="5215"/>
                </a:lnTo>
                <a:lnTo>
                  <a:pt x="12" y="5751"/>
                </a:lnTo>
                <a:lnTo>
                  <a:pt x="227" y="6763"/>
                </a:lnTo>
                <a:lnTo>
                  <a:pt x="619" y="7704"/>
                </a:lnTo>
                <a:lnTo>
                  <a:pt x="1179" y="8537"/>
                </a:lnTo>
                <a:lnTo>
                  <a:pt x="1893" y="9240"/>
                </a:lnTo>
                <a:lnTo>
                  <a:pt x="2715" y="9799"/>
                </a:lnTo>
                <a:lnTo>
                  <a:pt x="3656" y="10192"/>
                </a:lnTo>
                <a:lnTo>
                  <a:pt x="4668" y="10407"/>
                </a:lnTo>
                <a:lnTo>
                  <a:pt x="5204" y="10418"/>
                </a:lnTo>
                <a:lnTo>
                  <a:pt x="5739" y="10407"/>
                </a:lnTo>
                <a:lnTo>
                  <a:pt x="6763" y="10192"/>
                </a:lnTo>
                <a:lnTo>
                  <a:pt x="7692" y="9799"/>
                </a:lnTo>
                <a:lnTo>
                  <a:pt x="8526" y="9240"/>
                </a:lnTo>
                <a:lnTo>
                  <a:pt x="9228" y="8537"/>
                </a:lnTo>
                <a:lnTo>
                  <a:pt x="9800" y="7704"/>
                </a:lnTo>
                <a:lnTo>
                  <a:pt x="10192" y="6763"/>
                </a:lnTo>
                <a:lnTo>
                  <a:pt x="10395" y="5751"/>
                </a:lnTo>
                <a:lnTo>
                  <a:pt x="10419" y="5215"/>
                </a:lnTo>
                <a:lnTo>
                  <a:pt x="10395" y="4679"/>
                </a:lnTo>
                <a:lnTo>
                  <a:pt x="10192" y="3655"/>
                </a:lnTo>
                <a:lnTo>
                  <a:pt x="9800" y="2727"/>
                </a:lnTo>
                <a:lnTo>
                  <a:pt x="9228" y="1893"/>
                </a:lnTo>
                <a:lnTo>
                  <a:pt x="8526" y="1191"/>
                </a:lnTo>
                <a:lnTo>
                  <a:pt x="7692" y="631"/>
                </a:lnTo>
                <a:lnTo>
                  <a:pt x="6763" y="226"/>
                </a:lnTo>
                <a:lnTo>
                  <a:pt x="5739" y="24"/>
                </a:lnTo>
                <a:lnTo>
                  <a:pt x="5204"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4" name="Google Shape;2874;p172"/>
          <p:cNvSpPr/>
          <p:nvPr/>
        </p:nvSpPr>
        <p:spPr>
          <a:xfrm>
            <a:off x="15074049" y="2329262"/>
            <a:ext cx="620474" cy="483003"/>
          </a:xfrm>
          <a:custGeom>
            <a:rect b="b" l="l" r="r" t="t"/>
            <a:pathLst>
              <a:path extrusionOk="0" h="9121" w="11717">
                <a:moveTo>
                  <a:pt x="5537" y="655"/>
                </a:moveTo>
                <a:lnTo>
                  <a:pt x="5668" y="679"/>
                </a:lnTo>
                <a:lnTo>
                  <a:pt x="5835" y="845"/>
                </a:lnTo>
                <a:lnTo>
                  <a:pt x="5859" y="976"/>
                </a:lnTo>
                <a:lnTo>
                  <a:pt x="5859" y="3584"/>
                </a:lnTo>
                <a:lnTo>
                  <a:pt x="5835" y="3715"/>
                </a:lnTo>
                <a:lnTo>
                  <a:pt x="5668" y="3894"/>
                </a:lnTo>
                <a:lnTo>
                  <a:pt x="5537" y="3917"/>
                </a:lnTo>
                <a:lnTo>
                  <a:pt x="977" y="3917"/>
                </a:lnTo>
                <a:lnTo>
                  <a:pt x="846" y="3894"/>
                </a:lnTo>
                <a:lnTo>
                  <a:pt x="667" y="3715"/>
                </a:lnTo>
                <a:lnTo>
                  <a:pt x="656" y="3584"/>
                </a:lnTo>
                <a:lnTo>
                  <a:pt x="656" y="976"/>
                </a:lnTo>
                <a:lnTo>
                  <a:pt x="667" y="845"/>
                </a:lnTo>
                <a:lnTo>
                  <a:pt x="846" y="679"/>
                </a:lnTo>
                <a:lnTo>
                  <a:pt x="977" y="655"/>
                </a:lnTo>
                <a:close/>
                <a:moveTo>
                  <a:pt x="977" y="0"/>
                </a:moveTo>
                <a:lnTo>
                  <a:pt x="775" y="12"/>
                </a:lnTo>
                <a:lnTo>
                  <a:pt x="429" y="167"/>
                </a:lnTo>
                <a:lnTo>
                  <a:pt x="155" y="429"/>
                </a:lnTo>
                <a:lnTo>
                  <a:pt x="13" y="786"/>
                </a:lnTo>
                <a:lnTo>
                  <a:pt x="1" y="976"/>
                </a:lnTo>
                <a:lnTo>
                  <a:pt x="1" y="3584"/>
                </a:lnTo>
                <a:lnTo>
                  <a:pt x="13" y="3786"/>
                </a:lnTo>
                <a:lnTo>
                  <a:pt x="155" y="4132"/>
                </a:lnTo>
                <a:lnTo>
                  <a:pt x="429" y="4394"/>
                </a:lnTo>
                <a:lnTo>
                  <a:pt x="775" y="4548"/>
                </a:lnTo>
                <a:lnTo>
                  <a:pt x="977" y="4560"/>
                </a:lnTo>
                <a:lnTo>
                  <a:pt x="5537" y="4560"/>
                </a:lnTo>
                <a:lnTo>
                  <a:pt x="5728" y="4548"/>
                </a:lnTo>
                <a:lnTo>
                  <a:pt x="6085" y="4394"/>
                </a:lnTo>
                <a:lnTo>
                  <a:pt x="6347" y="4132"/>
                </a:lnTo>
                <a:lnTo>
                  <a:pt x="6490" y="3786"/>
                </a:lnTo>
                <a:lnTo>
                  <a:pt x="6514" y="3584"/>
                </a:lnTo>
                <a:lnTo>
                  <a:pt x="6514" y="976"/>
                </a:lnTo>
                <a:lnTo>
                  <a:pt x="6490" y="786"/>
                </a:lnTo>
                <a:lnTo>
                  <a:pt x="6347" y="429"/>
                </a:lnTo>
                <a:lnTo>
                  <a:pt x="6085" y="167"/>
                </a:lnTo>
                <a:lnTo>
                  <a:pt x="5728" y="12"/>
                </a:lnTo>
                <a:lnTo>
                  <a:pt x="5537" y="0"/>
                </a:lnTo>
                <a:close/>
                <a:moveTo>
                  <a:pt x="10741" y="655"/>
                </a:moveTo>
                <a:lnTo>
                  <a:pt x="10871" y="679"/>
                </a:lnTo>
                <a:lnTo>
                  <a:pt x="11050" y="857"/>
                </a:lnTo>
                <a:lnTo>
                  <a:pt x="11074" y="988"/>
                </a:lnTo>
                <a:lnTo>
                  <a:pt x="11074" y="6192"/>
                </a:lnTo>
                <a:lnTo>
                  <a:pt x="11050" y="6323"/>
                </a:lnTo>
                <a:lnTo>
                  <a:pt x="10871" y="6501"/>
                </a:lnTo>
                <a:lnTo>
                  <a:pt x="10741" y="6513"/>
                </a:lnTo>
                <a:lnTo>
                  <a:pt x="8788" y="6513"/>
                </a:lnTo>
                <a:lnTo>
                  <a:pt x="8657" y="6501"/>
                </a:lnTo>
                <a:lnTo>
                  <a:pt x="8478" y="6323"/>
                </a:lnTo>
                <a:lnTo>
                  <a:pt x="8466" y="6192"/>
                </a:lnTo>
                <a:lnTo>
                  <a:pt x="8466" y="988"/>
                </a:lnTo>
                <a:lnTo>
                  <a:pt x="8478" y="857"/>
                </a:lnTo>
                <a:lnTo>
                  <a:pt x="8657" y="679"/>
                </a:lnTo>
                <a:lnTo>
                  <a:pt x="8788" y="655"/>
                </a:lnTo>
                <a:close/>
                <a:moveTo>
                  <a:pt x="8788" y="0"/>
                </a:moveTo>
                <a:lnTo>
                  <a:pt x="8585" y="24"/>
                </a:lnTo>
                <a:lnTo>
                  <a:pt x="8240" y="167"/>
                </a:lnTo>
                <a:lnTo>
                  <a:pt x="7978" y="429"/>
                </a:lnTo>
                <a:lnTo>
                  <a:pt x="7823" y="786"/>
                </a:lnTo>
                <a:lnTo>
                  <a:pt x="7811" y="976"/>
                </a:lnTo>
                <a:lnTo>
                  <a:pt x="7811" y="6192"/>
                </a:lnTo>
                <a:lnTo>
                  <a:pt x="7823" y="6394"/>
                </a:lnTo>
                <a:lnTo>
                  <a:pt x="7978" y="6739"/>
                </a:lnTo>
                <a:lnTo>
                  <a:pt x="8240" y="7001"/>
                </a:lnTo>
                <a:lnTo>
                  <a:pt x="8585" y="7156"/>
                </a:lnTo>
                <a:lnTo>
                  <a:pt x="8788" y="7168"/>
                </a:lnTo>
                <a:lnTo>
                  <a:pt x="10741" y="7168"/>
                </a:lnTo>
                <a:lnTo>
                  <a:pt x="10943" y="7156"/>
                </a:lnTo>
                <a:lnTo>
                  <a:pt x="11288" y="7001"/>
                </a:lnTo>
                <a:lnTo>
                  <a:pt x="11562" y="6739"/>
                </a:lnTo>
                <a:lnTo>
                  <a:pt x="11705" y="6394"/>
                </a:lnTo>
                <a:lnTo>
                  <a:pt x="11717" y="6192"/>
                </a:lnTo>
                <a:lnTo>
                  <a:pt x="11717" y="976"/>
                </a:lnTo>
                <a:lnTo>
                  <a:pt x="11705" y="786"/>
                </a:lnTo>
                <a:lnTo>
                  <a:pt x="11562" y="429"/>
                </a:lnTo>
                <a:lnTo>
                  <a:pt x="11288" y="167"/>
                </a:lnTo>
                <a:lnTo>
                  <a:pt x="10943" y="24"/>
                </a:lnTo>
                <a:lnTo>
                  <a:pt x="10741" y="0"/>
                </a:lnTo>
                <a:close/>
                <a:moveTo>
                  <a:pt x="5859" y="6192"/>
                </a:moveTo>
                <a:lnTo>
                  <a:pt x="5990" y="6203"/>
                </a:lnTo>
                <a:lnTo>
                  <a:pt x="6168" y="6382"/>
                </a:lnTo>
                <a:lnTo>
                  <a:pt x="6180" y="6513"/>
                </a:lnTo>
                <a:lnTo>
                  <a:pt x="6180" y="8144"/>
                </a:lnTo>
                <a:lnTo>
                  <a:pt x="6168" y="8275"/>
                </a:lnTo>
                <a:lnTo>
                  <a:pt x="5990" y="8454"/>
                </a:lnTo>
                <a:lnTo>
                  <a:pt x="5859" y="8466"/>
                </a:lnTo>
                <a:lnTo>
                  <a:pt x="2275" y="8466"/>
                </a:lnTo>
                <a:lnTo>
                  <a:pt x="2144" y="8454"/>
                </a:lnTo>
                <a:lnTo>
                  <a:pt x="1965" y="8275"/>
                </a:lnTo>
                <a:lnTo>
                  <a:pt x="1953" y="8144"/>
                </a:lnTo>
                <a:lnTo>
                  <a:pt x="1953" y="6513"/>
                </a:lnTo>
                <a:lnTo>
                  <a:pt x="1965" y="6382"/>
                </a:lnTo>
                <a:lnTo>
                  <a:pt x="2144" y="6203"/>
                </a:lnTo>
                <a:lnTo>
                  <a:pt x="2275" y="6192"/>
                </a:lnTo>
                <a:close/>
                <a:moveTo>
                  <a:pt x="2275" y="5537"/>
                </a:moveTo>
                <a:lnTo>
                  <a:pt x="2072" y="5549"/>
                </a:lnTo>
                <a:lnTo>
                  <a:pt x="1727" y="5703"/>
                </a:lnTo>
                <a:lnTo>
                  <a:pt x="1465" y="5965"/>
                </a:lnTo>
                <a:lnTo>
                  <a:pt x="1310" y="6323"/>
                </a:lnTo>
                <a:lnTo>
                  <a:pt x="1298" y="6513"/>
                </a:lnTo>
                <a:lnTo>
                  <a:pt x="1298" y="8144"/>
                </a:lnTo>
                <a:lnTo>
                  <a:pt x="1310" y="8347"/>
                </a:lnTo>
                <a:lnTo>
                  <a:pt x="1465" y="8692"/>
                </a:lnTo>
                <a:lnTo>
                  <a:pt x="1727" y="8954"/>
                </a:lnTo>
                <a:lnTo>
                  <a:pt x="2072" y="9109"/>
                </a:lnTo>
                <a:lnTo>
                  <a:pt x="2275" y="9121"/>
                </a:lnTo>
                <a:lnTo>
                  <a:pt x="5859" y="9121"/>
                </a:lnTo>
                <a:lnTo>
                  <a:pt x="6061" y="9109"/>
                </a:lnTo>
                <a:lnTo>
                  <a:pt x="6406" y="8954"/>
                </a:lnTo>
                <a:lnTo>
                  <a:pt x="6668" y="8692"/>
                </a:lnTo>
                <a:lnTo>
                  <a:pt x="6823" y="8347"/>
                </a:lnTo>
                <a:lnTo>
                  <a:pt x="6835" y="8144"/>
                </a:lnTo>
                <a:lnTo>
                  <a:pt x="6835" y="6513"/>
                </a:lnTo>
                <a:lnTo>
                  <a:pt x="6823" y="6323"/>
                </a:lnTo>
                <a:lnTo>
                  <a:pt x="6668" y="5965"/>
                </a:lnTo>
                <a:lnTo>
                  <a:pt x="6406" y="5703"/>
                </a:lnTo>
                <a:lnTo>
                  <a:pt x="6061" y="5549"/>
                </a:lnTo>
                <a:lnTo>
                  <a:pt x="5859" y="5537"/>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5" name="Google Shape;2875;p172"/>
          <p:cNvSpPr/>
          <p:nvPr/>
        </p:nvSpPr>
        <p:spPr>
          <a:xfrm>
            <a:off x="16436510" y="2295212"/>
            <a:ext cx="551791" cy="551103"/>
          </a:xfrm>
          <a:custGeom>
            <a:rect b="b" l="l" r="r" t="t"/>
            <a:pathLst>
              <a:path extrusionOk="0" h="10407" w="10420">
                <a:moveTo>
                  <a:pt x="7228" y="631"/>
                </a:moveTo>
                <a:lnTo>
                  <a:pt x="6109" y="2250"/>
                </a:lnTo>
                <a:lnTo>
                  <a:pt x="4323" y="2250"/>
                </a:lnTo>
                <a:lnTo>
                  <a:pt x="3192" y="631"/>
                </a:lnTo>
                <a:close/>
                <a:moveTo>
                  <a:pt x="5216" y="4203"/>
                </a:moveTo>
                <a:lnTo>
                  <a:pt x="5085" y="4227"/>
                </a:lnTo>
                <a:lnTo>
                  <a:pt x="4906" y="4418"/>
                </a:lnTo>
                <a:lnTo>
                  <a:pt x="4883" y="4537"/>
                </a:lnTo>
                <a:lnTo>
                  <a:pt x="4883" y="4739"/>
                </a:lnTo>
                <a:lnTo>
                  <a:pt x="4692" y="4787"/>
                </a:lnTo>
                <a:lnTo>
                  <a:pt x="4513" y="4858"/>
                </a:lnTo>
                <a:lnTo>
                  <a:pt x="4299" y="4965"/>
                </a:lnTo>
                <a:lnTo>
                  <a:pt x="4061" y="5215"/>
                </a:lnTo>
                <a:lnTo>
                  <a:pt x="3954" y="5430"/>
                </a:lnTo>
                <a:lnTo>
                  <a:pt x="3930" y="5561"/>
                </a:lnTo>
                <a:lnTo>
                  <a:pt x="3906" y="5703"/>
                </a:lnTo>
                <a:lnTo>
                  <a:pt x="3942" y="5977"/>
                </a:lnTo>
                <a:lnTo>
                  <a:pt x="3990" y="6096"/>
                </a:lnTo>
                <a:lnTo>
                  <a:pt x="4049" y="6215"/>
                </a:lnTo>
                <a:lnTo>
                  <a:pt x="4216" y="6394"/>
                </a:lnTo>
                <a:lnTo>
                  <a:pt x="4311" y="6442"/>
                </a:lnTo>
                <a:lnTo>
                  <a:pt x="4490" y="6561"/>
                </a:lnTo>
                <a:lnTo>
                  <a:pt x="4894" y="6727"/>
                </a:lnTo>
                <a:lnTo>
                  <a:pt x="5073" y="6775"/>
                </a:lnTo>
                <a:lnTo>
                  <a:pt x="5121" y="6787"/>
                </a:lnTo>
                <a:lnTo>
                  <a:pt x="5502" y="6906"/>
                </a:lnTo>
                <a:lnTo>
                  <a:pt x="5740" y="7037"/>
                </a:lnTo>
                <a:lnTo>
                  <a:pt x="5811" y="7108"/>
                </a:lnTo>
                <a:lnTo>
                  <a:pt x="5847" y="7156"/>
                </a:lnTo>
                <a:lnTo>
                  <a:pt x="5871" y="7216"/>
                </a:lnTo>
                <a:lnTo>
                  <a:pt x="5859" y="7335"/>
                </a:lnTo>
                <a:lnTo>
                  <a:pt x="5835" y="7418"/>
                </a:lnTo>
                <a:lnTo>
                  <a:pt x="5740" y="7537"/>
                </a:lnTo>
                <a:lnTo>
                  <a:pt x="5645" y="7573"/>
                </a:lnTo>
                <a:lnTo>
                  <a:pt x="5526" y="7620"/>
                </a:lnTo>
                <a:lnTo>
                  <a:pt x="5216" y="7644"/>
                </a:lnTo>
                <a:lnTo>
                  <a:pt x="5014" y="7609"/>
                </a:lnTo>
                <a:lnTo>
                  <a:pt x="4775" y="7561"/>
                </a:lnTo>
                <a:lnTo>
                  <a:pt x="4466" y="7454"/>
                </a:lnTo>
                <a:lnTo>
                  <a:pt x="4394" y="7442"/>
                </a:lnTo>
                <a:lnTo>
                  <a:pt x="4335" y="7418"/>
                </a:lnTo>
                <a:lnTo>
                  <a:pt x="4204" y="7394"/>
                </a:lnTo>
                <a:lnTo>
                  <a:pt x="3990" y="7501"/>
                </a:lnTo>
                <a:lnTo>
                  <a:pt x="3930" y="7620"/>
                </a:lnTo>
                <a:lnTo>
                  <a:pt x="3906" y="7751"/>
                </a:lnTo>
                <a:lnTo>
                  <a:pt x="4013" y="7978"/>
                </a:lnTo>
                <a:lnTo>
                  <a:pt x="4132" y="8037"/>
                </a:lnTo>
                <a:lnTo>
                  <a:pt x="4168" y="8049"/>
                </a:lnTo>
                <a:lnTo>
                  <a:pt x="4228" y="8061"/>
                </a:lnTo>
                <a:lnTo>
                  <a:pt x="4549" y="8180"/>
                </a:lnTo>
                <a:lnTo>
                  <a:pt x="4883" y="8263"/>
                </a:lnTo>
                <a:lnTo>
                  <a:pt x="4883" y="8454"/>
                </a:lnTo>
                <a:lnTo>
                  <a:pt x="4906" y="8585"/>
                </a:lnTo>
                <a:lnTo>
                  <a:pt x="5085" y="8763"/>
                </a:lnTo>
                <a:lnTo>
                  <a:pt x="5216" y="8787"/>
                </a:lnTo>
                <a:lnTo>
                  <a:pt x="5347" y="8763"/>
                </a:lnTo>
                <a:lnTo>
                  <a:pt x="5514" y="8585"/>
                </a:lnTo>
                <a:lnTo>
                  <a:pt x="5537" y="8454"/>
                </a:lnTo>
                <a:lnTo>
                  <a:pt x="5537" y="8275"/>
                </a:lnTo>
                <a:lnTo>
                  <a:pt x="5728" y="8240"/>
                </a:lnTo>
                <a:lnTo>
                  <a:pt x="5907" y="8180"/>
                </a:lnTo>
                <a:lnTo>
                  <a:pt x="6014" y="8121"/>
                </a:lnTo>
                <a:lnTo>
                  <a:pt x="6204" y="7978"/>
                </a:lnTo>
                <a:lnTo>
                  <a:pt x="6359" y="7799"/>
                </a:lnTo>
                <a:lnTo>
                  <a:pt x="6466" y="7573"/>
                </a:lnTo>
                <a:lnTo>
                  <a:pt x="6502" y="7454"/>
                </a:lnTo>
                <a:lnTo>
                  <a:pt x="6514" y="7311"/>
                </a:lnTo>
                <a:lnTo>
                  <a:pt x="6490" y="7025"/>
                </a:lnTo>
                <a:lnTo>
                  <a:pt x="6442" y="6894"/>
                </a:lnTo>
                <a:lnTo>
                  <a:pt x="6383" y="6775"/>
                </a:lnTo>
                <a:lnTo>
                  <a:pt x="6216" y="6585"/>
                </a:lnTo>
                <a:lnTo>
                  <a:pt x="6121" y="6513"/>
                </a:lnTo>
                <a:lnTo>
                  <a:pt x="5942" y="6394"/>
                </a:lnTo>
                <a:lnTo>
                  <a:pt x="5514" y="6227"/>
                </a:lnTo>
                <a:lnTo>
                  <a:pt x="5323" y="6168"/>
                </a:lnTo>
                <a:lnTo>
                  <a:pt x="5311" y="6168"/>
                </a:lnTo>
                <a:lnTo>
                  <a:pt x="4918" y="6049"/>
                </a:lnTo>
                <a:lnTo>
                  <a:pt x="4680" y="5930"/>
                </a:lnTo>
                <a:lnTo>
                  <a:pt x="4609" y="5870"/>
                </a:lnTo>
                <a:lnTo>
                  <a:pt x="4585" y="5823"/>
                </a:lnTo>
                <a:lnTo>
                  <a:pt x="4561" y="5775"/>
                </a:lnTo>
                <a:lnTo>
                  <a:pt x="4573" y="5656"/>
                </a:lnTo>
                <a:lnTo>
                  <a:pt x="4573" y="5608"/>
                </a:lnTo>
                <a:lnTo>
                  <a:pt x="4680" y="5501"/>
                </a:lnTo>
                <a:lnTo>
                  <a:pt x="4787" y="5441"/>
                </a:lnTo>
                <a:lnTo>
                  <a:pt x="4906" y="5406"/>
                </a:lnTo>
                <a:lnTo>
                  <a:pt x="5216" y="5370"/>
                </a:lnTo>
                <a:lnTo>
                  <a:pt x="5418" y="5382"/>
                </a:lnTo>
                <a:lnTo>
                  <a:pt x="5645" y="5430"/>
                </a:lnTo>
                <a:lnTo>
                  <a:pt x="5859" y="5477"/>
                </a:lnTo>
                <a:lnTo>
                  <a:pt x="5990" y="5489"/>
                </a:lnTo>
                <a:lnTo>
                  <a:pt x="6204" y="5370"/>
                </a:lnTo>
                <a:lnTo>
                  <a:pt x="6264" y="5251"/>
                </a:lnTo>
                <a:lnTo>
                  <a:pt x="6276" y="5120"/>
                </a:lnTo>
                <a:lnTo>
                  <a:pt x="6157" y="4894"/>
                </a:lnTo>
                <a:lnTo>
                  <a:pt x="6026" y="4846"/>
                </a:lnTo>
                <a:lnTo>
                  <a:pt x="5787" y="4799"/>
                </a:lnTo>
                <a:lnTo>
                  <a:pt x="5537" y="4751"/>
                </a:lnTo>
                <a:lnTo>
                  <a:pt x="5537" y="4537"/>
                </a:lnTo>
                <a:lnTo>
                  <a:pt x="5514" y="4418"/>
                </a:lnTo>
                <a:lnTo>
                  <a:pt x="5347" y="4227"/>
                </a:lnTo>
                <a:lnTo>
                  <a:pt x="5216" y="4203"/>
                </a:lnTo>
                <a:close/>
                <a:moveTo>
                  <a:pt x="6323" y="2905"/>
                </a:moveTo>
                <a:lnTo>
                  <a:pt x="6430" y="2989"/>
                </a:lnTo>
                <a:lnTo>
                  <a:pt x="6883" y="3298"/>
                </a:lnTo>
                <a:lnTo>
                  <a:pt x="7704" y="3965"/>
                </a:lnTo>
                <a:lnTo>
                  <a:pt x="8252" y="4537"/>
                </a:lnTo>
                <a:lnTo>
                  <a:pt x="8776" y="5215"/>
                </a:lnTo>
                <a:lnTo>
                  <a:pt x="9229" y="6001"/>
                </a:lnTo>
                <a:lnTo>
                  <a:pt x="9562" y="6894"/>
                </a:lnTo>
                <a:lnTo>
                  <a:pt x="9752" y="7906"/>
                </a:lnTo>
                <a:lnTo>
                  <a:pt x="9776" y="8454"/>
                </a:lnTo>
                <a:lnTo>
                  <a:pt x="9752" y="8728"/>
                </a:lnTo>
                <a:lnTo>
                  <a:pt x="9550" y="9192"/>
                </a:lnTo>
                <a:lnTo>
                  <a:pt x="9205" y="9549"/>
                </a:lnTo>
                <a:lnTo>
                  <a:pt x="8740" y="9740"/>
                </a:lnTo>
                <a:lnTo>
                  <a:pt x="8467" y="9764"/>
                </a:lnTo>
                <a:lnTo>
                  <a:pt x="1954" y="9764"/>
                </a:lnTo>
                <a:lnTo>
                  <a:pt x="1692" y="9740"/>
                </a:lnTo>
                <a:lnTo>
                  <a:pt x="1227" y="9549"/>
                </a:lnTo>
                <a:lnTo>
                  <a:pt x="870" y="9192"/>
                </a:lnTo>
                <a:lnTo>
                  <a:pt x="679" y="8728"/>
                </a:lnTo>
                <a:lnTo>
                  <a:pt x="656" y="8454"/>
                </a:lnTo>
                <a:lnTo>
                  <a:pt x="668" y="7906"/>
                </a:lnTo>
                <a:lnTo>
                  <a:pt x="858" y="6894"/>
                </a:lnTo>
                <a:lnTo>
                  <a:pt x="1203" y="6001"/>
                </a:lnTo>
                <a:lnTo>
                  <a:pt x="1656" y="5215"/>
                </a:lnTo>
                <a:lnTo>
                  <a:pt x="2168" y="4537"/>
                </a:lnTo>
                <a:lnTo>
                  <a:pt x="2727" y="3965"/>
                </a:lnTo>
                <a:lnTo>
                  <a:pt x="3549" y="3298"/>
                </a:lnTo>
                <a:lnTo>
                  <a:pt x="4001" y="2989"/>
                </a:lnTo>
                <a:lnTo>
                  <a:pt x="4109" y="2905"/>
                </a:lnTo>
                <a:close/>
                <a:moveTo>
                  <a:pt x="2882" y="0"/>
                </a:moveTo>
                <a:lnTo>
                  <a:pt x="2739" y="12"/>
                </a:lnTo>
                <a:lnTo>
                  <a:pt x="2513" y="143"/>
                </a:lnTo>
                <a:lnTo>
                  <a:pt x="2394" y="369"/>
                </a:lnTo>
                <a:lnTo>
                  <a:pt x="2406" y="631"/>
                </a:lnTo>
                <a:lnTo>
                  <a:pt x="2489" y="762"/>
                </a:lnTo>
                <a:lnTo>
                  <a:pt x="3644" y="2441"/>
                </a:lnTo>
                <a:lnTo>
                  <a:pt x="3394" y="2608"/>
                </a:lnTo>
                <a:lnTo>
                  <a:pt x="3108" y="2810"/>
                </a:lnTo>
                <a:lnTo>
                  <a:pt x="2620" y="3179"/>
                </a:lnTo>
                <a:lnTo>
                  <a:pt x="1834" y="3941"/>
                </a:lnTo>
                <a:lnTo>
                  <a:pt x="1322" y="4548"/>
                </a:lnTo>
                <a:lnTo>
                  <a:pt x="858" y="5251"/>
                </a:lnTo>
                <a:lnTo>
                  <a:pt x="465" y="6049"/>
                </a:lnTo>
                <a:lnTo>
                  <a:pt x="179" y="6930"/>
                </a:lnTo>
                <a:lnTo>
                  <a:pt x="13" y="7918"/>
                </a:lnTo>
                <a:lnTo>
                  <a:pt x="1" y="8454"/>
                </a:lnTo>
                <a:lnTo>
                  <a:pt x="13" y="8656"/>
                </a:lnTo>
                <a:lnTo>
                  <a:pt x="84" y="9037"/>
                </a:lnTo>
                <a:lnTo>
                  <a:pt x="239" y="9395"/>
                </a:lnTo>
                <a:lnTo>
                  <a:pt x="441" y="9704"/>
                </a:lnTo>
                <a:lnTo>
                  <a:pt x="715" y="9966"/>
                </a:lnTo>
                <a:lnTo>
                  <a:pt x="1025" y="10180"/>
                </a:lnTo>
                <a:lnTo>
                  <a:pt x="1370" y="10323"/>
                </a:lnTo>
                <a:lnTo>
                  <a:pt x="1751" y="10407"/>
                </a:lnTo>
                <a:lnTo>
                  <a:pt x="8669" y="10407"/>
                </a:lnTo>
                <a:lnTo>
                  <a:pt x="9050" y="10323"/>
                </a:lnTo>
                <a:lnTo>
                  <a:pt x="9395" y="10180"/>
                </a:lnTo>
                <a:lnTo>
                  <a:pt x="9717" y="9966"/>
                </a:lnTo>
                <a:lnTo>
                  <a:pt x="9979" y="9704"/>
                </a:lnTo>
                <a:lnTo>
                  <a:pt x="10193" y="9395"/>
                </a:lnTo>
                <a:lnTo>
                  <a:pt x="10336" y="9037"/>
                </a:lnTo>
                <a:lnTo>
                  <a:pt x="10419" y="8656"/>
                </a:lnTo>
                <a:lnTo>
                  <a:pt x="10419" y="8454"/>
                </a:lnTo>
                <a:lnTo>
                  <a:pt x="10407" y="7918"/>
                </a:lnTo>
                <a:lnTo>
                  <a:pt x="10253" y="6930"/>
                </a:lnTo>
                <a:lnTo>
                  <a:pt x="9955" y="6049"/>
                </a:lnTo>
                <a:lnTo>
                  <a:pt x="9562" y="5251"/>
                </a:lnTo>
                <a:lnTo>
                  <a:pt x="9098" y="4548"/>
                </a:lnTo>
                <a:lnTo>
                  <a:pt x="8586" y="3941"/>
                </a:lnTo>
                <a:lnTo>
                  <a:pt x="7800" y="3179"/>
                </a:lnTo>
                <a:lnTo>
                  <a:pt x="7312" y="2810"/>
                </a:lnTo>
                <a:lnTo>
                  <a:pt x="7026" y="2608"/>
                </a:lnTo>
                <a:lnTo>
                  <a:pt x="6764" y="2441"/>
                </a:lnTo>
                <a:lnTo>
                  <a:pt x="7943" y="762"/>
                </a:lnTo>
                <a:lnTo>
                  <a:pt x="8014" y="631"/>
                </a:lnTo>
                <a:lnTo>
                  <a:pt x="8014" y="369"/>
                </a:lnTo>
                <a:lnTo>
                  <a:pt x="7895" y="143"/>
                </a:lnTo>
                <a:lnTo>
                  <a:pt x="7681" y="12"/>
                </a:lnTo>
                <a:lnTo>
                  <a:pt x="7538"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6" name="Google Shape;2876;p172"/>
          <p:cNvSpPr/>
          <p:nvPr/>
        </p:nvSpPr>
        <p:spPr>
          <a:xfrm>
            <a:off x="9575123" y="2298971"/>
            <a:ext cx="551791" cy="543583"/>
          </a:xfrm>
          <a:custGeom>
            <a:rect b="b" l="l" r="r" t="t"/>
            <a:pathLst>
              <a:path extrusionOk="0" h="10265" w="10420">
                <a:moveTo>
                  <a:pt x="8788" y="1"/>
                </a:moveTo>
                <a:lnTo>
                  <a:pt x="8657" y="25"/>
                </a:lnTo>
                <a:lnTo>
                  <a:pt x="8478" y="203"/>
                </a:lnTo>
                <a:lnTo>
                  <a:pt x="8466" y="334"/>
                </a:lnTo>
                <a:lnTo>
                  <a:pt x="8466" y="1144"/>
                </a:lnTo>
                <a:lnTo>
                  <a:pt x="7645" y="1144"/>
                </a:lnTo>
                <a:lnTo>
                  <a:pt x="7514" y="1168"/>
                </a:lnTo>
                <a:lnTo>
                  <a:pt x="7335" y="1346"/>
                </a:lnTo>
                <a:lnTo>
                  <a:pt x="7323" y="1466"/>
                </a:lnTo>
                <a:lnTo>
                  <a:pt x="7335" y="1596"/>
                </a:lnTo>
                <a:lnTo>
                  <a:pt x="7514" y="1775"/>
                </a:lnTo>
                <a:lnTo>
                  <a:pt x="7645" y="1799"/>
                </a:lnTo>
                <a:lnTo>
                  <a:pt x="8466" y="1799"/>
                </a:lnTo>
                <a:lnTo>
                  <a:pt x="8466" y="2609"/>
                </a:lnTo>
                <a:lnTo>
                  <a:pt x="8478" y="2740"/>
                </a:lnTo>
                <a:lnTo>
                  <a:pt x="8657" y="2918"/>
                </a:lnTo>
                <a:lnTo>
                  <a:pt x="8788" y="2942"/>
                </a:lnTo>
                <a:lnTo>
                  <a:pt x="8919" y="2918"/>
                </a:lnTo>
                <a:lnTo>
                  <a:pt x="9097" y="2740"/>
                </a:lnTo>
                <a:lnTo>
                  <a:pt x="9109" y="2609"/>
                </a:lnTo>
                <a:lnTo>
                  <a:pt x="9109" y="1799"/>
                </a:lnTo>
                <a:lnTo>
                  <a:pt x="9931" y="1799"/>
                </a:lnTo>
                <a:lnTo>
                  <a:pt x="10062" y="1775"/>
                </a:lnTo>
                <a:lnTo>
                  <a:pt x="10240" y="1596"/>
                </a:lnTo>
                <a:lnTo>
                  <a:pt x="10252" y="1466"/>
                </a:lnTo>
                <a:lnTo>
                  <a:pt x="10240" y="1346"/>
                </a:lnTo>
                <a:lnTo>
                  <a:pt x="10062" y="1168"/>
                </a:lnTo>
                <a:lnTo>
                  <a:pt x="9931" y="1144"/>
                </a:lnTo>
                <a:lnTo>
                  <a:pt x="9109" y="1144"/>
                </a:lnTo>
                <a:lnTo>
                  <a:pt x="9109" y="334"/>
                </a:lnTo>
                <a:lnTo>
                  <a:pt x="9097" y="203"/>
                </a:lnTo>
                <a:lnTo>
                  <a:pt x="8919" y="25"/>
                </a:lnTo>
                <a:lnTo>
                  <a:pt x="8788" y="1"/>
                </a:lnTo>
                <a:close/>
                <a:moveTo>
                  <a:pt x="5204" y="3097"/>
                </a:moveTo>
                <a:lnTo>
                  <a:pt x="5299" y="3109"/>
                </a:lnTo>
                <a:lnTo>
                  <a:pt x="5382" y="3132"/>
                </a:lnTo>
                <a:lnTo>
                  <a:pt x="9657" y="5049"/>
                </a:lnTo>
                <a:lnTo>
                  <a:pt x="5382" y="6966"/>
                </a:lnTo>
                <a:lnTo>
                  <a:pt x="5299" y="7002"/>
                </a:lnTo>
                <a:lnTo>
                  <a:pt x="5097" y="7002"/>
                </a:lnTo>
                <a:lnTo>
                  <a:pt x="5025" y="6966"/>
                </a:lnTo>
                <a:lnTo>
                  <a:pt x="763" y="5049"/>
                </a:lnTo>
                <a:lnTo>
                  <a:pt x="5025" y="3132"/>
                </a:lnTo>
                <a:lnTo>
                  <a:pt x="5097" y="3109"/>
                </a:lnTo>
                <a:lnTo>
                  <a:pt x="5204" y="3097"/>
                </a:lnTo>
                <a:close/>
                <a:moveTo>
                  <a:pt x="5204" y="2454"/>
                </a:moveTo>
                <a:lnTo>
                  <a:pt x="4978" y="2466"/>
                </a:lnTo>
                <a:lnTo>
                  <a:pt x="4763" y="2537"/>
                </a:lnTo>
                <a:lnTo>
                  <a:pt x="334" y="4526"/>
                </a:lnTo>
                <a:lnTo>
                  <a:pt x="191" y="4609"/>
                </a:lnTo>
                <a:lnTo>
                  <a:pt x="13" y="4883"/>
                </a:lnTo>
                <a:lnTo>
                  <a:pt x="1" y="5049"/>
                </a:lnTo>
                <a:lnTo>
                  <a:pt x="13" y="5216"/>
                </a:lnTo>
                <a:lnTo>
                  <a:pt x="191" y="5490"/>
                </a:lnTo>
                <a:lnTo>
                  <a:pt x="334" y="5573"/>
                </a:lnTo>
                <a:lnTo>
                  <a:pt x="4763" y="7562"/>
                </a:lnTo>
                <a:lnTo>
                  <a:pt x="4978" y="7645"/>
                </a:lnTo>
                <a:lnTo>
                  <a:pt x="5204" y="7657"/>
                </a:lnTo>
                <a:lnTo>
                  <a:pt x="5430" y="7645"/>
                </a:lnTo>
                <a:lnTo>
                  <a:pt x="5656" y="7562"/>
                </a:lnTo>
                <a:lnTo>
                  <a:pt x="10074" y="5573"/>
                </a:lnTo>
                <a:lnTo>
                  <a:pt x="10217" y="5490"/>
                </a:lnTo>
                <a:lnTo>
                  <a:pt x="10395" y="5216"/>
                </a:lnTo>
                <a:lnTo>
                  <a:pt x="10419" y="5049"/>
                </a:lnTo>
                <a:lnTo>
                  <a:pt x="10395" y="4883"/>
                </a:lnTo>
                <a:lnTo>
                  <a:pt x="10217" y="4609"/>
                </a:lnTo>
                <a:lnTo>
                  <a:pt x="10074" y="4526"/>
                </a:lnTo>
                <a:lnTo>
                  <a:pt x="5656" y="2537"/>
                </a:lnTo>
                <a:lnTo>
                  <a:pt x="5430" y="2466"/>
                </a:lnTo>
                <a:lnTo>
                  <a:pt x="5204" y="2454"/>
                </a:lnTo>
                <a:close/>
                <a:moveTo>
                  <a:pt x="9121" y="6716"/>
                </a:moveTo>
                <a:lnTo>
                  <a:pt x="8883" y="6812"/>
                </a:lnTo>
                <a:lnTo>
                  <a:pt x="8812" y="6919"/>
                </a:lnTo>
                <a:lnTo>
                  <a:pt x="8776" y="7050"/>
                </a:lnTo>
                <a:lnTo>
                  <a:pt x="8871" y="7288"/>
                </a:lnTo>
                <a:lnTo>
                  <a:pt x="8978" y="7359"/>
                </a:lnTo>
                <a:lnTo>
                  <a:pt x="9657" y="7657"/>
                </a:lnTo>
                <a:lnTo>
                  <a:pt x="5382" y="9574"/>
                </a:lnTo>
                <a:lnTo>
                  <a:pt x="5299" y="9610"/>
                </a:lnTo>
                <a:lnTo>
                  <a:pt x="5097" y="9610"/>
                </a:lnTo>
                <a:lnTo>
                  <a:pt x="5025" y="9574"/>
                </a:lnTo>
                <a:lnTo>
                  <a:pt x="763" y="7657"/>
                </a:lnTo>
                <a:lnTo>
                  <a:pt x="751" y="7657"/>
                </a:lnTo>
                <a:lnTo>
                  <a:pt x="1429" y="7359"/>
                </a:lnTo>
                <a:lnTo>
                  <a:pt x="1537" y="7288"/>
                </a:lnTo>
                <a:lnTo>
                  <a:pt x="1632" y="7050"/>
                </a:lnTo>
                <a:lnTo>
                  <a:pt x="1596" y="6919"/>
                </a:lnTo>
                <a:lnTo>
                  <a:pt x="1525" y="6812"/>
                </a:lnTo>
                <a:lnTo>
                  <a:pt x="1287" y="6728"/>
                </a:lnTo>
                <a:lnTo>
                  <a:pt x="1167" y="6764"/>
                </a:lnTo>
                <a:lnTo>
                  <a:pt x="334" y="7133"/>
                </a:lnTo>
                <a:lnTo>
                  <a:pt x="191" y="7216"/>
                </a:lnTo>
                <a:lnTo>
                  <a:pt x="13" y="7490"/>
                </a:lnTo>
                <a:lnTo>
                  <a:pt x="1" y="7657"/>
                </a:lnTo>
                <a:lnTo>
                  <a:pt x="13" y="7824"/>
                </a:lnTo>
                <a:lnTo>
                  <a:pt x="191" y="8098"/>
                </a:lnTo>
                <a:lnTo>
                  <a:pt x="334" y="8181"/>
                </a:lnTo>
                <a:lnTo>
                  <a:pt x="4763" y="10169"/>
                </a:lnTo>
                <a:lnTo>
                  <a:pt x="4978" y="10241"/>
                </a:lnTo>
                <a:lnTo>
                  <a:pt x="5204" y="10265"/>
                </a:lnTo>
                <a:lnTo>
                  <a:pt x="5430" y="10241"/>
                </a:lnTo>
                <a:lnTo>
                  <a:pt x="5644" y="10169"/>
                </a:lnTo>
                <a:lnTo>
                  <a:pt x="10074" y="8181"/>
                </a:lnTo>
                <a:lnTo>
                  <a:pt x="10217" y="8098"/>
                </a:lnTo>
                <a:lnTo>
                  <a:pt x="10395" y="7824"/>
                </a:lnTo>
                <a:lnTo>
                  <a:pt x="10419" y="7657"/>
                </a:lnTo>
                <a:lnTo>
                  <a:pt x="10395" y="7490"/>
                </a:lnTo>
                <a:lnTo>
                  <a:pt x="10217" y="7216"/>
                </a:lnTo>
                <a:lnTo>
                  <a:pt x="10074" y="7133"/>
                </a:lnTo>
                <a:lnTo>
                  <a:pt x="9240" y="6764"/>
                </a:lnTo>
                <a:lnTo>
                  <a:pt x="9121" y="6716"/>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grpSp>
        <p:nvGrpSpPr>
          <p:cNvPr id="2877" name="Google Shape;2877;p172"/>
          <p:cNvGrpSpPr/>
          <p:nvPr/>
        </p:nvGrpSpPr>
        <p:grpSpPr>
          <a:xfrm>
            <a:off x="2767235" y="2294885"/>
            <a:ext cx="728315" cy="551756"/>
            <a:chOff x="3233828" y="2593218"/>
            <a:chExt cx="757242" cy="573670"/>
          </a:xfrm>
        </p:grpSpPr>
        <p:sp>
          <p:nvSpPr>
            <p:cNvPr id="2878" name="Google Shape;2878;p172"/>
            <p:cNvSpPr/>
            <p:nvPr/>
          </p:nvSpPr>
          <p:spPr>
            <a:xfrm>
              <a:off x="3233828" y="2593218"/>
              <a:ext cx="466193" cy="573670"/>
            </a:xfrm>
            <a:custGeom>
              <a:rect b="b" l="l" r="r" t="t"/>
              <a:pathLst>
                <a:path extrusionOk="0" h="10419" w="8467">
                  <a:moveTo>
                    <a:pt x="4763" y="655"/>
                  </a:moveTo>
                  <a:lnTo>
                    <a:pt x="5144" y="738"/>
                  </a:lnTo>
                  <a:lnTo>
                    <a:pt x="5490" y="881"/>
                  </a:lnTo>
                  <a:lnTo>
                    <a:pt x="5799" y="1096"/>
                  </a:lnTo>
                  <a:lnTo>
                    <a:pt x="6073" y="1358"/>
                  </a:lnTo>
                  <a:lnTo>
                    <a:pt x="6275" y="1667"/>
                  </a:lnTo>
                  <a:lnTo>
                    <a:pt x="6430" y="2024"/>
                  </a:lnTo>
                  <a:lnTo>
                    <a:pt x="6502" y="2405"/>
                  </a:lnTo>
                  <a:lnTo>
                    <a:pt x="6514" y="2608"/>
                  </a:lnTo>
                  <a:lnTo>
                    <a:pt x="6502" y="2798"/>
                  </a:lnTo>
                  <a:lnTo>
                    <a:pt x="6430" y="3179"/>
                  </a:lnTo>
                  <a:lnTo>
                    <a:pt x="6275" y="3537"/>
                  </a:lnTo>
                  <a:lnTo>
                    <a:pt x="6073" y="3846"/>
                  </a:lnTo>
                  <a:lnTo>
                    <a:pt x="5799" y="4108"/>
                  </a:lnTo>
                  <a:lnTo>
                    <a:pt x="5490" y="4322"/>
                  </a:lnTo>
                  <a:lnTo>
                    <a:pt x="5144" y="4465"/>
                  </a:lnTo>
                  <a:lnTo>
                    <a:pt x="4763" y="4549"/>
                  </a:lnTo>
                  <a:lnTo>
                    <a:pt x="4561" y="4561"/>
                  </a:lnTo>
                  <a:lnTo>
                    <a:pt x="4358" y="4549"/>
                  </a:lnTo>
                  <a:lnTo>
                    <a:pt x="3977" y="4465"/>
                  </a:lnTo>
                  <a:lnTo>
                    <a:pt x="3632" y="4322"/>
                  </a:lnTo>
                  <a:lnTo>
                    <a:pt x="3311" y="4108"/>
                  </a:lnTo>
                  <a:lnTo>
                    <a:pt x="3049" y="3846"/>
                  </a:lnTo>
                  <a:lnTo>
                    <a:pt x="2834" y="3537"/>
                  </a:lnTo>
                  <a:lnTo>
                    <a:pt x="2691" y="3179"/>
                  </a:lnTo>
                  <a:lnTo>
                    <a:pt x="2608" y="2798"/>
                  </a:lnTo>
                  <a:lnTo>
                    <a:pt x="2608" y="2608"/>
                  </a:lnTo>
                  <a:lnTo>
                    <a:pt x="2608" y="2405"/>
                  </a:lnTo>
                  <a:lnTo>
                    <a:pt x="2691" y="2024"/>
                  </a:lnTo>
                  <a:lnTo>
                    <a:pt x="2834" y="1667"/>
                  </a:lnTo>
                  <a:lnTo>
                    <a:pt x="3049" y="1358"/>
                  </a:lnTo>
                  <a:lnTo>
                    <a:pt x="3311" y="1096"/>
                  </a:lnTo>
                  <a:lnTo>
                    <a:pt x="3632" y="881"/>
                  </a:lnTo>
                  <a:lnTo>
                    <a:pt x="3977" y="738"/>
                  </a:lnTo>
                  <a:lnTo>
                    <a:pt x="4358" y="655"/>
                  </a:lnTo>
                  <a:close/>
                  <a:moveTo>
                    <a:pt x="4561" y="0"/>
                  </a:moveTo>
                  <a:lnTo>
                    <a:pt x="4287" y="12"/>
                  </a:lnTo>
                  <a:lnTo>
                    <a:pt x="3787" y="107"/>
                  </a:lnTo>
                  <a:lnTo>
                    <a:pt x="3311" y="310"/>
                  </a:lnTo>
                  <a:lnTo>
                    <a:pt x="2894" y="596"/>
                  </a:lnTo>
                  <a:lnTo>
                    <a:pt x="2549" y="941"/>
                  </a:lnTo>
                  <a:lnTo>
                    <a:pt x="2263" y="1358"/>
                  </a:lnTo>
                  <a:lnTo>
                    <a:pt x="2072" y="1822"/>
                  </a:lnTo>
                  <a:lnTo>
                    <a:pt x="1965" y="2334"/>
                  </a:lnTo>
                  <a:lnTo>
                    <a:pt x="1953" y="2608"/>
                  </a:lnTo>
                  <a:lnTo>
                    <a:pt x="1965" y="2870"/>
                  </a:lnTo>
                  <a:lnTo>
                    <a:pt x="2072" y="3382"/>
                  </a:lnTo>
                  <a:lnTo>
                    <a:pt x="2263" y="3846"/>
                  </a:lnTo>
                  <a:lnTo>
                    <a:pt x="2549" y="4263"/>
                  </a:lnTo>
                  <a:lnTo>
                    <a:pt x="2894" y="4620"/>
                  </a:lnTo>
                  <a:lnTo>
                    <a:pt x="3311" y="4894"/>
                  </a:lnTo>
                  <a:lnTo>
                    <a:pt x="3787" y="5096"/>
                  </a:lnTo>
                  <a:lnTo>
                    <a:pt x="4287" y="5203"/>
                  </a:lnTo>
                  <a:lnTo>
                    <a:pt x="4823" y="5203"/>
                  </a:lnTo>
                  <a:lnTo>
                    <a:pt x="5335" y="5096"/>
                  </a:lnTo>
                  <a:lnTo>
                    <a:pt x="5799" y="4894"/>
                  </a:lnTo>
                  <a:lnTo>
                    <a:pt x="6216" y="4620"/>
                  </a:lnTo>
                  <a:lnTo>
                    <a:pt x="6573" y="4263"/>
                  </a:lnTo>
                  <a:lnTo>
                    <a:pt x="6859" y="3846"/>
                  </a:lnTo>
                  <a:lnTo>
                    <a:pt x="7049" y="3382"/>
                  </a:lnTo>
                  <a:lnTo>
                    <a:pt x="7157" y="2870"/>
                  </a:lnTo>
                  <a:lnTo>
                    <a:pt x="7168" y="2608"/>
                  </a:lnTo>
                  <a:lnTo>
                    <a:pt x="7157" y="2334"/>
                  </a:lnTo>
                  <a:lnTo>
                    <a:pt x="7049" y="1822"/>
                  </a:lnTo>
                  <a:lnTo>
                    <a:pt x="6859" y="1358"/>
                  </a:lnTo>
                  <a:lnTo>
                    <a:pt x="6573" y="941"/>
                  </a:lnTo>
                  <a:lnTo>
                    <a:pt x="6216" y="596"/>
                  </a:lnTo>
                  <a:lnTo>
                    <a:pt x="5799" y="310"/>
                  </a:lnTo>
                  <a:lnTo>
                    <a:pt x="5335" y="107"/>
                  </a:lnTo>
                  <a:lnTo>
                    <a:pt x="4823" y="12"/>
                  </a:lnTo>
                  <a:lnTo>
                    <a:pt x="4561" y="0"/>
                  </a:lnTo>
                  <a:close/>
                  <a:moveTo>
                    <a:pt x="3525" y="6180"/>
                  </a:moveTo>
                  <a:lnTo>
                    <a:pt x="3168" y="6192"/>
                  </a:lnTo>
                  <a:lnTo>
                    <a:pt x="2477" y="6335"/>
                  </a:lnTo>
                  <a:lnTo>
                    <a:pt x="1846" y="6608"/>
                  </a:lnTo>
                  <a:lnTo>
                    <a:pt x="1275" y="6990"/>
                  </a:lnTo>
                  <a:lnTo>
                    <a:pt x="798" y="7466"/>
                  </a:lnTo>
                  <a:lnTo>
                    <a:pt x="417" y="8025"/>
                  </a:lnTo>
                  <a:lnTo>
                    <a:pt x="155" y="8656"/>
                  </a:lnTo>
                  <a:lnTo>
                    <a:pt x="12" y="9347"/>
                  </a:lnTo>
                  <a:lnTo>
                    <a:pt x="1" y="9716"/>
                  </a:lnTo>
                  <a:lnTo>
                    <a:pt x="12" y="9859"/>
                  </a:lnTo>
                  <a:lnTo>
                    <a:pt x="120" y="10109"/>
                  </a:lnTo>
                  <a:lnTo>
                    <a:pt x="310" y="10300"/>
                  </a:lnTo>
                  <a:lnTo>
                    <a:pt x="560" y="10407"/>
                  </a:lnTo>
                  <a:lnTo>
                    <a:pt x="703" y="10419"/>
                  </a:lnTo>
                  <a:lnTo>
                    <a:pt x="8145" y="10419"/>
                  </a:lnTo>
                  <a:lnTo>
                    <a:pt x="8276" y="10395"/>
                  </a:lnTo>
                  <a:lnTo>
                    <a:pt x="8442" y="10216"/>
                  </a:lnTo>
                  <a:lnTo>
                    <a:pt x="8466" y="10097"/>
                  </a:lnTo>
                  <a:lnTo>
                    <a:pt x="8466" y="10085"/>
                  </a:lnTo>
                  <a:lnTo>
                    <a:pt x="8442" y="9954"/>
                  </a:lnTo>
                  <a:lnTo>
                    <a:pt x="8264" y="9788"/>
                  </a:lnTo>
                  <a:lnTo>
                    <a:pt x="8133" y="9764"/>
                  </a:lnTo>
                  <a:lnTo>
                    <a:pt x="703" y="9764"/>
                  </a:lnTo>
                  <a:lnTo>
                    <a:pt x="667" y="9752"/>
                  </a:lnTo>
                  <a:lnTo>
                    <a:pt x="655" y="9716"/>
                  </a:lnTo>
                  <a:lnTo>
                    <a:pt x="655" y="9418"/>
                  </a:lnTo>
                  <a:lnTo>
                    <a:pt x="775" y="8859"/>
                  </a:lnTo>
                  <a:lnTo>
                    <a:pt x="989" y="8335"/>
                  </a:lnTo>
                  <a:lnTo>
                    <a:pt x="1298" y="7883"/>
                  </a:lnTo>
                  <a:lnTo>
                    <a:pt x="1691" y="7490"/>
                  </a:lnTo>
                  <a:lnTo>
                    <a:pt x="2156" y="7180"/>
                  </a:lnTo>
                  <a:lnTo>
                    <a:pt x="2668" y="6966"/>
                  </a:lnTo>
                  <a:lnTo>
                    <a:pt x="3227" y="6847"/>
                  </a:lnTo>
                  <a:lnTo>
                    <a:pt x="3525" y="6835"/>
                  </a:lnTo>
                  <a:lnTo>
                    <a:pt x="5585" y="6835"/>
                  </a:lnTo>
                  <a:lnTo>
                    <a:pt x="5883" y="6847"/>
                  </a:lnTo>
                  <a:lnTo>
                    <a:pt x="6454" y="6966"/>
                  </a:lnTo>
                  <a:lnTo>
                    <a:pt x="6716" y="7073"/>
                  </a:lnTo>
                  <a:lnTo>
                    <a:pt x="6799" y="7097"/>
                  </a:lnTo>
                  <a:lnTo>
                    <a:pt x="6954" y="7073"/>
                  </a:lnTo>
                  <a:lnTo>
                    <a:pt x="7073" y="6990"/>
                  </a:lnTo>
                  <a:lnTo>
                    <a:pt x="7157" y="6847"/>
                  </a:lnTo>
                  <a:lnTo>
                    <a:pt x="7157" y="6763"/>
                  </a:lnTo>
                  <a:lnTo>
                    <a:pt x="7157" y="6668"/>
                  </a:lnTo>
                  <a:lnTo>
                    <a:pt x="7049" y="6513"/>
                  </a:lnTo>
                  <a:lnTo>
                    <a:pt x="6966" y="6466"/>
                  </a:lnTo>
                  <a:lnTo>
                    <a:pt x="6645" y="6347"/>
                  </a:lnTo>
                  <a:lnTo>
                    <a:pt x="5954" y="6192"/>
                  </a:lnTo>
                  <a:lnTo>
                    <a:pt x="5585" y="618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sp>
          <p:nvSpPr>
            <p:cNvPr id="2879" name="Google Shape;2879;p172"/>
            <p:cNvSpPr/>
            <p:nvPr/>
          </p:nvSpPr>
          <p:spPr>
            <a:xfrm>
              <a:off x="3656030" y="2859379"/>
              <a:ext cx="335040" cy="286532"/>
            </a:xfrm>
            <a:custGeom>
              <a:rect b="b" l="l" r="r" t="t"/>
              <a:pathLst>
                <a:path extrusionOk="0" h="5204" w="6085">
                  <a:moveTo>
                    <a:pt x="4442" y="572"/>
                  </a:moveTo>
                  <a:lnTo>
                    <a:pt x="4585" y="584"/>
                  </a:lnTo>
                  <a:lnTo>
                    <a:pt x="4775" y="631"/>
                  </a:lnTo>
                  <a:lnTo>
                    <a:pt x="5120" y="822"/>
                  </a:lnTo>
                  <a:lnTo>
                    <a:pt x="5370" y="1120"/>
                  </a:lnTo>
                  <a:lnTo>
                    <a:pt x="5513" y="1489"/>
                  </a:lnTo>
                  <a:lnTo>
                    <a:pt x="5525" y="1691"/>
                  </a:lnTo>
                  <a:lnTo>
                    <a:pt x="5525" y="1763"/>
                  </a:lnTo>
                  <a:lnTo>
                    <a:pt x="5501" y="2013"/>
                  </a:lnTo>
                  <a:lnTo>
                    <a:pt x="5311" y="2465"/>
                  </a:lnTo>
                  <a:lnTo>
                    <a:pt x="5132" y="2644"/>
                  </a:lnTo>
                  <a:lnTo>
                    <a:pt x="3049" y="4596"/>
                  </a:lnTo>
                  <a:lnTo>
                    <a:pt x="965" y="2644"/>
                  </a:lnTo>
                  <a:lnTo>
                    <a:pt x="786" y="2465"/>
                  </a:lnTo>
                  <a:lnTo>
                    <a:pt x="596" y="2013"/>
                  </a:lnTo>
                  <a:lnTo>
                    <a:pt x="584" y="1763"/>
                  </a:lnTo>
                  <a:lnTo>
                    <a:pt x="584" y="1691"/>
                  </a:lnTo>
                  <a:lnTo>
                    <a:pt x="596" y="1489"/>
                  </a:lnTo>
                  <a:lnTo>
                    <a:pt x="727" y="1120"/>
                  </a:lnTo>
                  <a:lnTo>
                    <a:pt x="977" y="822"/>
                  </a:lnTo>
                  <a:lnTo>
                    <a:pt x="1322" y="631"/>
                  </a:lnTo>
                  <a:lnTo>
                    <a:pt x="1525" y="584"/>
                  </a:lnTo>
                  <a:lnTo>
                    <a:pt x="1656" y="572"/>
                  </a:lnTo>
                  <a:lnTo>
                    <a:pt x="1917" y="584"/>
                  </a:lnTo>
                  <a:lnTo>
                    <a:pt x="2179" y="667"/>
                  </a:lnTo>
                  <a:lnTo>
                    <a:pt x="2406" y="798"/>
                  </a:lnTo>
                  <a:lnTo>
                    <a:pt x="2501" y="893"/>
                  </a:lnTo>
                  <a:lnTo>
                    <a:pt x="3037" y="1441"/>
                  </a:lnTo>
                  <a:lnTo>
                    <a:pt x="3596" y="893"/>
                  </a:lnTo>
                  <a:lnTo>
                    <a:pt x="3692" y="798"/>
                  </a:lnTo>
                  <a:lnTo>
                    <a:pt x="3930" y="667"/>
                  </a:lnTo>
                  <a:lnTo>
                    <a:pt x="4180" y="584"/>
                  </a:lnTo>
                  <a:lnTo>
                    <a:pt x="4442" y="572"/>
                  </a:lnTo>
                  <a:close/>
                  <a:moveTo>
                    <a:pt x="1620" y="0"/>
                  </a:moveTo>
                  <a:lnTo>
                    <a:pt x="1429" y="24"/>
                  </a:lnTo>
                  <a:lnTo>
                    <a:pt x="1120" y="96"/>
                  </a:lnTo>
                  <a:lnTo>
                    <a:pt x="608" y="381"/>
                  </a:lnTo>
                  <a:lnTo>
                    <a:pt x="227" y="834"/>
                  </a:lnTo>
                  <a:lnTo>
                    <a:pt x="24" y="1393"/>
                  </a:lnTo>
                  <a:lnTo>
                    <a:pt x="1" y="1703"/>
                  </a:lnTo>
                  <a:lnTo>
                    <a:pt x="1" y="1763"/>
                  </a:lnTo>
                  <a:lnTo>
                    <a:pt x="12" y="1953"/>
                  </a:lnTo>
                  <a:lnTo>
                    <a:pt x="84" y="2310"/>
                  </a:lnTo>
                  <a:lnTo>
                    <a:pt x="227" y="2644"/>
                  </a:lnTo>
                  <a:lnTo>
                    <a:pt x="441" y="2941"/>
                  </a:lnTo>
                  <a:lnTo>
                    <a:pt x="572" y="3072"/>
                  </a:lnTo>
                  <a:lnTo>
                    <a:pt x="2715" y="5073"/>
                  </a:lnTo>
                  <a:lnTo>
                    <a:pt x="2787" y="5132"/>
                  </a:lnTo>
                  <a:lnTo>
                    <a:pt x="2953" y="5192"/>
                  </a:lnTo>
                  <a:lnTo>
                    <a:pt x="3049" y="5204"/>
                  </a:lnTo>
                  <a:lnTo>
                    <a:pt x="3144" y="5192"/>
                  </a:lnTo>
                  <a:lnTo>
                    <a:pt x="3311" y="5132"/>
                  </a:lnTo>
                  <a:lnTo>
                    <a:pt x="3382" y="5073"/>
                  </a:lnTo>
                  <a:lnTo>
                    <a:pt x="5525" y="3072"/>
                  </a:lnTo>
                  <a:lnTo>
                    <a:pt x="5656" y="2941"/>
                  </a:lnTo>
                  <a:lnTo>
                    <a:pt x="5871" y="2644"/>
                  </a:lnTo>
                  <a:lnTo>
                    <a:pt x="6013" y="2310"/>
                  </a:lnTo>
                  <a:lnTo>
                    <a:pt x="6085" y="1953"/>
                  </a:lnTo>
                  <a:lnTo>
                    <a:pt x="6085" y="1763"/>
                  </a:lnTo>
                  <a:lnTo>
                    <a:pt x="6085" y="1703"/>
                  </a:lnTo>
                  <a:lnTo>
                    <a:pt x="6073" y="1393"/>
                  </a:lnTo>
                  <a:lnTo>
                    <a:pt x="5871" y="834"/>
                  </a:lnTo>
                  <a:lnTo>
                    <a:pt x="5490" y="381"/>
                  </a:lnTo>
                  <a:lnTo>
                    <a:pt x="4978" y="96"/>
                  </a:lnTo>
                  <a:lnTo>
                    <a:pt x="4668" y="24"/>
                  </a:lnTo>
                  <a:lnTo>
                    <a:pt x="4466" y="0"/>
                  </a:lnTo>
                  <a:lnTo>
                    <a:pt x="4073" y="24"/>
                  </a:lnTo>
                  <a:lnTo>
                    <a:pt x="3680" y="143"/>
                  </a:lnTo>
                  <a:lnTo>
                    <a:pt x="3334" y="358"/>
                  </a:lnTo>
                  <a:lnTo>
                    <a:pt x="3180" y="500"/>
                  </a:lnTo>
                  <a:lnTo>
                    <a:pt x="3037" y="643"/>
                  </a:lnTo>
                  <a:lnTo>
                    <a:pt x="2906" y="500"/>
                  </a:lnTo>
                  <a:lnTo>
                    <a:pt x="2751" y="358"/>
                  </a:lnTo>
                  <a:lnTo>
                    <a:pt x="2406" y="143"/>
                  </a:lnTo>
                  <a:lnTo>
                    <a:pt x="2025" y="24"/>
                  </a:lnTo>
                  <a:lnTo>
                    <a:pt x="1620"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a:p>
          </p:txBody>
        </p:sp>
      </p:grpSp>
      <p:sp>
        <p:nvSpPr>
          <p:cNvPr id="2880" name="Google Shape;2880;p172"/>
          <p:cNvSpPr txBox="1"/>
          <p:nvPr/>
        </p:nvSpPr>
        <p:spPr>
          <a:xfrm>
            <a:off x="1249638" y="2976996"/>
            <a:ext cx="5523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User</a:t>
            </a:r>
            <a:endParaRPr sz="1100">
              <a:solidFill>
                <a:schemeClr val="dk1"/>
              </a:solidFill>
              <a:latin typeface="Libre Franklin"/>
              <a:ea typeface="Libre Franklin"/>
              <a:cs typeface="Libre Franklin"/>
              <a:sym typeface="Libre Franklin"/>
            </a:endParaRPr>
          </a:p>
        </p:txBody>
      </p:sp>
      <p:sp>
        <p:nvSpPr>
          <p:cNvPr id="2881" name="Google Shape;2881;p172"/>
          <p:cNvSpPr txBox="1"/>
          <p:nvPr/>
        </p:nvSpPr>
        <p:spPr>
          <a:xfrm>
            <a:off x="2605043" y="2976996"/>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Customer</a:t>
            </a:r>
            <a:endParaRPr sz="1100">
              <a:solidFill>
                <a:schemeClr val="dk1"/>
              </a:solidFill>
              <a:latin typeface="Libre Franklin"/>
              <a:ea typeface="Libre Franklin"/>
              <a:cs typeface="Libre Franklin"/>
              <a:sym typeface="Libre Franklin"/>
            </a:endParaRPr>
          </a:p>
        </p:txBody>
      </p:sp>
      <p:sp>
        <p:nvSpPr>
          <p:cNvPr id="2882" name="Google Shape;2882;p172"/>
          <p:cNvSpPr txBox="1"/>
          <p:nvPr/>
        </p:nvSpPr>
        <p:spPr>
          <a:xfrm>
            <a:off x="4154840" y="297699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Employee</a:t>
            </a:r>
            <a:endParaRPr sz="1100">
              <a:solidFill>
                <a:schemeClr val="dk1"/>
              </a:solidFill>
              <a:latin typeface="Libre Franklin"/>
              <a:ea typeface="Libre Franklin"/>
              <a:cs typeface="Libre Franklin"/>
              <a:sym typeface="Libre Franklin"/>
            </a:endParaRPr>
          </a:p>
        </p:txBody>
      </p:sp>
      <p:sp>
        <p:nvSpPr>
          <p:cNvPr id="2883" name="Google Shape;2883;p172"/>
          <p:cNvSpPr txBox="1"/>
          <p:nvPr/>
        </p:nvSpPr>
        <p:spPr>
          <a:xfrm>
            <a:off x="5568740" y="2976996"/>
            <a:ext cx="6654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Team</a:t>
            </a:r>
            <a:endParaRPr sz="1100">
              <a:solidFill>
                <a:schemeClr val="dk1"/>
              </a:solidFill>
              <a:latin typeface="Libre Franklin"/>
              <a:ea typeface="Libre Franklin"/>
              <a:cs typeface="Libre Franklin"/>
              <a:sym typeface="Libre Franklin"/>
            </a:endParaRPr>
          </a:p>
        </p:txBody>
      </p:sp>
      <p:sp>
        <p:nvSpPr>
          <p:cNvPr id="2884" name="Google Shape;2884;p172"/>
          <p:cNvSpPr txBox="1"/>
          <p:nvPr/>
        </p:nvSpPr>
        <p:spPr>
          <a:xfrm>
            <a:off x="6708576" y="2976996"/>
            <a:ext cx="105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Customer Service</a:t>
            </a:r>
            <a:endParaRPr sz="1100">
              <a:solidFill>
                <a:schemeClr val="dk1"/>
              </a:solidFill>
              <a:latin typeface="Libre Franklin"/>
              <a:ea typeface="Libre Franklin"/>
              <a:cs typeface="Libre Franklin"/>
              <a:sym typeface="Libre Franklin"/>
            </a:endParaRPr>
          </a:p>
        </p:txBody>
      </p:sp>
      <p:sp>
        <p:nvSpPr>
          <p:cNvPr id="2885" name="Google Shape;2885;p172"/>
          <p:cNvSpPr txBox="1"/>
          <p:nvPr/>
        </p:nvSpPr>
        <p:spPr>
          <a:xfrm>
            <a:off x="8079078" y="2976996"/>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Platform</a:t>
            </a:r>
            <a:endParaRPr sz="1100">
              <a:solidFill>
                <a:schemeClr val="dk1"/>
              </a:solidFill>
              <a:latin typeface="Libre Franklin"/>
              <a:ea typeface="Libre Franklin"/>
              <a:cs typeface="Libre Franklin"/>
              <a:sym typeface="Libre Franklin"/>
            </a:endParaRPr>
          </a:p>
        </p:txBody>
      </p:sp>
      <p:sp>
        <p:nvSpPr>
          <p:cNvPr id="2886" name="Google Shape;2886;p172"/>
          <p:cNvSpPr txBox="1"/>
          <p:nvPr/>
        </p:nvSpPr>
        <p:spPr>
          <a:xfrm>
            <a:off x="9324668" y="2976996"/>
            <a:ext cx="105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Continuous innovation</a:t>
            </a:r>
            <a:endParaRPr sz="1100">
              <a:solidFill>
                <a:schemeClr val="dk1"/>
              </a:solidFill>
              <a:latin typeface="Libre Franklin"/>
              <a:ea typeface="Libre Franklin"/>
              <a:cs typeface="Libre Franklin"/>
              <a:sym typeface="Libre Franklin"/>
            </a:endParaRPr>
          </a:p>
        </p:txBody>
      </p:sp>
      <p:sp>
        <p:nvSpPr>
          <p:cNvPr id="2887" name="Google Shape;2887;p172"/>
          <p:cNvSpPr txBox="1"/>
          <p:nvPr/>
        </p:nvSpPr>
        <p:spPr>
          <a:xfrm>
            <a:off x="10804068" y="2976996"/>
            <a:ext cx="5511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Silos</a:t>
            </a:r>
            <a:endParaRPr sz="1100">
              <a:solidFill>
                <a:schemeClr val="dk1"/>
              </a:solidFill>
              <a:latin typeface="Libre Franklin"/>
              <a:ea typeface="Libre Franklin"/>
              <a:cs typeface="Libre Franklin"/>
              <a:sym typeface="Libre Franklin"/>
            </a:endParaRPr>
          </a:p>
        </p:txBody>
      </p:sp>
      <p:sp>
        <p:nvSpPr>
          <p:cNvPr id="2888" name="Google Shape;2888;p172"/>
          <p:cNvSpPr txBox="1"/>
          <p:nvPr/>
        </p:nvSpPr>
        <p:spPr>
          <a:xfrm>
            <a:off x="11921665" y="2976996"/>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Journeys</a:t>
            </a:r>
            <a:endParaRPr sz="1100">
              <a:solidFill>
                <a:schemeClr val="dk1"/>
              </a:solidFill>
              <a:latin typeface="Libre Franklin"/>
              <a:ea typeface="Libre Franklin"/>
              <a:cs typeface="Libre Franklin"/>
              <a:sym typeface="Libre Franklin"/>
            </a:endParaRPr>
          </a:p>
        </p:txBody>
      </p:sp>
      <p:sp>
        <p:nvSpPr>
          <p:cNvPr id="2889" name="Google Shape;2889;p172"/>
          <p:cNvSpPr txBox="1"/>
          <p:nvPr/>
        </p:nvSpPr>
        <p:spPr>
          <a:xfrm>
            <a:off x="13517585" y="2976996"/>
            <a:ext cx="8898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Fast innovation</a:t>
            </a:r>
            <a:endParaRPr sz="1100">
              <a:solidFill>
                <a:schemeClr val="dk1"/>
              </a:solidFill>
              <a:latin typeface="Libre Franklin"/>
              <a:ea typeface="Libre Franklin"/>
              <a:cs typeface="Libre Franklin"/>
              <a:sym typeface="Libre Franklin"/>
            </a:endParaRPr>
          </a:p>
        </p:txBody>
      </p:sp>
      <p:sp>
        <p:nvSpPr>
          <p:cNvPr id="2890" name="Google Shape;2890;p172"/>
          <p:cNvSpPr txBox="1"/>
          <p:nvPr/>
        </p:nvSpPr>
        <p:spPr>
          <a:xfrm>
            <a:off x="14939386" y="297699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Break free</a:t>
            </a:r>
            <a:endParaRPr sz="1100">
              <a:solidFill>
                <a:schemeClr val="dk1"/>
              </a:solidFill>
              <a:latin typeface="Libre Franklin"/>
              <a:ea typeface="Libre Franklin"/>
              <a:cs typeface="Libre Franklin"/>
              <a:sym typeface="Libre Franklin"/>
            </a:endParaRPr>
          </a:p>
        </p:txBody>
      </p:sp>
      <p:sp>
        <p:nvSpPr>
          <p:cNvPr id="2891" name="Google Shape;2891;p172"/>
          <p:cNvSpPr txBox="1"/>
          <p:nvPr/>
        </p:nvSpPr>
        <p:spPr>
          <a:xfrm>
            <a:off x="15946056" y="2976996"/>
            <a:ext cx="153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Loans</a:t>
            </a:r>
            <a:br>
              <a:rPr lang="en" sz="1100">
                <a:solidFill>
                  <a:schemeClr val="dk1"/>
                </a:solidFill>
                <a:latin typeface="Libre Franklin"/>
                <a:ea typeface="Libre Franklin"/>
                <a:cs typeface="Libre Franklin"/>
                <a:sym typeface="Libre Franklin"/>
              </a:rPr>
            </a:br>
            <a:r>
              <a:rPr lang="en" sz="1100">
                <a:solidFill>
                  <a:schemeClr val="dk1"/>
                </a:solidFill>
                <a:latin typeface="Libre Franklin"/>
                <a:ea typeface="Libre Franklin"/>
                <a:cs typeface="Libre Franklin"/>
                <a:sym typeface="Libre Franklin"/>
              </a:rPr>
              <a:t>Savings</a:t>
            </a:r>
            <a:endParaRPr sz="1100">
              <a:solidFill>
                <a:schemeClr val="dk1"/>
              </a:solidFill>
              <a:latin typeface="Libre Franklin"/>
              <a:ea typeface="Libre Franklin"/>
              <a:cs typeface="Libre Franklin"/>
              <a:sym typeface="Libre Franklin"/>
            </a:endParaRPr>
          </a:p>
        </p:txBody>
      </p:sp>
      <p:sp>
        <p:nvSpPr>
          <p:cNvPr id="2892" name="Google Shape;2892;p172"/>
          <p:cNvSpPr txBox="1"/>
          <p:nvPr/>
        </p:nvSpPr>
        <p:spPr>
          <a:xfrm>
            <a:off x="938988" y="4459384"/>
            <a:ext cx="11736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Balance</a:t>
            </a:r>
            <a:endParaRPr sz="1100">
              <a:solidFill>
                <a:schemeClr val="dk1"/>
              </a:solidFill>
              <a:latin typeface="Libre Franklin"/>
              <a:ea typeface="Libre Franklin"/>
              <a:cs typeface="Libre Franklin"/>
              <a:sym typeface="Libre Franklin"/>
            </a:endParaRPr>
          </a:p>
        </p:txBody>
      </p:sp>
      <p:sp>
        <p:nvSpPr>
          <p:cNvPr id="2893" name="Google Shape;2893;p172"/>
          <p:cNvSpPr txBox="1"/>
          <p:nvPr/>
        </p:nvSpPr>
        <p:spPr>
          <a:xfrm>
            <a:off x="8129628" y="4459384"/>
            <a:ext cx="7284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Beyond banking</a:t>
            </a:r>
            <a:endParaRPr sz="1100">
              <a:solidFill>
                <a:schemeClr val="dk1"/>
              </a:solidFill>
              <a:latin typeface="Libre Franklin"/>
              <a:ea typeface="Libre Franklin"/>
              <a:cs typeface="Libre Franklin"/>
              <a:sym typeface="Libre Franklin"/>
            </a:endParaRPr>
          </a:p>
        </p:txBody>
      </p:sp>
      <p:sp>
        <p:nvSpPr>
          <p:cNvPr id="2894" name="Google Shape;2894;p172"/>
          <p:cNvSpPr txBox="1"/>
          <p:nvPr/>
        </p:nvSpPr>
        <p:spPr>
          <a:xfrm>
            <a:off x="9264218" y="4459384"/>
            <a:ext cx="11736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Money movement</a:t>
            </a:r>
            <a:endParaRPr sz="1100">
              <a:solidFill>
                <a:schemeClr val="dk1"/>
              </a:solidFill>
              <a:latin typeface="Libre Franklin"/>
              <a:ea typeface="Libre Franklin"/>
              <a:cs typeface="Libre Franklin"/>
              <a:sym typeface="Libre Franklin"/>
            </a:endParaRPr>
          </a:p>
        </p:txBody>
      </p:sp>
      <p:sp>
        <p:nvSpPr>
          <p:cNvPr id="2895" name="Google Shape;2895;p172"/>
          <p:cNvSpPr txBox="1"/>
          <p:nvPr/>
        </p:nvSpPr>
        <p:spPr>
          <a:xfrm>
            <a:off x="10664868" y="4459384"/>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Code</a:t>
            </a:r>
            <a:endParaRPr sz="1100">
              <a:solidFill>
                <a:schemeClr val="dk1"/>
              </a:solidFill>
              <a:latin typeface="Libre Franklin"/>
              <a:ea typeface="Libre Franklin"/>
              <a:cs typeface="Libre Franklin"/>
              <a:sym typeface="Libre Franklin"/>
            </a:endParaRPr>
          </a:p>
        </p:txBody>
      </p:sp>
      <p:sp>
        <p:nvSpPr>
          <p:cNvPr id="2896" name="Google Shape;2896;p172"/>
          <p:cNvSpPr txBox="1"/>
          <p:nvPr/>
        </p:nvSpPr>
        <p:spPr>
          <a:xfrm>
            <a:off x="12155215" y="4459384"/>
            <a:ext cx="5856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Tools</a:t>
            </a:r>
            <a:endParaRPr sz="1100">
              <a:solidFill>
                <a:schemeClr val="dk1"/>
              </a:solidFill>
              <a:latin typeface="Libre Franklin"/>
              <a:ea typeface="Libre Franklin"/>
              <a:cs typeface="Libre Franklin"/>
              <a:sym typeface="Libre Franklin"/>
            </a:endParaRPr>
          </a:p>
        </p:txBody>
      </p:sp>
      <p:sp>
        <p:nvSpPr>
          <p:cNvPr id="2897" name="Google Shape;2897;p172"/>
          <p:cNvSpPr txBox="1"/>
          <p:nvPr/>
        </p:nvSpPr>
        <p:spPr>
          <a:xfrm>
            <a:off x="13436135" y="4459384"/>
            <a:ext cx="105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Digital Engagement</a:t>
            </a:r>
            <a:endParaRPr sz="1100">
              <a:solidFill>
                <a:schemeClr val="dk1"/>
              </a:solidFill>
              <a:latin typeface="Libre Franklin"/>
              <a:ea typeface="Libre Franklin"/>
              <a:cs typeface="Libre Franklin"/>
              <a:sym typeface="Libre Franklin"/>
            </a:endParaRPr>
          </a:p>
        </p:txBody>
      </p:sp>
      <p:sp>
        <p:nvSpPr>
          <p:cNvPr id="2898" name="Google Shape;2898;p172"/>
          <p:cNvSpPr txBox="1"/>
          <p:nvPr/>
        </p:nvSpPr>
        <p:spPr>
          <a:xfrm>
            <a:off x="15039586" y="4459384"/>
            <a:ext cx="6894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World</a:t>
            </a:r>
            <a:endParaRPr sz="1100">
              <a:solidFill>
                <a:schemeClr val="dk1"/>
              </a:solidFill>
              <a:latin typeface="Libre Franklin"/>
              <a:ea typeface="Libre Franklin"/>
              <a:cs typeface="Libre Franklin"/>
              <a:sym typeface="Libre Franklin"/>
            </a:endParaRPr>
          </a:p>
        </p:txBody>
      </p:sp>
      <p:sp>
        <p:nvSpPr>
          <p:cNvPr id="2899" name="Google Shape;2899;p172"/>
          <p:cNvSpPr/>
          <p:nvPr/>
        </p:nvSpPr>
        <p:spPr>
          <a:xfrm>
            <a:off x="2820838" y="5304003"/>
            <a:ext cx="621109" cy="551738"/>
          </a:xfrm>
          <a:custGeom>
            <a:rect b="b" l="l" r="r" t="t"/>
            <a:pathLst>
              <a:path extrusionOk="0" h="10419" w="11729">
                <a:moveTo>
                  <a:pt x="2632" y="1953"/>
                </a:moveTo>
                <a:lnTo>
                  <a:pt x="2656" y="2560"/>
                </a:lnTo>
                <a:lnTo>
                  <a:pt x="2834" y="3930"/>
                </a:lnTo>
                <a:lnTo>
                  <a:pt x="3096" y="4989"/>
                </a:lnTo>
                <a:lnTo>
                  <a:pt x="3346" y="5680"/>
                </a:lnTo>
                <a:lnTo>
                  <a:pt x="3656" y="6335"/>
                </a:lnTo>
                <a:lnTo>
                  <a:pt x="4049" y="6930"/>
                </a:lnTo>
                <a:lnTo>
                  <a:pt x="4275" y="7204"/>
                </a:lnTo>
                <a:lnTo>
                  <a:pt x="3822" y="7037"/>
                </a:lnTo>
                <a:lnTo>
                  <a:pt x="3001" y="6621"/>
                </a:lnTo>
                <a:lnTo>
                  <a:pt x="2286" y="6109"/>
                </a:lnTo>
                <a:lnTo>
                  <a:pt x="1703" y="5525"/>
                </a:lnTo>
                <a:lnTo>
                  <a:pt x="1465" y="5192"/>
                </a:lnTo>
                <a:lnTo>
                  <a:pt x="1310" y="4954"/>
                </a:lnTo>
                <a:lnTo>
                  <a:pt x="1072" y="4465"/>
                </a:lnTo>
                <a:lnTo>
                  <a:pt x="810" y="3751"/>
                </a:lnTo>
                <a:lnTo>
                  <a:pt x="679" y="2882"/>
                </a:lnTo>
                <a:lnTo>
                  <a:pt x="667" y="2191"/>
                </a:lnTo>
                <a:lnTo>
                  <a:pt x="691" y="1953"/>
                </a:lnTo>
                <a:close/>
                <a:moveTo>
                  <a:pt x="11050" y="1953"/>
                </a:moveTo>
                <a:lnTo>
                  <a:pt x="11074" y="2191"/>
                </a:lnTo>
                <a:lnTo>
                  <a:pt x="11062" y="2882"/>
                </a:lnTo>
                <a:lnTo>
                  <a:pt x="10919" y="3751"/>
                </a:lnTo>
                <a:lnTo>
                  <a:pt x="10669" y="4465"/>
                </a:lnTo>
                <a:lnTo>
                  <a:pt x="10419" y="4954"/>
                </a:lnTo>
                <a:lnTo>
                  <a:pt x="10264" y="5192"/>
                </a:lnTo>
                <a:lnTo>
                  <a:pt x="10026" y="5525"/>
                </a:lnTo>
                <a:lnTo>
                  <a:pt x="9442" y="6109"/>
                </a:lnTo>
                <a:lnTo>
                  <a:pt x="8740" y="6621"/>
                </a:lnTo>
                <a:lnTo>
                  <a:pt x="7918" y="7037"/>
                </a:lnTo>
                <a:lnTo>
                  <a:pt x="7454" y="7216"/>
                </a:lnTo>
                <a:lnTo>
                  <a:pt x="7680" y="6942"/>
                </a:lnTo>
                <a:lnTo>
                  <a:pt x="8073" y="6335"/>
                </a:lnTo>
                <a:lnTo>
                  <a:pt x="8383" y="5680"/>
                </a:lnTo>
                <a:lnTo>
                  <a:pt x="8633" y="4989"/>
                </a:lnTo>
                <a:lnTo>
                  <a:pt x="8895" y="3930"/>
                </a:lnTo>
                <a:lnTo>
                  <a:pt x="9073" y="2560"/>
                </a:lnTo>
                <a:lnTo>
                  <a:pt x="9109" y="1953"/>
                </a:lnTo>
                <a:close/>
                <a:moveTo>
                  <a:pt x="8145" y="643"/>
                </a:moveTo>
                <a:lnTo>
                  <a:pt x="8276" y="667"/>
                </a:lnTo>
                <a:lnTo>
                  <a:pt x="8442" y="834"/>
                </a:lnTo>
                <a:lnTo>
                  <a:pt x="8454" y="965"/>
                </a:lnTo>
                <a:lnTo>
                  <a:pt x="8466" y="1655"/>
                </a:lnTo>
                <a:lnTo>
                  <a:pt x="8371" y="3013"/>
                </a:lnTo>
                <a:lnTo>
                  <a:pt x="8228" y="3989"/>
                </a:lnTo>
                <a:lnTo>
                  <a:pt x="7966" y="4989"/>
                </a:lnTo>
                <a:lnTo>
                  <a:pt x="7573" y="5918"/>
                </a:lnTo>
                <a:lnTo>
                  <a:pt x="7180" y="6549"/>
                </a:lnTo>
                <a:lnTo>
                  <a:pt x="6871" y="6918"/>
                </a:lnTo>
                <a:lnTo>
                  <a:pt x="6501" y="7240"/>
                </a:lnTo>
                <a:lnTo>
                  <a:pt x="6097" y="7514"/>
                </a:lnTo>
                <a:lnTo>
                  <a:pt x="5870" y="7621"/>
                </a:lnTo>
                <a:lnTo>
                  <a:pt x="5644" y="7514"/>
                </a:lnTo>
                <a:lnTo>
                  <a:pt x="5227" y="7240"/>
                </a:lnTo>
                <a:lnTo>
                  <a:pt x="4870" y="6918"/>
                </a:lnTo>
                <a:lnTo>
                  <a:pt x="4561" y="6549"/>
                </a:lnTo>
                <a:lnTo>
                  <a:pt x="4156" y="5918"/>
                </a:lnTo>
                <a:lnTo>
                  <a:pt x="3763" y="4989"/>
                </a:lnTo>
                <a:lnTo>
                  <a:pt x="3513" y="4001"/>
                </a:lnTo>
                <a:lnTo>
                  <a:pt x="3358" y="3013"/>
                </a:lnTo>
                <a:lnTo>
                  <a:pt x="3263" y="1655"/>
                </a:lnTo>
                <a:lnTo>
                  <a:pt x="3275" y="965"/>
                </a:lnTo>
                <a:lnTo>
                  <a:pt x="3287" y="834"/>
                </a:lnTo>
                <a:lnTo>
                  <a:pt x="3465" y="667"/>
                </a:lnTo>
                <a:lnTo>
                  <a:pt x="3596" y="643"/>
                </a:lnTo>
                <a:close/>
                <a:moveTo>
                  <a:pt x="3596" y="0"/>
                </a:moveTo>
                <a:lnTo>
                  <a:pt x="3394" y="12"/>
                </a:lnTo>
                <a:lnTo>
                  <a:pt x="3048" y="155"/>
                </a:lnTo>
                <a:lnTo>
                  <a:pt x="2787" y="405"/>
                </a:lnTo>
                <a:lnTo>
                  <a:pt x="2632" y="750"/>
                </a:lnTo>
                <a:lnTo>
                  <a:pt x="2620" y="941"/>
                </a:lnTo>
                <a:lnTo>
                  <a:pt x="2608" y="1120"/>
                </a:lnTo>
                <a:lnTo>
                  <a:pt x="2608" y="1298"/>
                </a:lnTo>
                <a:lnTo>
                  <a:pt x="405" y="1298"/>
                </a:lnTo>
                <a:lnTo>
                  <a:pt x="286" y="1310"/>
                </a:lnTo>
                <a:lnTo>
                  <a:pt x="119" y="1453"/>
                </a:lnTo>
                <a:lnTo>
                  <a:pt x="84" y="1560"/>
                </a:lnTo>
                <a:lnTo>
                  <a:pt x="60" y="1655"/>
                </a:lnTo>
                <a:lnTo>
                  <a:pt x="0" y="2346"/>
                </a:lnTo>
                <a:lnTo>
                  <a:pt x="48" y="3168"/>
                </a:lnTo>
                <a:lnTo>
                  <a:pt x="155" y="3811"/>
                </a:lnTo>
                <a:lnTo>
                  <a:pt x="369" y="4489"/>
                </a:lnTo>
                <a:lnTo>
                  <a:pt x="703" y="5192"/>
                </a:lnTo>
                <a:lnTo>
                  <a:pt x="917" y="5549"/>
                </a:lnTo>
                <a:lnTo>
                  <a:pt x="1084" y="5775"/>
                </a:lnTo>
                <a:lnTo>
                  <a:pt x="1453" y="6216"/>
                </a:lnTo>
                <a:lnTo>
                  <a:pt x="1870" y="6609"/>
                </a:lnTo>
                <a:lnTo>
                  <a:pt x="2334" y="6966"/>
                </a:lnTo>
                <a:lnTo>
                  <a:pt x="3132" y="7442"/>
                </a:lnTo>
                <a:lnTo>
                  <a:pt x="4346" y="7942"/>
                </a:lnTo>
                <a:lnTo>
                  <a:pt x="5037" y="8121"/>
                </a:lnTo>
                <a:lnTo>
                  <a:pt x="5144" y="8156"/>
                </a:lnTo>
                <a:lnTo>
                  <a:pt x="5335" y="8276"/>
                </a:lnTo>
                <a:lnTo>
                  <a:pt x="5466" y="8442"/>
                </a:lnTo>
                <a:lnTo>
                  <a:pt x="5537" y="8645"/>
                </a:lnTo>
                <a:lnTo>
                  <a:pt x="5537" y="8752"/>
                </a:lnTo>
                <a:lnTo>
                  <a:pt x="5537" y="9764"/>
                </a:lnTo>
                <a:lnTo>
                  <a:pt x="3584" y="9764"/>
                </a:lnTo>
                <a:lnTo>
                  <a:pt x="3453" y="9776"/>
                </a:lnTo>
                <a:lnTo>
                  <a:pt x="3275" y="9954"/>
                </a:lnTo>
                <a:lnTo>
                  <a:pt x="3263" y="10085"/>
                </a:lnTo>
                <a:lnTo>
                  <a:pt x="3275" y="10216"/>
                </a:lnTo>
                <a:lnTo>
                  <a:pt x="3453" y="10395"/>
                </a:lnTo>
                <a:lnTo>
                  <a:pt x="3584" y="10419"/>
                </a:lnTo>
                <a:lnTo>
                  <a:pt x="8133" y="10419"/>
                </a:lnTo>
                <a:lnTo>
                  <a:pt x="8252" y="10395"/>
                </a:lnTo>
                <a:lnTo>
                  <a:pt x="8418" y="10216"/>
                </a:lnTo>
                <a:lnTo>
                  <a:pt x="8430" y="10085"/>
                </a:lnTo>
                <a:lnTo>
                  <a:pt x="8418" y="9954"/>
                </a:lnTo>
                <a:lnTo>
                  <a:pt x="8264" y="9776"/>
                </a:lnTo>
                <a:lnTo>
                  <a:pt x="8133" y="9764"/>
                </a:lnTo>
                <a:lnTo>
                  <a:pt x="6180" y="9764"/>
                </a:lnTo>
                <a:lnTo>
                  <a:pt x="6180" y="8752"/>
                </a:lnTo>
                <a:lnTo>
                  <a:pt x="6180" y="8645"/>
                </a:lnTo>
                <a:lnTo>
                  <a:pt x="6251" y="8442"/>
                </a:lnTo>
                <a:lnTo>
                  <a:pt x="6382" y="8276"/>
                </a:lnTo>
                <a:lnTo>
                  <a:pt x="6561" y="8156"/>
                </a:lnTo>
                <a:lnTo>
                  <a:pt x="6668" y="8121"/>
                </a:lnTo>
                <a:lnTo>
                  <a:pt x="7359" y="7942"/>
                </a:lnTo>
                <a:lnTo>
                  <a:pt x="8585" y="7442"/>
                </a:lnTo>
                <a:lnTo>
                  <a:pt x="9371" y="6966"/>
                </a:lnTo>
                <a:lnTo>
                  <a:pt x="9847" y="6609"/>
                </a:lnTo>
                <a:lnTo>
                  <a:pt x="10264" y="6216"/>
                </a:lnTo>
                <a:lnTo>
                  <a:pt x="10633" y="5775"/>
                </a:lnTo>
                <a:lnTo>
                  <a:pt x="10788" y="5549"/>
                </a:lnTo>
                <a:lnTo>
                  <a:pt x="11014" y="5192"/>
                </a:lnTo>
                <a:lnTo>
                  <a:pt x="11347" y="4489"/>
                </a:lnTo>
                <a:lnTo>
                  <a:pt x="11562" y="3811"/>
                </a:lnTo>
                <a:lnTo>
                  <a:pt x="11681" y="3168"/>
                </a:lnTo>
                <a:lnTo>
                  <a:pt x="11728" y="2346"/>
                </a:lnTo>
                <a:lnTo>
                  <a:pt x="11669" y="1655"/>
                </a:lnTo>
                <a:lnTo>
                  <a:pt x="11645" y="1560"/>
                </a:lnTo>
                <a:lnTo>
                  <a:pt x="11609" y="1453"/>
                </a:lnTo>
                <a:lnTo>
                  <a:pt x="11443" y="1310"/>
                </a:lnTo>
                <a:lnTo>
                  <a:pt x="11324" y="1298"/>
                </a:lnTo>
                <a:lnTo>
                  <a:pt x="9121" y="1298"/>
                </a:lnTo>
                <a:lnTo>
                  <a:pt x="9121" y="1120"/>
                </a:lnTo>
                <a:lnTo>
                  <a:pt x="9109" y="941"/>
                </a:lnTo>
                <a:lnTo>
                  <a:pt x="9097" y="750"/>
                </a:lnTo>
                <a:lnTo>
                  <a:pt x="8942" y="405"/>
                </a:lnTo>
                <a:lnTo>
                  <a:pt x="8680" y="155"/>
                </a:lnTo>
                <a:lnTo>
                  <a:pt x="8335" y="12"/>
                </a:lnTo>
                <a:lnTo>
                  <a:pt x="8133" y="0"/>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sz="1154"/>
          </a:p>
        </p:txBody>
      </p:sp>
      <p:sp>
        <p:nvSpPr>
          <p:cNvPr id="2900" name="Google Shape;2900;p172"/>
          <p:cNvSpPr txBox="1"/>
          <p:nvPr/>
        </p:nvSpPr>
        <p:spPr>
          <a:xfrm>
            <a:off x="2414844" y="6035553"/>
            <a:ext cx="14331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Awards / Financial wellness</a:t>
            </a:r>
            <a:endParaRPr sz="1100">
              <a:solidFill>
                <a:schemeClr val="dk1"/>
              </a:solidFill>
              <a:latin typeface="Libre Franklin"/>
              <a:ea typeface="Libre Franklin"/>
              <a:cs typeface="Libre Franklin"/>
              <a:sym typeface="Libre Franklin"/>
            </a:endParaRPr>
          </a:p>
        </p:txBody>
      </p:sp>
      <p:sp>
        <p:nvSpPr>
          <p:cNvPr id="2901" name="Google Shape;2901;p172"/>
          <p:cNvSpPr txBox="1"/>
          <p:nvPr/>
        </p:nvSpPr>
        <p:spPr>
          <a:xfrm>
            <a:off x="809238" y="6035553"/>
            <a:ext cx="14331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Stress free &amp; secure operation</a:t>
            </a:r>
            <a:endParaRPr sz="1100">
              <a:solidFill>
                <a:schemeClr val="dk1"/>
              </a:solidFill>
              <a:latin typeface="Libre Franklin"/>
              <a:ea typeface="Libre Franklin"/>
              <a:cs typeface="Libre Franklin"/>
              <a:sym typeface="Libre Franklin"/>
            </a:endParaRPr>
          </a:p>
        </p:txBody>
      </p:sp>
      <p:sp>
        <p:nvSpPr>
          <p:cNvPr id="2902" name="Google Shape;2902;p172"/>
          <p:cNvSpPr txBox="1"/>
          <p:nvPr/>
        </p:nvSpPr>
        <p:spPr>
          <a:xfrm>
            <a:off x="2475443" y="4459384"/>
            <a:ext cx="13119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Decision making</a:t>
            </a:r>
            <a:endParaRPr sz="1100">
              <a:solidFill>
                <a:schemeClr val="dk1"/>
              </a:solidFill>
              <a:latin typeface="Libre Franklin"/>
              <a:ea typeface="Libre Franklin"/>
              <a:cs typeface="Libre Franklin"/>
              <a:sym typeface="Libre Franklin"/>
            </a:endParaRPr>
          </a:p>
        </p:txBody>
      </p:sp>
      <p:sp>
        <p:nvSpPr>
          <p:cNvPr id="2903" name="Google Shape;2903;p172"/>
          <p:cNvSpPr/>
          <p:nvPr/>
        </p:nvSpPr>
        <p:spPr>
          <a:xfrm>
            <a:off x="15108390" y="5303976"/>
            <a:ext cx="551791" cy="551791"/>
          </a:xfrm>
          <a:custGeom>
            <a:rect b="b" l="l" r="r" t="t"/>
            <a:pathLst>
              <a:path extrusionOk="0" h="10420" w="10420">
                <a:moveTo>
                  <a:pt x="7169" y="691"/>
                </a:moveTo>
                <a:lnTo>
                  <a:pt x="7300" y="751"/>
                </a:lnTo>
                <a:lnTo>
                  <a:pt x="7407" y="846"/>
                </a:lnTo>
                <a:lnTo>
                  <a:pt x="9574" y="3013"/>
                </a:lnTo>
                <a:lnTo>
                  <a:pt x="9669" y="3120"/>
                </a:lnTo>
                <a:lnTo>
                  <a:pt x="9729" y="3263"/>
                </a:lnTo>
                <a:lnTo>
                  <a:pt x="7490" y="3263"/>
                </a:lnTo>
                <a:lnTo>
                  <a:pt x="7359" y="3239"/>
                </a:lnTo>
                <a:lnTo>
                  <a:pt x="7181" y="3061"/>
                </a:lnTo>
                <a:lnTo>
                  <a:pt x="7169" y="2930"/>
                </a:lnTo>
                <a:lnTo>
                  <a:pt x="7169" y="691"/>
                </a:lnTo>
                <a:close/>
                <a:moveTo>
                  <a:pt x="5418" y="4251"/>
                </a:moveTo>
                <a:lnTo>
                  <a:pt x="5311" y="4335"/>
                </a:lnTo>
                <a:lnTo>
                  <a:pt x="5228" y="4430"/>
                </a:lnTo>
                <a:lnTo>
                  <a:pt x="5228" y="4680"/>
                </a:lnTo>
                <a:lnTo>
                  <a:pt x="5311" y="4787"/>
                </a:lnTo>
                <a:lnTo>
                  <a:pt x="6704" y="6192"/>
                </a:lnTo>
                <a:lnTo>
                  <a:pt x="334" y="6192"/>
                </a:lnTo>
                <a:lnTo>
                  <a:pt x="203" y="6204"/>
                </a:lnTo>
                <a:lnTo>
                  <a:pt x="25" y="6383"/>
                </a:lnTo>
                <a:lnTo>
                  <a:pt x="1" y="6514"/>
                </a:lnTo>
                <a:lnTo>
                  <a:pt x="25" y="6645"/>
                </a:lnTo>
                <a:lnTo>
                  <a:pt x="203" y="6823"/>
                </a:lnTo>
                <a:lnTo>
                  <a:pt x="334" y="6835"/>
                </a:lnTo>
                <a:lnTo>
                  <a:pt x="6704" y="6835"/>
                </a:lnTo>
                <a:lnTo>
                  <a:pt x="5311" y="8240"/>
                </a:lnTo>
                <a:lnTo>
                  <a:pt x="5228" y="8335"/>
                </a:lnTo>
                <a:lnTo>
                  <a:pt x="5228" y="8585"/>
                </a:lnTo>
                <a:lnTo>
                  <a:pt x="5311" y="8693"/>
                </a:lnTo>
                <a:lnTo>
                  <a:pt x="5407" y="8776"/>
                </a:lnTo>
                <a:lnTo>
                  <a:pt x="5538" y="8788"/>
                </a:lnTo>
                <a:lnTo>
                  <a:pt x="5669" y="8776"/>
                </a:lnTo>
                <a:lnTo>
                  <a:pt x="5764" y="8693"/>
                </a:lnTo>
                <a:lnTo>
                  <a:pt x="7716" y="6740"/>
                </a:lnTo>
                <a:lnTo>
                  <a:pt x="7800" y="6633"/>
                </a:lnTo>
                <a:lnTo>
                  <a:pt x="7800" y="6383"/>
                </a:lnTo>
                <a:lnTo>
                  <a:pt x="7716" y="6287"/>
                </a:lnTo>
                <a:lnTo>
                  <a:pt x="5764" y="4335"/>
                </a:lnTo>
                <a:lnTo>
                  <a:pt x="5669" y="4251"/>
                </a:lnTo>
                <a:close/>
                <a:moveTo>
                  <a:pt x="3906" y="1"/>
                </a:moveTo>
                <a:lnTo>
                  <a:pt x="3644" y="24"/>
                </a:lnTo>
                <a:lnTo>
                  <a:pt x="3180" y="215"/>
                </a:lnTo>
                <a:lnTo>
                  <a:pt x="2823" y="572"/>
                </a:lnTo>
                <a:lnTo>
                  <a:pt x="2632" y="1037"/>
                </a:lnTo>
                <a:lnTo>
                  <a:pt x="2609" y="1310"/>
                </a:lnTo>
                <a:lnTo>
                  <a:pt x="2609" y="4882"/>
                </a:lnTo>
                <a:lnTo>
                  <a:pt x="2632" y="5013"/>
                </a:lnTo>
                <a:lnTo>
                  <a:pt x="2799" y="5192"/>
                </a:lnTo>
                <a:lnTo>
                  <a:pt x="2930" y="5216"/>
                </a:lnTo>
                <a:lnTo>
                  <a:pt x="3061" y="5192"/>
                </a:lnTo>
                <a:lnTo>
                  <a:pt x="3240" y="5013"/>
                </a:lnTo>
                <a:lnTo>
                  <a:pt x="3263" y="4882"/>
                </a:lnTo>
                <a:lnTo>
                  <a:pt x="3263" y="1310"/>
                </a:lnTo>
                <a:lnTo>
                  <a:pt x="3275" y="1167"/>
                </a:lnTo>
                <a:lnTo>
                  <a:pt x="3371" y="941"/>
                </a:lnTo>
                <a:lnTo>
                  <a:pt x="3549" y="763"/>
                </a:lnTo>
                <a:lnTo>
                  <a:pt x="3775" y="667"/>
                </a:lnTo>
                <a:lnTo>
                  <a:pt x="3906" y="656"/>
                </a:lnTo>
                <a:lnTo>
                  <a:pt x="6514" y="656"/>
                </a:lnTo>
                <a:lnTo>
                  <a:pt x="6514" y="2930"/>
                </a:lnTo>
                <a:lnTo>
                  <a:pt x="6526" y="3132"/>
                </a:lnTo>
                <a:lnTo>
                  <a:pt x="6681" y="3477"/>
                </a:lnTo>
                <a:lnTo>
                  <a:pt x="6943" y="3751"/>
                </a:lnTo>
                <a:lnTo>
                  <a:pt x="7300" y="3894"/>
                </a:lnTo>
                <a:lnTo>
                  <a:pt x="7490" y="3906"/>
                </a:lnTo>
                <a:lnTo>
                  <a:pt x="9776" y="3906"/>
                </a:lnTo>
                <a:lnTo>
                  <a:pt x="9776" y="9121"/>
                </a:lnTo>
                <a:lnTo>
                  <a:pt x="9764" y="9252"/>
                </a:lnTo>
                <a:lnTo>
                  <a:pt x="9669" y="9490"/>
                </a:lnTo>
                <a:lnTo>
                  <a:pt x="9491" y="9657"/>
                </a:lnTo>
                <a:lnTo>
                  <a:pt x="9252" y="9764"/>
                </a:lnTo>
                <a:lnTo>
                  <a:pt x="9121" y="9776"/>
                </a:lnTo>
                <a:lnTo>
                  <a:pt x="3906" y="9776"/>
                </a:lnTo>
                <a:lnTo>
                  <a:pt x="3775" y="9764"/>
                </a:lnTo>
                <a:lnTo>
                  <a:pt x="3549" y="9657"/>
                </a:lnTo>
                <a:lnTo>
                  <a:pt x="3371" y="9490"/>
                </a:lnTo>
                <a:lnTo>
                  <a:pt x="3263" y="9252"/>
                </a:lnTo>
                <a:lnTo>
                  <a:pt x="3263" y="9121"/>
                </a:lnTo>
                <a:lnTo>
                  <a:pt x="3263" y="8145"/>
                </a:lnTo>
                <a:lnTo>
                  <a:pt x="3240" y="8014"/>
                </a:lnTo>
                <a:lnTo>
                  <a:pt x="3061" y="7835"/>
                </a:lnTo>
                <a:lnTo>
                  <a:pt x="2930" y="7811"/>
                </a:lnTo>
                <a:lnTo>
                  <a:pt x="2799" y="7835"/>
                </a:lnTo>
                <a:lnTo>
                  <a:pt x="2620" y="8014"/>
                </a:lnTo>
                <a:lnTo>
                  <a:pt x="2609" y="8145"/>
                </a:lnTo>
                <a:lnTo>
                  <a:pt x="2609" y="9121"/>
                </a:lnTo>
                <a:lnTo>
                  <a:pt x="2620" y="9383"/>
                </a:lnTo>
                <a:lnTo>
                  <a:pt x="2823" y="9848"/>
                </a:lnTo>
                <a:lnTo>
                  <a:pt x="3180" y="10205"/>
                </a:lnTo>
                <a:lnTo>
                  <a:pt x="3644" y="10407"/>
                </a:lnTo>
                <a:lnTo>
                  <a:pt x="3906" y="10419"/>
                </a:lnTo>
                <a:lnTo>
                  <a:pt x="9121" y="10419"/>
                </a:lnTo>
                <a:lnTo>
                  <a:pt x="9383" y="10407"/>
                </a:lnTo>
                <a:lnTo>
                  <a:pt x="9848" y="10205"/>
                </a:lnTo>
                <a:lnTo>
                  <a:pt x="10205" y="9848"/>
                </a:lnTo>
                <a:lnTo>
                  <a:pt x="10407" y="9383"/>
                </a:lnTo>
                <a:lnTo>
                  <a:pt x="10419" y="9121"/>
                </a:lnTo>
                <a:lnTo>
                  <a:pt x="10419" y="3477"/>
                </a:lnTo>
                <a:lnTo>
                  <a:pt x="10407" y="3215"/>
                </a:lnTo>
                <a:lnTo>
                  <a:pt x="10217" y="2751"/>
                </a:lnTo>
                <a:lnTo>
                  <a:pt x="10038" y="2549"/>
                </a:lnTo>
                <a:lnTo>
                  <a:pt x="7871" y="382"/>
                </a:lnTo>
                <a:lnTo>
                  <a:pt x="7681" y="215"/>
                </a:lnTo>
                <a:lnTo>
                  <a:pt x="7205" y="24"/>
                </a:lnTo>
                <a:lnTo>
                  <a:pt x="6954"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sz="1154"/>
          </a:p>
        </p:txBody>
      </p:sp>
      <p:sp>
        <p:nvSpPr>
          <p:cNvPr id="2904" name="Google Shape;2904;p172"/>
          <p:cNvSpPr txBox="1"/>
          <p:nvPr/>
        </p:nvSpPr>
        <p:spPr>
          <a:xfrm>
            <a:off x="14617936" y="6035553"/>
            <a:ext cx="153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Financial Important income verification</a:t>
            </a:r>
            <a:endParaRPr sz="1100">
              <a:solidFill>
                <a:schemeClr val="dk1"/>
              </a:solidFill>
              <a:latin typeface="Libre Franklin"/>
              <a:ea typeface="Libre Franklin"/>
              <a:cs typeface="Libre Franklin"/>
              <a:sym typeface="Libre Franklin"/>
            </a:endParaRPr>
          </a:p>
        </p:txBody>
      </p:sp>
      <p:sp>
        <p:nvSpPr>
          <p:cNvPr id="2905" name="Google Shape;2905;p172"/>
          <p:cNvSpPr/>
          <p:nvPr/>
        </p:nvSpPr>
        <p:spPr>
          <a:xfrm>
            <a:off x="1249892" y="6878693"/>
            <a:ext cx="551791" cy="551791"/>
          </a:xfrm>
          <a:custGeom>
            <a:rect b="b" l="l" r="r" t="t"/>
            <a:pathLst>
              <a:path extrusionOk="0" h="10420" w="10420">
                <a:moveTo>
                  <a:pt x="5216" y="2275"/>
                </a:moveTo>
                <a:lnTo>
                  <a:pt x="5311" y="2287"/>
                </a:lnTo>
                <a:lnTo>
                  <a:pt x="5490" y="2358"/>
                </a:lnTo>
                <a:lnTo>
                  <a:pt x="5621" y="2489"/>
                </a:lnTo>
                <a:lnTo>
                  <a:pt x="5692" y="2668"/>
                </a:lnTo>
                <a:lnTo>
                  <a:pt x="5704" y="2763"/>
                </a:lnTo>
                <a:lnTo>
                  <a:pt x="5692" y="2870"/>
                </a:lnTo>
                <a:lnTo>
                  <a:pt x="5621" y="3037"/>
                </a:lnTo>
                <a:lnTo>
                  <a:pt x="5490" y="3168"/>
                </a:lnTo>
                <a:lnTo>
                  <a:pt x="5311" y="3251"/>
                </a:lnTo>
                <a:lnTo>
                  <a:pt x="5109" y="3251"/>
                </a:lnTo>
                <a:lnTo>
                  <a:pt x="4942" y="3168"/>
                </a:lnTo>
                <a:lnTo>
                  <a:pt x="4799" y="3037"/>
                </a:lnTo>
                <a:lnTo>
                  <a:pt x="4728" y="2870"/>
                </a:lnTo>
                <a:lnTo>
                  <a:pt x="4728" y="2763"/>
                </a:lnTo>
                <a:lnTo>
                  <a:pt x="4728" y="2668"/>
                </a:lnTo>
                <a:lnTo>
                  <a:pt x="4799" y="2489"/>
                </a:lnTo>
                <a:lnTo>
                  <a:pt x="4942" y="2358"/>
                </a:lnTo>
                <a:lnTo>
                  <a:pt x="5109" y="2287"/>
                </a:lnTo>
                <a:lnTo>
                  <a:pt x="5216" y="2275"/>
                </a:lnTo>
                <a:close/>
                <a:moveTo>
                  <a:pt x="5216" y="703"/>
                </a:moveTo>
                <a:lnTo>
                  <a:pt x="9729" y="3251"/>
                </a:lnTo>
                <a:lnTo>
                  <a:pt x="6240" y="3251"/>
                </a:lnTo>
                <a:lnTo>
                  <a:pt x="6287" y="3144"/>
                </a:lnTo>
                <a:lnTo>
                  <a:pt x="6347" y="2894"/>
                </a:lnTo>
                <a:lnTo>
                  <a:pt x="6347" y="2763"/>
                </a:lnTo>
                <a:lnTo>
                  <a:pt x="6335" y="2537"/>
                </a:lnTo>
                <a:lnTo>
                  <a:pt x="6157" y="2120"/>
                </a:lnTo>
                <a:lnTo>
                  <a:pt x="5859" y="1811"/>
                </a:lnTo>
                <a:lnTo>
                  <a:pt x="5442" y="1644"/>
                </a:lnTo>
                <a:lnTo>
                  <a:pt x="5216" y="1620"/>
                </a:lnTo>
                <a:lnTo>
                  <a:pt x="4978" y="1644"/>
                </a:lnTo>
                <a:lnTo>
                  <a:pt x="4573" y="1811"/>
                </a:lnTo>
                <a:lnTo>
                  <a:pt x="4263" y="2120"/>
                </a:lnTo>
                <a:lnTo>
                  <a:pt x="4085" y="2537"/>
                </a:lnTo>
                <a:lnTo>
                  <a:pt x="4073" y="2763"/>
                </a:lnTo>
                <a:lnTo>
                  <a:pt x="4073" y="2894"/>
                </a:lnTo>
                <a:lnTo>
                  <a:pt x="4132" y="3144"/>
                </a:lnTo>
                <a:lnTo>
                  <a:pt x="4180" y="3251"/>
                </a:lnTo>
                <a:lnTo>
                  <a:pt x="703" y="3251"/>
                </a:lnTo>
                <a:lnTo>
                  <a:pt x="5216" y="703"/>
                </a:lnTo>
                <a:close/>
                <a:moveTo>
                  <a:pt x="5121" y="1"/>
                </a:moveTo>
                <a:lnTo>
                  <a:pt x="5049" y="37"/>
                </a:lnTo>
                <a:lnTo>
                  <a:pt x="322" y="2716"/>
                </a:lnTo>
                <a:lnTo>
                  <a:pt x="179" y="2811"/>
                </a:lnTo>
                <a:lnTo>
                  <a:pt x="13" y="3097"/>
                </a:lnTo>
                <a:lnTo>
                  <a:pt x="1" y="3275"/>
                </a:lnTo>
                <a:lnTo>
                  <a:pt x="13" y="3394"/>
                </a:lnTo>
                <a:lnTo>
                  <a:pt x="108" y="3632"/>
                </a:lnTo>
                <a:lnTo>
                  <a:pt x="275" y="3799"/>
                </a:lnTo>
                <a:lnTo>
                  <a:pt x="513" y="3894"/>
                </a:lnTo>
                <a:lnTo>
                  <a:pt x="632" y="3906"/>
                </a:lnTo>
                <a:lnTo>
                  <a:pt x="9788" y="3906"/>
                </a:lnTo>
                <a:lnTo>
                  <a:pt x="9919" y="3894"/>
                </a:lnTo>
                <a:lnTo>
                  <a:pt x="10145" y="3799"/>
                </a:lnTo>
                <a:lnTo>
                  <a:pt x="10312" y="3620"/>
                </a:lnTo>
                <a:lnTo>
                  <a:pt x="10407" y="3394"/>
                </a:lnTo>
                <a:lnTo>
                  <a:pt x="10419" y="3275"/>
                </a:lnTo>
                <a:lnTo>
                  <a:pt x="10407" y="3097"/>
                </a:lnTo>
                <a:lnTo>
                  <a:pt x="10229" y="2811"/>
                </a:lnTo>
                <a:lnTo>
                  <a:pt x="10098" y="2716"/>
                </a:lnTo>
                <a:lnTo>
                  <a:pt x="5371" y="37"/>
                </a:lnTo>
                <a:lnTo>
                  <a:pt x="5287" y="1"/>
                </a:lnTo>
                <a:close/>
                <a:moveTo>
                  <a:pt x="1310" y="4561"/>
                </a:moveTo>
                <a:lnTo>
                  <a:pt x="1310" y="7157"/>
                </a:lnTo>
                <a:lnTo>
                  <a:pt x="1180" y="7181"/>
                </a:lnTo>
                <a:lnTo>
                  <a:pt x="1001" y="7359"/>
                </a:lnTo>
                <a:lnTo>
                  <a:pt x="977" y="7490"/>
                </a:lnTo>
                <a:lnTo>
                  <a:pt x="1001" y="7621"/>
                </a:lnTo>
                <a:lnTo>
                  <a:pt x="1180" y="7788"/>
                </a:lnTo>
                <a:lnTo>
                  <a:pt x="1310" y="7812"/>
                </a:lnTo>
                <a:lnTo>
                  <a:pt x="9121" y="7812"/>
                </a:lnTo>
                <a:lnTo>
                  <a:pt x="9252" y="7788"/>
                </a:lnTo>
                <a:lnTo>
                  <a:pt x="9431" y="7621"/>
                </a:lnTo>
                <a:lnTo>
                  <a:pt x="9443" y="7490"/>
                </a:lnTo>
                <a:lnTo>
                  <a:pt x="9431" y="7359"/>
                </a:lnTo>
                <a:lnTo>
                  <a:pt x="9252" y="7181"/>
                </a:lnTo>
                <a:lnTo>
                  <a:pt x="9121" y="7157"/>
                </a:lnTo>
                <a:lnTo>
                  <a:pt x="9121" y="4561"/>
                </a:lnTo>
                <a:lnTo>
                  <a:pt x="8466" y="4561"/>
                </a:lnTo>
                <a:lnTo>
                  <a:pt x="8466" y="7157"/>
                </a:lnTo>
                <a:lnTo>
                  <a:pt x="6835" y="7157"/>
                </a:lnTo>
                <a:lnTo>
                  <a:pt x="6835" y="4561"/>
                </a:lnTo>
                <a:lnTo>
                  <a:pt x="6192" y="4561"/>
                </a:lnTo>
                <a:lnTo>
                  <a:pt x="6192" y="7157"/>
                </a:lnTo>
                <a:lnTo>
                  <a:pt x="4240" y="7157"/>
                </a:lnTo>
                <a:lnTo>
                  <a:pt x="4240" y="4561"/>
                </a:lnTo>
                <a:lnTo>
                  <a:pt x="3585" y="4561"/>
                </a:lnTo>
                <a:lnTo>
                  <a:pt x="3585" y="7157"/>
                </a:lnTo>
                <a:lnTo>
                  <a:pt x="1953" y="7157"/>
                </a:lnTo>
                <a:lnTo>
                  <a:pt x="1953" y="4561"/>
                </a:lnTo>
                <a:close/>
                <a:moveTo>
                  <a:pt x="810" y="8466"/>
                </a:moveTo>
                <a:lnTo>
                  <a:pt x="691" y="8478"/>
                </a:lnTo>
                <a:lnTo>
                  <a:pt x="513" y="8657"/>
                </a:lnTo>
                <a:lnTo>
                  <a:pt x="489" y="8788"/>
                </a:lnTo>
                <a:lnTo>
                  <a:pt x="513" y="8919"/>
                </a:lnTo>
                <a:lnTo>
                  <a:pt x="691" y="9098"/>
                </a:lnTo>
                <a:lnTo>
                  <a:pt x="810" y="9109"/>
                </a:lnTo>
                <a:lnTo>
                  <a:pt x="9609" y="9109"/>
                </a:lnTo>
                <a:lnTo>
                  <a:pt x="9740" y="9098"/>
                </a:lnTo>
                <a:lnTo>
                  <a:pt x="9919" y="8919"/>
                </a:lnTo>
                <a:lnTo>
                  <a:pt x="9931" y="8788"/>
                </a:lnTo>
                <a:lnTo>
                  <a:pt x="9919" y="8657"/>
                </a:lnTo>
                <a:lnTo>
                  <a:pt x="9740" y="8478"/>
                </a:lnTo>
                <a:lnTo>
                  <a:pt x="9609" y="8466"/>
                </a:lnTo>
                <a:close/>
                <a:moveTo>
                  <a:pt x="334" y="9764"/>
                </a:moveTo>
                <a:lnTo>
                  <a:pt x="203" y="9788"/>
                </a:lnTo>
                <a:lnTo>
                  <a:pt x="25" y="9955"/>
                </a:lnTo>
                <a:lnTo>
                  <a:pt x="1" y="10086"/>
                </a:lnTo>
                <a:lnTo>
                  <a:pt x="25" y="10217"/>
                </a:lnTo>
                <a:lnTo>
                  <a:pt x="203" y="10395"/>
                </a:lnTo>
                <a:lnTo>
                  <a:pt x="334" y="10419"/>
                </a:lnTo>
                <a:lnTo>
                  <a:pt x="10098" y="10419"/>
                </a:lnTo>
                <a:lnTo>
                  <a:pt x="10229" y="10395"/>
                </a:lnTo>
                <a:lnTo>
                  <a:pt x="10407" y="10217"/>
                </a:lnTo>
                <a:lnTo>
                  <a:pt x="10419" y="10086"/>
                </a:lnTo>
                <a:lnTo>
                  <a:pt x="10407" y="9955"/>
                </a:lnTo>
                <a:lnTo>
                  <a:pt x="10229" y="9788"/>
                </a:lnTo>
                <a:lnTo>
                  <a:pt x="10098" y="9764"/>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sz="1154"/>
          </a:p>
        </p:txBody>
      </p:sp>
      <p:sp>
        <p:nvSpPr>
          <p:cNvPr id="2906" name="Google Shape;2906;p172"/>
          <p:cNvSpPr txBox="1"/>
          <p:nvPr/>
        </p:nvSpPr>
        <p:spPr>
          <a:xfrm>
            <a:off x="1111038" y="7572226"/>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Bank</a:t>
            </a:r>
            <a:endParaRPr sz="1100">
              <a:solidFill>
                <a:schemeClr val="dk1"/>
              </a:solidFill>
              <a:latin typeface="Libre Franklin"/>
              <a:ea typeface="Libre Franklin"/>
              <a:cs typeface="Libre Franklin"/>
              <a:sym typeface="Libre Franklin"/>
            </a:endParaRPr>
          </a:p>
        </p:txBody>
      </p:sp>
      <p:sp>
        <p:nvSpPr>
          <p:cNvPr id="2907" name="Google Shape;2907;p172"/>
          <p:cNvSpPr/>
          <p:nvPr/>
        </p:nvSpPr>
        <p:spPr>
          <a:xfrm>
            <a:off x="2855497" y="6913061"/>
            <a:ext cx="551791" cy="483056"/>
          </a:xfrm>
          <a:custGeom>
            <a:rect b="b" l="l" r="r" t="t"/>
            <a:pathLst>
              <a:path extrusionOk="0" h="9122" w="10420">
                <a:moveTo>
                  <a:pt x="7716" y="4728"/>
                </a:moveTo>
                <a:lnTo>
                  <a:pt x="7538" y="4811"/>
                </a:lnTo>
                <a:lnTo>
                  <a:pt x="7407" y="4942"/>
                </a:lnTo>
                <a:lnTo>
                  <a:pt x="7335" y="5109"/>
                </a:lnTo>
                <a:lnTo>
                  <a:pt x="7323" y="5216"/>
                </a:lnTo>
                <a:lnTo>
                  <a:pt x="7335" y="5311"/>
                </a:lnTo>
                <a:lnTo>
                  <a:pt x="7407" y="5490"/>
                </a:lnTo>
                <a:lnTo>
                  <a:pt x="7538" y="5621"/>
                </a:lnTo>
                <a:lnTo>
                  <a:pt x="7716" y="5692"/>
                </a:lnTo>
                <a:lnTo>
                  <a:pt x="7812" y="5704"/>
                </a:lnTo>
                <a:lnTo>
                  <a:pt x="7919" y="5692"/>
                </a:lnTo>
                <a:lnTo>
                  <a:pt x="8085" y="5621"/>
                </a:lnTo>
                <a:lnTo>
                  <a:pt x="8216" y="5490"/>
                </a:lnTo>
                <a:lnTo>
                  <a:pt x="8300" y="5311"/>
                </a:lnTo>
                <a:lnTo>
                  <a:pt x="8300" y="5216"/>
                </a:lnTo>
                <a:lnTo>
                  <a:pt x="8300" y="5109"/>
                </a:lnTo>
                <a:lnTo>
                  <a:pt x="8216" y="4942"/>
                </a:lnTo>
                <a:lnTo>
                  <a:pt x="8085" y="4811"/>
                </a:lnTo>
                <a:lnTo>
                  <a:pt x="7919" y="4728"/>
                </a:lnTo>
                <a:close/>
                <a:moveTo>
                  <a:pt x="1632" y="1"/>
                </a:moveTo>
                <a:lnTo>
                  <a:pt x="1465" y="13"/>
                </a:lnTo>
                <a:lnTo>
                  <a:pt x="1144" y="72"/>
                </a:lnTo>
                <a:lnTo>
                  <a:pt x="846" y="203"/>
                </a:lnTo>
                <a:lnTo>
                  <a:pt x="596" y="370"/>
                </a:lnTo>
                <a:lnTo>
                  <a:pt x="370" y="596"/>
                </a:lnTo>
                <a:lnTo>
                  <a:pt x="191" y="858"/>
                </a:lnTo>
                <a:lnTo>
                  <a:pt x="72" y="1144"/>
                </a:lnTo>
                <a:lnTo>
                  <a:pt x="1" y="1465"/>
                </a:lnTo>
                <a:lnTo>
                  <a:pt x="1" y="1632"/>
                </a:lnTo>
                <a:lnTo>
                  <a:pt x="1" y="7490"/>
                </a:lnTo>
                <a:lnTo>
                  <a:pt x="1" y="7657"/>
                </a:lnTo>
                <a:lnTo>
                  <a:pt x="72" y="7978"/>
                </a:lnTo>
                <a:lnTo>
                  <a:pt x="191" y="8276"/>
                </a:lnTo>
                <a:lnTo>
                  <a:pt x="370" y="8538"/>
                </a:lnTo>
                <a:lnTo>
                  <a:pt x="596" y="8752"/>
                </a:lnTo>
                <a:lnTo>
                  <a:pt x="846" y="8931"/>
                </a:lnTo>
                <a:lnTo>
                  <a:pt x="1144" y="9050"/>
                </a:lnTo>
                <a:lnTo>
                  <a:pt x="1465" y="9121"/>
                </a:lnTo>
                <a:lnTo>
                  <a:pt x="8955" y="9121"/>
                </a:lnTo>
                <a:lnTo>
                  <a:pt x="9276" y="9050"/>
                </a:lnTo>
                <a:lnTo>
                  <a:pt x="9562" y="8931"/>
                </a:lnTo>
                <a:lnTo>
                  <a:pt x="9824" y="8752"/>
                </a:lnTo>
                <a:lnTo>
                  <a:pt x="10050" y="8526"/>
                </a:lnTo>
                <a:lnTo>
                  <a:pt x="10229" y="8276"/>
                </a:lnTo>
                <a:lnTo>
                  <a:pt x="10348" y="7978"/>
                </a:lnTo>
                <a:lnTo>
                  <a:pt x="10407" y="7657"/>
                </a:lnTo>
                <a:lnTo>
                  <a:pt x="10419" y="7490"/>
                </a:lnTo>
                <a:lnTo>
                  <a:pt x="10419" y="2942"/>
                </a:lnTo>
                <a:lnTo>
                  <a:pt x="10407" y="2775"/>
                </a:lnTo>
                <a:lnTo>
                  <a:pt x="10348" y="2454"/>
                </a:lnTo>
                <a:lnTo>
                  <a:pt x="10229" y="2156"/>
                </a:lnTo>
                <a:lnTo>
                  <a:pt x="10050" y="1894"/>
                </a:lnTo>
                <a:lnTo>
                  <a:pt x="9824" y="1680"/>
                </a:lnTo>
                <a:lnTo>
                  <a:pt x="9562" y="1501"/>
                </a:lnTo>
                <a:lnTo>
                  <a:pt x="9276" y="1382"/>
                </a:lnTo>
                <a:lnTo>
                  <a:pt x="8955" y="1311"/>
                </a:lnTo>
                <a:lnTo>
                  <a:pt x="2275" y="1311"/>
                </a:lnTo>
                <a:lnTo>
                  <a:pt x="2144" y="1322"/>
                </a:lnTo>
                <a:lnTo>
                  <a:pt x="1965" y="1501"/>
                </a:lnTo>
                <a:lnTo>
                  <a:pt x="1953" y="1632"/>
                </a:lnTo>
                <a:lnTo>
                  <a:pt x="1965" y="1763"/>
                </a:lnTo>
                <a:lnTo>
                  <a:pt x="2144" y="1942"/>
                </a:lnTo>
                <a:lnTo>
                  <a:pt x="2275" y="1965"/>
                </a:lnTo>
                <a:lnTo>
                  <a:pt x="8788" y="1965"/>
                </a:lnTo>
                <a:lnTo>
                  <a:pt x="8990" y="1977"/>
                </a:lnTo>
                <a:lnTo>
                  <a:pt x="9336" y="2120"/>
                </a:lnTo>
                <a:lnTo>
                  <a:pt x="9609" y="2382"/>
                </a:lnTo>
                <a:lnTo>
                  <a:pt x="9752" y="2739"/>
                </a:lnTo>
                <a:lnTo>
                  <a:pt x="9764" y="2942"/>
                </a:lnTo>
                <a:lnTo>
                  <a:pt x="9764" y="7490"/>
                </a:lnTo>
                <a:lnTo>
                  <a:pt x="9752" y="7693"/>
                </a:lnTo>
                <a:lnTo>
                  <a:pt x="9609" y="8050"/>
                </a:lnTo>
                <a:lnTo>
                  <a:pt x="9336" y="8312"/>
                </a:lnTo>
                <a:lnTo>
                  <a:pt x="8990" y="8455"/>
                </a:lnTo>
                <a:lnTo>
                  <a:pt x="8788" y="8466"/>
                </a:lnTo>
                <a:lnTo>
                  <a:pt x="1632" y="8466"/>
                </a:lnTo>
                <a:lnTo>
                  <a:pt x="1430" y="8455"/>
                </a:lnTo>
                <a:lnTo>
                  <a:pt x="1072" y="8312"/>
                </a:lnTo>
                <a:lnTo>
                  <a:pt x="810" y="8050"/>
                </a:lnTo>
                <a:lnTo>
                  <a:pt x="668" y="7693"/>
                </a:lnTo>
                <a:lnTo>
                  <a:pt x="656" y="7490"/>
                </a:lnTo>
                <a:lnTo>
                  <a:pt x="656" y="1632"/>
                </a:lnTo>
                <a:lnTo>
                  <a:pt x="668" y="1430"/>
                </a:lnTo>
                <a:lnTo>
                  <a:pt x="810" y="1084"/>
                </a:lnTo>
                <a:lnTo>
                  <a:pt x="1072" y="822"/>
                </a:lnTo>
                <a:lnTo>
                  <a:pt x="1430" y="668"/>
                </a:lnTo>
                <a:lnTo>
                  <a:pt x="1632" y="656"/>
                </a:lnTo>
                <a:lnTo>
                  <a:pt x="9443" y="656"/>
                </a:lnTo>
                <a:lnTo>
                  <a:pt x="9574" y="644"/>
                </a:lnTo>
                <a:lnTo>
                  <a:pt x="9752" y="465"/>
                </a:lnTo>
                <a:lnTo>
                  <a:pt x="9764" y="334"/>
                </a:lnTo>
                <a:lnTo>
                  <a:pt x="9752" y="203"/>
                </a:lnTo>
                <a:lnTo>
                  <a:pt x="9574" y="25"/>
                </a:lnTo>
                <a:lnTo>
                  <a:pt x="9443" y="1"/>
                </a:lnTo>
                <a:close/>
              </a:path>
            </a:pathLst>
          </a:custGeom>
          <a:solidFill>
            <a:schemeClr val="dk2"/>
          </a:solidFill>
          <a:ln>
            <a:noFill/>
          </a:ln>
        </p:spPr>
        <p:txBody>
          <a:bodyPr anchorCtr="0" anchor="ctr" bIns="87925" lIns="87925" spcFirstLastPara="1" rIns="87925" wrap="square" tIns="87925">
            <a:noAutofit/>
          </a:bodyPr>
          <a:lstStyle/>
          <a:p>
            <a:pPr indent="0" lvl="0" marL="0" rtl="0" algn="l">
              <a:spcBef>
                <a:spcPts val="0"/>
              </a:spcBef>
              <a:spcAft>
                <a:spcPts val="0"/>
              </a:spcAft>
              <a:buNone/>
            </a:pPr>
            <a:r>
              <a:t/>
            </a:r>
            <a:endParaRPr sz="1154"/>
          </a:p>
        </p:txBody>
      </p:sp>
      <p:sp>
        <p:nvSpPr>
          <p:cNvPr id="2908" name="Google Shape;2908;p172"/>
          <p:cNvSpPr txBox="1"/>
          <p:nvPr/>
        </p:nvSpPr>
        <p:spPr>
          <a:xfrm>
            <a:off x="2605043" y="7572226"/>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Wallet</a:t>
            </a:r>
            <a:endParaRPr sz="1100">
              <a:solidFill>
                <a:schemeClr val="dk1"/>
              </a:solidFill>
              <a:latin typeface="Libre Franklin"/>
              <a:ea typeface="Libre Franklin"/>
              <a:cs typeface="Libre Franklin"/>
              <a:sym typeface="Libre Franklin"/>
            </a:endParaRPr>
          </a:p>
        </p:txBody>
      </p:sp>
      <p:sp>
        <p:nvSpPr>
          <p:cNvPr id="2909" name="Google Shape;2909;p172"/>
          <p:cNvSpPr txBox="1"/>
          <p:nvPr/>
        </p:nvSpPr>
        <p:spPr>
          <a:xfrm>
            <a:off x="4073390" y="7572226"/>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Calendar</a:t>
            </a:r>
            <a:endParaRPr sz="1100">
              <a:solidFill>
                <a:schemeClr val="dk1"/>
              </a:solidFill>
              <a:latin typeface="Libre Franklin"/>
              <a:ea typeface="Libre Franklin"/>
              <a:cs typeface="Libre Franklin"/>
              <a:sym typeface="Libre Franklin"/>
            </a:endParaRPr>
          </a:p>
        </p:txBody>
      </p:sp>
      <p:sp>
        <p:nvSpPr>
          <p:cNvPr id="2910" name="Google Shape;2910;p172"/>
          <p:cNvSpPr txBox="1"/>
          <p:nvPr/>
        </p:nvSpPr>
        <p:spPr>
          <a:xfrm>
            <a:off x="5375090" y="7572226"/>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Building</a:t>
            </a:r>
            <a:endParaRPr sz="1100">
              <a:solidFill>
                <a:schemeClr val="dk1"/>
              </a:solidFill>
              <a:latin typeface="Libre Franklin"/>
              <a:ea typeface="Libre Franklin"/>
              <a:cs typeface="Libre Franklin"/>
              <a:sym typeface="Libre Franklin"/>
            </a:endParaRPr>
          </a:p>
        </p:txBody>
      </p:sp>
      <p:sp>
        <p:nvSpPr>
          <p:cNvPr id="2911" name="Google Shape;2911;p172"/>
          <p:cNvSpPr txBox="1"/>
          <p:nvPr/>
        </p:nvSpPr>
        <p:spPr>
          <a:xfrm>
            <a:off x="6790026" y="757222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Secure</a:t>
            </a:r>
            <a:endParaRPr sz="1100">
              <a:solidFill>
                <a:schemeClr val="dk1"/>
              </a:solidFill>
              <a:latin typeface="Libre Franklin"/>
              <a:ea typeface="Libre Franklin"/>
              <a:cs typeface="Libre Franklin"/>
              <a:sym typeface="Libre Franklin"/>
            </a:endParaRPr>
          </a:p>
        </p:txBody>
      </p:sp>
      <p:sp>
        <p:nvSpPr>
          <p:cNvPr id="2912" name="Google Shape;2912;p172"/>
          <p:cNvSpPr txBox="1"/>
          <p:nvPr/>
        </p:nvSpPr>
        <p:spPr>
          <a:xfrm>
            <a:off x="8048928" y="757222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Vault</a:t>
            </a:r>
            <a:endParaRPr sz="1100">
              <a:solidFill>
                <a:schemeClr val="dk1"/>
              </a:solidFill>
              <a:latin typeface="Libre Franklin"/>
              <a:ea typeface="Libre Franklin"/>
              <a:cs typeface="Libre Franklin"/>
              <a:sym typeface="Libre Franklin"/>
            </a:endParaRPr>
          </a:p>
        </p:txBody>
      </p:sp>
      <p:sp>
        <p:nvSpPr>
          <p:cNvPr id="2913" name="Google Shape;2913;p172"/>
          <p:cNvSpPr txBox="1"/>
          <p:nvPr/>
        </p:nvSpPr>
        <p:spPr>
          <a:xfrm>
            <a:off x="9406118" y="757222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Alert</a:t>
            </a:r>
            <a:endParaRPr sz="1100">
              <a:solidFill>
                <a:schemeClr val="dk1"/>
              </a:solidFill>
              <a:latin typeface="Libre Franklin"/>
              <a:ea typeface="Libre Franklin"/>
              <a:cs typeface="Libre Franklin"/>
              <a:sym typeface="Libre Franklin"/>
            </a:endParaRPr>
          </a:p>
        </p:txBody>
      </p:sp>
      <p:sp>
        <p:nvSpPr>
          <p:cNvPr id="2914" name="Google Shape;2914;p172"/>
          <p:cNvSpPr txBox="1"/>
          <p:nvPr/>
        </p:nvSpPr>
        <p:spPr>
          <a:xfrm>
            <a:off x="10492818" y="7572226"/>
            <a:ext cx="11736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Calculator</a:t>
            </a:r>
            <a:endParaRPr sz="1100">
              <a:solidFill>
                <a:schemeClr val="dk1"/>
              </a:solidFill>
              <a:latin typeface="Libre Franklin"/>
              <a:ea typeface="Libre Franklin"/>
              <a:cs typeface="Libre Franklin"/>
              <a:sym typeface="Libre Franklin"/>
            </a:endParaRPr>
          </a:p>
        </p:txBody>
      </p:sp>
      <p:sp>
        <p:nvSpPr>
          <p:cNvPr id="2915" name="Google Shape;2915;p172"/>
          <p:cNvSpPr txBox="1"/>
          <p:nvPr/>
        </p:nvSpPr>
        <p:spPr>
          <a:xfrm>
            <a:off x="11731465" y="7572226"/>
            <a:ext cx="14331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Credit card</a:t>
            </a:r>
            <a:endParaRPr sz="1100">
              <a:solidFill>
                <a:schemeClr val="dk1"/>
              </a:solidFill>
              <a:latin typeface="Libre Franklin"/>
              <a:ea typeface="Libre Franklin"/>
              <a:cs typeface="Libre Franklin"/>
              <a:sym typeface="Libre Franklin"/>
            </a:endParaRPr>
          </a:p>
        </p:txBody>
      </p:sp>
      <p:sp>
        <p:nvSpPr>
          <p:cNvPr id="2916" name="Google Shape;2916;p172"/>
          <p:cNvSpPr txBox="1"/>
          <p:nvPr/>
        </p:nvSpPr>
        <p:spPr>
          <a:xfrm>
            <a:off x="13517585" y="757222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Wealth</a:t>
            </a:r>
            <a:endParaRPr sz="1100">
              <a:solidFill>
                <a:schemeClr val="dk1"/>
              </a:solidFill>
              <a:latin typeface="Libre Franklin"/>
              <a:ea typeface="Libre Franklin"/>
              <a:cs typeface="Libre Franklin"/>
              <a:sym typeface="Libre Franklin"/>
            </a:endParaRPr>
          </a:p>
        </p:txBody>
      </p:sp>
      <p:sp>
        <p:nvSpPr>
          <p:cNvPr id="2917" name="Google Shape;2917;p172"/>
          <p:cNvSpPr txBox="1"/>
          <p:nvPr/>
        </p:nvSpPr>
        <p:spPr>
          <a:xfrm>
            <a:off x="14939386" y="7572226"/>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Shop</a:t>
            </a:r>
            <a:endParaRPr sz="1100">
              <a:solidFill>
                <a:schemeClr val="dk1"/>
              </a:solidFill>
              <a:latin typeface="Libre Franklin"/>
              <a:ea typeface="Libre Franklin"/>
              <a:cs typeface="Libre Franklin"/>
              <a:sym typeface="Libre Franklin"/>
            </a:endParaRPr>
          </a:p>
        </p:txBody>
      </p:sp>
      <p:sp>
        <p:nvSpPr>
          <p:cNvPr id="2918" name="Google Shape;2918;p172"/>
          <p:cNvSpPr txBox="1"/>
          <p:nvPr/>
        </p:nvSpPr>
        <p:spPr>
          <a:xfrm>
            <a:off x="16186056" y="6035553"/>
            <a:ext cx="105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Application Center</a:t>
            </a:r>
            <a:endParaRPr sz="1100">
              <a:solidFill>
                <a:schemeClr val="dk1"/>
              </a:solidFill>
              <a:latin typeface="Libre Franklin"/>
              <a:ea typeface="Libre Franklin"/>
              <a:cs typeface="Libre Franklin"/>
              <a:sym typeface="Libre Franklin"/>
            </a:endParaRPr>
          </a:p>
        </p:txBody>
      </p:sp>
      <p:sp>
        <p:nvSpPr>
          <p:cNvPr id="2919" name="Google Shape;2919;p172"/>
          <p:cNvSpPr txBox="1"/>
          <p:nvPr/>
        </p:nvSpPr>
        <p:spPr>
          <a:xfrm>
            <a:off x="16267506" y="4459384"/>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Savings</a:t>
            </a:r>
            <a:endParaRPr sz="1100">
              <a:solidFill>
                <a:schemeClr val="dk1"/>
              </a:solidFill>
              <a:latin typeface="Libre Franklin"/>
              <a:ea typeface="Libre Franklin"/>
              <a:cs typeface="Libre Franklin"/>
              <a:sym typeface="Libre Franklin"/>
            </a:endParaRPr>
          </a:p>
        </p:txBody>
      </p:sp>
      <p:sp>
        <p:nvSpPr>
          <p:cNvPr id="2920" name="Google Shape;2920;p172"/>
          <p:cNvSpPr txBox="1"/>
          <p:nvPr/>
        </p:nvSpPr>
        <p:spPr>
          <a:xfrm>
            <a:off x="13517585" y="6035553"/>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Chart</a:t>
            </a:r>
            <a:endParaRPr sz="1100">
              <a:solidFill>
                <a:schemeClr val="dk1"/>
              </a:solidFill>
              <a:latin typeface="Libre Franklin"/>
              <a:ea typeface="Libre Franklin"/>
              <a:cs typeface="Libre Franklin"/>
              <a:sym typeface="Libre Franklin"/>
            </a:endParaRPr>
          </a:p>
        </p:txBody>
      </p:sp>
      <p:sp>
        <p:nvSpPr>
          <p:cNvPr id="2921" name="Google Shape;2921;p172"/>
          <p:cNvSpPr txBox="1"/>
          <p:nvPr/>
        </p:nvSpPr>
        <p:spPr>
          <a:xfrm>
            <a:off x="5434687" y="4459384"/>
            <a:ext cx="19314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Growth</a:t>
            </a:r>
            <a:endParaRPr sz="1100">
              <a:solidFill>
                <a:schemeClr val="dk1"/>
              </a:solidFill>
              <a:latin typeface="Libre Franklin"/>
              <a:ea typeface="Libre Franklin"/>
              <a:cs typeface="Libre Franklin"/>
              <a:sym typeface="Libre Franklin"/>
            </a:endParaRPr>
          </a:p>
        </p:txBody>
      </p:sp>
      <p:sp>
        <p:nvSpPr>
          <p:cNvPr id="2922" name="Google Shape;2922;p172"/>
          <p:cNvSpPr txBox="1"/>
          <p:nvPr/>
        </p:nvSpPr>
        <p:spPr>
          <a:xfrm>
            <a:off x="854238" y="8820087"/>
            <a:ext cx="13431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Guided implementation</a:t>
            </a:r>
            <a:endParaRPr sz="1100">
              <a:solidFill>
                <a:schemeClr val="dk1"/>
              </a:solidFill>
              <a:latin typeface="Libre Franklin"/>
              <a:ea typeface="Libre Franklin"/>
              <a:cs typeface="Libre Franklin"/>
              <a:sym typeface="Libre Franklin"/>
            </a:endParaRPr>
          </a:p>
        </p:txBody>
      </p:sp>
      <p:sp>
        <p:nvSpPr>
          <p:cNvPr id="2923" name="Google Shape;2923;p172"/>
          <p:cNvSpPr txBox="1"/>
          <p:nvPr/>
        </p:nvSpPr>
        <p:spPr>
          <a:xfrm>
            <a:off x="2459843" y="8820087"/>
            <a:ext cx="13431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Devices</a:t>
            </a:r>
            <a:endParaRPr sz="1100">
              <a:solidFill>
                <a:schemeClr val="dk1"/>
              </a:solidFill>
              <a:latin typeface="Libre Franklin"/>
              <a:ea typeface="Libre Franklin"/>
              <a:cs typeface="Libre Franklin"/>
              <a:sym typeface="Libre Franklin"/>
            </a:endParaRPr>
          </a:p>
        </p:txBody>
      </p:sp>
      <p:sp>
        <p:nvSpPr>
          <p:cNvPr id="2924" name="Google Shape;2924;p172"/>
          <p:cNvSpPr txBox="1"/>
          <p:nvPr/>
        </p:nvSpPr>
        <p:spPr>
          <a:xfrm>
            <a:off x="8079078" y="6035553"/>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partner</a:t>
            </a:r>
            <a:endParaRPr sz="1100">
              <a:solidFill>
                <a:schemeClr val="dk1"/>
              </a:solidFill>
              <a:latin typeface="Libre Franklin"/>
              <a:ea typeface="Libre Franklin"/>
              <a:cs typeface="Libre Franklin"/>
              <a:sym typeface="Libre Franklin"/>
            </a:endParaRPr>
          </a:p>
        </p:txBody>
      </p:sp>
      <p:sp>
        <p:nvSpPr>
          <p:cNvPr id="2925" name="Google Shape;2925;p172"/>
          <p:cNvSpPr txBox="1"/>
          <p:nvPr/>
        </p:nvSpPr>
        <p:spPr>
          <a:xfrm>
            <a:off x="11776465" y="6035553"/>
            <a:ext cx="13431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solution</a:t>
            </a:r>
            <a:endParaRPr sz="1100">
              <a:solidFill>
                <a:schemeClr val="dk1"/>
              </a:solidFill>
              <a:latin typeface="Libre Franklin"/>
              <a:ea typeface="Libre Franklin"/>
              <a:cs typeface="Libre Franklin"/>
              <a:sym typeface="Libre Franklin"/>
            </a:endParaRPr>
          </a:p>
        </p:txBody>
      </p:sp>
      <p:sp>
        <p:nvSpPr>
          <p:cNvPr id="2926" name="Google Shape;2926;p172"/>
          <p:cNvSpPr txBox="1"/>
          <p:nvPr/>
        </p:nvSpPr>
        <p:spPr>
          <a:xfrm>
            <a:off x="10313264" y="6035553"/>
            <a:ext cx="15327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Lower implementation</a:t>
            </a:r>
            <a:endParaRPr sz="1100">
              <a:solidFill>
                <a:schemeClr val="dk1"/>
              </a:solidFill>
              <a:latin typeface="Libre Franklin"/>
              <a:ea typeface="Libre Franklin"/>
              <a:cs typeface="Libre Franklin"/>
              <a:sym typeface="Libre Franklin"/>
            </a:endParaRPr>
          </a:p>
        </p:txBody>
      </p:sp>
      <p:sp>
        <p:nvSpPr>
          <p:cNvPr id="2927" name="Google Shape;2927;p172"/>
          <p:cNvSpPr txBox="1"/>
          <p:nvPr/>
        </p:nvSpPr>
        <p:spPr>
          <a:xfrm>
            <a:off x="4154840" y="6035553"/>
            <a:ext cx="8898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money</a:t>
            </a:r>
            <a:endParaRPr sz="1100">
              <a:solidFill>
                <a:schemeClr val="dk1"/>
              </a:solidFill>
              <a:latin typeface="Libre Franklin"/>
              <a:ea typeface="Libre Franklin"/>
              <a:cs typeface="Libre Franklin"/>
              <a:sym typeface="Libre Franklin"/>
            </a:endParaRPr>
          </a:p>
        </p:txBody>
      </p:sp>
      <p:sp>
        <p:nvSpPr>
          <p:cNvPr id="2928" name="Google Shape;2928;p172"/>
          <p:cNvSpPr txBox="1"/>
          <p:nvPr/>
        </p:nvSpPr>
        <p:spPr>
          <a:xfrm>
            <a:off x="6648126" y="6035553"/>
            <a:ext cx="11736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Strategic advantage</a:t>
            </a:r>
            <a:endParaRPr sz="1100">
              <a:solidFill>
                <a:schemeClr val="dk1"/>
              </a:solidFill>
              <a:latin typeface="Libre Franklin"/>
              <a:ea typeface="Libre Franklin"/>
              <a:cs typeface="Libre Franklin"/>
              <a:sym typeface="Libre Franklin"/>
            </a:endParaRPr>
          </a:p>
        </p:txBody>
      </p:sp>
      <p:sp>
        <p:nvSpPr>
          <p:cNvPr id="2929" name="Google Shape;2929;p172"/>
          <p:cNvSpPr txBox="1"/>
          <p:nvPr/>
        </p:nvSpPr>
        <p:spPr>
          <a:xfrm>
            <a:off x="5314640" y="6035553"/>
            <a:ext cx="11736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Delivery model</a:t>
            </a:r>
            <a:endParaRPr sz="1100">
              <a:solidFill>
                <a:schemeClr val="dk1"/>
              </a:solidFill>
              <a:latin typeface="Libre Franklin"/>
              <a:ea typeface="Libre Franklin"/>
              <a:cs typeface="Libre Franklin"/>
              <a:sym typeface="Libre Franklin"/>
            </a:endParaRPr>
          </a:p>
        </p:txBody>
      </p:sp>
      <p:sp>
        <p:nvSpPr>
          <p:cNvPr id="2930" name="Google Shape;2930;p172"/>
          <p:cNvSpPr txBox="1"/>
          <p:nvPr/>
        </p:nvSpPr>
        <p:spPr>
          <a:xfrm>
            <a:off x="9134468" y="6035553"/>
            <a:ext cx="1433100" cy="5163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Criticality to business</a:t>
            </a:r>
            <a:endParaRPr sz="1100">
              <a:solidFill>
                <a:schemeClr val="dk1"/>
              </a:solidFill>
              <a:latin typeface="Libre Franklin"/>
              <a:ea typeface="Libre Franklin"/>
              <a:cs typeface="Libre Franklin"/>
              <a:sym typeface="Libre Franklin"/>
            </a:endParaRPr>
          </a:p>
        </p:txBody>
      </p:sp>
      <p:sp>
        <p:nvSpPr>
          <p:cNvPr id="2931" name="Google Shape;2931;p172"/>
          <p:cNvSpPr txBox="1"/>
          <p:nvPr/>
        </p:nvSpPr>
        <p:spPr>
          <a:xfrm>
            <a:off x="4290440" y="4459384"/>
            <a:ext cx="6186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Link</a:t>
            </a:r>
            <a:endParaRPr sz="1100">
              <a:solidFill>
                <a:schemeClr val="dk1"/>
              </a:solidFill>
              <a:latin typeface="Libre Franklin"/>
              <a:ea typeface="Libre Franklin"/>
              <a:cs typeface="Libre Franklin"/>
              <a:sym typeface="Libre Franklin"/>
            </a:endParaRPr>
          </a:p>
        </p:txBody>
      </p:sp>
      <p:sp>
        <p:nvSpPr>
          <p:cNvPr id="2932" name="Google Shape;2932;p172"/>
          <p:cNvSpPr txBox="1"/>
          <p:nvPr/>
        </p:nvSpPr>
        <p:spPr>
          <a:xfrm>
            <a:off x="5537240" y="8820087"/>
            <a:ext cx="7284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Cloud</a:t>
            </a:r>
            <a:endParaRPr sz="1100">
              <a:solidFill>
                <a:schemeClr val="dk1"/>
              </a:solidFill>
              <a:latin typeface="Libre Franklin"/>
              <a:ea typeface="Libre Franklin"/>
              <a:cs typeface="Libre Franklin"/>
              <a:sym typeface="Libre Franklin"/>
            </a:endParaRPr>
          </a:p>
        </p:txBody>
      </p:sp>
      <p:sp>
        <p:nvSpPr>
          <p:cNvPr id="2933" name="Google Shape;2933;p172"/>
          <p:cNvSpPr txBox="1"/>
          <p:nvPr/>
        </p:nvSpPr>
        <p:spPr>
          <a:xfrm>
            <a:off x="6820176" y="8820087"/>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Laptop</a:t>
            </a:r>
            <a:endParaRPr sz="1100">
              <a:solidFill>
                <a:schemeClr val="dk1"/>
              </a:solidFill>
              <a:latin typeface="Libre Franklin"/>
              <a:ea typeface="Libre Franklin"/>
              <a:cs typeface="Libre Franklin"/>
              <a:sym typeface="Libre Franklin"/>
            </a:endParaRPr>
          </a:p>
        </p:txBody>
      </p:sp>
      <p:sp>
        <p:nvSpPr>
          <p:cNvPr id="2934" name="Google Shape;2934;p172"/>
          <p:cNvSpPr txBox="1"/>
          <p:nvPr/>
        </p:nvSpPr>
        <p:spPr>
          <a:xfrm>
            <a:off x="8079078" y="8820087"/>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Bitcoin</a:t>
            </a:r>
            <a:endParaRPr sz="1100">
              <a:solidFill>
                <a:schemeClr val="dk1"/>
              </a:solidFill>
              <a:latin typeface="Libre Franklin"/>
              <a:ea typeface="Libre Franklin"/>
              <a:cs typeface="Libre Franklin"/>
              <a:sym typeface="Libre Franklin"/>
            </a:endParaRPr>
          </a:p>
        </p:txBody>
      </p:sp>
      <p:sp>
        <p:nvSpPr>
          <p:cNvPr id="2935" name="Google Shape;2935;p172"/>
          <p:cNvSpPr txBox="1"/>
          <p:nvPr/>
        </p:nvSpPr>
        <p:spPr>
          <a:xfrm>
            <a:off x="9436268" y="8820087"/>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House</a:t>
            </a:r>
            <a:endParaRPr sz="1100">
              <a:solidFill>
                <a:schemeClr val="dk1"/>
              </a:solidFill>
              <a:latin typeface="Libre Franklin"/>
              <a:ea typeface="Libre Franklin"/>
              <a:cs typeface="Libre Franklin"/>
              <a:sym typeface="Libre Franklin"/>
            </a:endParaRPr>
          </a:p>
        </p:txBody>
      </p:sp>
      <p:sp>
        <p:nvSpPr>
          <p:cNvPr id="2936" name="Google Shape;2936;p172"/>
          <p:cNvSpPr txBox="1"/>
          <p:nvPr/>
        </p:nvSpPr>
        <p:spPr>
          <a:xfrm>
            <a:off x="10363068" y="8820087"/>
            <a:ext cx="14331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Shopping cart</a:t>
            </a:r>
            <a:endParaRPr sz="1100">
              <a:solidFill>
                <a:schemeClr val="dk1"/>
              </a:solidFill>
              <a:latin typeface="Libre Franklin"/>
              <a:ea typeface="Libre Franklin"/>
              <a:cs typeface="Libre Franklin"/>
              <a:sym typeface="Libre Franklin"/>
            </a:endParaRPr>
          </a:p>
        </p:txBody>
      </p:sp>
      <p:sp>
        <p:nvSpPr>
          <p:cNvPr id="2937" name="Google Shape;2937;p172"/>
          <p:cNvSpPr txBox="1"/>
          <p:nvPr/>
        </p:nvSpPr>
        <p:spPr>
          <a:xfrm>
            <a:off x="12137365" y="8820087"/>
            <a:ext cx="6213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Car</a:t>
            </a:r>
            <a:endParaRPr sz="1100">
              <a:solidFill>
                <a:schemeClr val="dk1"/>
              </a:solidFill>
              <a:latin typeface="Libre Franklin"/>
              <a:ea typeface="Libre Franklin"/>
              <a:cs typeface="Libre Franklin"/>
              <a:sym typeface="Libre Franklin"/>
            </a:endParaRPr>
          </a:p>
        </p:txBody>
      </p:sp>
      <p:sp>
        <p:nvSpPr>
          <p:cNvPr id="2938" name="Google Shape;2938;p172"/>
          <p:cNvSpPr txBox="1"/>
          <p:nvPr/>
        </p:nvSpPr>
        <p:spPr>
          <a:xfrm>
            <a:off x="13436135" y="8820087"/>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percentage</a:t>
            </a:r>
            <a:endParaRPr sz="1100">
              <a:solidFill>
                <a:schemeClr val="dk1"/>
              </a:solidFill>
              <a:latin typeface="Libre Franklin"/>
              <a:ea typeface="Libre Franklin"/>
              <a:cs typeface="Libre Franklin"/>
              <a:sym typeface="Libre Franklin"/>
            </a:endParaRPr>
          </a:p>
        </p:txBody>
      </p:sp>
      <p:sp>
        <p:nvSpPr>
          <p:cNvPr id="2939" name="Google Shape;2939;p172"/>
          <p:cNvSpPr txBox="1"/>
          <p:nvPr/>
        </p:nvSpPr>
        <p:spPr>
          <a:xfrm>
            <a:off x="14969536" y="8820099"/>
            <a:ext cx="8295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business</a:t>
            </a:r>
            <a:endParaRPr sz="1100">
              <a:solidFill>
                <a:schemeClr val="dk1"/>
              </a:solidFill>
              <a:latin typeface="Libre Franklin"/>
              <a:ea typeface="Libre Franklin"/>
              <a:cs typeface="Libre Franklin"/>
              <a:sym typeface="Libre Franklin"/>
            </a:endParaRPr>
          </a:p>
        </p:txBody>
      </p:sp>
      <p:sp>
        <p:nvSpPr>
          <p:cNvPr id="2940" name="Google Shape;2940;p172"/>
          <p:cNvSpPr txBox="1"/>
          <p:nvPr/>
        </p:nvSpPr>
        <p:spPr>
          <a:xfrm>
            <a:off x="4073390" y="8820087"/>
            <a:ext cx="1052700" cy="346800"/>
          </a:xfrm>
          <a:prstGeom prst="rect">
            <a:avLst/>
          </a:prstGeom>
          <a:noFill/>
          <a:ln>
            <a:noFill/>
          </a:ln>
        </p:spPr>
        <p:txBody>
          <a:bodyPr anchorCtr="0" anchor="t" bIns="87925" lIns="87925" spcFirstLastPara="1" rIns="87925" wrap="square" tIns="87925">
            <a:spAutoFit/>
          </a:bodyPr>
          <a:lstStyle/>
          <a:p>
            <a:pPr indent="0" lvl="0" marL="0" rtl="0" algn="ctr">
              <a:spcBef>
                <a:spcPts val="0"/>
              </a:spcBef>
              <a:spcAft>
                <a:spcPts val="0"/>
              </a:spcAft>
              <a:buNone/>
            </a:pPr>
            <a:r>
              <a:rPr lang="en" sz="1100">
                <a:solidFill>
                  <a:schemeClr val="dk1"/>
                </a:solidFill>
                <a:latin typeface="Libre Franklin"/>
                <a:ea typeface="Libre Franklin"/>
                <a:cs typeface="Libre Franklin"/>
                <a:sym typeface="Libre Franklin"/>
              </a:rPr>
              <a:t>Mobile</a:t>
            </a:r>
            <a:endParaRPr sz="1100">
              <a:solidFill>
                <a:schemeClr val="dk1"/>
              </a:solidFill>
              <a:latin typeface="Libre Franklin"/>
              <a:ea typeface="Libre Franklin"/>
              <a:cs typeface="Libre Franklin"/>
              <a:sym typeface="Libre Franklin"/>
            </a:endParaRPr>
          </a:p>
        </p:txBody>
      </p:sp>
      <p:sp>
        <p:nvSpPr>
          <p:cNvPr id="2941" name="Google Shape;2941;p172"/>
          <p:cNvSpPr txBox="1"/>
          <p:nvPr>
            <p:ph idx="2" type="body"/>
          </p:nvPr>
        </p:nvSpPr>
        <p:spPr>
          <a:xfrm>
            <a:off x="8217950" y="1156250"/>
            <a:ext cx="8967300" cy="661800"/>
          </a:xfrm>
          <a:prstGeom prst="rect">
            <a:avLst/>
          </a:prstGeom>
        </p:spPr>
        <p:txBody>
          <a:bodyPr anchorCtr="0" anchor="t" bIns="0" lIns="0" spcFirstLastPara="1" rIns="0" wrap="square" tIns="0">
            <a:spAutoFit/>
          </a:bodyPr>
          <a:lstStyle/>
          <a:p>
            <a:pPr indent="0" lvl="0" marL="0" rtl="0" algn="l">
              <a:spcBef>
                <a:spcPts val="0"/>
              </a:spcBef>
              <a:spcAft>
                <a:spcPts val="2400"/>
              </a:spcAft>
              <a:buNone/>
            </a:pPr>
            <a:r>
              <a:rPr lang="en"/>
              <a:t>Some icons are already associated with specific concepts/assets of the company. Keep that in mind for consistency across presentations.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5" name="Shape 2945"/>
        <p:cNvGrpSpPr/>
        <p:nvPr/>
      </p:nvGrpSpPr>
      <p:grpSpPr>
        <a:xfrm>
          <a:off x="0" y="0"/>
          <a:ext cx="0" cy="0"/>
          <a:chOff x="0" y="0"/>
          <a:chExt cx="0" cy="0"/>
        </a:xfrm>
      </p:grpSpPr>
      <p:sp>
        <p:nvSpPr>
          <p:cNvPr id="2946" name="Google Shape;2946;p173"/>
          <p:cNvSpPr txBox="1"/>
          <p:nvPr>
            <p:ph type="title"/>
          </p:nvPr>
        </p:nvSpPr>
        <p:spPr>
          <a:xfrm>
            <a:off x="1088575" y="1140800"/>
            <a:ext cx="16162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Icons</a:t>
            </a:r>
            <a:endParaRPr/>
          </a:p>
        </p:txBody>
      </p:sp>
      <p:sp>
        <p:nvSpPr>
          <p:cNvPr id="2947" name="Google Shape;2947;p173"/>
          <p:cNvSpPr/>
          <p:nvPr/>
        </p:nvSpPr>
        <p:spPr>
          <a:xfrm>
            <a:off x="8776280" y="3148078"/>
            <a:ext cx="495302" cy="495302"/>
          </a:xfrm>
          <a:custGeom>
            <a:rect b="b" l="l" r="r" t="t"/>
            <a:pathLst>
              <a:path extrusionOk="0" h="9122" w="9122">
                <a:moveTo>
                  <a:pt x="8788" y="1"/>
                </a:moveTo>
                <a:lnTo>
                  <a:pt x="8657" y="24"/>
                </a:lnTo>
                <a:lnTo>
                  <a:pt x="8478" y="203"/>
                </a:lnTo>
                <a:lnTo>
                  <a:pt x="8466" y="334"/>
                </a:lnTo>
                <a:lnTo>
                  <a:pt x="8466" y="2965"/>
                </a:lnTo>
                <a:lnTo>
                  <a:pt x="8335" y="2668"/>
                </a:lnTo>
                <a:lnTo>
                  <a:pt x="8014" y="2132"/>
                </a:lnTo>
                <a:lnTo>
                  <a:pt x="7621" y="1644"/>
                </a:lnTo>
                <a:lnTo>
                  <a:pt x="7169" y="1239"/>
                </a:lnTo>
                <a:lnTo>
                  <a:pt x="6657" y="894"/>
                </a:lnTo>
                <a:lnTo>
                  <a:pt x="6097" y="620"/>
                </a:lnTo>
                <a:lnTo>
                  <a:pt x="5502" y="429"/>
                </a:lnTo>
                <a:lnTo>
                  <a:pt x="4882" y="334"/>
                </a:lnTo>
                <a:lnTo>
                  <a:pt x="4561" y="334"/>
                </a:lnTo>
                <a:lnTo>
                  <a:pt x="4168" y="346"/>
                </a:lnTo>
                <a:lnTo>
                  <a:pt x="3430" y="477"/>
                </a:lnTo>
                <a:lnTo>
                  <a:pt x="2739" y="727"/>
                </a:lnTo>
                <a:lnTo>
                  <a:pt x="2108" y="1096"/>
                </a:lnTo>
                <a:lnTo>
                  <a:pt x="1549" y="1572"/>
                </a:lnTo>
                <a:lnTo>
                  <a:pt x="1084" y="2132"/>
                </a:lnTo>
                <a:lnTo>
                  <a:pt x="715" y="2775"/>
                </a:lnTo>
                <a:lnTo>
                  <a:pt x="453" y="3477"/>
                </a:lnTo>
                <a:lnTo>
                  <a:pt x="382" y="3858"/>
                </a:lnTo>
                <a:lnTo>
                  <a:pt x="382" y="3989"/>
                </a:lnTo>
                <a:lnTo>
                  <a:pt x="525" y="4192"/>
                </a:lnTo>
                <a:lnTo>
                  <a:pt x="644" y="4239"/>
                </a:lnTo>
                <a:lnTo>
                  <a:pt x="703" y="4239"/>
                </a:lnTo>
                <a:lnTo>
                  <a:pt x="822" y="4227"/>
                </a:lnTo>
                <a:lnTo>
                  <a:pt x="989" y="4085"/>
                </a:lnTo>
                <a:lnTo>
                  <a:pt x="1025" y="3966"/>
                </a:lnTo>
                <a:lnTo>
                  <a:pt x="1084" y="3644"/>
                </a:lnTo>
                <a:lnTo>
                  <a:pt x="1299" y="3049"/>
                </a:lnTo>
                <a:lnTo>
                  <a:pt x="1620" y="2501"/>
                </a:lnTo>
                <a:lnTo>
                  <a:pt x="2013" y="2037"/>
                </a:lnTo>
                <a:lnTo>
                  <a:pt x="2477" y="1632"/>
                </a:lnTo>
                <a:lnTo>
                  <a:pt x="3013" y="1322"/>
                </a:lnTo>
                <a:lnTo>
                  <a:pt x="3597" y="1108"/>
                </a:lnTo>
                <a:lnTo>
                  <a:pt x="4228" y="989"/>
                </a:lnTo>
                <a:lnTo>
                  <a:pt x="4561" y="977"/>
                </a:lnTo>
                <a:lnTo>
                  <a:pt x="4835" y="989"/>
                </a:lnTo>
                <a:lnTo>
                  <a:pt x="5371" y="1072"/>
                </a:lnTo>
                <a:lnTo>
                  <a:pt x="5871" y="1239"/>
                </a:lnTo>
                <a:lnTo>
                  <a:pt x="6347" y="1465"/>
                </a:lnTo>
                <a:lnTo>
                  <a:pt x="6788" y="1763"/>
                </a:lnTo>
                <a:lnTo>
                  <a:pt x="7180" y="2120"/>
                </a:lnTo>
                <a:lnTo>
                  <a:pt x="7514" y="2537"/>
                </a:lnTo>
                <a:lnTo>
                  <a:pt x="7776" y="3013"/>
                </a:lnTo>
                <a:lnTo>
                  <a:pt x="7883" y="3263"/>
                </a:lnTo>
                <a:lnTo>
                  <a:pt x="5537" y="3263"/>
                </a:lnTo>
                <a:lnTo>
                  <a:pt x="5406" y="3275"/>
                </a:lnTo>
                <a:lnTo>
                  <a:pt x="5228" y="3454"/>
                </a:lnTo>
                <a:lnTo>
                  <a:pt x="5204" y="3585"/>
                </a:lnTo>
                <a:lnTo>
                  <a:pt x="5228" y="3715"/>
                </a:lnTo>
                <a:lnTo>
                  <a:pt x="5406" y="3894"/>
                </a:lnTo>
                <a:lnTo>
                  <a:pt x="5537" y="3918"/>
                </a:lnTo>
                <a:lnTo>
                  <a:pt x="8788" y="3918"/>
                </a:lnTo>
                <a:lnTo>
                  <a:pt x="8919" y="3894"/>
                </a:lnTo>
                <a:lnTo>
                  <a:pt x="9097" y="3715"/>
                </a:lnTo>
                <a:lnTo>
                  <a:pt x="9121" y="3585"/>
                </a:lnTo>
                <a:lnTo>
                  <a:pt x="9121" y="334"/>
                </a:lnTo>
                <a:lnTo>
                  <a:pt x="9097" y="203"/>
                </a:lnTo>
                <a:lnTo>
                  <a:pt x="8919" y="24"/>
                </a:lnTo>
                <a:lnTo>
                  <a:pt x="8788" y="1"/>
                </a:lnTo>
                <a:close/>
                <a:moveTo>
                  <a:pt x="8312" y="4882"/>
                </a:moveTo>
                <a:lnTo>
                  <a:pt x="8109" y="5037"/>
                </a:lnTo>
                <a:lnTo>
                  <a:pt x="8073" y="5156"/>
                </a:lnTo>
                <a:lnTo>
                  <a:pt x="8014" y="5478"/>
                </a:lnTo>
                <a:lnTo>
                  <a:pt x="7800" y="6073"/>
                </a:lnTo>
                <a:lnTo>
                  <a:pt x="7490" y="6621"/>
                </a:lnTo>
                <a:lnTo>
                  <a:pt x="7097" y="7097"/>
                </a:lnTo>
                <a:lnTo>
                  <a:pt x="6633" y="7490"/>
                </a:lnTo>
                <a:lnTo>
                  <a:pt x="6097" y="7799"/>
                </a:lnTo>
                <a:lnTo>
                  <a:pt x="5502" y="8026"/>
                </a:lnTo>
                <a:lnTo>
                  <a:pt x="4871" y="8133"/>
                </a:lnTo>
                <a:lnTo>
                  <a:pt x="4537" y="8145"/>
                </a:lnTo>
                <a:lnTo>
                  <a:pt x="4263" y="8133"/>
                </a:lnTo>
                <a:lnTo>
                  <a:pt x="3727" y="8050"/>
                </a:lnTo>
                <a:lnTo>
                  <a:pt x="3227" y="7895"/>
                </a:lnTo>
                <a:lnTo>
                  <a:pt x="2751" y="7657"/>
                </a:lnTo>
                <a:lnTo>
                  <a:pt x="2311" y="7359"/>
                </a:lnTo>
                <a:lnTo>
                  <a:pt x="1918" y="7002"/>
                </a:lnTo>
                <a:lnTo>
                  <a:pt x="1584" y="6585"/>
                </a:lnTo>
                <a:lnTo>
                  <a:pt x="1322" y="6121"/>
                </a:lnTo>
                <a:lnTo>
                  <a:pt x="1215" y="5871"/>
                </a:lnTo>
                <a:lnTo>
                  <a:pt x="3585" y="5871"/>
                </a:lnTo>
                <a:lnTo>
                  <a:pt x="3716" y="5847"/>
                </a:lnTo>
                <a:lnTo>
                  <a:pt x="3894" y="5668"/>
                </a:lnTo>
                <a:lnTo>
                  <a:pt x="3906" y="5537"/>
                </a:lnTo>
                <a:lnTo>
                  <a:pt x="3894" y="5406"/>
                </a:lnTo>
                <a:lnTo>
                  <a:pt x="3716" y="5228"/>
                </a:lnTo>
                <a:lnTo>
                  <a:pt x="3585" y="5216"/>
                </a:lnTo>
                <a:lnTo>
                  <a:pt x="322" y="5216"/>
                </a:lnTo>
                <a:lnTo>
                  <a:pt x="191" y="5228"/>
                </a:lnTo>
                <a:lnTo>
                  <a:pt x="24" y="5406"/>
                </a:lnTo>
                <a:lnTo>
                  <a:pt x="1" y="5537"/>
                </a:lnTo>
                <a:lnTo>
                  <a:pt x="1" y="8800"/>
                </a:lnTo>
                <a:lnTo>
                  <a:pt x="24" y="8931"/>
                </a:lnTo>
                <a:lnTo>
                  <a:pt x="191" y="9097"/>
                </a:lnTo>
                <a:lnTo>
                  <a:pt x="322" y="9121"/>
                </a:lnTo>
                <a:lnTo>
                  <a:pt x="453" y="9097"/>
                </a:lnTo>
                <a:lnTo>
                  <a:pt x="632" y="8931"/>
                </a:lnTo>
                <a:lnTo>
                  <a:pt x="656" y="8800"/>
                </a:lnTo>
                <a:lnTo>
                  <a:pt x="656" y="6168"/>
                </a:lnTo>
                <a:lnTo>
                  <a:pt x="787" y="6454"/>
                </a:lnTo>
                <a:lnTo>
                  <a:pt x="1108" y="6990"/>
                </a:lnTo>
                <a:lnTo>
                  <a:pt x="1501" y="7478"/>
                </a:lnTo>
                <a:lnTo>
                  <a:pt x="1953" y="7895"/>
                </a:lnTo>
                <a:lnTo>
                  <a:pt x="2465" y="8240"/>
                </a:lnTo>
                <a:lnTo>
                  <a:pt x="3025" y="8502"/>
                </a:lnTo>
                <a:lnTo>
                  <a:pt x="3608" y="8693"/>
                </a:lnTo>
                <a:lnTo>
                  <a:pt x="4239" y="8788"/>
                </a:lnTo>
                <a:lnTo>
                  <a:pt x="4561" y="8800"/>
                </a:lnTo>
                <a:lnTo>
                  <a:pt x="4942" y="8788"/>
                </a:lnTo>
                <a:lnTo>
                  <a:pt x="5680" y="8645"/>
                </a:lnTo>
                <a:lnTo>
                  <a:pt x="6371" y="8395"/>
                </a:lnTo>
                <a:lnTo>
                  <a:pt x="7002" y="8026"/>
                </a:lnTo>
                <a:lnTo>
                  <a:pt x="7561" y="7561"/>
                </a:lnTo>
                <a:lnTo>
                  <a:pt x="8026" y="7002"/>
                </a:lnTo>
                <a:lnTo>
                  <a:pt x="8407" y="6359"/>
                </a:lnTo>
                <a:lnTo>
                  <a:pt x="8657" y="5644"/>
                </a:lnTo>
                <a:lnTo>
                  <a:pt x="8728" y="5275"/>
                </a:lnTo>
                <a:lnTo>
                  <a:pt x="8740" y="5132"/>
                </a:lnTo>
                <a:lnTo>
                  <a:pt x="8585" y="4930"/>
                </a:lnTo>
                <a:lnTo>
                  <a:pt x="8454" y="4894"/>
                </a:lnTo>
                <a:lnTo>
                  <a:pt x="8312" y="4882"/>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48" name="Google Shape;2948;p173"/>
          <p:cNvSpPr/>
          <p:nvPr/>
        </p:nvSpPr>
        <p:spPr>
          <a:xfrm>
            <a:off x="2236793" y="3113816"/>
            <a:ext cx="565780" cy="565128"/>
          </a:xfrm>
          <a:custGeom>
            <a:rect b="b" l="l" r="r" t="t"/>
            <a:pathLst>
              <a:path extrusionOk="0" h="10408" w="10420">
                <a:moveTo>
                  <a:pt x="6383" y="1"/>
                </a:moveTo>
                <a:lnTo>
                  <a:pt x="6288" y="84"/>
                </a:lnTo>
                <a:lnTo>
                  <a:pt x="4335" y="2037"/>
                </a:lnTo>
                <a:lnTo>
                  <a:pt x="4252" y="2144"/>
                </a:lnTo>
                <a:lnTo>
                  <a:pt x="4252" y="2394"/>
                </a:lnTo>
                <a:lnTo>
                  <a:pt x="4335" y="2501"/>
                </a:lnTo>
                <a:lnTo>
                  <a:pt x="4430" y="2572"/>
                </a:lnTo>
                <a:lnTo>
                  <a:pt x="4680" y="2572"/>
                </a:lnTo>
                <a:lnTo>
                  <a:pt x="4787" y="2501"/>
                </a:lnTo>
                <a:lnTo>
                  <a:pt x="6192" y="1096"/>
                </a:lnTo>
                <a:lnTo>
                  <a:pt x="6192" y="6204"/>
                </a:lnTo>
                <a:lnTo>
                  <a:pt x="6026" y="6049"/>
                </a:lnTo>
                <a:lnTo>
                  <a:pt x="5657" y="5799"/>
                </a:lnTo>
                <a:lnTo>
                  <a:pt x="5240" y="5621"/>
                </a:lnTo>
                <a:lnTo>
                  <a:pt x="4799" y="5537"/>
                </a:lnTo>
                <a:lnTo>
                  <a:pt x="4561" y="5525"/>
                </a:lnTo>
                <a:lnTo>
                  <a:pt x="1108" y="5525"/>
                </a:lnTo>
                <a:lnTo>
                  <a:pt x="2513" y="4132"/>
                </a:lnTo>
                <a:lnTo>
                  <a:pt x="2585" y="4025"/>
                </a:lnTo>
                <a:lnTo>
                  <a:pt x="2585" y="3775"/>
                </a:lnTo>
                <a:lnTo>
                  <a:pt x="2513" y="3668"/>
                </a:lnTo>
                <a:lnTo>
                  <a:pt x="2406" y="3584"/>
                </a:lnTo>
                <a:lnTo>
                  <a:pt x="2156" y="3584"/>
                </a:lnTo>
                <a:lnTo>
                  <a:pt x="2049" y="3668"/>
                </a:lnTo>
                <a:lnTo>
                  <a:pt x="96" y="5621"/>
                </a:lnTo>
                <a:lnTo>
                  <a:pt x="13" y="5728"/>
                </a:lnTo>
                <a:lnTo>
                  <a:pt x="1" y="5847"/>
                </a:lnTo>
                <a:lnTo>
                  <a:pt x="13" y="5978"/>
                </a:lnTo>
                <a:lnTo>
                  <a:pt x="96" y="6073"/>
                </a:lnTo>
                <a:lnTo>
                  <a:pt x="2049" y="8026"/>
                </a:lnTo>
                <a:lnTo>
                  <a:pt x="2156" y="8109"/>
                </a:lnTo>
                <a:lnTo>
                  <a:pt x="2406" y="8109"/>
                </a:lnTo>
                <a:lnTo>
                  <a:pt x="2513" y="8026"/>
                </a:lnTo>
                <a:lnTo>
                  <a:pt x="2585" y="7930"/>
                </a:lnTo>
                <a:lnTo>
                  <a:pt x="2585" y="7680"/>
                </a:lnTo>
                <a:lnTo>
                  <a:pt x="2513" y="7573"/>
                </a:lnTo>
                <a:lnTo>
                  <a:pt x="1108" y="6168"/>
                </a:lnTo>
                <a:lnTo>
                  <a:pt x="4561" y="6168"/>
                </a:lnTo>
                <a:lnTo>
                  <a:pt x="4728" y="6180"/>
                </a:lnTo>
                <a:lnTo>
                  <a:pt x="5049" y="6240"/>
                </a:lnTo>
                <a:lnTo>
                  <a:pt x="5335" y="6371"/>
                </a:lnTo>
                <a:lnTo>
                  <a:pt x="5597" y="6537"/>
                </a:lnTo>
                <a:lnTo>
                  <a:pt x="5811" y="6764"/>
                </a:lnTo>
                <a:lnTo>
                  <a:pt x="5990" y="7026"/>
                </a:lnTo>
                <a:lnTo>
                  <a:pt x="6121" y="7311"/>
                </a:lnTo>
                <a:lnTo>
                  <a:pt x="6181" y="7633"/>
                </a:lnTo>
                <a:lnTo>
                  <a:pt x="6192" y="7799"/>
                </a:lnTo>
                <a:lnTo>
                  <a:pt x="6192" y="8133"/>
                </a:lnTo>
                <a:lnTo>
                  <a:pt x="6192" y="8359"/>
                </a:lnTo>
                <a:lnTo>
                  <a:pt x="6288" y="8812"/>
                </a:lnTo>
                <a:lnTo>
                  <a:pt x="6454" y="9216"/>
                </a:lnTo>
                <a:lnTo>
                  <a:pt x="6704" y="9574"/>
                </a:lnTo>
                <a:lnTo>
                  <a:pt x="7014" y="9883"/>
                </a:lnTo>
                <a:lnTo>
                  <a:pt x="7371" y="10133"/>
                </a:lnTo>
                <a:lnTo>
                  <a:pt x="7788" y="10312"/>
                </a:lnTo>
                <a:lnTo>
                  <a:pt x="8228" y="10395"/>
                </a:lnTo>
                <a:lnTo>
                  <a:pt x="8467" y="10407"/>
                </a:lnTo>
                <a:lnTo>
                  <a:pt x="10098" y="10407"/>
                </a:lnTo>
                <a:lnTo>
                  <a:pt x="10229" y="10383"/>
                </a:lnTo>
                <a:lnTo>
                  <a:pt x="10396" y="10205"/>
                </a:lnTo>
                <a:lnTo>
                  <a:pt x="10419" y="10086"/>
                </a:lnTo>
                <a:lnTo>
                  <a:pt x="10396" y="9955"/>
                </a:lnTo>
                <a:lnTo>
                  <a:pt x="10229" y="9776"/>
                </a:lnTo>
                <a:lnTo>
                  <a:pt x="10098" y="9752"/>
                </a:lnTo>
                <a:lnTo>
                  <a:pt x="8300" y="9752"/>
                </a:lnTo>
                <a:lnTo>
                  <a:pt x="7978" y="9681"/>
                </a:lnTo>
                <a:lnTo>
                  <a:pt x="7693" y="9562"/>
                </a:lnTo>
                <a:lnTo>
                  <a:pt x="7431" y="9383"/>
                </a:lnTo>
                <a:lnTo>
                  <a:pt x="7205" y="9157"/>
                </a:lnTo>
                <a:lnTo>
                  <a:pt x="7026" y="8907"/>
                </a:lnTo>
                <a:lnTo>
                  <a:pt x="6907" y="8609"/>
                </a:lnTo>
                <a:lnTo>
                  <a:pt x="6847" y="8288"/>
                </a:lnTo>
                <a:lnTo>
                  <a:pt x="6835" y="8121"/>
                </a:lnTo>
                <a:lnTo>
                  <a:pt x="6835" y="1096"/>
                </a:lnTo>
                <a:lnTo>
                  <a:pt x="8240" y="2501"/>
                </a:lnTo>
                <a:lnTo>
                  <a:pt x="8336" y="2572"/>
                </a:lnTo>
                <a:lnTo>
                  <a:pt x="8586" y="2572"/>
                </a:lnTo>
                <a:lnTo>
                  <a:pt x="8693" y="2501"/>
                </a:lnTo>
                <a:lnTo>
                  <a:pt x="8776" y="2394"/>
                </a:lnTo>
                <a:lnTo>
                  <a:pt x="8776" y="2144"/>
                </a:lnTo>
                <a:lnTo>
                  <a:pt x="8693" y="2037"/>
                </a:lnTo>
                <a:lnTo>
                  <a:pt x="6740" y="84"/>
                </a:lnTo>
                <a:lnTo>
                  <a:pt x="6633"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49" name="Google Shape;2949;p173"/>
          <p:cNvSpPr/>
          <p:nvPr/>
        </p:nvSpPr>
        <p:spPr>
          <a:xfrm>
            <a:off x="3321015" y="3184295"/>
            <a:ext cx="565726" cy="423521"/>
          </a:xfrm>
          <a:custGeom>
            <a:rect b="b" l="l" r="r" t="t"/>
            <a:pathLst>
              <a:path extrusionOk="0" h="7800" w="10419">
                <a:moveTo>
                  <a:pt x="6275" y="0"/>
                </a:moveTo>
                <a:lnTo>
                  <a:pt x="6025" y="24"/>
                </a:lnTo>
                <a:lnTo>
                  <a:pt x="5930" y="108"/>
                </a:lnTo>
                <a:lnTo>
                  <a:pt x="5859" y="215"/>
                </a:lnTo>
                <a:lnTo>
                  <a:pt x="5882" y="465"/>
                </a:lnTo>
                <a:lnTo>
                  <a:pt x="5978" y="572"/>
                </a:lnTo>
                <a:lnTo>
                  <a:pt x="9193" y="3251"/>
                </a:lnTo>
                <a:lnTo>
                  <a:pt x="3584" y="3251"/>
                </a:lnTo>
                <a:lnTo>
                  <a:pt x="3573" y="3239"/>
                </a:lnTo>
                <a:lnTo>
                  <a:pt x="3215" y="3251"/>
                </a:lnTo>
                <a:lnTo>
                  <a:pt x="2513" y="3394"/>
                </a:lnTo>
                <a:lnTo>
                  <a:pt x="1870" y="3668"/>
                </a:lnTo>
                <a:lnTo>
                  <a:pt x="1298" y="4049"/>
                </a:lnTo>
                <a:lnTo>
                  <a:pt x="810" y="4537"/>
                </a:lnTo>
                <a:lnTo>
                  <a:pt x="429" y="5120"/>
                </a:lnTo>
                <a:lnTo>
                  <a:pt x="155" y="5763"/>
                </a:lnTo>
                <a:lnTo>
                  <a:pt x="12" y="6466"/>
                </a:lnTo>
                <a:lnTo>
                  <a:pt x="1" y="6847"/>
                </a:lnTo>
                <a:lnTo>
                  <a:pt x="1" y="7478"/>
                </a:lnTo>
                <a:lnTo>
                  <a:pt x="12" y="7609"/>
                </a:lnTo>
                <a:lnTo>
                  <a:pt x="191" y="7787"/>
                </a:lnTo>
                <a:lnTo>
                  <a:pt x="322" y="7799"/>
                </a:lnTo>
                <a:lnTo>
                  <a:pt x="393" y="7799"/>
                </a:lnTo>
                <a:lnTo>
                  <a:pt x="501" y="7740"/>
                </a:lnTo>
                <a:lnTo>
                  <a:pt x="632" y="7585"/>
                </a:lnTo>
                <a:lnTo>
                  <a:pt x="644" y="7406"/>
                </a:lnTo>
                <a:lnTo>
                  <a:pt x="644" y="6775"/>
                </a:lnTo>
                <a:lnTo>
                  <a:pt x="655" y="6478"/>
                </a:lnTo>
                <a:lnTo>
                  <a:pt x="774" y="5906"/>
                </a:lnTo>
                <a:lnTo>
                  <a:pt x="1001" y="5382"/>
                </a:lnTo>
                <a:lnTo>
                  <a:pt x="1310" y="4918"/>
                </a:lnTo>
                <a:lnTo>
                  <a:pt x="1715" y="4525"/>
                </a:lnTo>
                <a:lnTo>
                  <a:pt x="2179" y="4203"/>
                </a:lnTo>
                <a:lnTo>
                  <a:pt x="2703" y="3989"/>
                </a:lnTo>
                <a:lnTo>
                  <a:pt x="3275" y="3870"/>
                </a:lnTo>
                <a:lnTo>
                  <a:pt x="3584" y="3858"/>
                </a:lnTo>
                <a:lnTo>
                  <a:pt x="9193" y="3858"/>
                </a:lnTo>
                <a:lnTo>
                  <a:pt x="5978" y="6537"/>
                </a:lnTo>
                <a:lnTo>
                  <a:pt x="5882" y="6632"/>
                </a:lnTo>
                <a:lnTo>
                  <a:pt x="5859" y="6882"/>
                </a:lnTo>
                <a:lnTo>
                  <a:pt x="5930" y="7002"/>
                </a:lnTo>
                <a:lnTo>
                  <a:pt x="5978" y="7049"/>
                </a:lnTo>
                <a:lnTo>
                  <a:pt x="6109" y="7109"/>
                </a:lnTo>
                <a:lnTo>
                  <a:pt x="6180" y="7121"/>
                </a:lnTo>
                <a:lnTo>
                  <a:pt x="6287" y="7109"/>
                </a:lnTo>
                <a:lnTo>
                  <a:pt x="6394" y="7037"/>
                </a:lnTo>
                <a:lnTo>
                  <a:pt x="10300" y="3799"/>
                </a:lnTo>
                <a:lnTo>
                  <a:pt x="10348" y="3751"/>
                </a:lnTo>
                <a:lnTo>
                  <a:pt x="10407" y="3620"/>
                </a:lnTo>
                <a:lnTo>
                  <a:pt x="10419" y="3549"/>
                </a:lnTo>
                <a:lnTo>
                  <a:pt x="10395" y="3430"/>
                </a:lnTo>
                <a:lnTo>
                  <a:pt x="10300" y="3299"/>
                </a:lnTo>
                <a:lnTo>
                  <a:pt x="6394" y="72"/>
                </a:lnTo>
                <a:lnTo>
                  <a:pt x="627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0" name="Google Shape;2950;p173"/>
          <p:cNvSpPr/>
          <p:nvPr/>
        </p:nvSpPr>
        <p:spPr>
          <a:xfrm>
            <a:off x="4404586" y="3149381"/>
            <a:ext cx="565074" cy="493999"/>
          </a:xfrm>
          <a:custGeom>
            <a:rect b="b" l="l" r="r" t="t"/>
            <a:pathLst>
              <a:path extrusionOk="0" h="9098" w="10407">
                <a:moveTo>
                  <a:pt x="0" y="1929"/>
                </a:moveTo>
                <a:lnTo>
                  <a:pt x="0" y="1941"/>
                </a:lnTo>
                <a:lnTo>
                  <a:pt x="1" y="1935"/>
                </a:lnTo>
                <a:lnTo>
                  <a:pt x="0" y="1929"/>
                </a:lnTo>
                <a:close/>
                <a:moveTo>
                  <a:pt x="334" y="1608"/>
                </a:moveTo>
                <a:lnTo>
                  <a:pt x="203" y="1632"/>
                </a:lnTo>
                <a:lnTo>
                  <a:pt x="24" y="1810"/>
                </a:lnTo>
                <a:lnTo>
                  <a:pt x="1" y="1935"/>
                </a:lnTo>
                <a:lnTo>
                  <a:pt x="24" y="2060"/>
                </a:lnTo>
                <a:lnTo>
                  <a:pt x="203" y="2239"/>
                </a:lnTo>
                <a:lnTo>
                  <a:pt x="334" y="2263"/>
                </a:lnTo>
                <a:lnTo>
                  <a:pt x="2358" y="2263"/>
                </a:lnTo>
                <a:lnTo>
                  <a:pt x="2489" y="2334"/>
                </a:lnTo>
                <a:lnTo>
                  <a:pt x="2548" y="2394"/>
                </a:lnTo>
                <a:lnTo>
                  <a:pt x="3322" y="3430"/>
                </a:lnTo>
                <a:lnTo>
                  <a:pt x="3382" y="3489"/>
                </a:lnTo>
                <a:lnTo>
                  <a:pt x="3513" y="3561"/>
                </a:lnTo>
                <a:lnTo>
                  <a:pt x="3584" y="3561"/>
                </a:lnTo>
                <a:lnTo>
                  <a:pt x="3691" y="3549"/>
                </a:lnTo>
                <a:lnTo>
                  <a:pt x="3787" y="3501"/>
                </a:lnTo>
                <a:lnTo>
                  <a:pt x="3870" y="3406"/>
                </a:lnTo>
                <a:lnTo>
                  <a:pt x="3906" y="3156"/>
                </a:lnTo>
                <a:lnTo>
                  <a:pt x="3846" y="3037"/>
                </a:lnTo>
                <a:lnTo>
                  <a:pt x="3060" y="2001"/>
                </a:lnTo>
                <a:lnTo>
                  <a:pt x="2917" y="1834"/>
                </a:lnTo>
                <a:lnTo>
                  <a:pt x="2513" y="1632"/>
                </a:lnTo>
                <a:lnTo>
                  <a:pt x="2286" y="1608"/>
                </a:lnTo>
                <a:close/>
                <a:moveTo>
                  <a:pt x="8347" y="0"/>
                </a:moveTo>
                <a:lnTo>
                  <a:pt x="8240" y="84"/>
                </a:lnTo>
                <a:lnTo>
                  <a:pt x="8156" y="179"/>
                </a:lnTo>
                <a:lnTo>
                  <a:pt x="8156" y="429"/>
                </a:lnTo>
                <a:lnTo>
                  <a:pt x="8240" y="536"/>
                </a:lnTo>
                <a:lnTo>
                  <a:pt x="9311" y="1608"/>
                </a:lnTo>
                <a:lnTo>
                  <a:pt x="6847" y="1608"/>
                </a:lnTo>
                <a:lnTo>
                  <a:pt x="6620" y="1632"/>
                </a:lnTo>
                <a:lnTo>
                  <a:pt x="6216" y="1834"/>
                </a:lnTo>
                <a:lnTo>
                  <a:pt x="6061" y="2001"/>
                </a:lnTo>
                <a:lnTo>
                  <a:pt x="2548" y="6692"/>
                </a:lnTo>
                <a:lnTo>
                  <a:pt x="2501" y="6740"/>
                </a:lnTo>
                <a:lnTo>
                  <a:pt x="2358" y="6811"/>
                </a:lnTo>
                <a:lnTo>
                  <a:pt x="2286" y="6823"/>
                </a:lnTo>
                <a:lnTo>
                  <a:pt x="334" y="6823"/>
                </a:lnTo>
                <a:lnTo>
                  <a:pt x="203" y="6835"/>
                </a:lnTo>
                <a:lnTo>
                  <a:pt x="24" y="7013"/>
                </a:lnTo>
                <a:lnTo>
                  <a:pt x="12" y="7144"/>
                </a:lnTo>
                <a:lnTo>
                  <a:pt x="24" y="7275"/>
                </a:lnTo>
                <a:lnTo>
                  <a:pt x="203" y="7454"/>
                </a:lnTo>
                <a:lnTo>
                  <a:pt x="334" y="7466"/>
                </a:lnTo>
                <a:lnTo>
                  <a:pt x="2286" y="7466"/>
                </a:lnTo>
                <a:lnTo>
                  <a:pt x="2513" y="7454"/>
                </a:lnTo>
                <a:lnTo>
                  <a:pt x="2917" y="7252"/>
                </a:lnTo>
                <a:lnTo>
                  <a:pt x="3072" y="7085"/>
                </a:lnTo>
                <a:lnTo>
                  <a:pt x="6585" y="2394"/>
                </a:lnTo>
                <a:lnTo>
                  <a:pt x="6632" y="2334"/>
                </a:lnTo>
                <a:lnTo>
                  <a:pt x="6763" y="2275"/>
                </a:lnTo>
                <a:lnTo>
                  <a:pt x="6847" y="2263"/>
                </a:lnTo>
                <a:lnTo>
                  <a:pt x="9311" y="2263"/>
                </a:lnTo>
                <a:lnTo>
                  <a:pt x="8240" y="3334"/>
                </a:lnTo>
                <a:lnTo>
                  <a:pt x="8156" y="3441"/>
                </a:lnTo>
                <a:lnTo>
                  <a:pt x="8156" y="3691"/>
                </a:lnTo>
                <a:lnTo>
                  <a:pt x="8240" y="3799"/>
                </a:lnTo>
                <a:lnTo>
                  <a:pt x="8347" y="3870"/>
                </a:lnTo>
                <a:lnTo>
                  <a:pt x="8466" y="3894"/>
                </a:lnTo>
                <a:lnTo>
                  <a:pt x="8597" y="3870"/>
                </a:lnTo>
                <a:lnTo>
                  <a:pt x="8704" y="3799"/>
                </a:lnTo>
                <a:lnTo>
                  <a:pt x="10323" y="2167"/>
                </a:lnTo>
                <a:lnTo>
                  <a:pt x="10407" y="2060"/>
                </a:lnTo>
                <a:lnTo>
                  <a:pt x="10407" y="1810"/>
                </a:lnTo>
                <a:lnTo>
                  <a:pt x="10323" y="1703"/>
                </a:lnTo>
                <a:lnTo>
                  <a:pt x="8704" y="84"/>
                </a:lnTo>
                <a:lnTo>
                  <a:pt x="8597" y="0"/>
                </a:lnTo>
                <a:close/>
                <a:moveTo>
                  <a:pt x="8347" y="5204"/>
                </a:moveTo>
                <a:lnTo>
                  <a:pt x="8240" y="5287"/>
                </a:lnTo>
                <a:lnTo>
                  <a:pt x="8156" y="5394"/>
                </a:lnTo>
                <a:lnTo>
                  <a:pt x="8156" y="5644"/>
                </a:lnTo>
                <a:lnTo>
                  <a:pt x="8240" y="5751"/>
                </a:lnTo>
                <a:lnTo>
                  <a:pt x="9311" y="6823"/>
                </a:lnTo>
                <a:lnTo>
                  <a:pt x="6847" y="6823"/>
                </a:lnTo>
                <a:lnTo>
                  <a:pt x="6763" y="6811"/>
                </a:lnTo>
                <a:lnTo>
                  <a:pt x="6632" y="6752"/>
                </a:lnTo>
                <a:lnTo>
                  <a:pt x="6585" y="6692"/>
                </a:lnTo>
                <a:lnTo>
                  <a:pt x="5799" y="5644"/>
                </a:lnTo>
                <a:lnTo>
                  <a:pt x="5704" y="5549"/>
                </a:lnTo>
                <a:lnTo>
                  <a:pt x="5454" y="5513"/>
                </a:lnTo>
                <a:lnTo>
                  <a:pt x="5346" y="5585"/>
                </a:lnTo>
                <a:lnTo>
                  <a:pt x="5251" y="5680"/>
                </a:lnTo>
                <a:lnTo>
                  <a:pt x="5215" y="5918"/>
                </a:lnTo>
                <a:lnTo>
                  <a:pt x="5275" y="6037"/>
                </a:lnTo>
                <a:lnTo>
                  <a:pt x="6061" y="7085"/>
                </a:lnTo>
                <a:lnTo>
                  <a:pt x="6204" y="7252"/>
                </a:lnTo>
                <a:lnTo>
                  <a:pt x="6608" y="7454"/>
                </a:lnTo>
                <a:lnTo>
                  <a:pt x="6847" y="7466"/>
                </a:lnTo>
                <a:lnTo>
                  <a:pt x="9311" y="7466"/>
                </a:lnTo>
                <a:lnTo>
                  <a:pt x="8240" y="8538"/>
                </a:lnTo>
                <a:lnTo>
                  <a:pt x="8156" y="8645"/>
                </a:lnTo>
                <a:lnTo>
                  <a:pt x="8156" y="8895"/>
                </a:lnTo>
                <a:lnTo>
                  <a:pt x="8240" y="9002"/>
                </a:lnTo>
                <a:lnTo>
                  <a:pt x="8347" y="9085"/>
                </a:lnTo>
                <a:lnTo>
                  <a:pt x="8466" y="9097"/>
                </a:lnTo>
                <a:lnTo>
                  <a:pt x="8597" y="9085"/>
                </a:lnTo>
                <a:lnTo>
                  <a:pt x="8704" y="9002"/>
                </a:lnTo>
                <a:lnTo>
                  <a:pt x="10323" y="7371"/>
                </a:lnTo>
                <a:lnTo>
                  <a:pt x="10407" y="7264"/>
                </a:lnTo>
                <a:lnTo>
                  <a:pt x="10407" y="7013"/>
                </a:lnTo>
                <a:lnTo>
                  <a:pt x="10323" y="6918"/>
                </a:lnTo>
                <a:lnTo>
                  <a:pt x="8704" y="5287"/>
                </a:lnTo>
                <a:lnTo>
                  <a:pt x="8597" y="5204"/>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1" name="Google Shape;2951;p173"/>
          <p:cNvSpPr/>
          <p:nvPr/>
        </p:nvSpPr>
        <p:spPr>
          <a:xfrm>
            <a:off x="5488754" y="3183643"/>
            <a:ext cx="565128" cy="424172"/>
          </a:xfrm>
          <a:custGeom>
            <a:rect b="b" l="l" r="r" t="t"/>
            <a:pathLst>
              <a:path extrusionOk="0" h="7812" w="10408">
                <a:moveTo>
                  <a:pt x="1" y="310"/>
                </a:moveTo>
                <a:lnTo>
                  <a:pt x="1" y="334"/>
                </a:lnTo>
                <a:lnTo>
                  <a:pt x="3" y="322"/>
                </a:lnTo>
                <a:lnTo>
                  <a:pt x="1" y="310"/>
                </a:lnTo>
                <a:close/>
                <a:moveTo>
                  <a:pt x="334" y="0"/>
                </a:moveTo>
                <a:lnTo>
                  <a:pt x="203" y="24"/>
                </a:lnTo>
                <a:lnTo>
                  <a:pt x="25" y="203"/>
                </a:lnTo>
                <a:lnTo>
                  <a:pt x="3" y="322"/>
                </a:lnTo>
                <a:lnTo>
                  <a:pt x="25" y="453"/>
                </a:lnTo>
                <a:lnTo>
                  <a:pt x="203" y="620"/>
                </a:lnTo>
                <a:lnTo>
                  <a:pt x="334" y="632"/>
                </a:lnTo>
                <a:lnTo>
                  <a:pt x="2930" y="632"/>
                </a:lnTo>
                <a:lnTo>
                  <a:pt x="3001" y="643"/>
                </a:lnTo>
                <a:lnTo>
                  <a:pt x="3144" y="727"/>
                </a:lnTo>
                <a:lnTo>
                  <a:pt x="3192" y="786"/>
                </a:lnTo>
                <a:lnTo>
                  <a:pt x="5407" y="3834"/>
                </a:lnTo>
                <a:lnTo>
                  <a:pt x="5430" y="3870"/>
                </a:lnTo>
                <a:lnTo>
                  <a:pt x="5466" y="3894"/>
                </a:lnTo>
                <a:lnTo>
                  <a:pt x="5430" y="3942"/>
                </a:lnTo>
                <a:lnTo>
                  <a:pt x="5407" y="3989"/>
                </a:lnTo>
                <a:lnTo>
                  <a:pt x="3192" y="7025"/>
                </a:lnTo>
                <a:lnTo>
                  <a:pt x="3144" y="7085"/>
                </a:lnTo>
                <a:lnTo>
                  <a:pt x="3001" y="7156"/>
                </a:lnTo>
                <a:lnTo>
                  <a:pt x="2930" y="7168"/>
                </a:lnTo>
                <a:lnTo>
                  <a:pt x="334" y="7168"/>
                </a:lnTo>
                <a:lnTo>
                  <a:pt x="203" y="7180"/>
                </a:lnTo>
                <a:lnTo>
                  <a:pt x="25" y="7359"/>
                </a:lnTo>
                <a:lnTo>
                  <a:pt x="1" y="7490"/>
                </a:lnTo>
                <a:lnTo>
                  <a:pt x="25" y="7621"/>
                </a:lnTo>
                <a:lnTo>
                  <a:pt x="203" y="7799"/>
                </a:lnTo>
                <a:lnTo>
                  <a:pt x="334" y="7811"/>
                </a:lnTo>
                <a:lnTo>
                  <a:pt x="2930" y="7811"/>
                </a:lnTo>
                <a:lnTo>
                  <a:pt x="3156" y="7799"/>
                </a:lnTo>
                <a:lnTo>
                  <a:pt x="3561" y="7585"/>
                </a:lnTo>
                <a:lnTo>
                  <a:pt x="3716" y="7418"/>
                </a:lnTo>
                <a:lnTo>
                  <a:pt x="5930" y="4370"/>
                </a:lnTo>
                <a:lnTo>
                  <a:pt x="5978" y="4311"/>
                </a:lnTo>
                <a:lnTo>
                  <a:pt x="6121" y="4227"/>
                </a:lnTo>
                <a:lnTo>
                  <a:pt x="6192" y="4215"/>
                </a:lnTo>
                <a:lnTo>
                  <a:pt x="9312" y="4215"/>
                </a:lnTo>
                <a:lnTo>
                  <a:pt x="8240" y="5311"/>
                </a:lnTo>
                <a:lnTo>
                  <a:pt x="8157" y="5418"/>
                </a:lnTo>
                <a:lnTo>
                  <a:pt x="8157" y="5668"/>
                </a:lnTo>
                <a:lnTo>
                  <a:pt x="8240" y="5763"/>
                </a:lnTo>
                <a:lnTo>
                  <a:pt x="8336" y="5847"/>
                </a:lnTo>
                <a:lnTo>
                  <a:pt x="8586" y="5847"/>
                </a:lnTo>
                <a:lnTo>
                  <a:pt x="8693" y="5763"/>
                </a:lnTo>
                <a:lnTo>
                  <a:pt x="10324" y="4144"/>
                </a:lnTo>
                <a:lnTo>
                  <a:pt x="10407" y="4037"/>
                </a:lnTo>
                <a:lnTo>
                  <a:pt x="10407" y="3787"/>
                </a:lnTo>
                <a:lnTo>
                  <a:pt x="10324" y="3680"/>
                </a:lnTo>
                <a:lnTo>
                  <a:pt x="8693" y="2048"/>
                </a:lnTo>
                <a:lnTo>
                  <a:pt x="8586" y="1977"/>
                </a:lnTo>
                <a:lnTo>
                  <a:pt x="8336" y="1977"/>
                </a:lnTo>
                <a:lnTo>
                  <a:pt x="8240" y="2048"/>
                </a:lnTo>
                <a:lnTo>
                  <a:pt x="8157" y="2156"/>
                </a:lnTo>
                <a:lnTo>
                  <a:pt x="8157" y="2406"/>
                </a:lnTo>
                <a:lnTo>
                  <a:pt x="8240" y="2513"/>
                </a:lnTo>
                <a:lnTo>
                  <a:pt x="9312" y="3561"/>
                </a:lnTo>
                <a:lnTo>
                  <a:pt x="6121" y="3561"/>
                </a:lnTo>
                <a:lnTo>
                  <a:pt x="5978" y="3501"/>
                </a:lnTo>
                <a:lnTo>
                  <a:pt x="5930" y="3453"/>
                </a:lnTo>
                <a:lnTo>
                  <a:pt x="3716" y="405"/>
                </a:lnTo>
                <a:lnTo>
                  <a:pt x="3561" y="227"/>
                </a:lnTo>
                <a:lnTo>
                  <a:pt x="3156" y="24"/>
                </a:lnTo>
                <a:lnTo>
                  <a:pt x="2930"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2" name="Google Shape;2952;p173"/>
          <p:cNvSpPr/>
          <p:nvPr/>
        </p:nvSpPr>
        <p:spPr>
          <a:xfrm>
            <a:off x="6582044" y="3149381"/>
            <a:ext cx="556006" cy="493999"/>
          </a:xfrm>
          <a:custGeom>
            <a:rect b="b" l="l" r="r" t="t"/>
            <a:pathLst>
              <a:path extrusionOk="0" h="9098" w="10240">
                <a:moveTo>
                  <a:pt x="8168" y="0"/>
                </a:moveTo>
                <a:lnTo>
                  <a:pt x="8073" y="84"/>
                </a:lnTo>
                <a:lnTo>
                  <a:pt x="7990" y="179"/>
                </a:lnTo>
                <a:lnTo>
                  <a:pt x="7990" y="429"/>
                </a:lnTo>
                <a:lnTo>
                  <a:pt x="8073" y="536"/>
                </a:lnTo>
                <a:lnTo>
                  <a:pt x="9145" y="1608"/>
                </a:lnTo>
                <a:lnTo>
                  <a:pt x="6620" y="1608"/>
                </a:lnTo>
                <a:lnTo>
                  <a:pt x="6418" y="1620"/>
                </a:lnTo>
                <a:lnTo>
                  <a:pt x="6073" y="1774"/>
                </a:lnTo>
                <a:lnTo>
                  <a:pt x="5918" y="1894"/>
                </a:lnTo>
                <a:lnTo>
                  <a:pt x="3608" y="4215"/>
                </a:lnTo>
                <a:lnTo>
                  <a:pt x="322" y="4215"/>
                </a:lnTo>
                <a:lnTo>
                  <a:pt x="191" y="4239"/>
                </a:lnTo>
                <a:lnTo>
                  <a:pt x="12" y="4406"/>
                </a:lnTo>
                <a:lnTo>
                  <a:pt x="0" y="4537"/>
                </a:lnTo>
                <a:lnTo>
                  <a:pt x="12" y="4668"/>
                </a:lnTo>
                <a:lnTo>
                  <a:pt x="191" y="4846"/>
                </a:lnTo>
                <a:lnTo>
                  <a:pt x="322" y="4870"/>
                </a:lnTo>
                <a:lnTo>
                  <a:pt x="3608" y="4870"/>
                </a:lnTo>
                <a:lnTo>
                  <a:pt x="5930" y="7192"/>
                </a:lnTo>
                <a:lnTo>
                  <a:pt x="6073" y="7311"/>
                </a:lnTo>
                <a:lnTo>
                  <a:pt x="6418" y="7454"/>
                </a:lnTo>
                <a:lnTo>
                  <a:pt x="6620" y="7478"/>
                </a:lnTo>
                <a:lnTo>
                  <a:pt x="9145" y="7478"/>
                </a:lnTo>
                <a:lnTo>
                  <a:pt x="8073" y="8549"/>
                </a:lnTo>
                <a:lnTo>
                  <a:pt x="7990" y="8645"/>
                </a:lnTo>
                <a:lnTo>
                  <a:pt x="7990" y="8895"/>
                </a:lnTo>
                <a:lnTo>
                  <a:pt x="8073" y="9002"/>
                </a:lnTo>
                <a:lnTo>
                  <a:pt x="8168" y="9085"/>
                </a:lnTo>
                <a:lnTo>
                  <a:pt x="8299" y="9097"/>
                </a:lnTo>
                <a:lnTo>
                  <a:pt x="8418" y="9085"/>
                </a:lnTo>
                <a:lnTo>
                  <a:pt x="8525" y="9002"/>
                </a:lnTo>
                <a:lnTo>
                  <a:pt x="10157" y="7371"/>
                </a:lnTo>
                <a:lnTo>
                  <a:pt x="10240" y="7275"/>
                </a:lnTo>
                <a:lnTo>
                  <a:pt x="10240" y="7025"/>
                </a:lnTo>
                <a:lnTo>
                  <a:pt x="10157" y="6918"/>
                </a:lnTo>
                <a:lnTo>
                  <a:pt x="8525" y="5287"/>
                </a:lnTo>
                <a:lnTo>
                  <a:pt x="8418" y="5216"/>
                </a:lnTo>
                <a:lnTo>
                  <a:pt x="8168" y="5216"/>
                </a:lnTo>
                <a:lnTo>
                  <a:pt x="8073" y="5287"/>
                </a:lnTo>
                <a:lnTo>
                  <a:pt x="7990" y="5394"/>
                </a:lnTo>
                <a:lnTo>
                  <a:pt x="7990" y="5644"/>
                </a:lnTo>
                <a:lnTo>
                  <a:pt x="8073" y="5751"/>
                </a:lnTo>
                <a:lnTo>
                  <a:pt x="9145" y="6823"/>
                </a:lnTo>
                <a:lnTo>
                  <a:pt x="6620" y="6823"/>
                </a:lnTo>
                <a:lnTo>
                  <a:pt x="6489" y="6799"/>
                </a:lnTo>
                <a:lnTo>
                  <a:pt x="6382" y="6728"/>
                </a:lnTo>
                <a:lnTo>
                  <a:pt x="4203" y="4549"/>
                </a:lnTo>
                <a:lnTo>
                  <a:pt x="6382" y="2358"/>
                </a:lnTo>
                <a:lnTo>
                  <a:pt x="6489" y="2286"/>
                </a:lnTo>
                <a:lnTo>
                  <a:pt x="6620" y="2263"/>
                </a:lnTo>
                <a:lnTo>
                  <a:pt x="9145" y="2263"/>
                </a:lnTo>
                <a:lnTo>
                  <a:pt x="8073" y="3334"/>
                </a:lnTo>
                <a:lnTo>
                  <a:pt x="7990" y="3441"/>
                </a:lnTo>
                <a:lnTo>
                  <a:pt x="7990" y="3691"/>
                </a:lnTo>
                <a:lnTo>
                  <a:pt x="8073" y="3799"/>
                </a:lnTo>
                <a:lnTo>
                  <a:pt x="8168" y="3870"/>
                </a:lnTo>
                <a:lnTo>
                  <a:pt x="8299" y="3894"/>
                </a:lnTo>
                <a:lnTo>
                  <a:pt x="8418" y="3870"/>
                </a:lnTo>
                <a:lnTo>
                  <a:pt x="8525" y="3799"/>
                </a:lnTo>
                <a:lnTo>
                  <a:pt x="10157" y="2167"/>
                </a:lnTo>
                <a:lnTo>
                  <a:pt x="10240" y="2060"/>
                </a:lnTo>
                <a:lnTo>
                  <a:pt x="10240" y="1810"/>
                </a:lnTo>
                <a:lnTo>
                  <a:pt x="10157" y="1703"/>
                </a:lnTo>
                <a:lnTo>
                  <a:pt x="8525" y="84"/>
                </a:lnTo>
                <a:lnTo>
                  <a:pt x="8418"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3" name="Google Shape;2953;p173"/>
          <p:cNvSpPr/>
          <p:nvPr/>
        </p:nvSpPr>
        <p:spPr>
          <a:xfrm>
            <a:off x="7665560" y="3149381"/>
            <a:ext cx="556061" cy="493999"/>
          </a:xfrm>
          <a:custGeom>
            <a:rect b="b" l="l" r="r" t="t"/>
            <a:pathLst>
              <a:path extrusionOk="0" h="9098" w="10241">
                <a:moveTo>
                  <a:pt x="8181" y="0"/>
                </a:moveTo>
                <a:lnTo>
                  <a:pt x="8074" y="84"/>
                </a:lnTo>
                <a:lnTo>
                  <a:pt x="8002" y="179"/>
                </a:lnTo>
                <a:lnTo>
                  <a:pt x="8002" y="429"/>
                </a:lnTo>
                <a:lnTo>
                  <a:pt x="8074" y="536"/>
                </a:lnTo>
                <a:lnTo>
                  <a:pt x="9145" y="1608"/>
                </a:lnTo>
                <a:lnTo>
                  <a:pt x="6621" y="1608"/>
                </a:lnTo>
                <a:lnTo>
                  <a:pt x="6431" y="1620"/>
                </a:lnTo>
                <a:lnTo>
                  <a:pt x="6073" y="1774"/>
                </a:lnTo>
                <a:lnTo>
                  <a:pt x="5930" y="1894"/>
                </a:lnTo>
                <a:lnTo>
                  <a:pt x="3609" y="4215"/>
                </a:lnTo>
                <a:lnTo>
                  <a:pt x="334" y="4215"/>
                </a:lnTo>
                <a:lnTo>
                  <a:pt x="203" y="4239"/>
                </a:lnTo>
                <a:lnTo>
                  <a:pt x="25" y="4406"/>
                </a:lnTo>
                <a:lnTo>
                  <a:pt x="1" y="4537"/>
                </a:lnTo>
                <a:lnTo>
                  <a:pt x="25" y="4668"/>
                </a:lnTo>
                <a:lnTo>
                  <a:pt x="203" y="4846"/>
                </a:lnTo>
                <a:lnTo>
                  <a:pt x="334" y="4870"/>
                </a:lnTo>
                <a:lnTo>
                  <a:pt x="3609" y="4870"/>
                </a:lnTo>
                <a:lnTo>
                  <a:pt x="5930" y="7192"/>
                </a:lnTo>
                <a:lnTo>
                  <a:pt x="6073" y="7311"/>
                </a:lnTo>
                <a:lnTo>
                  <a:pt x="6431" y="7454"/>
                </a:lnTo>
                <a:lnTo>
                  <a:pt x="6621" y="7478"/>
                </a:lnTo>
                <a:lnTo>
                  <a:pt x="9145" y="7478"/>
                </a:lnTo>
                <a:lnTo>
                  <a:pt x="8074" y="8549"/>
                </a:lnTo>
                <a:lnTo>
                  <a:pt x="7990" y="8645"/>
                </a:lnTo>
                <a:lnTo>
                  <a:pt x="7990" y="8895"/>
                </a:lnTo>
                <a:lnTo>
                  <a:pt x="8074" y="9002"/>
                </a:lnTo>
                <a:lnTo>
                  <a:pt x="8181" y="9085"/>
                </a:lnTo>
                <a:lnTo>
                  <a:pt x="8312" y="9097"/>
                </a:lnTo>
                <a:lnTo>
                  <a:pt x="8431" y="9085"/>
                </a:lnTo>
                <a:lnTo>
                  <a:pt x="8538" y="9002"/>
                </a:lnTo>
                <a:lnTo>
                  <a:pt x="10169" y="7371"/>
                </a:lnTo>
                <a:lnTo>
                  <a:pt x="10241" y="7275"/>
                </a:lnTo>
                <a:lnTo>
                  <a:pt x="10241" y="7025"/>
                </a:lnTo>
                <a:lnTo>
                  <a:pt x="10169" y="6918"/>
                </a:lnTo>
                <a:lnTo>
                  <a:pt x="8538" y="5287"/>
                </a:lnTo>
                <a:lnTo>
                  <a:pt x="8431" y="5216"/>
                </a:lnTo>
                <a:lnTo>
                  <a:pt x="8181" y="5216"/>
                </a:lnTo>
                <a:lnTo>
                  <a:pt x="8074" y="5287"/>
                </a:lnTo>
                <a:lnTo>
                  <a:pt x="8002" y="5394"/>
                </a:lnTo>
                <a:lnTo>
                  <a:pt x="8002" y="5644"/>
                </a:lnTo>
                <a:lnTo>
                  <a:pt x="8074" y="5751"/>
                </a:lnTo>
                <a:lnTo>
                  <a:pt x="9145" y="6823"/>
                </a:lnTo>
                <a:lnTo>
                  <a:pt x="6621" y="6823"/>
                </a:lnTo>
                <a:lnTo>
                  <a:pt x="6490" y="6799"/>
                </a:lnTo>
                <a:lnTo>
                  <a:pt x="6395" y="6728"/>
                </a:lnTo>
                <a:lnTo>
                  <a:pt x="4204" y="4549"/>
                </a:lnTo>
                <a:lnTo>
                  <a:pt x="6395" y="2358"/>
                </a:lnTo>
                <a:lnTo>
                  <a:pt x="6490" y="2286"/>
                </a:lnTo>
                <a:lnTo>
                  <a:pt x="6621" y="2263"/>
                </a:lnTo>
                <a:lnTo>
                  <a:pt x="9145" y="2263"/>
                </a:lnTo>
                <a:lnTo>
                  <a:pt x="8074" y="3334"/>
                </a:lnTo>
                <a:lnTo>
                  <a:pt x="7990" y="3441"/>
                </a:lnTo>
                <a:lnTo>
                  <a:pt x="7990" y="3691"/>
                </a:lnTo>
                <a:lnTo>
                  <a:pt x="8074" y="3799"/>
                </a:lnTo>
                <a:lnTo>
                  <a:pt x="8181" y="3870"/>
                </a:lnTo>
                <a:lnTo>
                  <a:pt x="8312" y="3894"/>
                </a:lnTo>
                <a:lnTo>
                  <a:pt x="8431" y="3870"/>
                </a:lnTo>
                <a:lnTo>
                  <a:pt x="8538" y="3799"/>
                </a:lnTo>
                <a:lnTo>
                  <a:pt x="10169" y="2167"/>
                </a:lnTo>
                <a:lnTo>
                  <a:pt x="10241" y="2060"/>
                </a:lnTo>
                <a:lnTo>
                  <a:pt x="10241" y="1810"/>
                </a:lnTo>
                <a:lnTo>
                  <a:pt x="10169" y="1703"/>
                </a:lnTo>
                <a:lnTo>
                  <a:pt x="8538" y="84"/>
                </a:lnTo>
                <a:lnTo>
                  <a:pt x="8431"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4" name="Google Shape;2954;p173"/>
          <p:cNvSpPr/>
          <p:nvPr/>
        </p:nvSpPr>
        <p:spPr>
          <a:xfrm>
            <a:off x="1152625" y="3113164"/>
            <a:ext cx="565726" cy="565780"/>
          </a:xfrm>
          <a:custGeom>
            <a:rect b="b" l="l" r="r" t="t"/>
            <a:pathLst>
              <a:path extrusionOk="0" h="10420" w="10419">
                <a:moveTo>
                  <a:pt x="5215" y="1"/>
                </a:moveTo>
                <a:lnTo>
                  <a:pt x="5084" y="13"/>
                </a:lnTo>
                <a:lnTo>
                  <a:pt x="4906" y="191"/>
                </a:lnTo>
                <a:lnTo>
                  <a:pt x="4882" y="322"/>
                </a:lnTo>
                <a:lnTo>
                  <a:pt x="4882" y="2799"/>
                </a:lnTo>
                <a:lnTo>
                  <a:pt x="3810" y="1727"/>
                </a:lnTo>
                <a:lnTo>
                  <a:pt x="3715" y="1644"/>
                </a:lnTo>
                <a:lnTo>
                  <a:pt x="3465" y="1644"/>
                </a:lnTo>
                <a:lnTo>
                  <a:pt x="3358" y="1727"/>
                </a:lnTo>
                <a:lnTo>
                  <a:pt x="3275" y="1822"/>
                </a:lnTo>
                <a:lnTo>
                  <a:pt x="3275" y="2072"/>
                </a:lnTo>
                <a:lnTo>
                  <a:pt x="3358" y="2180"/>
                </a:lnTo>
                <a:lnTo>
                  <a:pt x="4977" y="3811"/>
                </a:lnTo>
                <a:lnTo>
                  <a:pt x="5084" y="3894"/>
                </a:lnTo>
                <a:lnTo>
                  <a:pt x="5335" y="3894"/>
                </a:lnTo>
                <a:lnTo>
                  <a:pt x="5442" y="3811"/>
                </a:lnTo>
                <a:lnTo>
                  <a:pt x="7073" y="2180"/>
                </a:lnTo>
                <a:lnTo>
                  <a:pt x="7156" y="2072"/>
                </a:lnTo>
                <a:lnTo>
                  <a:pt x="7156" y="1822"/>
                </a:lnTo>
                <a:lnTo>
                  <a:pt x="7073" y="1727"/>
                </a:lnTo>
                <a:lnTo>
                  <a:pt x="6966" y="1644"/>
                </a:lnTo>
                <a:lnTo>
                  <a:pt x="6716" y="1644"/>
                </a:lnTo>
                <a:lnTo>
                  <a:pt x="6609" y="1727"/>
                </a:lnTo>
                <a:lnTo>
                  <a:pt x="5537" y="2799"/>
                </a:lnTo>
                <a:lnTo>
                  <a:pt x="5537" y="322"/>
                </a:lnTo>
                <a:lnTo>
                  <a:pt x="5525" y="191"/>
                </a:lnTo>
                <a:lnTo>
                  <a:pt x="5346" y="13"/>
                </a:lnTo>
                <a:lnTo>
                  <a:pt x="5215" y="1"/>
                </a:lnTo>
                <a:close/>
                <a:moveTo>
                  <a:pt x="5084" y="4561"/>
                </a:moveTo>
                <a:lnTo>
                  <a:pt x="4846" y="4668"/>
                </a:lnTo>
                <a:lnTo>
                  <a:pt x="4668" y="4835"/>
                </a:lnTo>
                <a:lnTo>
                  <a:pt x="4573" y="5073"/>
                </a:lnTo>
                <a:lnTo>
                  <a:pt x="4561" y="5204"/>
                </a:lnTo>
                <a:lnTo>
                  <a:pt x="4573" y="5335"/>
                </a:lnTo>
                <a:lnTo>
                  <a:pt x="4668" y="5573"/>
                </a:lnTo>
                <a:lnTo>
                  <a:pt x="4846" y="5752"/>
                </a:lnTo>
                <a:lnTo>
                  <a:pt x="5084" y="5847"/>
                </a:lnTo>
                <a:lnTo>
                  <a:pt x="5215" y="5859"/>
                </a:lnTo>
                <a:lnTo>
                  <a:pt x="5346" y="5847"/>
                </a:lnTo>
                <a:lnTo>
                  <a:pt x="5585" y="5752"/>
                </a:lnTo>
                <a:lnTo>
                  <a:pt x="5751" y="5573"/>
                </a:lnTo>
                <a:lnTo>
                  <a:pt x="5858" y="5335"/>
                </a:lnTo>
                <a:lnTo>
                  <a:pt x="5870" y="5204"/>
                </a:lnTo>
                <a:lnTo>
                  <a:pt x="5858" y="5073"/>
                </a:lnTo>
                <a:lnTo>
                  <a:pt x="5751" y="4835"/>
                </a:lnTo>
                <a:lnTo>
                  <a:pt x="5585" y="4668"/>
                </a:lnTo>
                <a:lnTo>
                  <a:pt x="5346" y="4561"/>
                </a:lnTo>
                <a:close/>
                <a:moveTo>
                  <a:pt x="1834" y="3275"/>
                </a:moveTo>
                <a:lnTo>
                  <a:pt x="1727" y="3346"/>
                </a:lnTo>
                <a:lnTo>
                  <a:pt x="1643" y="3454"/>
                </a:lnTo>
                <a:lnTo>
                  <a:pt x="1643" y="3704"/>
                </a:lnTo>
                <a:lnTo>
                  <a:pt x="1727" y="3811"/>
                </a:lnTo>
                <a:lnTo>
                  <a:pt x="2798" y="4859"/>
                </a:lnTo>
                <a:lnTo>
                  <a:pt x="334" y="4859"/>
                </a:lnTo>
                <a:lnTo>
                  <a:pt x="203" y="4882"/>
                </a:lnTo>
                <a:lnTo>
                  <a:pt x="24" y="5073"/>
                </a:lnTo>
                <a:lnTo>
                  <a:pt x="0" y="5192"/>
                </a:lnTo>
                <a:lnTo>
                  <a:pt x="24" y="5323"/>
                </a:lnTo>
                <a:lnTo>
                  <a:pt x="203" y="5502"/>
                </a:lnTo>
                <a:lnTo>
                  <a:pt x="334" y="5513"/>
                </a:lnTo>
                <a:lnTo>
                  <a:pt x="2798" y="5513"/>
                </a:lnTo>
                <a:lnTo>
                  <a:pt x="1727" y="6609"/>
                </a:lnTo>
                <a:lnTo>
                  <a:pt x="1643" y="6716"/>
                </a:lnTo>
                <a:lnTo>
                  <a:pt x="1643" y="6966"/>
                </a:lnTo>
                <a:lnTo>
                  <a:pt x="1727" y="7061"/>
                </a:lnTo>
                <a:lnTo>
                  <a:pt x="1834" y="7145"/>
                </a:lnTo>
                <a:lnTo>
                  <a:pt x="2084" y="7145"/>
                </a:lnTo>
                <a:lnTo>
                  <a:pt x="2191" y="7061"/>
                </a:lnTo>
                <a:lnTo>
                  <a:pt x="3810" y="5442"/>
                </a:lnTo>
                <a:lnTo>
                  <a:pt x="3894" y="5335"/>
                </a:lnTo>
                <a:lnTo>
                  <a:pt x="3894" y="5085"/>
                </a:lnTo>
                <a:lnTo>
                  <a:pt x="3810" y="4978"/>
                </a:lnTo>
                <a:lnTo>
                  <a:pt x="2191" y="3346"/>
                </a:lnTo>
                <a:lnTo>
                  <a:pt x="2084" y="3275"/>
                </a:lnTo>
                <a:close/>
                <a:moveTo>
                  <a:pt x="8347" y="3275"/>
                </a:moveTo>
                <a:lnTo>
                  <a:pt x="8240" y="3346"/>
                </a:lnTo>
                <a:lnTo>
                  <a:pt x="6609" y="4978"/>
                </a:lnTo>
                <a:lnTo>
                  <a:pt x="6525" y="5085"/>
                </a:lnTo>
                <a:lnTo>
                  <a:pt x="6525" y="5335"/>
                </a:lnTo>
                <a:lnTo>
                  <a:pt x="6609" y="5442"/>
                </a:lnTo>
                <a:lnTo>
                  <a:pt x="8240" y="7061"/>
                </a:lnTo>
                <a:lnTo>
                  <a:pt x="8347" y="7145"/>
                </a:lnTo>
                <a:lnTo>
                  <a:pt x="8597" y="7145"/>
                </a:lnTo>
                <a:lnTo>
                  <a:pt x="8704" y="7061"/>
                </a:lnTo>
                <a:lnTo>
                  <a:pt x="8776" y="6966"/>
                </a:lnTo>
                <a:lnTo>
                  <a:pt x="8776" y="6716"/>
                </a:lnTo>
                <a:lnTo>
                  <a:pt x="8704" y="6609"/>
                </a:lnTo>
                <a:lnTo>
                  <a:pt x="7621" y="5513"/>
                </a:lnTo>
                <a:lnTo>
                  <a:pt x="10097" y="5513"/>
                </a:lnTo>
                <a:lnTo>
                  <a:pt x="10228" y="5502"/>
                </a:lnTo>
                <a:lnTo>
                  <a:pt x="10407" y="5323"/>
                </a:lnTo>
                <a:lnTo>
                  <a:pt x="10419" y="5192"/>
                </a:lnTo>
                <a:lnTo>
                  <a:pt x="10407" y="5073"/>
                </a:lnTo>
                <a:lnTo>
                  <a:pt x="10228" y="4882"/>
                </a:lnTo>
                <a:lnTo>
                  <a:pt x="10097" y="4859"/>
                </a:lnTo>
                <a:lnTo>
                  <a:pt x="7621" y="4859"/>
                </a:lnTo>
                <a:lnTo>
                  <a:pt x="8692" y="3811"/>
                </a:lnTo>
                <a:lnTo>
                  <a:pt x="8776" y="3704"/>
                </a:lnTo>
                <a:lnTo>
                  <a:pt x="8776" y="3454"/>
                </a:lnTo>
                <a:lnTo>
                  <a:pt x="8704" y="3346"/>
                </a:lnTo>
                <a:lnTo>
                  <a:pt x="8597" y="3275"/>
                </a:lnTo>
                <a:close/>
                <a:moveTo>
                  <a:pt x="5084" y="6526"/>
                </a:moveTo>
                <a:lnTo>
                  <a:pt x="4977" y="6609"/>
                </a:lnTo>
                <a:lnTo>
                  <a:pt x="3358" y="8228"/>
                </a:lnTo>
                <a:lnTo>
                  <a:pt x="3275" y="8335"/>
                </a:lnTo>
                <a:lnTo>
                  <a:pt x="3275" y="8585"/>
                </a:lnTo>
                <a:lnTo>
                  <a:pt x="3358" y="8693"/>
                </a:lnTo>
                <a:lnTo>
                  <a:pt x="3453" y="8776"/>
                </a:lnTo>
                <a:lnTo>
                  <a:pt x="3703" y="8776"/>
                </a:lnTo>
                <a:lnTo>
                  <a:pt x="3810" y="8693"/>
                </a:lnTo>
                <a:lnTo>
                  <a:pt x="4882" y="7621"/>
                </a:lnTo>
                <a:lnTo>
                  <a:pt x="4882" y="10086"/>
                </a:lnTo>
                <a:lnTo>
                  <a:pt x="4906" y="10217"/>
                </a:lnTo>
                <a:lnTo>
                  <a:pt x="5084" y="10395"/>
                </a:lnTo>
                <a:lnTo>
                  <a:pt x="5215" y="10419"/>
                </a:lnTo>
                <a:lnTo>
                  <a:pt x="5346" y="10395"/>
                </a:lnTo>
                <a:lnTo>
                  <a:pt x="5525" y="10217"/>
                </a:lnTo>
                <a:lnTo>
                  <a:pt x="5537" y="10086"/>
                </a:lnTo>
                <a:lnTo>
                  <a:pt x="5537" y="7621"/>
                </a:lnTo>
                <a:lnTo>
                  <a:pt x="6609" y="8693"/>
                </a:lnTo>
                <a:lnTo>
                  <a:pt x="6716" y="8776"/>
                </a:lnTo>
                <a:lnTo>
                  <a:pt x="6966" y="8776"/>
                </a:lnTo>
                <a:lnTo>
                  <a:pt x="7073" y="8693"/>
                </a:lnTo>
                <a:lnTo>
                  <a:pt x="7144" y="8585"/>
                </a:lnTo>
                <a:lnTo>
                  <a:pt x="7144" y="8335"/>
                </a:lnTo>
                <a:lnTo>
                  <a:pt x="7073" y="8228"/>
                </a:lnTo>
                <a:lnTo>
                  <a:pt x="5442" y="6609"/>
                </a:lnTo>
                <a:lnTo>
                  <a:pt x="5335" y="652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5" name="Google Shape;2955;p173"/>
          <p:cNvSpPr/>
          <p:nvPr/>
        </p:nvSpPr>
        <p:spPr>
          <a:xfrm>
            <a:off x="9824937" y="3113164"/>
            <a:ext cx="565726" cy="565780"/>
          </a:xfrm>
          <a:custGeom>
            <a:rect b="b" l="l" r="r" t="t"/>
            <a:pathLst>
              <a:path extrusionOk="0" h="10420" w="10419">
                <a:moveTo>
                  <a:pt x="5216" y="2596"/>
                </a:moveTo>
                <a:lnTo>
                  <a:pt x="5085" y="2620"/>
                </a:lnTo>
                <a:lnTo>
                  <a:pt x="4906" y="2799"/>
                </a:lnTo>
                <a:lnTo>
                  <a:pt x="4882" y="2930"/>
                </a:lnTo>
                <a:lnTo>
                  <a:pt x="4882" y="6704"/>
                </a:lnTo>
                <a:lnTo>
                  <a:pt x="3489" y="5299"/>
                </a:lnTo>
                <a:lnTo>
                  <a:pt x="3382" y="5228"/>
                </a:lnTo>
                <a:lnTo>
                  <a:pt x="3132" y="5228"/>
                </a:lnTo>
                <a:lnTo>
                  <a:pt x="3025" y="5299"/>
                </a:lnTo>
                <a:lnTo>
                  <a:pt x="2941" y="5406"/>
                </a:lnTo>
                <a:lnTo>
                  <a:pt x="2941" y="5656"/>
                </a:lnTo>
                <a:lnTo>
                  <a:pt x="3025" y="5763"/>
                </a:lnTo>
                <a:lnTo>
                  <a:pt x="4977" y="7716"/>
                </a:lnTo>
                <a:lnTo>
                  <a:pt x="5085" y="7788"/>
                </a:lnTo>
                <a:lnTo>
                  <a:pt x="5216" y="7811"/>
                </a:lnTo>
                <a:lnTo>
                  <a:pt x="5335" y="7800"/>
                </a:lnTo>
                <a:lnTo>
                  <a:pt x="5442" y="7716"/>
                </a:lnTo>
                <a:lnTo>
                  <a:pt x="7395" y="5763"/>
                </a:lnTo>
                <a:lnTo>
                  <a:pt x="7478" y="5656"/>
                </a:lnTo>
                <a:lnTo>
                  <a:pt x="7478" y="5406"/>
                </a:lnTo>
                <a:lnTo>
                  <a:pt x="7395" y="5299"/>
                </a:lnTo>
                <a:lnTo>
                  <a:pt x="7287" y="5228"/>
                </a:lnTo>
                <a:lnTo>
                  <a:pt x="7037" y="5228"/>
                </a:lnTo>
                <a:lnTo>
                  <a:pt x="6930" y="5299"/>
                </a:lnTo>
                <a:lnTo>
                  <a:pt x="5537" y="6704"/>
                </a:lnTo>
                <a:lnTo>
                  <a:pt x="5537" y="2930"/>
                </a:lnTo>
                <a:lnTo>
                  <a:pt x="5513" y="2799"/>
                </a:lnTo>
                <a:lnTo>
                  <a:pt x="5335" y="2620"/>
                </a:lnTo>
                <a:lnTo>
                  <a:pt x="5216" y="2596"/>
                </a:lnTo>
                <a:close/>
                <a:moveTo>
                  <a:pt x="5216" y="655"/>
                </a:moveTo>
                <a:lnTo>
                  <a:pt x="5680" y="667"/>
                </a:lnTo>
                <a:lnTo>
                  <a:pt x="6561" y="846"/>
                </a:lnTo>
                <a:lnTo>
                  <a:pt x="7383" y="1191"/>
                </a:lnTo>
                <a:lnTo>
                  <a:pt x="8109" y="1691"/>
                </a:lnTo>
                <a:lnTo>
                  <a:pt x="8728" y="2311"/>
                </a:lnTo>
                <a:lnTo>
                  <a:pt x="9216" y="3037"/>
                </a:lnTo>
                <a:lnTo>
                  <a:pt x="9573" y="3846"/>
                </a:lnTo>
                <a:lnTo>
                  <a:pt x="9752" y="4740"/>
                </a:lnTo>
                <a:lnTo>
                  <a:pt x="9764" y="5204"/>
                </a:lnTo>
                <a:lnTo>
                  <a:pt x="9752" y="5680"/>
                </a:lnTo>
                <a:lnTo>
                  <a:pt x="9573" y="6561"/>
                </a:lnTo>
                <a:lnTo>
                  <a:pt x="9216" y="7383"/>
                </a:lnTo>
                <a:lnTo>
                  <a:pt x="8728" y="8109"/>
                </a:lnTo>
                <a:lnTo>
                  <a:pt x="8109" y="8728"/>
                </a:lnTo>
                <a:lnTo>
                  <a:pt x="7383" y="9216"/>
                </a:lnTo>
                <a:lnTo>
                  <a:pt x="6561" y="9562"/>
                </a:lnTo>
                <a:lnTo>
                  <a:pt x="5680" y="9752"/>
                </a:lnTo>
                <a:lnTo>
                  <a:pt x="5216" y="9764"/>
                </a:lnTo>
                <a:lnTo>
                  <a:pt x="4739" y="9752"/>
                </a:lnTo>
                <a:lnTo>
                  <a:pt x="3858" y="9562"/>
                </a:lnTo>
                <a:lnTo>
                  <a:pt x="3037" y="9216"/>
                </a:lnTo>
                <a:lnTo>
                  <a:pt x="2310" y="8728"/>
                </a:lnTo>
                <a:lnTo>
                  <a:pt x="1691" y="8109"/>
                </a:lnTo>
                <a:lnTo>
                  <a:pt x="1203" y="7383"/>
                </a:lnTo>
                <a:lnTo>
                  <a:pt x="846" y="6561"/>
                </a:lnTo>
                <a:lnTo>
                  <a:pt x="667" y="5680"/>
                </a:lnTo>
                <a:lnTo>
                  <a:pt x="655" y="5204"/>
                </a:lnTo>
                <a:lnTo>
                  <a:pt x="667" y="4740"/>
                </a:lnTo>
                <a:lnTo>
                  <a:pt x="846" y="3846"/>
                </a:lnTo>
                <a:lnTo>
                  <a:pt x="1203" y="3037"/>
                </a:lnTo>
                <a:lnTo>
                  <a:pt x="1691" y="2311"/>
                </a:lnTo>
                <a:lnTo>
                  <a:pt x="2310" y="1691"/>
                </a:lnTo>
                <a:lnTo>
                  <a:pt x="3037" y="1191"/>
                </a:lnTo>
                <a:lnTo>
                  <a:pt x="3858" y="846"/>
                </a:lnTo>
                <a:lnTo>
                  <a:pt x="4739" y="667"/>
                </a:lnTo>
                <a:lnTo>
                  <a:pt x="5216" y="655"/>
                </a:lnTo>
                <a:close/>
                <a:moveTo>
                  <a:pt x="5216" y="1"/>
                </a:moveTo>
                <a:lnTo>
                  <a:pt x="4680" y="13"/>
                </a:lnTo>
                <a:lnTo>
                  <a:pt x="3656" y="227"/>
                </a:lnTo>
                <a:lnTo>
                  <a:pt x="2727" y="620"/>
                </a:lnTo>
                <a:lnTo>
                  <a:pt x="1894" y="1179"/>
                </a:lnTo>
                <a:lnTo>
                  <a:pt x="1179" y="1894"/>
                </a:lnTo>
                <a:lnTo>
                  <a:pt x="620" y="2715"/>
                </a:lnTo>
                <a:lnTo>
                  <a:pt x="227" y="3656"/>
                </a:lnTo>
                <a:lnTo>
                  <a:pt x="24" y="4668"/>
                </a:lnTo>
                <a:lnTo>
                  <a:pt x="0" y="5204"/>
                </a:lnTo>
                <a:lnTo>
                  <a:pt x="24" y="5740"/>
                </a:lnTo>
                <a:lnTo>
                  <a:pt x="227" y="6764"/>
                </a:lnTo>
                <a:lnTo>
                  <a:pt x="620" y="7692"/>
                </a:lnTo>
                <a:lnTo>
                  <a:pt x="1179" y="8526"/>
                </a:lnTo>
                <a:lnTo>
                  <a:pt x="1894" y="9228"/>
                </a:lnTo>
                <a:lnTo>
                  <a:pt x="2727" y="9800"/>
                </a:lnTo>
                <a:lnTo>
                  <a:pt x="3656" y="10193"/>
                </a:lnTo>
                <a:lnTo>
                  <a:pt x="4680" y="10395"/>
                </a:lnTo>
                <a:lnTo>
                  <a:pt x="5216" y="10419"/>
                </a:lnTo>
                <a:lnTo>
                  <a:pt x="5739" y="10395"/>
                </a:lnTo>
                <a:lnTo>
                  <a:pt x="6763" y="10193"/>
                </a:lnTo>
                <a:lnTo>
                  <a:pt x="7692" y="9800"/>
                </a:lnTo>
                <a:lnTo>
                  <a:pt x="8526" y="9228"/>
                </a:lnTo>
                <a:lnTo>
                  <a:pt x="9240" y="8526"/>
                </a:lnTo>
                <a:lnTo>
                  <a:pt x="9800" y="7692"/>
                </a:lnTo>
                <a:lnTo>
                  <a:pt x="10193" y="6764"/>
                </a:lnTo>
                <a:lnTo>
                  <a:pt x="10395" y="5740"/>
                </a:lnTo>
                <a:lnTo>
                  <a:pt x="10419" y="5204"/>
                </a:lnTo>
                <a:lnTo>
                  <a:pt x="10395" y="4668"/>
                </a:lnTo>
                <a:lnTo>
                  <a:pt x="10193" y="3656"/>
                </a:lnTo>
                <a:lnTo>
                  <a:pt x="9800" y="2715"/>
                </a:lnTo>
                <a:lnTo>
                  <a:pt x="9240" y="1894"/>
                </a:lnTo>
                <a:lnTo>
                  <a:pt x="8526" y="1179"/>
                </a:lnTo>
                <a:lnTo>
                  <a:pt x="7692" y="620"/>
                </a:lnTo>
                <a:lnTo>
                  <a:pt x="6763" y="227"/>
                </a:lnTo>
                <a:lnTo>
                  <a:pt x="5739" y="13"/>
                </a:lnTo>
                <a:lnTo>
                  <a:pt x="521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6" name="Google Shape;2956;p173"/>
          <p:cNvSpPr/>
          <p:nvPr/>
        </p:nvSpPr>
        <p:spPr>
          <a:xfrm>
            <a:off x="10909159" y="3113164"/>
            <a:ext cx="565726" cy="565780"/>
          </a:xfrm>
          <a:custGeom>
            <a:rect b="b" l="l" r="r" t="t"/>
            <a:pathLst>
              <a:path extrusionOk="0" h="10420" w="10419">
                <a:moveTo>
                  <a:pt x="5203" y="2608"/>
                </a:moveTo>
                <a:lnTo>
                  <a:pt x="5084" y="2620"/>
                </a:lnTo>
                <a:lnTo>
                  <a:pt x="4977" y="2703"/>
                </a:lnTo>
                <a:lnTo>
                  <a:pt x="3024" y="4656"/>
                </a:lnTo>
                <a:lnTo>
                  <a:pt x="2941" y="4751"/>
                </a:lnTo>
                <a:lnTo>
                  <a:pt x="2941" y="5001"/>
                </a:lnTo>
                <a:lnTo>
                  <a:pt x="3024" y="5109"/>
                </a:lnTo>
                <a:lnTo>
                  <a:pt x="3132" y="5192"/>
                </a:lnTo>
                <a:lnTo>
                  <a:pt x="3382" y="5192"/>
                </a:lnTo>
                <a:lnTo>
                  <a:pt x="3477" y="5109"/>
                </a:lnTo>
                <a:lnTo>
                  <a:pt x="4882" y="3716"/>
                </a:lnTo>
                <a:lnTo>
                  <a:pt x="4882" y="7490"/>
                </a:lnTo>
                <a:lnTo>
                  <a:pt x="4894" y="7621"/>
                </a:lnTo>
                <a:lnTo>
                  <a:pt x="5072" y="7788"/>
                </a:lnTo>
                <a:lnTo>
                  <a:pt x="5203" y="7811"/>
                </a:lnTo>
                <a:lnTo>
                  <a:pt x="5334" y="7788"/>
                </a:lnTo>
                <a:lnTo>
                  <a:pt x="5513" y="7621"/>
                </a:lnTo>
                <a:lnTo>
                  <a:pt x="5537" y="7490"/>
                </a:lnTo>
                <a:lnTo>
                  <a:pt x="5537" y="3716"/>
                </a:lnTo>
                <a:lnTo>
                  <a:pt x="6930" y="5109"/>
                </a:lnTo>
                <a:lnTo>
                  <a:pt x="7037" y="5192"/>
                </a:lnTo>
                <a:lnTo>
                  <a:pt x="7287" y="5192"/>
                </a:lnTo>
                <a:lnTo>
                  <a:pt x="7394" y="5109"/>
                </a:lnTo>
                <a:lnTo>
                  <a:pt x="7466" y="5001"/>
                </a:lnTo>
                <a:lnTo>
                  <a:pt x="7466" y="4751"/>
                </a:lnTo>
                <a:lnTo>
                  <a:pt x="7394" y="4656"/>
                </a:lnTo>
                <a:lnTo>
                  <a:pt x="7382" y="4656"/>
                </a:lnTo>
                <a:lnTo>
                  <a:pt x="5430" y="2703"/>
                </a:lnTo>
                <a:lnTo>
                  <a:pt x="5334" y="2620"/>
                </a:lnTo>
                <a:lnTo>
                  <a:pt x="5203" y="2608"/>
                </a:lnTo>
                <a:close/>
                <a:moveTo>
                  <a:pt x="5203" y="655"/>
                </a:moveTo>
                <a:lnTo>
                  <a:pt x="5680" y="667"/>
                </a:lnTo>
                <a:lnTo>
                  <a:pt x="6561" y="846"/>
                </a:lnTo>
                <a:lnTo>
                  <a:pt x="7382" y="1191"/>
                </a:lnTo>
                <a:lnTo>
                  <a:pt x="8109" y="1691"/>
                </a:lnTo>
                <a:lnTo>
                  <a:pt x="8728" y="2311"/>
                </a:lnTo>
                <a:lnTo>
                  <a:pt x="9216" y="3037"/>
                </a:lnTo>
                <a:lnTo>
                  <a:pt x="9561" y="3846"/>
                </a:lnTo>
                <a:lnTo>
                  <a:pt x="9752" y="4740"/>
                </a:lnTo>
                <a:lnTo>
                  <a:pt x="9764" y="5204"/>
                </a:lnTo>
                <a:lnTo>
                  <a:pt x="9752" y="5680"/>
                </a:lnTo>
                <a:lnTo>
                  <a:pt x="9561" y="6561"/>
                </a:lnTo>
                <a:lnTo>
                  <a:pt x="9216" y="7383"/>
                </a:lnTo>
                <a:lnTo>
                  <a:pt x="8728" y="8109"/>
                </a:lnTo>
                <a:lnTo>
                  <a:pt x="8109" y="8728"/>
                </a:lnTo>
                <a:lnTo>
                  <a:pt x="7382" y="9216"/>
                </a:lnTo>
                <a:lnTo>
                  <a:pt x="6561" y="9562"/>
                </a:lnTo>
                <a:lnTo>
                  <a:pt x="5680" y="9752"/>
                </a:lnTo>
                <a:lnTo>
                  <a:pt x="5203" y="9764"/>
                </a:lnTo>
                <a:lnTo>
                  <a:pt x="4739" y="9752"/>
                </a:lnTo>
                <a:lnTo>
                  <a:pt x="3846" y="9562"/>
                </a:lnTo>
                <a:lnTo>
                  <a:pt x="3036" y="9216"/>
                </a:lnTo>
                <a:lnTo>
                  <a:pt x="2310" y="8728"/>
                </a:lnTo>
                <a:lnTo>
                  <a:pt x="1691" y="8109"/>
                </a:lnTo>
                <a:lnTo>
                  <a:pt x="1191" y="7383"/>
                </a:lnTo>
                <a:lnTo>
                  <a:pt x="845" y="6561"/>
                </a:lnTo>
                <a:lnTo>
                  <a:pt x="667" y="5680"/>
                </a:lnTo>
                <a:lnTo>
                  <a:pt x="655" y="5204"/>
                </a:lnTo>
                <a:lnTo>
                  <a:pt x="667" y="4740"/>
                </a:lnTo>
                <a:lnTo>
                  <a:pt x="845" y="3846"/>
                </a:lnTo>
                <a:lnTo>
                  <a:pt x="1191" y="3037"/>
                </a:lnTo>
                <a:lnTo>
                  <a:pt x="1691" y="2311"/>
                </a:lnTo>
                <a:lnTo>
                  <a:pt x="2310" y="1691"/>
                </a:lnTo>
                <a:lnTo>
                  <a:pt x="3036" y="1191"/>
                </a:lnTo>
                <a:lnTo>
                  <a:pt x="3846" y="846"/>
                </a:lnTo>
                <a:lnTo>
                  <a:pt x="4739" y="667"/>
                </a:lnTo>
                <a:lnTo>
                  <a:pt x="5203" y="655"/>
                </a:lnTo>
                <a:close/>
                <a:moveTo>
                  <a:pt x="5203" y="1"/>
                </a:moveTo>
                <a:lnTo>
                  <a:pt x="4667" y="13"/>
                </a:lnTo>
                <a:lnTo>
                  <a:pt x="3655" y="227"/>
                </a:lnTo>
                <a:lnTo>
                  <a:pt x="2715" y="620"/>
                </a:lnTo>
                <a:lnTo>
                  <a:pt x="1893" y="1179"/>
                </a:lnTo>
                <a:lnTo>
                  <a:pt x="1179" y="1894"/>
                </a:lnTo>
                <a:lnTo>
                  <a:pt x="619" y="2715"/>
                </a:lnTo>
                <a:lnTo>
                  <a:pt x="226" y="3656"/>
                </a:lnTo>
                <a:lnTo>
                  <a:pt x="12" y="4668"/>
                </a:lnTo>
                <a:lnTo>
                  <a:pt x="0" y="5204"/>
                </a:lnTo>
                <a:lnTo>
                  <a:pt x="12" y="5740"/>
                </a:lnTo>
                <a:lnTo>
                  <a:pt x="226" y="6764"/>
                </a:lnTo>
                <a:lnTo>
                  <a:pt x="619" y="7692"/>
                </a:lnTo>
                <a:lnTo>
                  <a:pt x="1179" y="8526"/>
                </a:lnTo>
                <a:lnTo>
                  <a:pt x="1893" y="9228"/>
                </a:lnTo>
                <a:lnTo>
                  <a:pt x="2715" y="9800"/>
                </a:lnTo>
                <a:lnTo>
                  <a:pt x="3655" y="10193"/>
                </a:lnTo>
                <a:lnTo>
                  <a:pt x="4667" y="10395"/>
                </a:lnTo>
                <a:lnTo>
                  <a:pt x="5203" y="10419"/>
                </a:lnTo>
                <a:lnTo>
                  <a:pt x="5739" y="10395"/>
                </a:lnTo>
                <a:lnTo>
                  <a:pt x="6763" y="10193"/>
                </a:lnTo>
                <a:lnTo>
                  <a:pt x="7692" y="9800"/>
                </a:lnTo>
                <a:lnTo>
                  <a:pt x="8525" y="9228"/>
                </a:lnTo>
                <a:lnTo>
                  <a:pt x="9228" y="8526"/>
                </a:lnTo>
                <a:lnTo>
                  <a:pt x="9799" y="7692"/>
                </a:lnTo>
                <a:lnTo>
                  <a:pt x="10192" y="6764"/>
                </a:lnTo>
                <a:lnTo>
                  <a:pt x="10395" y="5740"/>
                </a:lnTo>
                <a:lnTo>
                  <a:pt x="10418" y="5204"/>
                </a:lnTo>
                <a:lnTo>
                  <a:pt x="10395" y="4668"/>
                </a:lnTo>
                <a:lnTo>
                  <a:pt x="10192" y="3656"/>
                </a:lnTo>
                <a:lnTo>
                  <a:pt x="9799" y="2715"/>
                </a:lnTo>
                <a:lnTo>
                  <a:pt x="9228" y="1894"/>
                </a:lnTo>
                <a:lnTo>
                  <a:pt x="8525" y="1179"/>
                </a:lnTo>
                <a:lnTo>
                  <a:pt x="7692" y="620"/>
                </a:lnTo>
                <a:lnTo>
                  <a:pt x="6763" y="227"/>
                </a:lnTo>
                <a:lnTo>
                  <a:pt x="5739" y="13"/>
                </a:lnTo>
                <a:lnTo>
                  <a:pt x="5203"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7" name="Google Shape;2957;p173"/>
          <p:cNvSpPr/>
          <p:nvPr/>
        </p:nvSpPr>
        <p:spPr>
          <a:xfrm>
            <a:off x="11993327" y="3113164"/>
            <a:ext cx="565780" cy="565780"/>
          </a:xfrm>
          <a:custGeom>
            <a:rect b="b" l="l" r="r" t="t"/>
            <a:pathLst>
              <a:path extrusionOk="0" h="10420" w="10420">
                <a:moveTo>
                  <a:pt x="6835" y="3251"/>
                </a:moveTo>
                <a:lnTo>
                  <a:pt x="6704" y="3263"/>
                </a:lnTo>
                <a:lnTo>
                  <a:pt x="6609" y="3346"/>
                </a:lnTo>
                <a:lnTo>
                  <a:pt x="3906" y="6049"/>
                </a:lnTo>
                <a:lnTo>
                  <a:pt x="3906" y="4228"/>
                </a:lnTo>
                <a:lnTo>
                  <a:pt x="3882" y="4097"/>
                </a:lnTo>
                <a:lnTo>
                  <a:pt x="3704" y="3918"/>
                </a:lnTo>
                <a:lnTo>
                  <a:pt x="3573" y="3906"/>
                </a:lnTo>
                <a:lnTo>
                  <a:pt x="3442" y="3918"/>
                </a:lnTo>
                <a:lnTo>
                  <a:pt x="3275" y="4097"/>
                </a:lnTo>
                <a:lnTo>
                  <a:pt x="3251" y="4228"/>
                </a:lnTo>
                <a:lnTo>
                  <a:pt x="3251" y="6823"/>
                </a:lnTo>
                <a:lnTo>
                  <a:pt x="3275" y="6954"/>
                </a:lnTo>
                <a:lnTo>
                  <a:pt x="3442" y="7133"/>
                </a:lnTo>
                <a:lnTo>
                  <a:pt x="3573" y="7157"/>
                </a:lnTo>
                <a:lnTo>
                  <a:pt x="6180" y="7157"/>
                </a:lnTo>
                <a:lnTo>
                  <a:pt x="6311" y="7145"/>
                </a:lnTo>
                <a:lnTo>
                  <a:pt x="6478" y="6966"/>
                </a:lnTo>
                <a:lnTo>
                  <a:pt x="6502" y="6835"/>
                </a:lnTo>
                <a:lnTo>
                  <a:pt x="6490" y="6704"/>
                </a:lnTo>
                <a:lnTo>
                  <a:pt x="6311" y="6526"/>
                </a:lnTo>
                <a:lnTo>
                  <a:pt x="6180" y="6514"/>
                </a:lnTo>
                <a:lnTo>
                  <a:pt x="4370" y="6502"/>
                </a:lnTo>
                <a:lnTo>
                  <a:pt x="7061" y="3811"/>
                </a:lnTo>
                <a:lnTo>
                  <a:pt x="7145" y="3704"/>
                </a:lnTo>
                <a:lnTo>
                  <a:pt x="7145" y="3454"/>
                </a:lnTo>
                <a:lnTo>
                  <a:pt x="7061" y="3346"/>
                </a:lnTo>
                <a:lnTo>
                  <a:pt x="6954" y="3263"/>
                </a:lnTo>
                <a:lnTo>
                  <a:pt x="6835" y="3251"/>
                </a:lnTo>
                <a:close/>
                <a:moveTo>
                  <a:pt x="5204" y="655"/>
                </a:moveTo>
                <a:lnTo>
                  <a:pt x="5668" y="667"/>
                </a:lnTo>
                <a:lnTo>
                  <a:pt x="6561" y="846"/>
                </a:lnTo>
                <a:lnTo>
                  <a:pt x="7383" y="1191"/>
                </a:lnTo>
                <a:lnTo>
                  <a:pt x="8109" y="1691"/>
                </a:lnTo>
                <a:lnTo>
                  <a:pt x="8728" y="2311"/>
                </a:lnTo>
                <a:lnTo>
                  <a:pt x="9216" y="3037"/>
                </a:lnTo>
                <a:lnTo>
                  <a:pt x="9562" y="3846"/>
                </a:lnTo>
                <a:lnTo>
                  <a:pt x="9740" y="4740"/>
                </a:lnTo>
                <a:lnTo>
                  <a:pt x="9764" y="5204"/>
                </a:lnTo>
                <a:lnTo>
                  <a:pt x="9740" y="5680"/>
                </a:lnTo>
                <a:lnTo>
                  <a:pt x="9562" y="6561"/>
                </a:lnTo>
                <a:lnTo>
                  <a:pt x="9216" y="7383"/>
                </a:lnTo>
                <a:lnTo>
                  <a:pt x="8728" y="8109"/>
                </a:lnTo>
                <a:lnTo>
                  <a:pt x="8109" y="8728"/>
                </a:lnTo>
                <a:lnTo>
                  <a:pt x="7383" y="9216"/>
                </a:lnTo>
                <a:lnTo>
                  <a:pt x="6561" y="9562"/>
                </a:lnTo>
                <a:lnTo>
                  <a:pt x="5668" y="9752"/>
                </a:lnTo>
                <a:lnTo>
                  <a:pt x="5204" y="9764"/>
                </a:lnTo>
                <a:lnTo>
                  <a:pt x="4740" y="9752"/>
                </a:lnTo>
                <a:lnTo>
                  <a:pt x="3847" y="9562"/>
                </a:lnTo>
                <a:lnTo>
                  <a:pt x="3025" y="9216"/>
                </a:lnTo>
                <a:lnTo>
                  <a:pt x="2299" y="8728"/>
                </a:lnTo>
                <a:lnTo>
                  <a:pt x="1679" y="8109"/>
                </a:lnTo>
                <a:lnTo>
                  <a:pt x="1191" y="7383"/>
                </a:lnTo>
                <a:lnTo>
                  <a:pt x="846" y="6561"/>
                </a:lnTo>
                <a:lnTo>
                  <a:pt x="667" y="5680"/>
                </a:lnTo>
                <a:lnTo>
                  <a:pt x="644" y="5204"/>
                </a:lnTo>
                <a:lnTo>
                  <a:pt x="667" y="4740"/>
                </a:lnTo>
                <a:lnTo>
                  <a:pt x="846" y="3846"/>
                </a:lnTo>
                <a:lnTo>
                  <a:pt x="1191" y="3037"/>
                </a:lnTo>
                <a:lnTo>
                  <a:pt x="1679" y="2311"/>
                </a:lnTo>
                <a:lnTo>
                  <a:pt x="2299" y="1691"/>
                </a:lnTo>
                <a:lnTo>
                  <a:pt x="3025" y="1191"/>
                </a:lnTo>
                <a:lnTo>
                  <a:pt x="3847" y="846"/>
                </a:lnTo>
                <a:lnTo>
                  <a:pt x="4740" y="667"/>
                </a:lnTo>
                <a:lnTo>
                  <a:pt x="5204" y="655"/>
                </a:lnTo>
                <a:close/>
                <a:moveTo>
                  <a:pt x="5204" y="1"/>
                </a:moveTo>
                <a:lnTo>
                  <a:pt x="4668" y="13"/>
                </a:lnTo>
                <a:lnTo>
                  <a:pt x="3656" y="227"/>
                </a:lnTo>
                <a:lnTo>
                  <a:pt x="2715" y="620"/>
                </a:lnTo>
                <a:lnTo>
                  <a:pt x="1882" y="1179"/>
                </a:lnTo>
                <a:lnTo>
                  <a:pt x="1179" y="1894"/>
                </a:lnTo>
                <a:lnTo>
                  <a:pt x="620" y="2715"/>
                </a:lnTo>
                <a:lnTo>
                  <a:pt x="227" y="3656"/>
                </a:lnTo>
                <a:lnTo>
                  <a:pt x="13" y="4668"/>
                </a:lnTo>
                <a:lnTo>
                  <a:pt x="1" y="5204"/>
                </a:lnTo>
                <a:lnTo>
                  <a:pt x="13" y="5740"/>
                </a:lnTo>
                <a:lnTo>
                  <a:pt x="227" y="6764"/>
                </a:lnTo>
                <a:lnTo>
                  <a:pt x="620" y="7692"/>
                </a:lnTo>
                <a:lnTo>
                  <a:pt x="1179" y="8526"/>
                </a:lnTo>
                <a:lnTo>
                  <a:pt x="1882" y="9228"/>
                </a:lnTo>
                <a:lnTo>
                  <a:pt x="2715" y="9800"/>
                </a:lnTo>
                <a:lnTo>
                  <a:pt x="3656" y="10193"/>
                </a:lnTo>
                <a:lnTo>
                  <a:pt x="4668" y="10395"/>
                </a:lnTo>
                <a:lnTo>
                  <a:pt x="5204" y="10419"/>
                </a:lnTo>
                <a:lnTo>
                  <a:pt x="5740" y="10395"/>
                </a:lnTo>
                <a:lnTo>
                  <a:pt x="6752" y="10193"/>
                </a:lnTo>
                <a:lnTo>
                  <a:pt x="7692" y="9800"/>
                </a:lnTo>
                <a:lnTo>
                  <a:pt x="8526" y="9228"/>
                </a:lnTo>
                <a:lnTo>
                  <a:pt x="9228" y="8526"/>
                </a:lnTo>
                <a:lnTo>
                  <a:pt x="9788" y="7692"/>
                </a:lnTo>
                <a:lnTo>
                  <a:pt x="10181" y="6764"/>
                </a:lnTo>
                <a:lnTo>
                  <a:pt x="10395" y="5740"/>
                </a:lnTo>
                <a:lnTo>
                  <a:pt x="10419" y="5204"/>
                </a:lnTo>
                <a:lnTo>
                  <a:pt x="10395" y="4668"/>
                </a:lnTo>
                <a:lnTo>
                  <a:pt x="10181" y="3656"/>
                </a:lnTo>
                <a:lnTo>
                  <a:pt x="9788" y="2715"/>
                </a:lnTo>
                <a:lnTo>
                  <a:pt x="9228" y="1894"/>
                </a:lnTo>
                <a:lnTo>
                  <a:pt x="8526" y="1179"/>
                </a:lnTo>
                <a:lnTo>
                  <a:pt x="7692" y="620"/>
                </a:lnTo>
                <a:lnTo>
                  <a:pt x="6752" y="227"/>
                </a:lnTo>
                <a:lnTo>
                  <a:pt x="5740" y="13"/>
                </a:lnTo>
                <a:lnTo>
                  <a:pt x="5204"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8" name="Google Shape;2958;p173"/>
          <p:cNvSpPr/>
          <p:nvPr/>
        </p:nvSpPr>
        <p:spPr>
          <a:xfrm>
            <a:off x="13076897" y="3113164"/>
            <a:ext cx="565726" cy="565780"/>
          </a:xfrm>
          <a:custGeom>
            <a:rect b="b" l="l" r="r" t="t"/>
            <a:pathLst>
              <a:path extrusionOk="0" h="10420" w="10419">
                <a:moveTo>
                  <a:pt x="3584" y="3251"/>
                </a:moveTo>
                <a:lnTo>
                  <a:pt x="3453" y="3275"/>
                </a:lnTo>
                <a:lnTo>
                  <a:pt x="3346" y="3346"/>
                </a:lnTo>
                <a:lnTo>
                  <a:pt x="3275" y="3454"/>
                </a:lnTo>
                <a:lnTo>
                  <a:pt x="3275" y="3704"/>
                </a:lnTo>
                <a:lnTo>
                  <a:pt x="3346" y="3811"/>
                </a:lnTo>
                <a:lnTo>
                  <a:pt x="6049" y="6502"/>
                </a:lnTo>
                <a:lnTo>
                  <a:pt x="4215" y="6514"/>
                </a:lnTo>
                <a:lnTo>
                  <a:pt x="4096" y="6526"/>
                </a:lnTo>
                <a:lnTo>
                  <a:pt x="3918" y="6704"/>
                </a:lnTo>
                <a:lnTo>
                  <a:pt x="3906" y="6835"/>
                </a:lnTo>
                <a:lnTo>
                  <a:pt x="3930" y="6966"/>
                </a:lnTo>
                <a:lnTo>
                  <a:pt x="4108" y="7145"/>
                </a:lnTo>
                <a:lnTo>
                  <a:pt x="4239" y="7157"/>
                </a:lnTo>
                <a:lnTo>
                  <a:pt x="6835" y="7157"/>
                </a:lnTo>
                <a:lnTo>
                  <a:pt x="6966" y="7133"/>
                </a:lnTo>
                <a:lnTo>
                  <a:pt x="7144" y="6954"/>
                </a:lnTo>
                <a:lnTo>
                  <a:pt x="7168" y="6823"/>
                </a:lnTo>
                <a:lnTo>
                  <a:pt x="7168" y="4228"/>
                </a:lnTo>
                <a:lnTo>
                  <a:pt x="7144" y="4097"/>
                </a:lnTo>
                <a:lnTo>
                  <a:pt x="6966" y="3918"/>
                </a:lnTo>
                <a:lnTo>
                  <a:pt x="6835" y="3906"/>
                </a:lnTo>
                <a:lnTo>
                  <a:pt x="6704" y="3918"/>
                </a:lnTo>
                <a:lnTo>
                  <a:pt x="6525" y="4097"/>
                </a:lnTo>
                <a:lnTo>
                  <a:pt x="6513" y="4228"/>
                </a:lnTo>
                <a:lnTo>
                  <a:pt x="6513" y="6049"/>
                </a:lnTo>
                <a:lnTo>
                  <a:pt x="3811" y="3346"/>
                </a:lnTo>
                <a:lnTo>
                  <a:pt x="3703" y="3275"/>
                </a:lnTo>
                <a:lnTo>
                  <a:pt x="3584" y="3251"/>
                </a:lnTo>
                <a:close/>
                <a:moveTo>
                  <a:pt x="5216" y="655"/>
                </a:moveTo>
                <a:lnTo>
                  <a:pt x="5680" y="667"/>
                </a:lnTo>
                <a:lnTo>
                  <a:pt x="6573" y="846"/>
                </a:lnTo>
                <a:lnTo>
                  <a:pt x="7383" y="1191"/>
                </a:lnTo>
                <a:lnTo>
                  <a:pt x="8109" y="1691"/>
                </a:lnTo>
                <a:lnTo>
                  <a:pt x="8728" y="2311"/>
                </a:lnTo>
                <a:lnTo>
                  <a:pt x="9228" y="3037"/>
                </a:lnTo>
                <a:lnTo>
                  <a:pt x="9573" y="3846"/>
                </a:lnTo>
                <a:lnTo>
                  <a:pt x="9752" y="4740"/>
                </a:lnTo>
                <a:lnTo>
                  <a:pt x="9776" y="5204"/>
                </a:lnTo>
                <a:lnTo>
                  <a:pt x="9752" y="5680"/>
                </a:lnTo>
                <a:lnTo>
                  <a:pt x="9573" y="6561"/>
                </a:lnTo>
                <a:lnTo>
                  <a:pt x="9228" y="7383"/>
                </a:lnTo>
                <a:lnTo>
                  <a:pt x="8728" y="8109"/>
                </a:lnTo>
                <a:lnTo>
                  <a:pt x="8109" y="8728"/>
                </a:lnTo>
                <a:lnTo>
                  <a:pt x="7383" y="9216"/>
                </a:lnTo>
                <a:lnTo>
                  <a:pt x="6573" y="9562"/>
                </a:lnTo>
                <a:lnTo>
                  <a:pt x="5680" y="9752"/>
                </a:lnTo>
                <a:lnTo>
                  <a:pt x="5216" y="9764"/>
                </a:lnTo>
                <a:lnTo>
                  <a:pt x="4739" y="9752"/>
                </a:lnTo>
                <a:lnTo>
                  <a:pt x="3858" y="9562"/>
                </a:lnTo>
                <a:lnTo>
                  <a:pt x="3037" y="9216"/>
                </a:lnTo>
                <a:lnTo>
                  <a:pt x="2310" y="8728"/>
                </a:lnTo>
                <a:lnTo>
                  <a:pt x="1691" y="8109"/>
                </a:lnTo>
                <a:lnTo>
                  <a:pt x="1203" y="7383"/>
                </a:lnTo>
                <a:lnTo>
                  <a:pt x="858" y="6561"/>
                </a:lnTo>
                <a:lnTo>
                  <a:pt x="667" y="5680"/>
                </a:lnTo>
                <a:lnTo>
                  <a:pt x="655" y="5204"/>
                </a:lnTo>
                <a:lnTo>
                  <a:pt x="667" y="4740"/>
                </a:lnTo>
                <a:lnTo>
                  <a:pt x="858" y="3846"/>
                </a:lnTo>
                <a:lnTo>
                  <a:pt x="1203" y="3037"/>
                </a:lnTo>
                <a:lnTo>
                  <a:pt x="1691" y="2311"/>
                </a:lnTo>
                <a:lnTo>
                  <a:pt x="2310" y="1691"/>
                </a:lnTo>
                <a:lnTo>
                  <a:pt x="3037" y="1191"/>
                </a:lnTo>
                <a:lnTo>
                  <a:pt x="3858" y="846"/>
                </a:lnTo>
                <a:lnTo>
                  <a:pt x="4739" y="667"/>
                </a:lnTo>
                <a:lnTo>
                  <a:pt x="5216" y="655"/>
                </a:lnTo>
                <a:close/>
                <a:moveTo>
                  <a:pt x="5216" y="1"/>
                </a:moveTo>
                <a:lnTo>
                  <a:pt x="4680" y="13"/>
                </a:lnTo>
                <a:lnTo>
                  <a:pt x="3656" y="227"/>
                </a:lnTo>
                <a:lnTo>
                  <a:pt x="2727" y="620"/>
                </a:lnTo>
                <a:lnTo>
                  <a:pt x="1894" y="1179"/>
                </a:lnTo>
                <a:lnTo>
                  <a:pt x="1191" y="1894"/>
                </a:lnTo>
                <a:lnTo>
                  <a:pt x="619" y="2715"/>
                </a:lnTo>
                <a:lnTo>
                  <a:pt x="227" y="3656"/>
                </a:lnTo>
                <a:lnTo>
                  <a:pt x="24" y="4668"/>
                </a:lnTo>
                <a:lnTo>
                  <a:pt x="0" y="5204"/>
                </a:lnTo>
                <a:lnTo>
                  <a:pt x="24" y="5740"/>
                </a:lnTo>
                <a:lnTo>
                  <a:pt x="227" y="6764"/>
                </a:lnTo>
                <a:lnTo>
                  <a:pt x="619" y="7692"/>
                </a:lnTo>
                <a:lnTo>
                  <a:pt x="1191" y="8526"/>
                </a:lnTo>
                <a:lnTo>
                  <a:pt x="1894" y="9228"/>
                </a:lnTo>
                <a:lnTo>
                  <a:pt x="2727" y="9800"/>
                </a:lnTo>
                <a:lnTo>
                  <a:pt x="3656" y="10193"/>
                </a:lnTo>
                <a:lnTo>
                  <a:pt x="4680" y="10395"/>
                </a:lnTo>
                <a:lnTo>
                  <a:pt x="5216" y="10419"/>
                </a:lnTo>
                <a:lnTo>
                  <a:pt x="5751" y="10395"/>
                </a:lnTo>
                <a:lnTo>
                  <a:pt x="6763" y="10193"/>
                </a:lnTo>
                <a:lnTo>
                  <a:pt x="7704" y="9800"/>
                </a:lnTo>
                <a:lnTo>
                  <a:pt x="8526" y="9228"/>
                </a:lnTo>
                <a:lnTo>
                  <a:pt x="9240" y="8526"/>
                </a:lnTo>
                <a:lnTo>
                  <a:pt x="9800" y="7692"/>
                </a:lnTo>
                <a:lnTo>
                  <a:pt x="10193" y="6764"/>
                </a:lnTo>
                <a:lnTo>
                  <a:pt x="10407" y="5740"/>
                </a:lnTo>
                <a:lnTo>
                  <a:pt x="10419" y="5204"/>
                </a:lnTo>
                <a:lnTo>
                  <a:pt x="10407" y="4668"/>
                </a:lnTo>
                <a:lnTo>
                  <a:pt x="10193" y="3656"/>
                </a:lnTo>
                <a:lnTo>
                  <a:pt x="9800" y="2715"/>
                </a:lnTo>
                <a:lnTo>
                  <a:pt x="9240" y="1894"/>
                </a:lnTo>
                <a:lnTo>
                  <a:pt x="8526" y="1179"/>
                </a:lnTo>
                <a:lnTo>
                  <a:pt x="7704" y="620"/>
                </a:lnTo>
                <a:lnTo>
                  <a:pt x="6763" y="227"/>
                </a:lnTo>
                <a:lnTo>
                  <a:pt x="5751" y="13"/>
                </a:lnTo>
                <a:lnTo>
                  <a:pt x="521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59" name="Google Shape;2959;p173"/>
          <p:cNvSpPr/>
          <p:nvPr/>
        </p:nvSpPr>
        <p:spPr>
          <a:xfrm>
            <a:off x="14161065" y="3113164"/>
            <a:ext cx="565780" cy="565780"/>
          </a:xfrm>
          <a:custGeom>
            <a:rect b="b" l="l" r="r" t="t"/>
            <a:pathLst>
              <a:path extrusionOk="0" h="10420" w="10420">
                <a:moveTo>
                  <a:pt x="4752" y="2942"/>
                </a:moveTo>
                <a:lnTo>
                  <a:pt x="4657" y="3025"/>
                </a:lnTo>
                <a:lnTo>
                  <a:pt x="2704" y="4978"/>
                </a:lnTo>
                <a:lnTo>
                  <a:pt x="2620" y="5085"/>
                </a:lnTo>
                <a:lnTo>
                  <a:pt x="2609" y="5204"/>
                </a:lnTo>
                <a:lnTo>
                  <a:pt x="2620" y="5335"/>
                </a:lnTo>
                <a:lnTo>
                  <a:pt x="2704" y="5442"/>
                </a:lnTo>
                <a:lnTo>
                  <a:pt x="4657" y="7395"/>
                </a:lnTo>
                <a:lnTo>
                  <a:pt x="4752" y="7466"/>
                </a:lnTo>
                <a:lnTo>
                  <a:pt x="5002" y="7466"/>
                </a:lnTo>
                <a:lnTo>
                  <a:pt x="5109" y="7395"/>
                </a:lnTo>
                <a:lnTo>
                  <a:pt x="5192" y="7288"/>
                </a:lnTo>
                <a:lnTo>
                  <a:pt x="5192" y="7038"/>
                </a:lnTo>
                <a:lnTo>
                  <a:pt x="5109" y="6930"/>
                </a:lnTo>
                <a:lnTo>
                  <a:pt x="3716" y="5537"/>
                </a:lnTo>
                <a:lnTo>
                  <a:pt x="7490" y="5537"/>
                </a:lnTo>
                <a:lnTo>
                  <a:pt x="7621" y="5513"/>
                </a:lnTo>
                <a:lnTo>
                  <a:pt x="7800" y="5335"/>
                </a:lnTo>
                <a:lnTo>
                  <a:pt x="7812" y="5204"/>
                </a:lnTo>
                <a:lnTo>
                  <a:pt x="7800" y="5073"/>
                </a:lnTo>
                <a:lnTo>
                  <a:pt x="7621" y="4894"/>
                </a:lnTo>
                <a:lnTo>
                  <a:pt x="7490" y="4882"/>
                </a:lnTo>
                <a:lnTo>
                  <a:pt x="3716" y="4882"/>
                </a:lnTo>
                <a:lnTo>
                  <a:pt x="5109" y="3489"/>
                </a:lnTo>
                <a:lnTo>
                  <a:pt x="5192" y="3382"/>
                </a:lnTo>
                <a:lnTo>
                  <a:pt x="5192" y="3132"/>
                </a:lnTo>
                <a:lnTo>
                  <a:pt x="5109" y="3025"/>
                </a:lnTo>
                <a:lnTo>
                  <a:pt x="5002" y="2942"/>
                </a:lnTo>
                <a:close/>
                <a:moveTo>
                  <a:pt x="5204" y="655"/>
                </a:moveTo>
                <a:lnTo>
                  <a:pt x="5680" y="667"/>
                </a:lnTo>
                <a:lnTo>
                  <a:pt x="6562" y="846"/>
                </a:lnTo>
                <a:lnTo>
                  <a:pt x="7383" y="1191"/>
                </a:lnTo>
                <a:lnTo>
                  <a:pt x="8109" y="1691"/>
                </a:lnTo>
                <a:lnTo>
                  <a:pt x="8729" y="2311"/>
                </a:lnTo>
                <a:lnTo>
                  <a:pt x="9217" y="3037"/>
                </a:lnTo>
                <a:lnTo>
                  <a:pt x="9562" y="3846"/>
                </a:lnTo>
                <a:lnTo>
                  <a:pt x="9753" y="4740"/>
                </a:lnTo>
                <a:lnTo>
                  <a:pt x="9764" y="5204"/>
                </a:lnTo>
                <a:lnTo>
                  <a:pt x="9753" y="5680"/>
                </a:lnTo>
                <a:lnTo>
                  <a:pt x="9562" y="6561"/>
                </a:lnTo>
                <a:lnTo>
                  <a:pt x="9217" y="7383"/>
                </a:lnTo>
                <a:lnTo>
                  <a:pt x="8729" y="8109"/>
                </a:lnTo>
                <a:lnTo>
                  <a:pt x="8109" y="8728"/>
                </a:lnTo>
                <a:lnTo>
                  <a:pt x="7383" y="9216"/>
                </a:lnTo>
                <a:lnTo>
                  <a:pt x="6562" y="9562"/>
                </a:lnTo>
                <a:lnTo>
                  <a:pt x="5680" y="9752"/>
                </a:lnTo>
                <a:lnTo>
                  <a:pt x="5204" y="9764"/>
                </a:lnTo>
                <a:lnTo>
                  <a:pt x="4740" y="9752"/>
                </a:lnTo>
                <a:lnTo>
                  <a:pt x="3847" y="9562"/>
                </a:lnTo>
                <a:lnTo>
                  <a:pt x="3037" y="9216"/>
                </a:lnTo>
                <a:lnTo>
                  <a:pt x="2311" y="8728"/>
                </a:lnTo>
                <a:lnTo>
                  <a:pt x="1692" y="8109"/>
                </a:lnTo>
                <a:lnTo>
                  <a:pt x="1192" y="7383"/>
                </a:lnTo>
                <a:lnTo>
                  <a:pt x="846" y="6561"/>
                </a:lnTo>
                <a:lnTo>
                  <a:pt x="668" y="5680"/>
                </a:lnTo>
                <a:lnTo>
                  <a:pt x="656" y="5204"/>
                </a:lnTo>
                <a:lnTo>
                  <a:pt x="668" y="4740"/>
                </a:lnTo>
                <a:lnTo>
                  <a:pt x="846" y="3846"/>
                </a:lnTo>
                <a:lnTo>
                  <a:pt x="1192" y="3037"/>
                </a:lnTo>
                <a:lnTo>
                  <a:pt x="1692" y="2311"/>
                </a:lnTo>
                <a:lnTo>
                  <a:pt x="2311" y="1691"/>
                </a:lnTo>
                <a:lnTo>
                  <a:pt x="3037" y="1191"/>
                </a:lnTo>
                <a:lnTo>
                  <a:pt x="3847" y="846"/>
                </a:lnTo>
                <a:lnTo>
                  <a:pt x="4740" y="667"/>
                </a:lnTo>
                <a:lnTo>
                  <a:pt x="5204" y="655"/>
                </a:lnTo>
                <a:close/>
                <a:moveTo>
                  <a:pt x="5204" y="1"/>
                </a:moveTo>
                <a:lnTo>
                  <a:pt x="4668" y="13"/>
                </a:lnTo>
                <a:lnTo>
                  <a:pt x="3656" y="227"/>
                </a:lnTo>
                <a:lnTo>
                  <a:pt x="2716" y="620"/>
                </a:lnTo>
                <a:lnTo>
                  <a:pt x="1894" y="1179"/>
                </a:lnTo>
                <a:lnTo>
                  <a:pt x="1180" y="1894"/>
                </a:lnTo>
                <a:lnTo>
                  <a:pt x="620" y="2715"/>
                </a:lnTo>
                <a:lnTo>
                  <a:pt x="227" y="3656"/>
                </a:lnTo>
                <a:lnTo>
                  <a:pt x="13" y="4668"/>
                </a:lnTo>
                <a:lnTo>
                  <a:pt x="1" y="5204"/>
                </a:lnTo>
                <a:lnTo>
                  <a:pt x="13" y="5740"/>
                </a:lnTo>
                <a:lnTo>
                  <a:pt x="227" y="6764"/>
                </a:lnTo>
                <a:lnTo>
                  <a:pt x="620" y="7692"/>
                </a:lnTo>
                <a:lnTo>
                  <a:pt x="1180" y="8526"/>
                </a:lnTo>
                <a:lnTo>
                  <a:pt x="1894" y="9228"/>
                </a:lnTo>
                <a:lnTo>
                  <a:pt x="2716" y="9800"/>
                </a:lnTo>
                <a:lnTo>
                  <a:pt x="3656" y="10193"/>
                </a:lnTo>
                <a:lnTo>
                  <a:pt x="4668" y="10395"/>
                </a:lnTo>
                <a:lnTo>
                  <a:pt x="5204" y="10419"/>
                </a:lnTo>
                <a:lnTo>
                  <a:pt x="5740" y="10395"/>
                </a:lnTo>
                <a:lnTo>
                  <a:pt x="6764" y="10193"/>
                </a:lnTo>
                <a:lnTo>
                  <a:pt x="7693" y="9800"/>
                </a:lnTo>
                <a:lnTo>
                  <a:pt x="8526" y="9228"/>
                </a:lnTo>
                <a:lnTo>
                  <a:pt x="9229" y="8526"/>
                </a:lnTo>
                <a:lnTo>
                  <a:pt x="9800" y="7692"/>
                </a:lnTo>
                <a:lnTo>
                  <a:pt x="10193" y="6764"/>
                </a:lnTo>
                <a:lnTo>
                  <a:pt x="10396" y="5740"/>
                </a:lnTo>
                <a:lnTo>
                  <a:pt x="10419" y="5204"/>
                </a:lnTo>
                <a:lnTo>
                  <a:pt x="10396" y="4668"/>
                </a:lnTo>
                <a:lnTo>
                  <a:pt x="10193" y="3656"/>
                </a:lnTo>
                <a:lnTo>
                  <a:pt x="9800" y="2715"/>
                </a:lnTo>
                <a:lnTo>
                  <a:pt x="9229" y="1894"/>
                </a:lnTo>
                <a:lnTo>
                  <a:pt x="8526" y="1179"/>
                </a:lnTo>
                <a:lnTo>
                  <a:pt x="7693" y="620"/>
                </a:lnTo>
                <a:lnTo>
                  <a:pt x="6764" y="227"/>
                </a:lnTo>
                <a:lnTo>
                  <a:pt x="5740" y="13"/>
                </a:lnTo>
                <a:lnTo>
                  <a:pt x="5204"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0" name="Google Shape;2960;p173"/>
          <p:cNvSpPr/>
          <p:nvPr/>
        </p:nvSpPr>
        <p:spPr>
          <a:xfrm>
            <a:off x="15245288" y="3113164"/>
            <a:ext cx="565726" cy="565780"/>
          </a:xfrm>
          <a:custGeom>
            <a:rect b="b" l="l" r="r" t="t"/>
            <a:pathLst>
              <a:path extrusionOk="0" h="10420" w="10419">
                <a:moveTo>
                  <a:pt x="5406" y="2942"/>
                </a:moveTo>
                <a:lnTo>
                  <a:pt x="5299" y="3025"/>
                </a:lnTo>
                <a:lnTo>
                  <a:pt x="5216" y="3132"/>
                </a:lnTo>
                <a:lnTo>
                  <a:pt x="5216" y="3382"/>
                </a:lnTo>
                <a:lnTo>
                  <a:pt x="5299" y="3489"/>
                </a:lnTo>
                <a:lnTo>
                  <a:pt x="6704" y="4882"/>
                </a:lnTo>
                <a:lnTo>
                  <a:pt x="2930" y="4882"/>
                </a:lnTo>
                <a:lnTo>
                  <a:pt x="2799" y="4894"/>
                </a:lnTo>
                <a:lnTo>
                  <a:pt x="2620" y="5073"/>
                </a:lnTo>
                <a:lnTo>
                  <a:pt x="2596" y="5204"/>
                </a:lnTo>
                <a:lnTo>
                  <a:pt x="2620" y="5335"/>
                </a:lnTo>
                <a:lnTo>
                  <a:pt x="2799" y="5513"/>
                </a:lnTo>
                <a:lnTo>
                  <a:pt x="2930" y="5537"/>
                </a:lnTo>
                <a:lnTo>
                  <a:pt x="6704" y="5537"/>
                </a:lnTo>
                <a:lnTo>
                  <a:pt x="5299" y="6930"/>
                </a:lnTo>
                <a:lnTo>
                  <a:pt x="5216" y="7038"/>
                </a:lnTo>
                <a:lnTo>
                  <a:pt x="5216" y="7288"/>
                </a:lnTo>
                <a:lnTo>
                  <a:pt x="5299" y="7395"/>
                </a:lnTo>
                <a:lnTo>
                  <a:pt x="5406" y="7466"/>
                </a:lnTo>
                <a:lnTo>
                  <a:pt x="5656" y="7466"/>
                </a:lnTo>
                <a:lnTo>
                  <a:pt x="5763" y="7395"/>
                </a:lnTo>
                <a:lnTo>
                  <a:pt x="7716" y="5442"/>
                </a:lnTo>
                <a:lnTo>
                  <a:pt x="7788" y="5335"/>
                </a:lnTo>
                <a:lnTo>
                  <a:pt x="7811" y="5204"/>
                </a:lnTo>
                <a:lnTo>
                  <a:pt x="7788" y="5085"/>
                </a:lnTo>
                <a:lnTo>
                  <a:pt x="7716" y="4978"/>
                </a:lnTo>
                <a:lnTo>
                  <a:pt x="5763" y="3025"/>
                </a:lnTo>
                <a:lnTo>
                  <a:pt x="5656" y="2942"/>
                </a:lnTo>
                <a:close/>
                <a:moveTo>
                  <a:pt x="5204" y="655"/>
                </a:moveTo>
                <a:lnTo>
                  <a:pt x="5668" y="667"/>
                </a:lnTo>
                <a:lnTo>
                  <a:pt x="6561" y="846"/>
                </a:lnTo>
                <a:lnTo>
                  <a:pt x="7383" y="1191"/>
                </a:lnTo>
                <a:lnTo>
                  <a:pt x="8109" y="1691"/>
                </a:lnTo>
                <a:lnTo>
                  <a:pt x="8728" y="2311"/>
                </a:lnTo>
                <a:lnTo>
                  <a:pt x="9216" y="3037"/>
                </a:lnTo>
                <a:lnTo>
                  <a:pt x="9562" y="3846"/>
                </a:lnTo>
                <a:lnTo>
                  <a:pt x="9752" y="4740"/>
                </a:lnTo>
                <a:lnTo>
                  <a:pt x="9764" y="5204"/>
                </a:lnTo>
                <a:lnTo>
                  <a:pt x="9752" y="5680"/>
                </a:lnTo>
                <a:lnTo>
                  <a:pt x="9562" y="6561"/>
                </a:lnTo>
                <a:lnTo>
                  <a:pt x="9216" y="7383"/>
                </a:lnTo>
                <a:lnTo>
                  <a:pt x="8728" y="8109"/>
                </a:lnTo>
                <a:lnTo>
                  <a:pt x="8109" y="8728"/>
                </a:lnTo>
                <a:lnTo>
                  <a:pt x="7383" y="9216"/>
                </a:lnTo>
                <a:lnTo>
                  <a:pt x="6561" y="9562"/>
                </a:lnTo>
                <a:lnTo>
                  <a:pt x="5668" y="9752"/>
                </a:lnTo>
                <a:lnTo>
                  <a:pt x="5204" y="9764"/>
                </a:lnTo>
                <a:lnTo>
                  <a:pt x="4739" y="9752"/>
                </a:lnTo>
                <a:lnTo>
                  <a:pt x="3846" y="9562"/>
                </a:lnTo>
                <a:lnTo>
                  <a:pt x="3037" y="9216"/>
                </a:lnTo>
                <a:lnTo>
                  <a:pt x="2299" y="8728"/>
                </a:lnTo>
                <a:lnTo>
                  <a:pt x="1679" y="8109"/>
                </a:lnTo>
                <a:lnTo>
                  <a:pt x="1191" y="7383"/>
                </a:lnTo>
                <a:lnTo>
                  <a:pt x="846" y="6561"/>
                </a:lnTo>
                <a:lnTo>
                  <a:pt x="667" y="5680"/>
                </a:lnTo>
                <a:lnTo>
                  <a:pt x="644" y="5204"/>
                </a:lnTo>
                <a:lnTo>
                  <a:pt x="667" y="4740"/>
                </a:lnTo>
                <a:lnTo>
                  <a:pt x="846" y="3846"/>
                </a:lnTo>
                <a:lnTo>
                  <a:pt x="1191" y="3037"/>
                </a:lnTo>
                <a:lnTo>
                  <a:pt x="1679" y="2311"/>
                </a:lnTo>
                <a:lnTo>
                  <a:pt x="2299" y="1691"/>
                </a:lnTo>
                <a:lnTo>
                  <a:pt x="3037" y="1191"/>
                </a:lnTo>
                <a:lnTo>
                  <a:pt x="3846" y="846"/>
                </a:lnTo>
                <a:lnTo>
                  <a:pt x="4739" y="667"/>
                </a:lnTo>
                <a:lnTo>
                  <a:pt x="5204" y="655"/>
                </a:lnTo>
                <a:close/>
                <a:moveTo>
                  <a:pt x="5204" y="1"/>
                </a:moveTo>
                <a:lnTo>
                  <a:pt x="4668" y="13"/>
                </a:lnTo>
                <a:lnTo>
                  <a:pt x="3656" y="227"/>
                </a:lnTo>
                <a:lnTo>
                  <a:pt x="2715" y="620"/>
                </a:lnTo>
                <a:lnTo>
                  <a:pt x="1882" y="1179"/>
                </a:lnTo>
                <a:lnTo>
                  <a:pt x="1179" y="1894"/>
                </a:lnTo>
                <a:lnTo>
                  <a:pt x="620" y="2715"/>
                </a:lnTo>
                <a:lnTo>
                  <a:pt x="227" y="3656"/>
                </a:lnTo>
                <a:lnTo>
                  <a:pt x="12" y="4668"/>
                </a:lnTo>
                <a:lnTo>
                  <a:pt x="1" y="5204"/>
                </a:lnTo>
                <a:lnTo>
                  <a:pt x="12" y="5740"/>
                </a:lnTo>
                <a:lnTo>
                  <a:pt x="227" y="6764"/>
                </a:lnTo>
                <a:lnTo>
                  <a:pt x="620" y="7692"/>
                </a:lnTo>
                <a:lnTo>
                  <a:pt x="1179" y="8526"/>
                </a:lnTo>
                <a:lnTo>
                  <a:pt x="1882" y="9228"/>
                </a:lnTo>
                <a:lnTo>
                  <a:pt x="2715" y="9800"/>
                </a:lnTo>
                <a:lnTo>
                  <a:pt x="3656" y="10193"/>
                </a:lnTo>
                <a:lnTo>
                  <a:pt x="4668" y="10395"/>
                </a:lnTo>
                <a:lnTo>
                  <a:pt x="5204" y="10419"/>
                </a:lnTo>
                <a:lnTo>
                  <a:pt x="5740" y="10395"/>
                </a:lnTo>
                <a:lnTo>
                  <a:pt x="6764" y="10193"/>
                </a:lnTo>
                <a:lnTo>
                  <a:pt x="7692" y="9800"/>
                </a:lnTo>
                <a:lnTo>
                  <a:pt x="8526" y="9228"/>
                </a:lnTo>
                <a:lnTo>
                  <a:pt x="9228" y="8526"/>
                </a:lnTo>
                <a:lnTo>
                  <a:pt x="9788" y="7692"/>
                </a:lnTo>
                <a:lnTo>
                  <a:pt x="10193" y="6764"/>
                </a:lnTo>
                <a:lnTo>
                  <a:pt x="10395" y="5740"/>
                </a:lnTo>
                <a:lnTo>
                  <a:pt x="10419" y="5204"/>
                </a:lnTo>
                <a:lnTo>
                  <a:pt x="10395" y="4668"/>
                </a:lnTo>
                <a:lnTo>
                  <a:pt x="10193" y="3656"/>
                </a:lnTo>
                <a:lnTo>
                  <a:pt x="9788" y="2715"/>
                </a:lnTo>
                <a:lnTo>
                  <a:pt x="9228" y="1894"/>
                </a:lnTo>
                <a:lnTo>
                  <a:pt x="8526" y="1179"/>
                </a:lnTo>
                <a:lnTo>
                  <a:pt x="7692" y="620"/>
                </a:lnTo>
                <a:lnTo>
                  <a:pt x="6764" y="227"/>
                </a:lnTo>
                <a:lnTo>
                  <a:pt x="5740" y="13"/>
                </a:lnTo>
                <a:lnTo>
                  <a:pt x="5204"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1" name="Google Shape;2961;p173"/>
          <p:cNvSpPr/>
          <p:nvPr/>
        </p:nvSpPr>
        <p:spPr>
          <a:xfrm>
            <a:off x="8816351" y="4055305"/>
            <a:ext cx="387956" cy="405439"/>
          </a:xfrm>
          <a:custGeom>
            <a:rect b="b" l="l" r="r" t="t"/>
            <a:pathLst>
              <a:path extrusionOk="0" h="7467" w="7145">
                <a:moveTo>
                  <a:pt x="3478" y="1"/>
                </a:moveTo>
                <a:lnTo>
                  <a:pt x="3370" y="72"/>
                </a:lnTo>
                <a:lnTo>
                  <a:pt x="96" y="3001"/>
                </a:lnTo>
                <a:lnTo>
                  <a:pt x="13" y="3096"/>
                </a:lnTo>
                <a:lnTo>
                  <a:pt x="1" y="3347"/>
                </a:lnTo>
                <a:lnTo>
                  <a:pt x="72" y="3466"/>
                </a:lnTo>
                <a:lnTo>
                  <a:pt x="168" y="3549"/>
                </a:lnTo>
                <a:lnTo>
                  <a:pt x="418" y="3561"/>
                </a:lnTo>
                <a:lnTo>
                  <a:pt x="537" y="3489"/>
                </a:lnTo>
                <a:lnTo>
                  <a:pt x="3573" y="751"/>
                </a:lnTo>
                <a:lnTo>
                  <a:pt x="6609" y="3489"/>
                </a:lnTo>
                <a:lnTo>
                  <a:pt x="6716" y="3561"/>
                </a:lnTo>
                <a:lnTo>
                  <a:pt x="6966" y="3549"/>
                </a:lnTo>
                <a:lnTo>
                  <a:pt x="7073" y="3466"/>
                </a:lnTo>
                <a:lnTo>
                  <a:pt x="7145" y="3358"/>
                </a:lnTo>
                <a:lnTo>
                  <a:pt x="7133" y="3108"/>
                </a:lnTo>
                <a:lnTo>
                  <a:pt x="7050" y="3001"/>
                </a:lnTo>
                <a:lnTo>
                  <a:pt x="3811" y="72"/>
                </a:lnTo>
                <a:lnTo>
                  <a:pt x="3704" y="1"/>
                </a:lnTo>
                <a:close/>
                <a:moveTo>
                  <a:pt x="3454" y="3906"/>
                </a:moveTo>
                <a:lnTo>
                  <a:pt x="3347" y="3978"/>
                </a:lnTo>
                <a:lnTo>
                  <a:pt x="96" y="6907"/>
                </a:lnTo>
                <a:lnTo>
                  <a:pt x="13" y="7002"/>
                </a:lnTo>
                <a:lnTo>
                  <a:pt x="1" y="7252"/>
                </a:lnTo>
                <a:lnTo>
                  <a:pt x="72" y="7371"/>
                </a:lnTo>
                <a:lnTo>
                  <a:pt x="168" y="7454"/>
                </a:lnTo>
                <a:lnTo>
                  <a:pt x="418" y="7466"/>
                </a:lnTo>
                <a:lnTo>
                  <a:pt x="537" y="7395"/>
                </a:lnTo>
                <a:lnTo>
                  <a:pt x="3573" y="4656"/>
                </a:lnTo>
                <a:lnTo>
                  <a:pt x="6609" y="7395"/>
                </a:lnTo>
                <a:lnTo>
                  <a:pt x="6716" y="7466"/>
                </a:lnTo>
                <a:lnTo>
                  <a:pt x="6966" y="7454"/>
                </a:lnTo>
                <a:lnTo>
                  <a:pt x="7073" y="7371"/>
                </a:lnTo>
                <a:lnTo>
                  <a:pt x="7145" y="7264"/>
                </a:lnTo>
                <a:lnTo>
                  <a:pt x="7133" y="7014"/>
                </a:lnTo>
                <a:lnTo>
                  <a:pt x="7050" y="6907"/>
                </a:lnTo>
                <a:lnTo>
                  <a:pt x="3787" y="3978"/>
                </a:lnTo>
                <a:lnTo>
                  <a:pt x="3680" y="390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2" name="Google Shape;2962;p173"/>
          <p:cNvSpPr/>
          <p:nvPr/>
        </p:nvSpPr>
        <p:spPr>
          <a:xfrm>
            <a:off x="2351904" y="4074093"/>
            <a:ext cx="193353" cy="386652"/>
          </a:xfrm>
          <a:custGeom>
            <a:rect b="b" l="l" r="r" t="t"/>
            <a:pathLst>
              <a:path extrusionOk="0" h="7121" w="3561">
                <a:moveTo>
                  <a:pt x="3346" y="0"/>
                </a:moveTo>
                <a:lnTo>
                  <a:pt x="3096" y="12"/>
                </a:lnTo>
                <a:lnTo>
                  <a:pt x="3001" y="95"/>
                </a:lnTo>
                <a:lnTo>
                  <a:pt x="72" y="3334"/>
                </a:lnTo>
                <a:lnTo>
                  <a:pt x="0" y="3429"/>
                </a:lnTo>
                <a:lnTo>
                  <a:pt x="0" y="3667"/>
                </a:lnTo>
                <a:lnTo>
                  <a:pt x="72" y="3763"/>
                </a:lnTo>
                <a:lnTo>
                  <a:pt x="3001" y="7025"/>
                </a:lnTo>
                <a:lnTo>
                  <a:pt x="3096" y="7108"/>
                </a:lnTo>
                <a:lnTo>
                  <a:pt x="3346" y="7120"/>
                </a:lnTo>
                <a:lnTo>
                  <a:pt x="3453" y="7049"/>
                </a:lnTo>
                <a:lnTo>
                  <a:pt x="3537" y="6942"/>
                </a:lnTo>
                <a:lnTo>
                  <a:pt x="3560" y="6692"/>
                </a:lnTo>
                <a:lnTo>
                  <a:pt x="3477" y="6584"/>
                </a:lnTo>
                <a:lnTo>
                  <a:pt x="750" y="3548"/>
                </a:lnTo>
                <a:lnTo>
                  <a:pt x="3477" y="524"/>
                </a:lnTo>
                <a:lnTo>
                  <a:pt x="3549" y="429"/>
                </a:lnTo>
                <a:lnTo>
                  <a:pt x="3549" y="179"/>
                </a:lnTo>
                <a:lnTo>
                  <a:pt x="3453" y="71"/>
                </a:lnTo>
                <a:lnTo>
                  <a:pt x="3346"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3" name="Google Shape;2963;p173"/>
          <p:cNvSpPr/>
          <p:nvPr/>
        </p:nvSpPr>
        <p:spPr>
          <a:xfrm>
            <a:off x="3461321" y="4072789"/>
            <a:ext cx="193353" cy="387956"/>
          </a:xfrm>
          <a:custGeom>
            <a:rect b="b" l="l" r="r" t="t"/>
            <a:pathLst>
              <a:path extrusionOk="0" h="7145" w="3561">
                <a:moveTo>
                  <a:pt x="215" y="0"/>
                </a:moveTo>
                <a:lnTo>
                  <a:pt x="96" y="72"/>
                </a:lnTo>
                <a:lnTo>
                  <a:pt x="12" y="179"/>
                </a:lnTo>
                <a:lnTo>
                  <a:pt x="0" y="429"/>
                </a:lnTo>
                <a:lnTo>
                  <a:pt x="72" y="536"/>
                </a:lnTo>
                <a:lnTo>
                  <a:pt x="2810" y="3572"/>
                </a:lnTo>
                <a:lnTo>
                  <a:pt x="72" y="6608"/>
                </a:lnTo>
                <a:lnTo>
                  <a:pt x="0" y="6716"/>
                </a:lnTo>
                <a:lnTo>
                  <a:pt x="12" y="6966"/>
                </a:lnTo>
                <a:lnTo>
                  <a:pt x="96" y="7073"/>
                </a:lnTo>
                <a:lnTo>
                  <a:pt x="215" y="7144"/>
                </a:lnTo>
                <a:lnTo>
                  <a:pt x="465" y="7132"/>
                </a:lnTo>
                <a:lnTo>
                  <a:pt x="560" y="7049"/>
                </a:lnTo>
                <a:lnTo>
                  <a:pt x="3489" y="3787"/>
                </a:lnTo>
                <a:lnTo>
                  <a:pt x="3560" y="3691"/>
                </a:lnTo>
                <a:lnTo>
                  <a:pt x="3560" y="3453"/>
                </a:lnTo>
                <a:lnTo>
                  <a:pt x="3489" y="3334"/>
                </a:lnTo>
                <a:lnTo>
                  <a:pt x="560" y="95"/>
                </a:lnTo>
                <a:lnTo>
                  <a:pt x="465" y="12"/>
                </a:lnTo>
                <a:lnTo>
                  <a:pt x="21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4" name="Google Shape;2964;p173"/>
          <p:cNvSpPr/>
          <p:nvPr/>
        </p:nvSpPr>
        <p:spPr>
          <a:xfrm>
            <a:off x="4447264" y="4161350"/>
            <a:ext cx="387956" cy="193353"/>
          </a:xfrm>
          <a:custGeom>
            <a:rect b="b" l="l" r="r" t="t"/>
            <a:pathLst>
              <a:path extrusionOk="0" h="3561" w="7145">
                <a:moveTo>
                  <a:pt x="3441" y="0"/>
                </a:moveTo>
                <a:lnTo>
                  <a:pt x="3346" y="72"/>
                </a:lnTo>
                <a:lnTo>
                  <a:pt x="107" y="3001"/>
                </a:lnTo>
                <a:lnTo>
                  <a:pt x="24" y="3108"/>
                </a:lnTo>
                <a:lnTo>
                  <a:pt x="0" y="3358"/>
                </a:lnTo>
                <a:lnTo>
                  <a:pt x="83" y="3465"/>
                </a:lnTo>
                <a:lnTo>
                  <a:pt x="179" y="3549"/>
                </a:lnTo>
                <a:lnTo>
                  <a:pt x="429" y="3561"/>
                </a:lnTo>
                <a:lnTo>
                  <a:pt x="536" y="3489"/>
                </a:lnTo>
                <a:lnTo>
                  <a:pt x="3572" y="751"/>
                </a:lnTo>
                <a:lnTo>
                  <a:pt x="6620" y="3489"/>
                </a:lnTo>
                <a:lnTo>
                  <a:pt x="6716" y="3561"/>
                </a:lnTo>
                <a:lnTo>
                  <a:pt x="6966" y="3549"/>
                </a:lnTo>
                <a:lnTo>
                  <a:pt x="7073" y="3465"/>
                </a:lnTo>
                <a:lnTo>
                  <a:pt x="7144" y="3358"/>
                </a:lnTo>
                <a:lnTo>
                  <a:pt x="7144" y="3168"/>
                </a:lnTo>
                <a:lnTo>
                  <a:pt x="7073" y="3049"/>
                </a:lnTo>
                <a:lnTo>
                  <a:pt x="7013" y="3001"/>
                </a:lnTo>
                <a:lnTo>
                  <a:pt x="3775" y="72"/>
                </a:lnTo>
                <a:lnTo>
                  <a:pt x="3679"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5" name="Google Shape;2965;p173"/>
          <p:cNvSpPr/>
          <p:nvPr/>
        </p:nvSpPr>
        <p:spPr>
          <a:xfrm>
            <a:off x="5539848" y="4072789"/>
            <a:ext cx="386652" cy="405385"/>
          </a:xfrm>
          <a:custGeom>
            <a:rect b="b" l="l" r="r" t="t"/>
            <a:pathLst>
              <a:path extrusionOk="0" h="7466" w="7121">
                <a:moveTo>
                  <a:pt x="429" y="0"/>
                </a:moveTo>
                <a:lnTo>
                  <a:pt x="179" y="12"/>
                </a:lnTo>
                <a:lnTo>
                  <a:pt x="72" y="95"/>
                </a:lnTo>
                <a:lnTo>
                  <a:pt x="0" y="203"/>
                </a:lnTo>
                <a:lnTo>
                  <a:pt x="12" y="453"/>
                </a:lnTo>
                <a:lnTo>
                  <a:pt x="96" y="560"/>
                </a:lnTo>
                <a:lnTo>
                  <a:pt x="3358" y="3489"/>
                </a:lnTo>
                <a:lnTo>
                  <a:pt x="3453" y="3560"/>
                </a:lnTo>
                <a:lnTo>
                  <a:pt x="3692" y="3560"/>
                </a:lnTo>
                <a:lnTo>
                  <a:pt x="3787" y="3489"/>
                </a:lnTo>
                <a:lnTo>
                  <a:pt x="7025" y="560"/>
                </a:lnTo>
                <a:lnTo>
                  <a:pt x="7109" y="453"/>
                </a:lnTo>
                <a:lnTo>
                  <a:pt x="7121" y="203"/>
                </a:lnTo>
                <a:lnTo>
                  <a:pt x="7049" y="95"/>
                </a:lnTo>
                <a:lnTo>
                  <a:pt x="6954" y="12"/>
                </a:lnTo>
                <a:lnTo>
                  <a:pt x="6704" y="0"/>
                </a:lnTo>
                <a:lnTo>
                  <a:pt x="6585" y="72"/>
                </a:lnTo>
                <a:lnTo>
                  <a:pt x="3573" y="2810"/>
                </a:lnTo>
                <a:lnTo>
                  <a:pt x="536" y="72"/>
                </a:lnTo>
                <a:lnTo>
                  <a:pt x="429" y="0"/>
                </a:lnTo>
                <a:close/>
                <a:moveTo>
                  <a:pt x="429" y="3906"/>
                </a:moveTo>
                <a:lnTo>
                  <a:pt x="179" y="3918"/>
                </a:lnTo>
                <a:lnTo>
                  <a:pt x="72" y="4001"/>
                </a:lnTo>
                <a:lnTo>
                  <a:pt x="0" y="4108"/>
                </a:lnTo>
                <a:lnTo>
                  <a:pt x="12" y="4358"/>
                </a:lnTo>
                <a:lnTo>
                  <a:pt x="96" y="4465"/>
                </a:lnTo>
                <a:lnTo>
                  <a:pt x="3334" y="7394"/>
                </a:lnTo>
                <a:lnTo>
                  <a:pt x="3442" y="7466"/>
                </a:lnTo>
                <a:lnTo>
                  <a:pt x="3668" y="7466"/>
                </a:lnTo>
                <a:lnTo>
                  <a:pt x="3775" y="7394"/>
                </a:lnTo>
                <a:lnTo>
                  <a:pt x="7014" y="4465"/>
                </a:lnTo>
                <a:lnTo>
                  <a:pt x="7097" y="4370"/>
                </a:lnTo>
                <a:lnTo>
                  <a:pt x="7109" y="4120"/>
                </a:lnTo>
                <a:lnTo>
                  <a:pt x="7037" y="4001"/>
                </a:lnTo>
                <a:lnTo>
                  <a:pt x="7037" y="4013"/>
                </a:lnTo>
                <a:lnTo>
                  <a:pt x="6942" y="3918"/>
                </a:lnTo>
                <a:lnTo>
                  <a:pt x="6716" y="3906"/>
                </a:lnTo>
                <a:lnTo>
                  <a:pt x="6609" y="3977"/>
                </a:lnTo>
                <a:lnTo>
                  <a:pt x="3573" y="6716"/>
                </a:lnTo>
                <a:lnTo>
                  <a:pt x="536" y="3977"/>
                </a:lnTo>
                <a:lnTo>
                  <a:pt x="429" y="390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6" name="Google Shape;2966;p173"/>
          <p:cNvSpPr/>
          <p:nvPr/>
        </p:nvSpPr>
        <p:spPr>
          <a:xfrm>
            <a:off x="6614351" y="4072789"/>
            <a:ext cx="405439" cy="386652"/>
          </a:xfrm>
          <a:custGeom>
            <a:rect b="b" l="l" r="r" t="t"/>
            <a:pathLst>
              <a:path extrusionOk="0" h="7121" w="7467">
                <a:moveTo>
                  <a:pt x="7264" y="0"/>
                </a:moveTo>
                <a:lnTo>
                  <a:pt x="7014" y="12"/>
                </a:lnTo>
                <a:lnTo>
                  <a:pt x="6906" y="95"/>
                </a:lnTo>
                <a:lnTo>
                  <a:pt x="3977" y="3334"/>
                </a:lnTo>
                <a:lnTo>
                  <a:pt x="3906" y="3441"/>
                </a:lnTo>
                <a:lnTo>
                  <a:pt x="3906" y="3667"/>
                </a:lnTo>
                <a:lnTo>
                  <a:pt x="3977" y="3775"/>
                </a:lnTo>
                <a:lnTo>
                  <a:pt x="6906" y="7013"/>
                </a:lnTo>
                <a:lnTo>
                  <a:pt x="7014" y="7097"/>
                </a:lnTo>
                <a:lnTo>
                  <a:pt x="7264" y="7109"/>
                </a:lnTo>
                <a:lnTo>
                  <a:pt x="7371" y="7037"/>
                </a:lnTo>
                <a:lnTo>
                  <a:pt x="7454" y="6930"/>
                </a:lnTo>
                <a:lnTo>
                  <a:pt x="7466" y="6680"/>
                </a:lnTo>
                <a:lnTo>
                  <a:pt x="7395" y="6573"/>
                </a:lnTo>
                <a:lnTo>
                  <a:pt x="4656" y="3572"/>
                </a:lnTo>
                <a:lnTo>
                  <a:pt x="7395" y="536"/>
                </a:lnTo>
                <a:lnTo>
                  <a:pt x="7466" y="429"/>
                </a:lnTo>
                <a:lnTo>
                  <a:pt x="7454" y="179"/>
                </a:lnTo>
                <a:lnTo>
                  <a:pt x="7371" y="72"/>
                </a:lnTo>
                <a:lnTo>
                  <a:pt x="7264" y="0"/>
                </a:lnTo>
                <a:close/>
                <a:moveTo>
                  <a:pt x="3346" y="0"/>
                </a:moveTo>
                <a:lnTo>
                  <a:pt x="3096" y="12"/>
                </a:lnTo>
                <a:lnTo>
                  <a:pt x="3001" y="95"/>
                </a:lnTo>
                <a:lnTo>
                  <a:pt x="72" y="3358"/>
                </a:lnTo>
                <a:lnTo>
                  <a:pt x="1" y="3453"/>
                </a:lnTo>
                <a:lnTo>
                  <a:pt x="1" y="3691"/>
                </a:lnTo>
                <a:lnTo>
                  <a:pt x="72" y="3787"/>
                </a:lnTo>
                <a:lnTo>
                  <a:pt x="3001" y="7025"/>
                </a:lnTo>
                <a:lnTo>
                  <a:pt x="3096" y="7109"/>
                </a:lnTo>
                <a:lnTo>
                  <a:pt x="3346" y="7120"/>
                </a:lnTo>
                <a:lnTo>
                  <a:pt x="3465" y="7049"/>
                </a:lnTo>
                <a:lnTo>
                  <a:pt x="3549" y="6954"/>
                </a:lnTo>
                <a:lnTo>
                  <a:pt x="3561" y="6704"/>
                </a:lnTo>
                <a:lnTo>
                  <a:pt x="3489" y="6597"/>
                </a:lnTo>
                <a:lnTo>
                  <a:pt x="751" y="3572"/>
                </a:lnTo>
                <a:lnTo>
                  <a:pt x="3489" y="536"/>
                </a:lnTo>
                <a:lnTo>
                  <a:pt x="3561" y="429"/>
                </a:lnTo>
                <a:lnTo>
                  <a:pt x="3549" y="179"/>
                </a:lnTo>
                <a:lnTo>
                  <a:pt x="3465" y="72"/>
                </a:lnTo>
                <a:lnTo>
                  <a:pt x="3346"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7" name="Google Shape;2967;p173"/>
          <p:cNvSpPr/>
          <p:nvPr/>
        </p:nvSpPr>
        <p:spPr>
          <a:xfrm>
            <a:off x="7724419" y="4072789"/>
            <a:ext cx="404788" cy="387956"/>
          </a:xfrm>
          <a:custGeom>
            <a:rect b="b" l="l" r="r" t="t"/>
            <a:pathLst>
              <a:path extrusionOk="0" h="7145" w="7455">
                <a:moveTo>
                  <a:pt x="203" y="0"/>
                </a:moveTo>
                <a:lnTo>
                  <a:pt x="96" y="72"/>
                </a:lnTo>
                <a:lnTo>
                  <a:pt x="12" y="179"/>
                </a:lnTo>
                <a:lnTo>
                  <a:pt x="0" y="429"/>
                </a:lnTo>
                <a:lnTo>
                  <a:pt x="72" y="536"/>
                </a:lnTo>
                <a:lnTo>
                  <a:pt x="2798" y="3572"/>
                </a:lnTo>
                <a:lnTo>
                  <a:pt x="72" y="6608"/>
                </a:lnTo>
                <a:lnTo>
                  <a:pt x="0" y="6716"/>
                </a:lnTo>
                <a:lnTo>
                  <a:pt x="0" y="6966"/>
                </a:lnTo>
                <a:lnTo>
                  <a:pt x="96" y="7073"/>
                </a:lnTo>
                <a:lnTo>
                  <a:pt x="203" y="7144"/>
                </a:lnTo>
                <a:lnTo>
                  <a:pt x="453" y="7132"/>
                </a:lnTo>
                <a:lnTo>
                  <a:pt x="548" y="7049"/>
                </a:lnTo>
                <a:lnTo>
                  <a:pt x="3477" y="3810"/>
                </a:lnTo>
                <a:lnTo>
                  <a:pt x="3549" y="3703"/>
                </a:lnTo>
                <a:lnTo>
                  <a:pt x="3549" y="3477"/>
                </a:lnTo>
                <a:lnTo>
                  <a:pt x="3477" y="3370"/>
                </a:lnTo>
                <a:lnTo>
                  <a:pt x="3489" y="3370"/>
                </a:lnTo>
                <a:lnTo>
                  <a:pt x="548" y="95"/>
                </a:lnTo>
                <a:lnTo>
                  <a:pt x="453" y="12"/>
                </a:lnTo>
                <a:lnTo>
                  <a:pt x="203" y="0"/>
                </a:lnTo>
                <a:close/>
                <a:moveTo>
                  <a:pt x="4108" y="0"/>
                </a:moveTo>
                <a:lnTo>
                  <a:pt x="4001" y="72"/>
                </a:lnTo>
                <a:lnTo>
                  <a:pt x="3918" y="179"/>
                </a:lnTo>
                <a:lnTo>
                  <a:pt x="3906" y="429"/>
                </a:lnTo>
                <a:lnTo>
                  <a:pt x="3977" y="536"/>
                </a:lnTo>
                <a:lnTo>
                  <a:pt x="6716" y="3572"/>
                </a:lnTo>
                <a:lnTo>
                  <a:pt x="3977" y="6608"/>
                </a:lnTo>
                <a:lnTo>
                  <a:pt x="3906" y="6716"/>
                </a:lnTo>
                <a:lnTo>
                  <a:pt x="3906" y="6966"/>
                </a:lnTo>
                <a:lnTo>
                  <a:pt x="4001" y="7073"/>
                </a:lnTo>
                <a:lnTo>
                  <a:pt x="4108" y="7144"/>
                </a:lnTo>
                <a:lnTo>
                  <a:pt x="4358" y="7132"/>
                </a:lnTo>
                <a:lnTo>
                  <a:pt x="4454" y="7049"/>
                </a:lnTo>
                <a:lnTo>
                  <a:pt x="7394" y="3810"/>
                </a:lnTo>
                <a:lnTo>
                  <a:pt x="7454" y="3691"/>
                </a:lnTo>
                <a:lnTo>
                  <a:pt x="7454" y="3453"/>
                </a:lnTo>
                <a:lnTo>
                  <a:pt x="7394" y="3358"/>
                </a:lnTo>
                <a:lnTo>
                  <a:pt x="4465" y="95"/>
                </a:lnTo>
                <a:lnTo>
                  <a:pt x="4358" y="12"/>
                </a:lnTo>
                <a:lnTo>
                  <a:pt x="4108"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8" name="Google Shape;2968;p173"/>
          <p:cNvSpPr/>
          <p:nvPr/>
        </p:nvSpPr>
        <p:spPr>
          <a:xfrm>
            <a:off x="1171358" y="4178779"/>
            <a:ext cx="387304" cy="193408"/>
          </a:xfrm>
          <a:custGeom>
            <a:rect b="b" l="l" r="r" t="t"/>
            <a:pathLst>
              <a:path extrusionOk="0" h="3562" w="7133">
                <a:moveTo>
                  <a:pt x="429" y="1"/>
                </a:moveTo>
                <a:lnTo>
                  <a:pt x="179" y="13"/>
                </a:lnTo>
                <a:lnTo>
                  <a:pt x="72" y="96"/>
                </a:lnTo>
                <a:lnTo>
                  <a:pt x="1" y="203"/>
                </a:lnTo>
                <a:lnTo>
                  <a:pt x="13" y="453"/>
                </a:lnTo>
                <a:lnTo>
                  <a:pt x="96" y="561"/>
                </a:lnTo>
                <a:lnTo>
                  <a:pt x="3370" y="3490"/>
                </a:lnTo>
                <a:lnTo>
                  <a:pt x="3465" y="3561"/>
                </a:lnTo>
                <a:lnTo>
                  <a:pt x="3704" y="3561"/>
                </a:lnTo>
                <a:lnTo>
                  <a:pt x="3799" y="3490"/>
                </a:lnTo>
                <a:lnTo>
                  <a:pt x="7037" y="561"/>
                </a:lnTo>
                <a:lnTo>
                  <a:pt x="7121" y="453"/>
                </a:lnTo>
                <a:lnTo>
                  <a:pt x="7133" y="203"/>
                </a:lnTo>
                <a:lnTo>
                  <a:pt x="7061" y="96"/>
                </a:lnTo>
                <a:lnTo>
                  <a:pt x="6966" y="13"/>
                </a:lnTo>
                <a:lnTo>
                  <a:pt x="6716" y="1"/>
                </a:lnTo>
                <a:lnTo>
                  <a:pt x="6609" y="72"/>
                </a:lnTo>
                <a:lnTo>
                  <a:pt x="3573" y="2811"/>
                </a:lnTo>
                <a:lnTo>
                  <a:pt x="525" y="72"/>
                </a:lnTo>
                <a:lnTo>
                  <a:pt x="429"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69" name="Google Shape;2969;p173"/>
          <p:cNvSpPr/>
          <p:nvPr/>
        </p:nvSpPr>
        <p:spPr>
          <a:xfrm>
            <a:off x="9890203" y="4019089"/>
            <a:ext cx="424824" cy="495302"/>
          </a:xfrm>
          <a:custGeom>
            <a:rect b="b" l="l" r="r" t="t"/>
            <a:pathLst>
              <a:path extrusionOk="0" h="9122" w="7824">
                <a:moveTo>
                  <a:pt x="3906" y="1"/>
                </a:moveTo>
                <a:lnTo>
                  <a:pt x="3775" y="25"/>
                </a:lnTo>
                <a:lnTo>
                  <a:pt x="3597" y="203"/>
                </a:lnTo>
                <a:lnTo>
                  <a:pt x="3585" y="334"/>
                </a:lnTo>
                <a:lnTo>
                  <a:pt x="3585" y="3978"/>
                </a:lnTo>
                <a:lnTo>
                  <a:pt x="489" y="2168"/>
                </a:lnTo>
                <a:lnTo>
                  <a:pt x="370" y="2120"/>
                </a:lnTo>
                <a:lnTo>
                  <a:pt x="132" y="2180"/>
                </a:lnTo>
                <a:lnTo>
                  <a:pt x="49" y="2287"/>
                </a:lnTo>
                <a:lnTo>
                  <a:pt x="1" y="2406"/>
                </a:lnTo>
                <a:lnTo>
                  <a:pt x="61" y="2644"/>
                </a:lnTo>
                <a:lnTo>
                  <a:pt x="168" y="2728"/>
                </a:lnTo>
                <a:lnTo>
                  <a:pt x="3263" y="4561"/>
                </a:lnTo>
                <a:lnTo>
                  <a:pt x="168" y="6395"/>
                </a:lnTo>
                <a:lnTo>
                  <a:pt x="61" y="6478"/>
                </a:lnTo>
                <a:lnTo>
                  <a:pt x="1" y="6728"/>
                </a:lnTo>
                <a:lnTo>
                  <a:pt x="49" y="6847"/>
                </a:lnTo>
                <a:lnTo>
                  <a:pt x="96" y="6919"/>
                </a:lnTo>
                <a:lnTo>
                  <a:pt x="251" y="7002"/>
                </a:lnTo>
                <a:lnTo>
                  <a:pt x="334" y="7002"/>
                </a:lnTo>
                <a:lnTo>
                  <a:pt x="418" y="6990"/>
                </a:lnTo>
                <a:lnTo>
                  <a:pt x="489" y="6954"/>
                </a:lnTo>
                <a:lnTo>
                  <a:pt x="3585" y="5133"/>
                </a:lnTo>
                <a:lnTo>
                  <a:pt x="3585" y="8800"/>
                </a:lnTo>
                <a:lnTo>
                  <a:pt x="3609" y="8919"/>
                </a:lnTo>
                <a:lnTo>
                  <a:pt x="3799" y="9098"/>
                </a:lnTo>
                <a:lnTo>
                  <a:pt x="3930" y="9122"/>
                </a:lnTo>
                <a:lnTo>
                  <a:pt x="4049" y="9098"/>
                </a:lnTo>
                <a:lnTo>
                  <a:pt x="4216" y="8919"/>
                </a:lnTo>
                <a:lnTo>
                  <a:pt x="4240" y="8800"/>
                </a:lnTo>
                <a:lnTo>
                  <a:pt x="4240" y="5133"/>
                </a:lnTo>
                <a:lnTo>
                  <a:pt x="7312" y="6954"/>
                </a:lnTo>
                <a:lnTo>
                  <a:pt x="7383" y="6990"/>
                </a:lnTo>
                <a:lnTo>
                  <a:pt x="7467" y="7002"/>
                </a:lnTo>
                <a:lnTo>
                  <a:pt x="7562" y="6990"/>
                </a:lnTo>
                <a:lnTo>
                  <a:pt x="7717" y="6919"/>
                </a:lnTo>
                <a:lnTo>
                  <a:pt x="7776" y="6847"/>
                </a:lnTo>
                <a:lnTo>
                  <a:pt x="7824" y="6716"/>
                </a:lnTo>
                <a:lnTo>
                  <a:pt x="7764" y="6478"/>
                </a:lnTo>
                <a:lnTo>
                  <a:pt x="7657" y="6395"/>
                </a:lnTo>
                <a:lnTo>
                  <a:pt x="4549" y="4561"/>
                </a:lnTo>
                <a:lnTo>
                  <a:pt x="7657" y="2716"/>
                </a:lnTo>
                <a:lnTo>
                  <a:pt x="7764" y="2632"/>
                </a:lnTo>
                <a:lnTo>
                  <a:pt x="7824" y="2382"/>
                </a:lnTo>
                <a:lnTo>
                  <a:pt x="7776" y="2263"/>
                </a:lnTo>
                <a:lnTo>
                  <a:pt x="7693" y="2156"/>
                </a:lnTo>
                <a:lnTo>
                  <a:pt x="7443" y="2097"/>
                </a:lnTo>
                <a:lnTo>
                  <a:pt x="7324" y="2144"/>
                </a:lnTo>
                <a:lnTo>
                  <a:pt x="4240" y="3978"/>
                </a:lnTo>
                <a:lnTo>
                  <a:pt x="4240" y="334"/>
                </a:lnTo>
                <a:lnTo>
                  <a:pt x="4216" y="203"/>
                </a:lnTo>
                <a:lnTo>
                  <a:pt x="4037" y="25"/>
                </a:lnTo>
                <a:lnTo>
                  <a:pt x="390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0" name="Google Shape;2970;p173"/>
          <p:cNvSpPr/>
          <p:nvPr/>
        </p:nvSpPr>
        <p:spPr>
          <a:xfrm>
            <a:off x="10947276" y="4019740"/>
            <a:ext cx="494650" cy="494650"/>
          </a:xfrm>
          <a:custGeom>
            <a:rect b="b" l="l" r="r" t="t"/>
            <a:pathLst>
              <a:path extrusionOk="0" h="9110" w="9110">
                <a:moveTo>
                  <a:pt x="1632" y="644"/>
                </a:moveTo>
                <a:lnTo>
                  <a:pt x="1894" y="656"/>
                </a:lnTo>
                <a:lnTo>
                  <a:pt x="2513" y="799"/>
                </a:lnTo>
                <a:lnTo>
                  <a:pt x="2858" y="918"/>
                </a:lnTo>
                <a:lnTo>
                  <a:pt x="3132" y="1037"/>
                </a:lnTo>
                <a:lnTo>
                  <a:pt x="3692" y="1334"/>
                </a:lnTo>
                <a:lnTo>
                  <a:pt x="3977" y="1513"/>
                </a:lnTo>
                <a:lnTo>
                  <a:pt x="3632" y="1775"/>
                </a:lnTo>
                <a:lnTo>
                  <a:pt x="2965" y="2346"/>
                </a:lnTo>
                <a:lnTo>
                  <a:pt x="2346" y="2966"/>
                </a:lnTo>
                <a:lnTo>
                  <a:pt x="1775" y="3632"/>
                </a:lnTo>
                <a:lnTo>
                  <a:pt x="1513" y="3978"/>
                </a:lnTo>
                <a:lnTo>
                  <a:pt x="1203" y="3454"/>
                </a:lnTo>
                <a:lnTo>
                  <a:pt x="798" y="2501"/>
                </a:lnTo>
                <a:lnTo>
                  <a:pt x="655" y="1882"/>
                </a:lnTo>
                <a:lnTo>
                  <a:pt x="643" y="1525"/>
                </a:lnTo>
                <a:lnTo>
                  <a:pt x="691" y="1227"/>
                </a:lnTo>
                <a:lnTo>
                  <a:pt x="810" y="977"/>
                </a:lnTo>
                <a:lnTo>
                  <a:pt x="882" y="894"/>
                </a:lnTo>
                <a:lnTo>
                  <a:pt x="1025" y="775"/>
                </a:lnTo>
                <a:lnTo>
                  <a:pt x="1394" y="656"/>
                </a:lnTo>
                <a:lnTo>
                  <a:pt x="1632" y="644"/>
                </a:lnTo>
                <a:close/>
                <a:moveTo>
                  <a:pt x="7680" y="644"/>
                </a:moveTo>
                <a:lnTo>
                  <a:pt x="8073" y="775"/>
                </a:lnTo>
                <a:lnTo>
                  <a:pt x="8228" y="894"/>
                </a:lnTo>
                <a:lnTo>
                  <a:pt x="8300" y="977"/>
                </a:lnTo>
                <a:lnTo>
                  <a:pt x="8419" y="1227"/>
                </a:lnTo>
                <a:lnTo>
                  <a:pt x="8466" y="1525"/>
                </a:lnTo>
                <a:lnTo>
                  <a:pt x="8454" y="1882"/>
                </a:lnTo>
                <a:lnTo>
                  <a:pt x="8323" y="2501"/>
                </a:lnTo>
                <a:lnTo>
                  <a:pt x="7919" y="3454"/>
                </a:lnTo>
                <a:lnTo>
                  <a:pt x="7609" y="3978"/>
                </a:lnTo>
                <a:lnTo>
                  <a:pt x="7347" y="3632"/>
                </a:lnTo>
                <a:lnTo>
                  <a:pt x="6764" y="2966"/>
                </a:lnTo>
                <a:lnTo>
                  <a:pt x="6454" y="2656"/>
                </a:lnTo>
                <a:lnTo>
                  <a:pt x="6144" y="2346"/>
                </a:lnTo>
                <a:lnTo>
                  <a:pt x="5478" y="1775"/>
                </a:lnTo>
                <a:lnTo>
                  <a:pt x="5132" y="1513"/>
                </a:lnTo>
                <a:lnTo>
                  <a:pt x="5704" y="1168"/>
                </a:lnTo>
                <a:lnTo>
                  <a:pt x="6252" y="918"/>
                </a:lnTo>
                <a:lnTo>
                  <a:pt x="6585" y="799"/>
                </a:lnTo>
                <a:lnTo>
                  <a:pt x="7180" y="656"/>
                </a:lnTo>
                <a:lnTo>
                  <a:pt x="7680" y="644"/>
                </a:lnTo>
                <a:close/>
                <a:moveTo>
                  <a:pt x="4454" y="4061"/>
                </a:moveTo>
                <a:lnTo>
                  <a:pt x="4275" y="4144"/>
                </a:lnTo>
                <a:lnTo>
                  <a:pt x="4144" y="4275"/>
                </a:lnTo>
                <a:lnTo>
                  <a:pt x="4073" y="4454"/>
                </a:lnTo>
                <a:lnTo>
                  <a:pt x="4073" y="4549"/>
                </a:lnTo>
                <a:lnTo>
                  <a:pt x="4073" y="4644"/>
                </a:lnTo>
                <a:lnTo>
                  <a:pt x="4144" y="4823"/>
                </a:lnTo>
                <a:lnTo>
                  <a:pt x="4275" y="4954"/>
                </a:lnTo>
                <a:lnTo>
                  <a:pt x="4454" y="5025"/>
                </a:lnTo>
                <a:lnTo>
                  <a:pt x="4561" y="5037"/>
                </a:lnTo>
                <a:lnTo>
                  <a:pt x="4656" y="5025"/>
                </a:lnTo>
                <a:lnTo>
                  <a:pt x="4823" y="4954"/>
                </a:lnTo>
                <a:lnTo>
                  <a:pt x="4906" y="4895"/>
                </a:lnTo>
                <a:lnTo>
                  <a:pt x="4966" y="4823"/>
                </a:lnTo>
                <a:lnTo>
                  <a:pt x="5037" y="4644"/>
                </a:lnTo>
                <a:lnTo>
                  <a:pt x="5049" y="4549"/>
                </a:lnTo>
                <a:lnTo>
                  <a:pt x="5037" y="4454"/>
                </a:lnTo>
                <a:lnTo>
                  <a:pt x="4966" y="4275"/>
                </a:lnTo>
                <a:lnTo>
                  <a:pt x="4835" y="4144"/>
                </a:lnTo>
                <a:lnTo>
                  <a:pt x="4656" y="4061"/>
                </a:lnTo>
                <a:close/>
                <a:moveTo>
                  <a:pt x="4561" y="1882"/>
                </a:moveTo>
                <a:lnTo>
                  <a:pt x="4930" y="2168"/>
                </a:lnTo>
                <a:lnTo>
                  <a:pt x="5656" y="2775"/>
                </a:lnTo>
                <a:lnTo>
                  <a:pt x="6002" y="3109"/>
                </a:lnTo>
                <a:lnTo>
                  <a:pt x="6323" y="3454"/>
                </a:lnTo>
                <a:lnTo>
                  <a:pt x="6942" y="4168"/>
                </a:lnTo>
                <a:lnTo>
                  <a:pt x="7228" y="4549"/>
                </a:lnTo>
                <a:lnTo>
                  <a:pt x="6942" y="4930"/>
                </a:lnTo>
                <a:lnTo>
                  <a:pt x="6323" y="5645"/>
                </a:lnTo>
                <a:lnTo>
                  <a:pt x="6002" y="5990"/>
                </a:lnTo>
                <a:lnTo>
                  <a:pt x="5668" y="6311"/>
                </a:lnTo>
                <a:lnTo>
                  <a:pt x="4942" y="6931"/>
                </a:lnTo>
                <a:lnTo>
                  <a:pt x="4561" y="7204"/>
                </a:lnTo>
                <a:lnTo>
                  <a:pt x="4180" y="6931"/>
                </a:lnTo>
                <a:lnTo>
                  <a:pt x="3453" y="6311"/>
                </a:lnTo>
                <a:lnTo>
                  <a:pt x="3120" y="5990"/>
                </a:lnTo>
                <a:lnTo>
                  <a:pt x="2787" y="5645"/>
                </a:lnTo>
                <a:lnTo>
                  <a:pt x="2168" y="4930"/>
                </a:lnTo>
                <a:lnTo>
                  <a:pt x="1894" y="4549"/>
                </a:lnTo>
                <a:lnTo>
                  <a:pt x="2168" y="4168"/>
                </a:lnTo>
                <a:lnTo>
                  <a:pt x="2787" y="3454"/>
                </a:lnTo>
                <a:lnTo>
                  <a:pt x="3120" y="3109"/>
                </a:lnTo>
                <a:lnTo>
                  <a:pt x="3453" y="2775"/>
                </a:lnTo>
                <a:lnTo>
                  <a:pt x="4180" y="2168"/>
                </a:lnTo>
                <a:lnTo>
                  <a:pt x="4561" y="1882"/>
                </a:lnTo>
                <a:close/>
                <a:moveTo>
                  <a:pt x="1477" y="5121"/>
                </a:moveTo>
                <a:lnTo>
                  <a:pt x="1751" y="5478"/>
                </a:lnTo>
                <a:lnTo>
                  <a:pt x="2322" y="6133"/>
                </a:lnTo>
                <a:lnTo>
                  <a:pt x="2632" y="6454"/>
                </a:lnTo>
                <a:lnTo>
                  <a:pt x="2953" y="6752"/>
                </a:lnTo>
                <a:lnTo>
                  <a:pt x="3608" y="7323"/>
                </a:lnTo>
                <a:lnTo>
                  <a:pt x="3965" y="7585"/>
                </a:lnTo>
                <a:lnTo>
                  <a:pt x="3965" y="7597"/>
                </a:lnTo>
                <a:lnTo>
                  <a:pt x="3692" y="7764"/>
                </a:lnTo>
                <a:lnTo>
                  <a:pt x="3132" y="8062"/>
                </a:lnTo>
                <a:lnTo>
                  <a:pt x="2858" y="8181"/>
                </a:lnTo>
                <a:lnTo>
                  <a:pt x="2525" y="8300"/>
                </a:lnTo>
                <a:lnTo>
                  <a:pt x="1918" y="8443"/>
                </a:lnTo>
                <a:lnTo>
                  <a:pt x="1417" y="8455"/>
                </a:lnTo>
                <a:lnTo>
                  <a:pt x="1025" y="8324"/>
                </a:lnTo>
                <a:lnTo>
                  <a:pt x="882" y="8216"/>
                </a:lnTo>
                <a:lnTo>
                  <a:pt x="798" y="8121"/>
                </a:lnTo>
                <a:lnTo>
                  <a:pt x="691" y="7871"/>
                </a:lnTo>
                <a:lnTo>
                  <a:pt x="643" y="7574"/>
                </a:lnTo>
                <a:lnTo>
                  <a:pt x="655" y="7216"/>
                </a:lnTo>
                <a:lnTo>
                  <a:pt x="786" y="6609"/>
                </a:lnTo>
                <a:lnTo>
                  <a:pt x="1179" y="5645"/>
                </a:lnTo>
                <a:lnTo>
                  <a:pt x="1477" y="5121"/>
                </a:lnTo>
                <a:close/>
                <a:moveTo>
                  <a:pt x="7609" y="5121"/>
                </a:moveTo>
                <a:lnTo>
                  <a:pt x="7919" y="5645"/>
                </a:lnTo>
                <a:lnTo>
                  <a:pt x="8323" y="6597"/>
                </a:lnTo>
                <a:lnTo>
                  <a:pt x="8454" y="7204"/>
                </a:lnTo>
                <a:lnTo>
                  <a:pt x="8466" y="7562"/>
                </a:lnTo>
                <a:lnTo>
                  <a:pt x="8419" y="7871"/>
                </a:lnTo>
                <a:lnTo>
                  <a:pt x="8300" y="8109"/>
                </a:lnTo>
                <a:lnTo>
                  <a:pt x="8216" y="8205"/>
                </a:lnTo>
                <a:lnTo>
                  <a:pt x="8085" y="8324"/>
                </a:lnTo>
                <a:lnTo>
                  <a:pt x="7692" y="8455"/>
                </a:lnTo>
                <a:lnTo>
                  <a:pt x="7192" y="8443"/>
                </a:lnTo>
                <a:lnTo>
                  <a:pt x="6585" y="8300"/>
                </a:lnTo>
                <a:lnTo>
                  <a:pt x="6252" y="8181"/>
                </a:lnTo>
                <a:lnTo>
                  <a:pt x="5692" y="7931"/>
                </a:lnTo>
                <a:lnTo>
                  <a:pt x="5132" y="7585"/>
                </a:lnTo>
                <a:lnTo>
                  <a:pt x="5478" y="7323"/>
                </a:lnTo>
                <a:lnTo>
                  <a:pt x="6144" y="6752"/>
                </a:lnTo>
                <a:lnTo>
                  <a:pt x="6454" y="6442"/>
                </a:lnTo>
                <a:lnTo>
                  <a:pt x="6764" y="6133"/>
                </a:lnTo>
                <a:lnTo>
                  <a:pt x="7335" y="5466"/>
                </a:lnTo>
                <a:lnTo>
                  <a:pt x="7609" y="5121"/>
                </a:lnTo>
                <a:close/>
                <a:moveTo>
                  <a:pt x="1870" y="1"/>
                </a:moveTo>
                <a:lnTo>
                  <a:pt x="1191" y="25"/>
                </a:lnTo>
                <a:lnTo>
                  <a:pt x="774" y="179"/>
                </a:lnTo>
                <a:lnTo>
                  <a:pt x="536" y="334"/>
                </a:lnTo>
                <a:lnTo>
                  <a:pt x="429" y="429"/>
                </a:lnTo>
                <a:lnTo>
                  <a:pt x="286" y="584"/>
                </a:lnTo>
                <a:lnTo>
                  <a:pt x="96" y="941"/>
                </a:lnTo>
                <a:lnTo>
                  <a:pt x="1" y="1382"/>
                </a:lnTo>
                <a:lnTo>
                  <a:pt x="1" y="1870"/>
                </a:lnTo>
                <a:lnTo>
                  <a:pt x="96" y="2406"/>
                </a:lnTo>
                <a:lnTo>
                  <a:pt x="274" y="2989"/>
                </a:lnTo>
                <a:lnTo>
                  <a:pt x="536" y="3597"/>
                </a:lnTo>
                <a:lnTo>
                  <a:pt x="882" y="4228"/>
                </a:lnTo>
                <a:lnTo>
                  <a:pt x="1096" y="4549"/>
                </a:lnTo>
                <a:lnTo>
                  <a:pt x="882" y="4871"/>
                </a:lnTo>
                <a:lnTo>
                  <a:pt x="536" y="5502"/>
                </a:lnTo>
                <a:lnTo>
                  <a:pt x="274" y="6109"/>
                </a:lnTo>
                <a:lnTo>
                  <a:pt x="96" y="6692"/>
                </a:lnTo>
                <a:lnTo>
                  <a:pt x="1" y="7228"/>
                </a:lnTo>
                <a:lnTo>
                  <a:pt x="1" y="7716"/>
                </a:lnTo>
                <a:lnTo>
                  <a:pt x="96" y="8157"/>
                </a:lnTo>
                <a:lnTo>
                  <a:pt x="286" y="8514"/>
                </a:lnTo>
                <a:lnTo>
                  <a:pt x="429" y="8669"/>
                </a:lnTo>
                <a:lnTo>
                  <a:pt x="536" y="8776"/>
                </a:lnTo>
                <a:lnTo>
                  <a:pt x="798" y="8943"/>
                </a:lnTo>
                <a:lnTo>
                  <a:pt x="1108" y="9050"/>
                </a:lnTo>
                <a:lnTo>
                  <a:pt x="1441" y="9098"/>
                </a:lnTo>
                <a:lnTo>
                  <a:pt x="1632" y="9110"/>
                </a:lnTo>
                <a:lnTo>
                  <a:pt x="1953" y="9098"/>
                </a:lnTo>
                <a:lnTo>
                  <a:pt x="2703" y="8931"/>
                </a:lnTo>
                <a:lnTo>
                  <a:pt x="3096" y="8788"/>
                </a:lnTo>
                <a:lnTo>
                  <a:pt x="3453" y="8633"/>
                </a:lnTo>
                <a:lnTo>
                  <a:pt x="4192" y="8228"/>
                </a:lnTo>
                <a:lnTo>
                  <a:pt x="4549" y="8002"/>
                </a:lnTo>
                <a:lnTo>
                  <a:pt x="4918" y="8228"/>
                </a:lnTo>
                <a:lnTo>
                  <a:pt x="5656" y="8633"/>
                </a:lnTo>
                <a:lnTo>
                  <a:pt x="6013" y="8788"/>
                </a:lnTo>
                <a:lnTo>
                  <a:pt x="6406" y="8931"/>
                </a:lnTo>
                <a:lnTo>
                  <a:pt x="7145" y="9098"/>
                </a:lnTo>
                <a:lnTo>
                  <a:pt x="7478" y="9110"/>
                </a:lnTo>
                <a:lnTo>
                  <a:pt x="7668" y="9098"/>
                </a:lnTo>
                <a:lnTo>
                  <a:pt x="8002" y="9050"/>
                </a:lnTo>
                <a:lnTo>
                  <a:pt x="8300" y="8943"/>
                </a:lnTo>
                <a:lnTo>
                  <a:pt x="8561" y="8776"/>
                </a:lnTo>
                <a:lnTo>
                  <a:pt x="8669" y="8669"/>
                </a:lnTo>
                <a:lnTo>
                  <a:pt x="8800" y="8514"/>
                </a:lnTo>
                <a:lnTo>
                  <a:pt x="8990" y="8157"/>
                </a:lnTo>
                <a:lnTo>
                  <a:pt x="9085" y="7716"/>
                </a:lnTo>
                <a:lnTo>
                  <a:pt x="9085" y="7228"/>
                </a:lnTo>
                <a:lnTo>
                  <a:pt x="8990" y="6692"/>
                </a:lnTo>
                <a:lnTo>
                  <a:pt x="8812" y="6109"/>
                </a:lnTo>
                <a:lnTo>
                  <a:pt x="8550" y="5502"/>
                </a:lnTo>
                <a:lnTo>
                  <a:pt x="8204" y="4871"/>
                </a:lnTo>
                <a:lnTo>
                  <a:pt x="8002" y="4549"/>
                </a:lnTo>
                <a:lnTo>
                  <a:pt x="8204" y="4228"/>
                </a:lnTo>
                <a:lnTo>
                  <a:pt x="8561" y="3597"/>
                </a:lnTo>
                <a:lnTo>
                  <a:pt x="8823" y="2989"/>
                </a:lnTo>
                <a:lnTo>
                  <a:pt x="9014" y="2406"/>
                </a:lnTo>
                <a:lnTo>
                  <a:pt x="9097" y="1870"/>
                </a:lnTo>
                <a:lnTo>
                  <a:pt x="9109" y="1382"/>
                </a:lnTo>
                <a:lnTo>
                  <a:pt x="9014" y="941"/>
                </a:lnTo>
                <a:lnTo>
                  <a:pt x="8823" y="584"/>
                </a:lnTo>
                <a:lnTo>
                  <a:pt x="8681" y="429"/>
                </a:lnTo>
                <a:lnTo>
                  <a:pt x="8573" y="334"/>
                </a:lnTo>
                <a:lnTo>
                  <a:pt x="8335" y="179"/>
                </a:lnTo>
                <a:lnTo>
                  <a:pt x="7919" y="25"/>
                </a:lnTo>
                <a:lnTo>
                  <a:pt x="7240" y="1"/>
                </a:lnTo>
                <a:lnTo>
                  <a:pt x="6442" y="156"/>
                </a:lnTo>
                <a:lnTo>
                  <a:pt x="6013" y="322"/>
                </a:lnTo>
                <a:lnTo>
                  <a:pt x="5656" y="465"/>
                </a:lnTo>
                <a:lnTo>
                  <a:pt x="4918" y="870"/>
                </a:lnTo>
                <a:lnTo>
                  <a:pt x="4549" y="1096"/>
                </a:lnTo>
                <a:lnTo>
                  <a:pt x="4192" y="870"/>
                </a:lnTo>
                <a:lnTo>
                  <a:pt x="3453" y="465"/>
                </a:lnTo>
                <a:lnTo>
                  <a:pt x="3096" y="322"/>
                </a:lnTo>
                <a:lnTo>
                  <a:pt x="2668" y="156"/>
                </a:lnTo>
                <a:lnTo>
                  <a:pt x="1870"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1" name="Google Shape;2971;p173"/>
          <p:cNvSpPr/>
          <p:nvPr/>
        </p:nvSpPr>
        <p:spPr>
          <a:xfrm>
            <a:off x="12074122" y="3983578"/>
            <a:ext cx="424824" cy="566377"/>
          </a:xfrm>
          <a:custGeom>
            <a:rect b="b" l="l" r="r" t="t"/>
            <a:pathLst>
              <a:path extrusionOk="0" h="10431" w="7824">
                <a:moveTo>
                  <a:pt x="3894" y="2774"/>
                </a:moveTo>
                <a:lnTo>
                  <a:pt x="4121" y="2786"/>
                </a:lnTo>
                <a:lnTo>
                  <a:pt x="4526" y="2965"/>
                </a:lnTo>
                <a:lnTo>
                  <a:pt x="4847" y="3274"/>
                </a:lnTo>
                <a:lnTo>
                  <a:pt x="5014" y="3679"/>
                </a:lnTo>
                <a:lnTo>
                  <a:pt x="5038" y="3917"/>
                </a:lnTo>
                <a:lnTo>
                  <a:pt x="5026" y="4144"/>
                </a:lnTo>
                <a:lnTo>
                  <a:pt x="4859" y="4548"/>
                </a:lnTo>
                <a:lnTo>
                  <a:pt x="4549" y="4858"/>
                </a:lnTo>
                <a:lnTo>
                  <a:pt x="4145" y="5037"/>
                </a:lnTo>
                <a:lnTo>
                  <a:pt x="3918" y="5049"/>
                </a:lnTo>
                <a:lnTo>
                  <a:pt x="3680" y="5037"/>
                </a:lnTo>
                <a:lnTo>
                  <a:pt x="3275" y="4858"/>
                </a:lnTo>
                <a:lnTo>
                  <a:pt x="2966" y="4548"/>
                </a:lnTo>
                <a:lnTo>
                  <a:pt x="2787" y="4144"/>
                </a:lnTo>
                <a:lnTo>
                  <a:pt x="2775" y="3917"/>
                </a:lnTo>
                <a:lnTo>
                  <a:pt x="2787" y="3679"/>
                </a:lnTo>
                <a:lnTo>
                  <a:pt x="2966" y="3274"/>
                </a:lnTo>
                <a:lnTo>
                  <a:pt x="3263" y="2965"/>
                </a:lnTo>
                <a:lnTo>
                  <a:pt x="3668" y="2786"/>
                </a:lnTo>
                <a:lnTo>
                  <a:pt x="3894" y="2774"/>
                </a:lnTo>
                <a:close/>
                <a:moveTo>
                  <a:pt x="3918" y="2119"/>
                </a:moveTo>
                <a:lnTo>
                  <a:pt x="3728" y="2131"/>
                </a:lnTo>
                <a:lnTo>
                  <a:pt x="3382" y="2203"/>
                </a:lnTo>
                <a:lnTo>
                  <a:pt x="3061" y="2334"/>
                </a:lnTo>
                <a:lnTo>
                  <a:pt x="2775" y="2524"/>
                </a:lnTo>
                <a:lnTo>
                  <a:pt x="2537" y="2774"/>
                </a:lnTo>
                <a:lnTo>
                  <a:pt x="2335" y="3060"/>
                </a:lnTo>
                <a:lnTo>
                  <a:pt x="2204" y="3382"/>
                </a:lnTo>
                <a:lnTo>
                  <a:pt x="2132" y="3727"/>
                </a:lnTo>
                <a:lnTo>
                  <a:pt x="2120" y="3917"/>
                </a:lnTo>
                <a:lnTo>
                  <a:pt x="2132" y="4096"/>
                </a:lnTo>
                <a:lnTo>
                  <a:pt x="2204" y="4441"/>
                </a:lnTo>
                <a:lnTo>
                  <a:pt x="2335" y="4763"/>
                </a:lnTo>
                <a:lnTo>
                  <a:pt x="2525" y="5049"/>
                </a:lnTo>
                <a:lnTo>
                  <a:pt x="2775" y="5299"/>
                </a:lnTo>
                <a:lnTo>
                  <a:pt x="3049" y="5489"/>
                </a:lnTo>
                <a:lnTo>
                  <a:pt x="3371" y="5620"/>
                </a:lnTo>
                <a:lnTo>
                  <a:pt x="3716" y="5691"/>
                </a:lnTo>
                <a:lnTo>
                  <a:pt x="3894" y="5703"/>
                </a:lnTo>
                <a:lnTo>
                  <a:pt x="4073" y="5691"/>
                </a:lnTo>
                <a:lnTo>
                  <a:pt x="4418" y="5620"/>
                </a:lnTo>
                <a:lnTo>
                  <a:pt x="4740" y="5489"/>
                </a:lnTo>
                <a:lnTo>
                  <a:pt x="5026" y="5299"/>
                </a:lnTo>
                <a:lnTo>
                  <a:pt x="5276" y="5049"/>
                </a:lnTo>
                <a:lnTo>
                  <a:pt x="5466" y="4763"/>
                </a:lnTo>
                <a:lnTo>
                  <a:pt x="5609" y="4441"/>
                </a:lnTo>
                <a:lnTo>
                  <a:pt x="5681" y="4096"/>
                </a:lnTo>
                <a:lnTo>
                  <a:pt x="5692" y="3917"/>
                </a:lnTo>
                <a:lnTo>
                  <a:pt x="5681" y="3727"/>
                </a:lnTo>
                <a:lnTo>
                  <a:pt x="5609" y="3382"/>
                </a:lnTo>
                <a:lnTo>
                  <a:pt x="5478" y="3060"/>
                </a:lnTo>
                <a:lnTo>
                  <a:pt x="5288" y="2774"/>
                </a:lnTo>
                <a:lnTo>
                  <a:pt x="5049" y="2524"/>
                </a:lnTo>
                <a:lnTo>
                  <a:pt x="4764" y="2334"/>
                </a:lnTo>
                <a:lnTo>
                  <a:pt x="4442" y="2203"/>
                </a:lnTo>
                <a:lnTo>
                  <a:pt x="4097" y="2131"/>
                </a:lnTo>
                <a:lnTo>
                  <a:pt x="3918" y="2119"/>
                </a:lnTo>
                <a:close/>
                <a:moveTo>
                  <a:pt x="3918" y="667"/>
                </a:moveTo>
                <a:lnTo>
                  <a:pt x="4049" y="750"/>
                </a:lnTo>
                <a:lnTo>
                  <a:pt x="4430" y="988"/>
                </a:lnTo>
                <a:lnTo>
                  <a:pt x="4680" y="1072"/>
                </a:lnTo>
                <a:lnTo>
                  <a:pt x="4930" y="1119"/>
                </a:lnTo>
                <a:lnTo>
                  <a:pt x="5383" y="1107"/>
                </a:lnTo>
                <a:lnTo>
                  <a:pt x="5538" y="1107"/>
                </a:lnTo>
                <a:lnTo>
                  <a:pt x="5609" y="1238"/>
                </a:lnTo>
                <a:lnTo>
                  <a:pt x="5823" y="1631"/>
                </a:lnTo>
                <a:lnTo>
                  <a:pt x="6002" y="1834"/>
                </a:lnTo>
                <a:lnTo>
                  <a:pt x="6192" y="2000"/>
                </a:lnTo>
                <a:lnTo>
                  <a:pt x="6585" y="2215"/>
                </a:lnTo>
                <a:lnTo>
                  <a:pt x="6728" y="2286"/>
                </a:lnTo>
                <a:lnTo>
                  <a:pt x="6716" y="2453"/>
                </a:lnTo>
                <a:lnTo>
                  <a:pt x="6704" y="2893"/>
                </a:lnTo>
                <a:lnTo>
                  <a:pt x="6764" y="3155"/>
                </a:lnTo>
                <a:lnTo>
                  <a:pt x="6847" y="3393"/>
                </a:lnTo>
                <a:lnTo>
                  <a:pt x="7085" y="3775"/>
                </a:lnTo>
                <a:lnTo>
                  <a:pt x="7154" y="3911"/>
                </a:lnTo>
                <a:lnTo>
                  <a:pt x="7154" y="3911"/>
                </a:lnTo>
                <a:lnTo>
                  <a:pt x="7085" y="4048"/>
                </a:lnTo>
                <a:lnTo>
                  <a:pt x="6847" y="4429"/>
                </a:lnTo>
                <a:lnTo>
                  <a:pt x="6764" y="4679"/>
                </a:lnTo>
                <a:lnTo>
                  <a:pt x="6704" y="4918"/>
                </a:lnTo>
                <a:lnTo>
                  <a:pt x="6716" y="5370"/>
                </a:lnTo>
                <a:lnTo>
                  <a:pt x="6728" y="5537"/>
                </a:lnTo>
                <a:lnTo>
                  <a:pt x="6585" y="5608"/>
                </a:lnTo>
                <a:lnTo>
                  <a:pt x="6192" y="5822"/>
                </a:lnTo>
                <a:lnTo>
                  <a:pt x="6002" y="5989"/>
                </a:lnTo>
                <a:lnTo>
                  <a:pt x="5823" y="6192"/>
                </a:lnTo>
                <a:lnTo>
                  <a:pt x="5609" y="6584"/>
                </a:lnTo>
                <a:lnTo>
                  <a:pt x="5538" y="6715"/>
                </a:lnTo>
                <a:lnTo>
                  <a:pt x="5383" y="6715"/>
                </a:lnTo>
                <a:lnTo>
                  <a:pt x="4930" y="6704"/>
                </a:lnTo>
                <a:lnTo>
                  <a:pt x="4680" y="6751"/>
                </a:lnTo>
                <a:lnTo>
                  <a:pt x="4430" y="6835"/>
                </a:lnTo>
                <a:lnTo>
                  <a:pt x="4049" y="7073"/>
                </a:lnTo>
                <a:lnTo>
                  <a:pt x="3918" y="7156"/>
                </a:lnTo>
                <a:lnTo>
                  <a:pt x="3787" y="7073"/>
                </a:lnTo>
                <a:lnTo>
                  <a:pt x="3394" y="6835"/>
                </a:lnTo>
                <a:lnTo>
                  <a:pt x="3156" y="6751"/>
                </a:lnTo>
                <a:lnTo>
                  <a:pt x="2894" y="6704"/>
                </a:lnTo>
                <a:lnTo>
                  <a:pt x="2454" y="6715"/>
                </a:lnTo>
                <a:lnTo>
                  <a:pt x="2299" y="6715"/>
                </a:lnTo>
                <a:lnTo>
                  <a:pt x="2216" y="6584"/>
                </a:lnTo>
                <a:lnTo>
                  <a:pt x="2001" y="6192"/>
                </a:lnTo>
                <a:lnTo>
                  <a:pt x="1835" y="5989"/>
                </a:lnTo>
                <a:lnTo>
                  <a:pt x="1644" y="5822"/>
                </a:lnTo>
                <a:lnTo>
                  <a:pt x="1251" y="5608"/>
                </a:lnTo>
                <a:lnTo>
                  <a:pt x="1108" y="5537"/>
                </a:lnTo>
                <a:lnTo>
                  <a:pt x="1108" y="5370"/>
                </a:lnTo>
                <a:lnTo>
                  <a:pt x="1120" y="4929"/>
                </a:lnTo>
                <a:lnTo>
                  <a:pt x="1073" y="4679"/>
                </a:lnTo>
                <a:lnTo>
                  <a:pt x="989" y="4429"/>
                </a:lnTo>
                <a:lnTo>
                  <a:pt x="751" y="4048"/>
                </a:lnTo>
                <a:lnTo>
                  <a:pt x="668" y="3917"/>
                </a:lnTo>
                <a:lnTo>
                  <a:pt x="751" y="3775"/>
                </a:lnTo>
                <a:lnTo>
                  <a:pt x="989" y="3393"/>
                </a:lnTo>
                <a:lnTo>
                  <a:pt x="1073" y="3155"/>
                </a:lnTo>
                <a:lnTo>
                  <a:pt x="1120" y="2893"/>
                </a:lnTo>
                <a:lnTo>
                  <a:pt x="1108" y="2453"/>
                </a:lnTo>
                <a:lnTo>
                  <a:pt x="1108" y="2286"/>
                </a:lnTo>
                <a:lnTo>
                  <a:pt x="1251" y="2215"/>
                </a:lnTo>
                <a:lnTo>
                  <a:pt x="1644" y="2000"/>
                </a:lnTo>
                <a:lnTo>
                  <a:pt x="1835" y="1834"/>
                </a:lnTo>
                <a:lnTo>
                  <a:pt x="2001" y="1631"/>
                </a:lnTo>
                <a:lnTo>
                  <a:pt x="2216" y="1238"/>
                </a:lnTo>
                <a:lnTo>
                  <a:pt x="2299" y="1107"/>
                </a:lnTo>
                <a:lnTo>
                  <a:pt x="2454" y="1107"/>
                </a:lnTo>
                <a:lnTo>
                  <a:pt x="2906" y="1119"/>
                </a:lnTo>
                <a:lnTo>
                  <a:pt x="3156" y="1072"/>
                </a:lnTo>
                <a:lnTo>
                  <a:pt x="3394" y="988"/>
                </a:lnTo>
                <a:lnTo>
                  <a:pt x="3775" y="750"/>
                </a:lnTo>
                <a:lnTo>
                  <a:pt x="3918" y="667"/>
                </a:lnTo>
                <a:close/>
                <a:moveTo>
                  <a:pt x="3918" y="0"/>
                </a:moveTo>
                <a:lnTo>
                  <a:pt x="3787" y="12"/>
                </a:lnTo>
                <a:lnTo>
                  <a:pt x="3549" y="119"/>
                </a:lnTo>
                <a:lnTo>
                  <a:pt x="3216" y="345"/>
                </a:lnTo>
                <a:lnTo>
                  <a:pt x="2990" y="441"/>
                </a:lnTo>
                <a:lnTo>
                  <a:pt x="2728" y="476"/>
                </a:lnTo>
                <a:lnTo>
                  <a:pt x="2323" y="453"/>
                </a:lnTo>
                <a:lnTo>
                  <a:pt x="2073" y="476"/>
                </a:lnTo>
                <a:lnTo>
                  <a:pt x="1954" y="524"/>
                </a:lnTo>
                <a:lnTo>
                  <a:pt x="1858" y="595"/>
                </a:lnTo>
                <a:lnTo>
                  <a:pt x="1704" y="810"/>
                </a:lnTo>
                <a:lnTo>
                  <a:pt x="1525" y="1167"/>
                </a:lnTo>
                <a:lnTo>
                  <a:pt x="1370" y="1369"/>
                </a:lnTo>
                <a:lnTo>
                  <a:pt x="1168" y="1524"/>
                </a:lnTo>
                <a:lnTo>
                  <a:pt x="811" y="1703"/>
                </a:lnTo>
                <a:lnTo>
                  <a:pt x="596" y="1858"/>
                </a:lnTo>
                <a:lnTo>
                  <a:pt x="525" y="1965"/>
                </a:lnTo>
                <a:lnTo>
                  <a:pt x="477" y="2072"/>
                </a:lnTo>
                <a:lnTo>
                  <a:pt x="453" y="2322"/>
                </a:lnTo>
                <a:lnTo>
                  <a:pt x="477" y="2727"/>
                </a:lnTo>
                <a:lnTo>
                  <a:pt x="442" y="2977"/>
                </a:lnTo>
                <a:lnTo>
                  <a:pt x="346" y="3215"/>
                </a:lnTo>
                <a:lnTo>
                  <a:pt x="120" y="3548"/>
                </a:lnTo>
                <a:lnTo>
                  <a:pt x="13" y="3786"/>
                </a:lnTo>
                <a:lnTo>
                  <a:pt x="1" y="3917"/>
                </a:lnTo>
                <a:lnTo>
                  <a:pt x="13" y="4036"/>
                </a:lnTo>
                <a:lnTo>
                  <a:pt x="120" y="4275"/>
                </a:lnTo>
                <a:lnTo>
                  <a:pt x="346" y="4620"/>
                </a:lnTo>
                <a:lnTo>
                  <a:pt x="442" y="4846"/>
                </a:lnTo>
                <a:lnTo>
                  <a:pt x="477" y="5096"/>
                </a:lnTo>
                <a:lnTo>
                  <a:pt x="453" y="5501"/>
                </a:lnTo>
                <a:lnTo>
                  <a:pt x="477" y="5763"/>
                </a:lnTo>
                <a:lnTo>
                  <a:pt x="525" y="5870"/>
                </a:lnTo>
                <a:lnTo>
                  <a:pt x="596" y="5965"/>
                </a:lnTo>
                <a:lnTo>
                  <a:pt x="811" y="6120"/>
                </a:lnTo>
                <a:lnTo>
                  <a:pt x="1168" y="6299"/>
                </a:lnTo>
                <a:lnTo>
                  <a:pt x="1370" y="6454"/>
                </a:lnTo>
                <a:lnTo>
                  <a:pt x="1525" y="6656"/>
                </a:lnTo>
                <a:lnTo>
                  <a:pt x="1704" y="7025"/>
                </a:lnTo>
                <a:lnTo>
                  <a:pt x="1858" y="7227"/>
                </a:lnTo>
                <a:lnTo>
                  <a:pt x="1954" y="7299"/>
                </a:lnTo>
                <a:lnTo>
                  <a:pt x="2073" y="7347"/>
                </a:lnTo>
                <a:lnTo>
                  <a:pt x="2323" y="7382"/>
                </a:lnTo>
                <a:lnTo>
                  <a:pt x="2728" y="7358"/>
                </a:lnTo>
                <a:lnTo>
                  <a:pt x="2990" y="7382"/>
                </a:lnTo>
                <a:lnTo>
                  <a:pt x="3216" y="7478"/>
                </a:lnTo>
                <a:lnTo>
                  <a:pt x="3549" y="7704"/>
                </a:lnTo>
                <a:lnTo>
                  <a:pt x="3787" y="7811"/>
                </a:lnTo>
                <a:lnTo>
                  <a:pt x="3918" y="7823"/>
                </a:lnTo>
                <a:lnTo>
                  <a:pt x="4037" y="7811"/>
                </a:lnTo>
                <a:lnTo>
                  <a:pt x="4276" y="7704"/>
                </a:lnTo>
                <a:lnTo>
                  <a:pt x="4621" y="7478"/>
                </a:lnTo>
                <a:lnTo>
                  <a:pt x="4847" y="7382"/>
                </a:lnTo>
                <a:lnTo>
                  <a:pt x="5097" y="7358"/>
                </a:lnTo>
                <a:lnTo>
                  <a:pt x="5502" y="7370"/>
                </a:lnTo>
                <a:lnTo>
                  <a:pt x="5764" y="7347"/>
                </a:lnTo>
                <a:lnTo>
                  <a:pt x="5871" y="7299"/>
                </a:lnTo>
                <a:lnTo>
                  <a:pt x="5966" y="7227"/>
                </a:lnTo>
                <a:lnTo>
                  <a:pt x="6121" y="7025"/>
                </a:lnTo>
                <a:lnTo>
                  <a:pt x="6300" y="6656"/>
                </a:lnTo>
                <a:lnTo>
                  <a:pt x="6454" y="6454"/>
                </a:lnTo>
                <a:lnTo>
                  <a:pt x="6657" y="6299"/>
                </a:lnTo>
                <a:lnTo>
                  <a:pt x="7026" y="6120"/>
                </a:lnTo>
                <a:lnTo>
                  <a:pt x="7228" y="5965"/>
                </a:lnTo>
                <a:lnTo>
                  <a:pt x="7300" y="5870"/>
                </a:lnTo>
                <a:lnTo>
                  <a:pt x="7347" y="5763"/>
                </a:lnTo>
                <a:lnTo>
                  <a:pt x="7383" y="5501"/>
                </a:lnTo>
                <a:lnTo>
                  <a:pt x="7359" y="5096"/>
                </a:lnTo>
                <a:lnTo>
                  <a:pt x="7395" y="4846"/>
                </a:lnTo>
                <a:lnTo>
                  <a:pt x="7490" y="4620"/>
                </a:lnTo>
                <a:lnTo>
                  <a:pt x="7705" y="4275"/>
                </a:lnTo>
                <a:lnTo>
                  <a:pt x="7812" y="4036"/>
                </a:lnTo>
                <a:lnTo>
                  <a:pt x="7824" y="3917"/>
                </a:lnTo>
                <a:lnTo>
                  <a:pt x="7812" y="3786"/>
                </a:lnTo>
                <a:lnTo>
                  <a:pt x="7705" y="3548"/>
                </a:lnTo>
                <a:lnTo>
                  <a:pt x="7490" y="3215"/>
                </a:lnTo>
                <a:lnTo>
                  <a:pt x="7395" y="2989"/>
                </a:lnTo>
                <a:lnTo>
                  <a:pt x="7359" y="2727"/>
                </a:lnTo>
                <a:lnTo>
                  <a:pt x="7383" y="2322"/>
                </a:lnTo>
                <a:lnTo>
                  <a:pt x="7347" y="2072"/>
                </a:lnTo>
                <a:lnTo>
                  <a:pt x="7300" y="1965"/>
                </a:lnTo>
                <a:lnTo>
                  <a:pt x="7228" y="1858"/>
                </a:lnTo>
                <a:lnTo>
                  <a:pt x="7026" y="1703"/>
                </a:lnTo>
                <a:lnTo>
                  <a:pt x="6657" y="1524"/>
                </a:lnTo>
                <a:lnTo>
                  <a:pt x="6454" y="1369"/>
                </a:lnTo>
                <a:lnTo>
                  <a:pt x="6300" y="1167"/>
                </a:lnTo>
                <a:lnTo>
                  <a:pt x="6121" y="810"/>
                </a:lnTo>
                <a:lnTo>
                  <a:pt x="5966" y="595"/>
                </a:lnTo>
                <a:lnTo>
                  <a:pt x="5871" y="524"/>
                </a:lnTo>
                <a:lnTo>
                  <a:pt x="5764" y="476"/>
                </a:lnTo>
                <a:lnTo>
                  <a:pt x="5502" y="453"/>
                </a:lnTo>
                <a:lnTo>
                  <a:pt x="5097" y="476"/>
                </a:lnTo>
                <a:lnTo>
                  <a:pt x="4847" y="441"/>
                </a:lnTo>
                <a:lnTo>
                  <a:pt x="4621" y="345"/>
                </a:lnTo>
                <a:lnTo>
                  <a:pt x="4276" y="119"/>
                </a:lnTo>
                <a:lnTo>
                  <a:pt x="4037" y="12"/>
                </a:lnTo>
                <a:lnTo>
                  <a:pt x="3918" y="0"/>
                </a:lnTo>
                <a:close/>
                <a:moveTo>
                  <a:pt x="1894" y="7870"/>
                </a:moveTo>
                <a:lnTo>
                  <a:pt x="1692" y="8013"/>
                </a:lnTo>
                <a:lnTo>
                  <a:pt x="1644" y="8132"/>
                </a:lnTo>
                <a:lnTo>
                  <a:pt x="1323" y="9668"/>
                </a:lnTo>
                <a:lnTo>
                  <a:pt x="1299" y="9847"/>
                </a:lnTo>
                <a:lnTo>
                  <a:pt x="1430" y="10168"/>
                </a:lnTo>
                <a:lnTo>
                  <a:pt x="1549" y="10287"/>
                </a:lnTo>
                <a:lnTo>
                  <a:pt x="1704" y="10383"/>
                </a:lnTo>
                <a:lnTo>
                  <a:pt x="2049" y="10418"/>
                </a:lnTo>
                <a:lnTo>
                  <a:pt x="2216" y="10359"/>
                </a:lnTo>
                <a:lnTo>
                  <a:pt x="3918" y="9490"/>
                </a:lnTo>
                <a:lnTo>
                  <a:pt x="5609" y="10335"/>
                </a:lnTo>
                <a:lnTo>
                  <a:pt x="5752" y="10418"/>
                </a:lnTo>
                <a:lnTo>
                  <a:pt x="5895" y="10430"/>
                </a:lnTo>
                <a:lnTo>
                  <a:pt x="6002" y="10418"/>
                </a:lnTo>
                <a:lnTo>
                  <a:pt x="6192" y="10359"/>
                </a:lnTo>
                <a:lnTo>
                  <a:pt x="6276" y="10299"/>
                </a:lnTo>
                <a:lnTo>
                  <a:pt x="6407" y="10168"/>
                </a:lnTo>
                <a:lnTo>
                  <a:pt x="6526" y="9847"/>
                </a:lnTo>
                <a:lnTo>
                  <a:pt x="6502" y="9668"/>
                </a:lnTo>
                <a:lnTo>
                  <a:pt x="6192" y="8132"/>
                </a:lnTo>
                <a:lnTo>
                  <a:pt x="6145" y="8013"/>
                </a:lnTo>
                <a:lnTo>
                  <a:pt x="5931" y="7870"/>
                </a:lnTo>
                <a:lnTo>
                  <a:pt x="5800" y="7882"/>
                </a:lnTo>
                <a:lnTo>
                  <a:pt x="5681" y="7930"/>
                </a:lnTo>
                <a:lnTo>
                  <a:pt x="5538" y="8144"/>
                </a:lnTo>
                <a:lnTo>
                  <a:pt x="5550" y="8275"/>
                </a:lnTo>
                <a:lnTo>
                  <a:pt x="5907" y="9776"/>
                </a:lnTo>
                <a:lnTo>
                  <a:pt x="4061" y="8847"/>
                </a:lnTo>
                <a:lnTo>
                  <a:pt x="3990" y="8823"/>
                </a:lnTo>
                <a:lnTo>
                  <a:pt x="3835" y="8823"/>
                </a:lnTo>
                <a:lnTo>
                  <a:pt x="3775" y="8847"/>
                </a:lnTo>
                <a:lnTo>
                  <a:pt x="1966" y="9799"/>
                </a:lnTo>
                <a:lnTo>
                  <a:pt x="2287" y="8275"/>
                </a:lnTo>
                <a:lnTo>
                  <a:pt x="2287" y="8144"/>
                </a:lnTo>
                <a:lnTo>
                  <a:pt x="2156" y="7930"/>
                </a:lnTo>
                <a:lnTo>
                  <a:pt x="2025" y="7882"/>
                </a:lnTo>
                <a:lnTo>
                  <a:pt x="1894" y="787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2" name="Google Shape;2972;p173"/>
          <p:cNvSpPr/>
          <p:nvPr/>
        </p:nvSpPr>
        <p:spPr>
          <a:xfrm>
            <a:off x="13131195" y="3984175"/>
            <a:ext cx="495302" cy="565780"/>
          </a:xfrm>
          <a:custGeom>
            <a:rect b="b" l="l" r="r" t="t"/>
            <a:pathLst>
              <a:path extrusionOk="0" h="10420" w="9122">
                <a:moveTo>
                  <a:pt x="3584" y="2275"/>
                </a:moveTo>
                <a:lnTo>
                  <a:pt x="3453" y="2287"/>
                </a:lnTo>
                <a:lnTo>
                  <a:pt x="3275" y="2466"/>
                </a:lnTo>
                <a:lnTo>
                  <a:pt x="3263" y="2597"/>
                </a:lnTo>
                <a:lnTo>
                  <a:pt x="3275" y="2728"/>
                </a:lnTo>
                <a:lnTo>
                  <a:pt x="3453" y="2906"/>
                </a:lnTo>
                <a:lnTo>
                  <a:pt x="3584" y="2930"/>
                </a:lnTo>
                <a:lnTo>
                  <a:pt x="7168" y="2930"/>
                </a:lnTo>
                <a:lnTo>
                  <a:pt x="7299" y="2906"/>
                </a:lnTo>
                <a:lnTo>
                  <a:pt x="7478" y="2728"/>
                </a:lnTo>
                <a:lnTo>
                  <a:pt x="7490" y="2597"/>
                </a:lnTo>
                <a:lnTo>
                  <a:pt x="7478" y="2466"/>
                </a:lnTo>
                <a:lnTo>
                  <a:pt x="7299" y="2287"/>
                </a:lnTo>
                <a:lnTo>
                  <a:pt x="7168" y="2275"/>
                </a:lnTo>
                <a:close/>
                <a:moveTo>
                  <a:pt x="1953" y="2108"/>
                </a:moveTo>
                <a:lnTo>
                  <a:pt x="1858" y="2120"/>
                </a:lnTo>
                <a:lnTo>
                  <a:pt x="1679" y="2192"/>
                </a:lnTo>
                <a:lnTo>
                  <a:pt x="1548" y="2323"/>
                </a:lnTo>
                <a:lnTo>
                  <a:pt x="1477" y="2501"/>
                </a:lnTo>
                <a:lnTo>
                  <a:pt x="1465" y="2597"/>
                </a:lnTo>
                <a:lnTo>
                  <a:pt x="1477" y="2704"/>
                </a:lnTo>
                <a:lnTo>
                  <a:pt x="1548" y="2871"/>
                </a:lnTo>
                <a:lnTo>
                  <a:pt x="1679" y="3001"/>
                </a:lnTo>
                <a:lnTo>
                  <a:pt x="1858" y="3085"/>
                </a:lnTo>
                <a:lnTo>
                  <a:pt x="2060" y="3085"/>
                </a:lnTo>
                <a:lnTo>
                  <a:pt x="2227" y="3001"/>
                </a:lnTo>
                <a:lnTo>
                  <a:pt x="2370" y="2871"/>
                </a:lnTo>
                <a:lnTo>
                  <a:pt x="2441" y="2704"/>
                </a:lnTo>
                <a:lnTo>
                  <a:pt x="2441" y="2597"/>
                </a:lnTo>
                <a:lnTo>
                  <a:pt x="2441" y="2501"/>
                </a:lnTo>
                <a:lnTo>
                  <a:pt x="2370" y="2323"/>
                </a:lnTo>
                <a:lnTo>
                  <a:pt x="2227" y="2192"/>
                </a:lnTo>
                <a:lnTo>
                  <a:pt x="2060" y="2120"/>
                </a:lnTo>
                <a:lnTo>
                  <a:pt x="1953" y="2108"/>
                </a:lnTo>
                <a:close/>
                <a:moveTo>
                  <a:pt x="4239" y="4883"/>
                </a:moveTo>
                <a:lnTo>
                  <a:pt x="4108" y="4895"/>
                </a:lnTo>
                <a:lnTo>
                  <a:pt x="3930" y="5073"/>
                </a:lnTo>
                <a:lnTo>
                  <a:pt x="3906" y="5204"/>
                </a:lnTo>
                <a:lnTo>
                  <a:pt x="3930" y="5335"/>
                </a:lnTo>
                <a:lnTo>
                  <a:pt x="4108" y="5514"/>
                </a:lnTo>
                <a:lnTo>
                  <a:pt x="4239" y="5526"/>
                </a:lnTo>
                <a:lnTo>
                  <a:pt x="7168" y="5526"/>
                </a:lnTo>
                <a:lnTo>
                  <a:pt x="7299" y="5514"/>
                </a:lnTo>
                <a:lnTo>
                  <a:pt x="7478" y="5335"/>
                </a:lnTo>
                <a:lnTo>
                  <a:pt x="7490" y="5204"/>
                </a:lnTo>
                <a:lnTo>
                  <a:pt x="7478" y="5073"/>
                </a:lnTo>
                <a:lnTo>
                  <a:pt x="7299" y="4895"/>
                </a:lnTo>
                <a:lnTo>
                  <a:pt x="7168" y="4883"/>
                </a:lnTo>
                <a:close/>
                <a:moveTo>
                  <a:pt x="3132" y="4025"/>
                </a:moveTo>
                <a:lnTo>
                  <a:pt x="3025" y="4109"/>
                </a:lnTo>
                <a:lnTo>
                  <a:pt x="2060" y="5073"/>
                </a:lnTo>
                <a:lnTo>
                  <a:pt x="1703" y="4704"/>
                </a:lnTo>
                <a:lnTo>
                  <a:pt x="1596" y="4621"/>
                </a:lnTo>
                <a:lnTo>
                  <a:pt x="1346" y="4621"/>
                </a:lnTo>
                <a:lnTo>
                  <a:pt x="1239" y="4704"/>
                </a:lnTo>
                <a:lnTo>
                  <a:pt x="1155" y="4811"/>
                </a:lnTo>
                <a:lnTo>
                  <a:pt x="1155" y="5061"/>
                </a:lnTo>
                <a:lnTo>
                  <a:pt x="1239" y="5169"/>
                </a:lnTo>
                <a:lnTo>
                  <a:pt x="1834" y="5764"/>
                </a:lnTo>
                <a:lnTo>
                  <a:pt x="1941" y="5835"/>
                </a:lnTo>
                <a:lnTo>
                  <a:pt x="2060" y="5859"/>
                </a:lnTo>
                <a:lnTo>
                  <a:pt x="2191" y="5835"/>
                </a:lnTo>
                <a:lnTo>
                  <a:pt x="2299" y="5764"/>
                </a:lnTo>
                <a:lnTo>
                  <a:pt x="3489" y="4561"/>
                </a:lnTo>
                <a:lnTo>
                  <a:pt x="3573" y="4466"/>
                </a:lnTo>
                <a:lnTo>
                  <a:pt x="3573" y="4216"/>
                </a:lnTo>
                <a:lnTo>
                  <a:pt x="3489" y="4109"/>
                </a:lnTo>
                <a:lnTo>
                  <a:pt x="3382" y="4025"/>
                </a:lnTo>
                <a:close/>
                <a:moveTo>
                  <a:pt x="3584" y="7478"/>
                </a:moveTo>
                <a:lnTo>
                  <a:pt x="3453" y="7502"/>
                </a:lnTo>
                <a:lnTo>
                  <a:pt x="3275" y="7681"/>
                </a:lnTo>
                <a:lnTo>
                  <a:pt x="3263" y="7812"/>
                </a:lnTo>
                <a:lnTo>
                  <a:pt x="3275" y="7943"/>
                </a:lnTo>
                <a:lnTo>
                  <a:pt x="3453" y="8121"/>
                </a:lnTo>
                <a:lnTo>
                  <a:pt x="3584" y="8133"/>
                </a:lnTo>
                <a:lnTo>
                  <a:pt x="7168" y="8133"/>
                </a:lnTo>
                <a:lnTo>
                  <a:pt x="7299" y="8121"/>
                </a:lnTo>
                <a:lnTo>
                  <a:pt x="7478" y="7943"/>
                </a:lnTo>
                <a:lnTo>
                  <a:pt x="7490" y="7812"/>
                </a:lnTo>
                <a:lnTo>
                  <a:pt x="7478" y="7681"/>
                </a:lnTo>
                <a:lnTo>
                  <a:pt x="7299" y="7502"/>
                </a:lnTo>
                <a:lnTo>
                  <a:pt x="7168" y="7478"/>
                </a:lnTo>
                <a:close/>
                <a:moveTo>
                  <a:pt x="1858" y="7324"/>
                </a:moveTo>
                <a:lnTo>
                  <a:pt x="1679" y="7407"/>
                </a:lnTo>
                <a:lnTo>
                  <a:pt x="1548" y="7538"/>
                </a:lnTo>
                <a:lnTo>
                  <a:pt x="1477" y="7705"/>
                </a:lnTo>
                <a:lnTo>
                  <a:pt x="1465" y="7812"/>
                </a:lnTo>
                <a:lnTo>
                  <a:pt x="1477" y="7907"/>
                </a:lnTo>
                <a:lnTo>
                  <a:pt x="1548" y="8086"/>
                </a:lnTo>
                <a:lnTo>
                  <a:pt x="1679" y="8217"/>
                </a:lnTo>
                <a:lnTo>
                  <a:pt x="1858" y="8288"/>
                </a:lnTo>
                <a:lnTo>
                  <a:pt x="1953" y="8300"/>
                </a:lnTo>
                <a:lnTo>
                  <a:pt x="2060" y="8288"/>
                </a:lnTo>
                <a:lnTo>
                  <a:pt x="2227" y="8217"/>
                </a:lnTo>
                <a:lnTo>
                  <a:pt x="2370" y="8086"/>
                </a:lnTo>
                <a:lnTo>
                  <a:pt x="2441" y="7907"/>
                </a:lnTo>
                <a:lnTo>
                  <a:pt x="2441" y="7812"/>
                </a:lnTo>
                <a:lnTo>
                  <a:pt x="2441" y="7705"/>
                </a:lnTo>
                <a:lnTo>
                  <a:pt x="2370" y="7538"/>
                </a:lnTo>
                <a:lnTo>
                  <a:pt x="2227" y="7407"/>
                </a:lnTo>
                <a:lnTo>
                  <a:pt x="2060" y="7324"/>
                </a:lnTo>
                <a:close/>
                <a:moveTo>
                  <a:pt x="7823" y="644"/>
                </a:moveTo>
                <a:lnTo>
                  <a:pt x="7954" y="656"/>
                </a:lnTo>
                <a:lnTo>
                  <a:pt x="8180" y="751"/>
                </a:lnTo>
                <a:lnTo>
                  <a:pt x="8359" y="930"/>
                </a:lnTo>
                <a:lnTo>
                  <a:pt x="8454" y="1168"/>
                </a:lnTo>
                <a:lnTo>
                  <a:pt x="8466" y="1299"/>
                </a:lnTo>
                <a:lnTo>
                  <a:pt x="8466" y="9110"/>
                </a:lnTo>
                <a:lnTo>
                  <a:pt x="8454" y="9241"/>
                </a:lnTo>
                <a:lnTo>
                  <a:pt x="8359" y="9479"/>
                </a:lnTo>
                <a:lnTo>
                  <a:pt x="8180" y="9657"/>
                </a:lnTo>
                <a:lnTo>
                  <a:pt x="7954" y="9753"/>
                </a:lnTo>
                <a:lnTo>
                  <a:pt x="7823" y="9765"/>
                </a:lnTo>
                <a:lnTo>
                  <a:pt x="1310" y="9765"/>
                </a:lnTo>
                <a:lnTo>
                  <a:pt x="1167" y="9753"/>
                </a:lnTo>
                <a:lnTo>
                  <a:pt x="941" y="9657"/>
                </a:lnTo>
                <a:lnTo>
                  <a:pt x="763" y="9479"/>
                </a:lnTo>
                <a:lnTo>
                  <a:pt x="667" y="9241"/>
                </a:lnTo>
                <a:lnTo>
                  <a:pt x="655" y="9110"/>
                </a:lnTo>
                <a:lnTo>
                  <a:pt x="655" y="1299"/>
                </a:lnTo>
                <a:lnTo>
                  <a:pt x="667" y="1168"/>
                </a:lnTo>
                <a:lnTo>
                  <a:pt x="763" y="930"/>
                </a:lnTo>
                <a:lnTo>
                  <a:pt x="941" y="751"/>
                </a:lnTo>
                <a:lnTo>
                  <a:pt x="1167" y="656"/>
                </a:lnTo>
                <a:lnTo>
                  <a:pt x="1310" y="644"/>
                </a:lnTo>
                <a:close/>
                <a:moveTo>
                  <a:pt x="1310" y="1"/>
                </a:moveTo>
                <a:lnTo>
                  <a:pt x="1036" y="13"/>
                </a:lnTo>
                <a:lnTo>
                  <a:pt x="572" y="215"/>
                </a:lnTo>
                <a:lnTo>
                  <a:pt x="227" y="561"/>
                </a:lnTo>
                <a:lnTo>
                  <a:pt x="24" y="1037"/>
                </a:lnTo>
                <a:lnTo>
                  <a:pt x="1" y="1299"/>
                </a:lnTo>
                <a:lnTo>
                  <a:pt x="1" y="9110"/>
                </a:lnTo>
                <a:lnTo>
                  <a:pt x="24" y="9372"/>
                </a:lnTo>
                <a:lnTo>
                  <a:pt x="227" y="9848"/>
                </a:lnTo>
                <a:lnTo>
                  <a:pt x="572" y="10193"/>
                </a:lnTo>
                <a:lnTo>
                  <a:pt x="1036" y="10396"/>
                </a:lnTo>
                <a:lnTo>
                  <a:pt x="1310" y="10419"/>
                </a:lnTo>
                <a:lnTo>
                  <a:pt x="7823" y="10419"/>
                </a:lnTo>
                <a:lnTo>
                  <a:pt x="8085" y="10396"/>
                </a:lnTo>
                <a:lnTo>
                  <a:pt x="8550" y="10193"/>
                </a:lnTo>
                <a:lnTo>
                  <a:pt x="8907" y="9848"/>
                </a:lnTo>
                <a:lnTo>
                  <a:pt x="9097" y="9372"/>
                </a:lnTo>
                <a:lnTo>
                  <a:pt x="9121" y="9110"/>
                </a:lnTo>
                <a:lnTo>
                  <a:pt x="9121" y="1299"/>
                </a:lnTo>
                <a:lnTo>
                  <a:pt x="9097" y="1037"/>
                </a:lnTo>
                <a:lnTo>
                  <a:pt x="8907" y="561"/>
                </a:lnTo>
                <a:lnTo>
                  <a:pt x="8550" y="215"/>
                </a:lnTo>
                <a:lnTo>
                  <a:pt x="8085" y="13"/>
                </a:lnTo>
                <a:lnTo>
                  <a:pt x="7823"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3" name="Google Shape;2973;p173"/>
          <p:cNvSpPr/>
          <p:nvPr/>
        </p:nvSpPr>
        <p:spPr>
          <a:xfrm>
            <a:off x="14152703" y="3983578"/>
            <a:ext cx="636855" cy="565726"/>
          </a:xfrm>
          <a:custGeom>
            <a:rect b="b" l="l" r="r" t="t"/>
            <a:pathLst>
              <a:path extrusionOk="0" h="10419" w="11729">
                <a:moveTo>
                  <a:pt x="4239" y="5870"/>
                </a:moveTo>
                <a:lnTo>
                  <a:pt x="4108" y="5882"/>
                </a:lnTo>
                <a:lnTo>
                  <a:pt x="3929" y="6061"/>
                </a:lnTo>
                <a:lnTo>
                  <a:pt x="3906" y="6192"/>
                </a:lnTo>
                <a:lnTo>
                  <a:pt x="3906" y="8144"/>
                </a:lnTo>
                <a:lnTo>
                  <a:pt x="3929" y="8275"/>
                </a:lnTo>
                <a:lnTo>
                  <a:pt x="4108" y="8454"/>
                </a:lnTo>
                <a:lnTo>
                  <a:pt x="4239" y="8466"/>
                </a:lnTo>
                <a:lnTo>
                  <a:pt x="4370" y="8454"/>
                </a:lnTo>
                <a:lnTo>
                  <a:pt x="4549" y="8275"/>
                </a:lnTo>
                <a:lnTo>
                  <a:pt x="4560" y="8144"/>
                </a:lnTo>
                <a:lnTo>
                  <a:pt x="4560" y="6192"/>
                </a:lnTo>
                <a:lnTo>
                  <a:pt x="4549" y="6061"/>
                </a:lnTo>
                <a:lnTo>
                  <a:pt x="4370" y="5882"/>
                </a:lnTo>
                <a:lnTo>
                  <a:pt x="4239" y="5870"/>
                </a:lnTo>
                <a:close/>
                <a:moveTo>
                  <a:pt x="5870" y="5870"/>
                </a:moveTo>
                <a:lnTo>
                  <a:pt x="5739" y="5882"/>
                </a:lnTo>
                <a:lnTo>
                  <a:pt x="5561" y="6061"/>
                </a:lnTo>
                <a:lnTo>
                  <a:pt x="5537" y="6192"/>
                </a:lnTo>
                <a:lnTo>
                  <a:pt x="5537" y="8144"/>
                </a:lnTo>
                <a:lnTo>
                  <a:pt x="5561" y="8275"/>
                </a:lnTo>
                <a:lnTo>
                  <a:pt x="5739" y="8454"/>
                </a:lnTo>
                <a:lnTo>
                  <a:pt x="5870" y="8466"/>
                </a:lnTo>
                <a:lnTo>
                  <a:pt x="5989" y="8454"/>
                </a:lnTo>
                <a:lnTo>
                  <a:pt x="6168" y="8275"/>
                </a:lnTo>
                <a:lnTo>
                  <a:pt x="6192" y="8144"/>
                </a:lnTo>
                <a:lnTo>
                  <a:pt x="6192" y="6192"/>
                </a:lnTo>
                <a:lnTo>
                  <a:pt x="6168" y="6061"/>
                </a:lnTo>
                <a:lnTo>
                  <a:pt x="5989" y="5882"/>
                </a:lnTo>
                <a:lnTo>
                  <a:pt x="5870" y="5870"/>
                </a:lnTo>
                <a:close/>
                <a:moveTo>
                  <a:pt x="7490" y="5870"/>
                </a:moveTo>
                <a:lnTo>
                  <a:pt x="7359" y="5882"/>
                </a:lnTo>
                <a:lnTo>
                  <a:pt x="7180" y="6061"/>
                </a:lnTo>
                <a:lnTo>
                  <a:pt x="7168" y="6192"/>
                </a:lnTo>
                <a:lnTo>
                  <a:pt x="7168" y="8144"/>
                </a:lnTo>
                <a:lnTo>
                  <a:pt x="7180" y="8275"/>
                </a:lnTo>
                <a:lnTo>
                  <a:pt x="7359" y="8454"/>
                </a:lnTo>
                <a:lnTo>
                  <a:pt x="7490" y="8466"/>
                </a:lnTo>
                <a:lnTo>
                  <a:pt x="7620" y="8454"/>
                </a:lnTo>
                <a:lnTo>
                  <a:pt x="7799" y="8275"/>
                </a:lnTo>
                <a:lnTo>
                  <a:pt x="7823" y="8144"/>
                </a:lnTo>
                <a:lnTo>
                  <a:pt x="7823" y="6192"/>
                </a:lnTo>
                <a:lnTo>
                  <a:pt x="7799" y="6061"/>
                </a:lnTo>
                <a:lnTo>
                  <a:pt x="7620" y="5882"/>
                </a:lnTo>
                <a:lnTo>
                  <a:pt x="7490" y="5870"/>
                </a:lnTo>
                <a:close/>
                <a:moveTo>
                  <a:pt x="10240" y="4560"/>
                </a:moveTo>
                <a:lnTo>
                  <a:pt x="9061" y="9275"/>
                </a:lnTo>
                <a:lnTo>
                  <a:pt x="9025" y="9383"/>
                </a:lnTo>
                <a:lnTo>
                  <a:pt x="8906" y="9561"/>
                </a:lnTo>
                <a:lnTo>
                  <a:pt x="8740" y="9692"/>
                </a:lnTo>
                <a:lnTo>
                  <a:pt x="8537" y="9764"/>
                </a:lnTo>
                <a:lnTo>
                  <a:pt x="8430" y="9776"/>
                </a:lnTo>
                <a:lnTo>
                  <a:pt x="3286" y="9776"/>
                </a:lnTo>
                <a:lnTo>
                  <a:pt x="3179" y="9764"/>
                </a:lnTo>
                <a:lnTo>
                  <a:pt x="2977" y="9692"/>
                </a:lnTo>
                <a:lnTo>
                  <a:pt x="2822" y="9561"/>
                </a:lnTo>
                <a:lnTo>
                  <a:pt x="2703" y="9383"/>
                </a:lnTo>
                <a:lnTo>
                  <a:pt x="2667" y="9275"/>
                </a:lnTo>
                <a:lnTo>
                  <a:pt x="1489" y="4560"/>
                </a:lnTo>
                <a:close/>
                <a:moveTo>
                  <a:pt x="4930" y="0"/>
                </a:moveTo>
                <a:lnTo>
                  <a:pt x="4680" y="60"/>
                </a:lnTo>
                <a:lnTo>
                  <a:pt x="4608" y="167"/>
                </a:lnTo>
                <a:lnTo>
                  <a:pt x="2417" y="3917"/>
                </a:lnTo>
                <a:lnTo>
                  <a:pt x="334" y="3917"/>
                </a:lnTo>
                <a:lnTo>
                  <a:pt x="203" y="3929"/>
                </a:lnTo>
                <a:lnTo>
                  <a:pt x="24" y="4108"/>
                </a:lnTo>
                <a:lnTo>
                  <a:pt x="0" y="4239"/>
                </a:lnTo>
                <a:lnTo>
                  <a:pt x="24" y="4370"/>
                </a:lnTo>
                <a:lnTo>
                  <a:pt x="203" y="4548"/>
                </a:lnTo>
                <a:lnTo>
                  <a:pt x="334" y="4560"/>
                </a:lnTo>
                <a:lnTo>
                  <a:pt x="822" y="4560"/>
                </a:lnTo>
                <a:lnTo>
                  <a:pt x="2036" y="9442"/>
                </a:lnTo>
                <a:lnTo>
                  <a:pt x="2096" y="9645"/>
                </a:lnTo>
                <a:lnTo>
                  <a:pt x="2334" y="10002"/>
                </a:lnTo>
                <a:lnTo>
                  <a:pt x="2667" y="10264"/>
                </a:lnTo>
                <a:lnTo>
                  <a:pt x="3060" y="10407"/>
                </a:lnTo>
                <a:lnTo>
                  <a:pt x="3286" y="10418"/>
                </a:lnTo>
                <a:lnTo>
                  <a:pt x="8430" y="10418"/>
                </a:lnTo>
                <a:lnTo>
                  <a:pt x="8644" y="10407"/>
                </a:lnTo>
                <a:lnTo>
                  <a:pt x="9049" y="10264"/>
                </a:lnTo>
                <a:lnTo>
                  <a:pt x="9383" y="10002"/>
                </a:lnTo>
                <a:lnTo>
                  <a:pt x="9621" y="9645"/>
                </a:lnTo>
                <a:lnTo>
                  <a:pt x="9692" y="9442"/>
                </a:lnTo>
                <a:lnTo>
                  <a:pt x="10907" y="4560"/>
                </a:lnTo>
                <a:lnTo>
                  <a:pt x="11395" y="4560"/>
                </a:lnTo>
                <a:lnTo>
                  <a:pt x="11526" y="4548"/>
                </a:lnTo>
                <a:lnTo>
                  <a:pt x="11705" y="4370"/>
                </a:lnTo>
                <a:lnTo>
                  <a:pt x="11728" y="4239"/>
                </a:lnTo>
                <a:lnTo>
                  <a:pt x="11705" y="4108"/>
                </a:lnTo>
                <a:lnTo>
                  <a:pt x="11526" y="3929"/>
                </a:lnTo>
                <a:lnTo>
                  <a:pt x="11395" y="3917"/>
                </a:lnTo>
                <a:lnTo>
                  <a:pt x="9311" y="3917"/>
                </a:lnTo>
                <a:lnTo>
                  <a:pt x="7120" y="167"/>
                </a:lnTo>
                <a:lnTo>
                  <a:pt x="7037" y="60"/>
                </a:lnTo>
                <a:lnTo>
                  <a:pt x="6799" y="0"/>
                </a:lnTo>
                <a:lnTo>
                  <a:pt x="6680" y="48"/>
                </a:lnTo>
                <a:lnTo>
                  <a:pt x="6573" y="131"/>
                </a:lnTo>
                <a:lnTo>
                  <a:pt x="6501" y="369"/>
                </a:lnTo>
                <a:lnTo>
                  <a:pt x="6561" y="500"/>
                </a:lnTo>
                <a:lnTo>
                  <a:pt x="8549" y="3917"/>
                </a:lnTo>
                <a:lnTo>
                  <a:pt x="3179" y="3917"/>
                </a:lnTo>
                <a:lnTo>
                  <a:pt x="5168" y="500"/>
                </a:lnTo>
                <a:lnTo>
                  <a:pt x="5215" y="369"/>
                </a:lnTo>
                <a:lnTo>
                  <a:pt x="5156" y="131"/>
                </a:lnTo>
                <a:lnTo>
                  <a:pt x="5049" y="48"/>
                </a:lnTo>
                <a:lnTo>
                  <a:pt x="4930"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4" name="Google Shape;2974;p173"/>
          <p:cNvSpPr/>
          <p:nvPr/>
        </p:nvSpPr>
        <p:spPr>
          <a:xfrm>
            <a:off x="15244636" y="4089567"/>
            <a:ext cx="636855" cy="354345"/>
          </a:xfrm>
          <a:custGeom>
            <a:rect b="b" l="l" r="r" t="t"/>
            <a:pathLst>
              <a:path extrusionOk="0" h="6526" w="11729">
                <a:moveTo>
                  <a:pt x="11407" y="1965"/>
                </a:moveTo>
                <a:lnTo>
                  <a:pt x="11276" y="1977"/>
                </a:lnTo>
                <a:lnTo>
                  <a:pt x="11098" y="2156"/>
                </a:lnTo>
                <a:lnTo>
                  <a:pt x="11074" y="2287"/>
                </a:lnTo>
                <a:lnTo>
                  <a:pt x="11074" y="4240"/>
                </a:lnTo>
                <a:lnTo>
                  <a:pt x="11098" y="4371"/>
                </a:lnTo>
                <a:lnTo>
                  <a:pt x="11276" y="4549"/>
                </a:lnTo>
                <a:lnTo>
                  <a:pt x="11407" y="4561"/>
                </a:lnTo>
                <a:lnTo>
                  <a:pt x="11526" y="4549"/>
                </a:lnTo>
                <a:lnTo>
                  <a:pt x="11705" y="4371"/>
                </a:lnTo>
                <a:lnTo>
                  <a:pt x="11729" y="4240"/>
                </a:lnTo>
                <a:lnTo>
                  <a:pt x="11729" y="2287"/>
                </a:lnTo>
                <a:lnTo>
                  <a:pt x="11705" y="2156"/>
                </a:lnTo>
                <a:lnTo>
                  <a:pt x="11526" y="1977"/>
                </a:lnTo>
                <a:lnTo>
                  <a:pt x="11407" y="1965"/>
                </a:lnTo>
                <a:close/>
                <a:moveTo>
                  <a:pt x="6407" y="346"/>
                </a:moveTo>
                <a:lnTo>
                  <a:pt x="6299" y="418"/>
                </a:lnTo>
                <a:lnTo>
                  <a:pt x="3370" y="3025"/>
                </a:lnTo>
                <a:lnTo>
                  <a:pt x="3311" y="3097"/>
                </a:lnTo>
                <a:lnTo>
                  <a:pt x="3263" y="3287"/>
                </a:lnTo>
                <a:lnTo>
                  <a:pt x="3287" y="3382"/>
                </a:lnTo>
                <a:lnTo>
                  <a:pt x="3335" y="3466"/>
                </a:lnTo>
                <a:lnTo>
                  <a:pt x="3489" y="3561"/>
                </a:lnTo>
                <a:lnTo>
                  <a:pt x="3585" y="3573"/>
                </a:lnTo>
                <a:lnTo>
                  <a:pt x="6311" y="3573"/>
                </a:lnTo>
                <a:lnTo>
                  <a:pt x="4025" y="5621"/>
                </a:lnTo>
                <a:lnTo>
                  <a:pt x="3942" y="5728"/>
                </a:lnTo>
                <a:lnTo>
                  <a:pt x="3930" y="5978"/>
                </a:lnTo>
                <a:lnTo>
                  <a:pt x="4001" y="6085"/>
                </a:lnTo>
                <a:lnTo>
                  <a:pt x="4097" y="6168"/>
                </a:lnTo>
                <a:lnTo>
                  <a:pt x="4347" y="6180"/>
                </a:lnTo>
                <a:lnTo>
                  <a:pt x="4454" y="6097"/>
                </a:lnTo>
                <a:lnTo>
                  <a:pt x="7383" y="3489"/>
                </a:lnTo>
                <a:lnTo>
                  <a:pt x="7454" y="3430"/>
                </a:lnTo>
                <a:lnTo>
                  <a:pt x="7490" y="3239"/>
                </a:lnTo>
                <a:lnTo>
                  <a:pt x="7454" y="3144"/>
                </a:lnTo>
                <a:lnTo>
                  <a:pt x="7419" y="3061"/>
                </a:lnTo>
                <a:lnTo>
                  <a:pt x="7276" y="2954"/>
                </a:lnTo>
                <a:lnTo>
                  <a:pt x="7169" y="2942"/>
                </a:lnTo>
                <a:lnTo>
                  <a:pt x="4442" y="2942"/>
                </a:lnTo>
                <a:lnTo>
                  <a:pt x="6740" y="882"/>
                </a:lnTo>
                <a:lnTo>
                  <a:pt x="6823" y="799"/>
                </a:lnTo>
                <a:lnTo>
                  <a:pt x="6835" y="608"/>
                </a:lnTo>
                <a:lnTo>
                  <a:pt x="6788" y="489"/>
                </a:lnTo>
                <a:lnTo>
                  <a:pt x="6752" y="441"/>
                </a:lnTo>
                <a:lnTo>
                  <a:pt x="6657" y="358"/>
                </a:lnTo>
                <a:lnTo>
                  <a:pt x="6407" y="346"/>
                </a:lnTo>
                <a:close/>
                <a:moveTo>
                  <a:pt x="1632" y="1"/>
                </a:moveTo>
                <a:lnTo>
                  <a:pt x="1465" y="13"/>
                </a:lnTo>
                <a:lnTo>
                  <a:pt x="1156" y="72"/>
                </a:lnTo>
                <a:lnTo>
                  <a:pt x="858" y="203"/>
                </a:lnTo>
                <a:lnTo>
                  <a:pt x="596" y="370"/>
                </a:lnTo>
                <a:lnTo>
                  <a:pt x="382" y="596"/>
                </a:lnTo>
                <a:lnTo>
                  <a:pt x="203" y="858"/>
                </a:lnTo>
                <a:lnTo>
                  <a:pt x="72" y="1144"/>
                </a:lnTo>
                <a:lnTo>
                  <a:pt x="13" y="1465"/>
                </a:lnTo>
                <a:lnTo>
                  <a:pt x="1" y="1632"/>
                </a:lnTo>
                <a:lnTo>
                  <a:pt x="1" y="4894"/>
                </a:lnTo>
                <a:lnTo>
                  <a:pt x="13" y="5061"/>
                </a:lnTo>
                <a:lnTo>
                  <a:pt x="72" y="5371"/>
                </a:lnTo>
                <a:lnTo>
                  <a:pt x="203" y="5668"/>
                </a:lnTo>
                <a:lnTo>
                  <a:pt x="382" y="5930"/>
                </a:lnTo>
                <a:lnTo>
                  <a:pt x="596" y="6145"/>
                </a:lnTo>
                <a:lnTo>
                  <a:pt x="858" y="6323"/>
                </a:lnTo>
                <a:lnTo>
                  <a:pt x="1156" y="6442"/>
                </a:lnTo>
                <a:lnTo>
                  <a:pt x="1465" y="6514"/>
                </a:lnTo>
                <a:lnTo>
                  <a:pt x="3513" y="6514"/>
                </a:lnTo>
                <a:lnTo>
                  <a:pt x="3382" y="6371"/>
                </a:lnTo>
                <a:lnTo>
                  <a:pt x="3251" y="6037"/>
                </a:lnTo>
                <a:lnTo>
                  <a:pt x="3239" y="5871"/>
                </a:lnTo>
                <a:lnTo>
                  <a:pt x="1632" y="5871"/>
                </a:lnTo>
                <a:lnTo>
                  <a:pt x="1441" y="5859"/>
                </a:lnTo>
                <a:lnTo>
                  <a:pt x="1084" y="5704"/>
                </a:lnTo>
                <a:lnTo>
                  <a:pt x="822" y="5442"/>
                </a:lnTo>
                <a:lnTo>
                  <a:pt x="679" y="5085"/>
                </a:lnTo>
                <a:lnTo>
                  <a:pt x="656" y="4894"/>
                </a:lnTo>
                <a:lnTo>
                  <a:pt x="656" y="1632"/>
                </a:lnTo>
                <a:lnTo>
                  <a:pt x="679" y="1441"/>
                </a:lnTo>
                <a:lnTo>
                  <a:pt x="822" y="1084"/>
                </a:lnTo>
                <a:lnTo>
                  <a:pt x="1084" y="822"/>
                </a:lnTo>
                <a:lnTo>
                  <a:pt x="1441" y="668"/>
                </a:lnTo>
                <a:lnTo>
                  <a:pt x="1632" y="656"/>
                </a:lnTo>
                <a:lnTo>
                  <a:pt x="5049" y="656"/>
                </a:lnTo>
                <a:lnTo>
                  <a:pt x="5787" y="13"/>
                </a:lnTo>
                <a:lnTo>
                  <a:pt x="5775" y="1"/>
                </a:lnTo>
                <a:close/>
                <a:moveTo>
                  <a:pt x="7252" y="13"/>
                </a:moveTo>
                <a:lnTo>
                  <a:pt x="7359" y="156"/>
                </a:lnTo>
                <a:lnTo>
                  <a:pt x="7490" y="489"/>
                </a:lnTo>
                <a:lnTo>
                  <a:pt x="7502" y="656"/>
                </a:lnTo>
                <a:lnTo>
                  <a:pt x="8800" y="656"/>
                </a:lnTo>
                <a:lnTo>
                  <a:pt x="9002" y="668"/>
                </a:lnTo>
                <a:lnTo>
                  <a:pt x="9347" y="822"/>
                </a:lnTo>
                <a:lnTo>
                  <a:pt x="9609" y="1084"/>
                </a:lnTo>
                <a:lnTo>
                  <a:pt x="9764" y="1441"/>
                </a:lnTo>
                <a:lnTo>
                  <a:pt x="9776" y="1632"/>
                </a:lnTo>
                <a:lnTo>
                  <a:pt x="9776" y="4894"/>
                </a:lnTo>
                <a:lnTo>
                  <a:pt x="9764" y="5085"/>
                </a:lnTo>
                <a:lnTo>
                  <a:pt x="9609" y="5442"/>
                </a:lnTo>
                <a:lnTo>
                  <a:pt x="9347" y="5704"/>
                </a:lnTo>
                <a:lnTo>
                  <a:pt x="9002" y="5859"/>
                </a:lnTo>
                <a:lnTo>
                  <a:pt x="8800" y="5871"/>
                </a:lnTo>
                <a:lnTo>
                  <a:pt x="5716" y="5871"/>
                </a:lnTo>
                <a:lnTo>
                  <a:pt x="4978" y="6526"/>
                </a:lnTo>
                <a:lnTo>
                  <a:pt x="8800" y="6526"/>
                </a:lnTo>
                <a:lnTo>
                  <a:pt x="8966" y="6514"/>
                </a:lnTo>
                <a:lnTo>
                  <a:pt x="9288" y="6454"/>
                </a:lnTo>
                <a:lnTo>
                  <a:pt x="9574" y="6323"/>
                </a:lnTo>
                <a:lnTo>
                  <a:pt x="9836" y="6145"/>
                </a:lnTo>
                <a:lnTo>
                  <a:pt x="10062" y="5930"/>
                </a:lnTo>
                <a:lnTo>
                  <a:pt x="10229" y="5668"/>
                </a:lnTo>
                <a:lnTo>
                  <a:pt x="10360" y="5371"/>
                </a:lnTo>
                <a:lnTo>
                  <a:pt x="10419" y="5061"/>
                </a:lnTo>
                <a:lnTo>
                  <a:pt x="10431" y="4894"/>
                </a:lnTo>
                <a:lnTo>
                  <a:pt x="10431" y="1632"/>
                </a:lnTo>
                <a:lnTo>
                  <a:pt x="10419" y="1465"/>
                </a:lnTo>
                <a:lnTo>
                  <a:pt x="10360" y="1144"/>
                </a:lnTo>
                <a:lnTo>
                  <a:pt x="10229" y="858"/>
                </a:lnTo>
                <a:lnTo>
                  <a:pt x="10062" y="596"/>
                </a:lnTo>
                <a:lnTo>
                  <a:pt x="9836" y="382"/>
                </a:lnTo>
                <a:lnTo>
                  <a:pt x="9574" y="203"/>
                </a:lnTo>
                <a:lnTo>
                  <a:pt x="9288" y="72"/>
                </a:lnTo>
                <a:lnTo>
                  <a:pt x="8966" y="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5" name="Google Shape;2975;p173"/>
          <p:cNvSpPr/>
          <p:nvPr/>
        </p:nvSpPr>
        <p:spPr>
          <a:xfrm>
            <a:off x="8667684" y="4890153"/>
            <a:ext cx="707334" cy="494596"/>
          </a:xfrm>
          <a:custGeom>
            <a:rect b="b" l="l" r="r" t="t"/>
            <a:pathLst>
              <a:path extrusionOk="0" h="9109" w="13027">
                <a:moveTo>
                  <a:pt x="7918" y="3251"/>
                </a:moveTo>
                <a:lnTo>
                  <a:pt x="6490" y="5858"/>
                </a:lnTo>
                <a:lnTo>
                  <a:pt x="4942" y="3251"/>
                </a:lnTo>
                <a:close/>
                <a:moveTo>
                  <a:pt x="4406" y="3632"/>
                </a:moveTo>
                <a:lnTo>
                  <a:pt x="5930" y="6180"/>
                </a:lnTo>
                <a:lnTo>
                  <a:pt x="3132" y="6180"/>
                </a:lnTo>
                <a:lnTo>
                  <a:pt x="4406" y="3632"/>
                </a:lnTo>
                <a:close/>
                <a:moveTo>
                  <a:pt x="2584" y="4561"/>
                </a:moveTo>
                <a:lnTo>
                  <a:pt x="2894" y="4572"/>
                </a:lnTo>
                <a:lnTo>
                  <a:pt x="3168" y="4644"/>
                </a:lnTo>
                <a:lnTo>
                  <a:pt x="2358" y="6275"/>
                </a:lnTo>
                <a:lnTo>
                  <a:pt x="2322" y="6358"/>
                </a:lnTo>
                <a:lnTo>
                  <a:pt x="2334" y="6561"/>
                </a:lnTo>
                <a:lnTo>
                  <a:pt x="2429" y="6728"/>
                </a:lnTo>
                <a:lnTo>
                  <a:pt x="2596" y="6823"/>
                </a:lnTo>
                <a:lnTo>
                  <a:pt x="2703" y="6835"/>
                </a:lnTo>
                <a:lnTo>
                  <a:pt x="4525" y="6835"/>
                </a:lnTo>
                <a:lnTo>
                  <a:pt x="4501" y="7001"/>
                </a:lnTo>
                <a:lnTo>
                  <a:pt x="4382" y="7335"/>
                </a:lnTo>
                <a:lnTo>
                  <a:pt x="4215" y="7621"/>
                </a:lnTo>
                <a:lnTo>
                  <a:pt x="3989" y="7883"/>
                </a:lnTo>
                <a:lnTo>
                  <a:pt x="3739" y="8097"/>
                </a:lnTo>
                <a:lnTo>
                  <a:pt x="3441" y="8275"/>
                </a:lnTo>
                <a:lnTo>
                  <a:pt x="3120" y="8395"/>
                </a:lnTo>
                <a:lnTo>
                  <a:pt x="2763" y="8454"/>
                </a:lnTo>
                <a:lnTo>
                  <a:pt x="2584" y="8466"/>
                </a:lnTo>
                <a:lnTo>
                  <a:pt x="2382" y="8454"/>
                </a:lnTo>
                <a:lnTo>
                  <a:pt x="2013" y="8383"/>
                </a:lnTo>
                <a:lnTo>
                  <a:pt x="1655" y="8228"/>
                </a:lnTo>
                <a:lnTo>
                  <a:pt x="1346" y="8025"/>
                </a:lnTo>
                <a:lnTo>
                  <a:pt x="1084" y="7763"/>
                </a:lnTo>
                <a:lnTo>
                  <a:pt x="870" y="7454"/>
                </a:lnTo>
                <a:lnTo>
                  <a:pt x="715" y="7097"/>
                </a:lnTo>
                <a:lnTo>
                  <a:pt x="643" y="6716"/>
                </a:lnTo>
                <a:lnTo>
                  <a:pt x="631" y="6513"/>
                </a:lnTo>
                <a:lnTo>
                  <a:pt x="643" y="6311"/>
                </a:lnTo>
                <a:lnTo>
                  <a:pt x="715" y="5918"/>
                </a:lnTo>
                <a:lnTo>
                  <a:pt x="870" y="5573"/>
                </a:lnTo>
                <a:lnTo>
                  <a:pt x="1084" y="5263"/>
                </a:lnTo>
                <a:lnTo>
                  <a:pt x="1346" y="5001"/>
                </a:lnTo>
                <a:lnTo>
                  <a:pt x="1655" y="4787"/>
                </a:lnTo>
                <a:lnTo>
                  <a:pt x="2013" y="4644"/>
                </a:lnTo>
                <a:lnTo>
                  <a:pt x="2382" y="4561"/>
                </a:lnTo>
                <a:close/>
                <a:moveTo>
                  <a:pt x="10609" y="4561"/>
                </a:moveTo>
                <a:lnTo>
                  <a:pt x="10990" y="4644"/>
                </a:lnTo>
                <a:lnTo>
                  <a:pt x="11347" y="4787"/>
                </a:lnTo>
                <a:lnTo>
                  <a:pt x="11657" y="5001"/>
                </a:lnTo>
                <a:lnTo>
                  <a:pt x="11919" y="5263"/>
                </a:lnTo>
                <a:lnTo>
                  <a:pt x="12133" y="5573"/>
                </a:lnTo>
                <a:lnTo>
                  <a:pt x="12276" y="5930"/>
                </a:lnTo>
                <a:lnTo>
                  <a:pt x="12360" y="6311"/>
                </a:lnTo>
                <a:lnTo>
                  <a:pt x="12371" y="6513"/>
                </a:lnTo>
                <a:lnTo>
                  <a:pt x="12360" y="6716"/>
                </a:lnTo>
                <a:lnTo>
                  <a:pt x="12288" y="7097"/>
                </a:lnTo>
                <a:lnTo>
                  <a:pt x="12133" y="7442"/>
                </a:lnTo>
                <a:lnTo>
                  <a:pt x="11931" y="7752"/>
                </a:lnTo>
                <a:lnTo>
                  <a:pt x="11669" y="8014"/>
                </a:lnTo>
                <a:lnTo>
                  <a:pt x="11359" y="8228"/>
                </a:lnTo>
                <a:lnTo>
                  <a:pt x="11002" y="8383"/>
                </a:lnTo>
                <a:lnTo>
                  <a:pt x="10621" y="8454"/>
                </a:lnTo>
                <a:lnTo>
                  <a:pt x="10419" y="8466"/>
                </a:lnTo>
                <a:lnTo>
                  <a:pt x="10216" y="8454"/>
                </a:lnTo>
                <a:lnTo>
                  <a:pt x="9823" y="8383"/>
                </a:lnTo>
                <a:lnTo>
                  <a:pt x="9478" y="8228"/>
                </a:lnTo>
                <a:lnTo>
                  <a:pt x="9169" y="8025"/>
                </a:lnTo>
                <a:lnTo>
                  <a:pt x="8895" y="7752"/>
                </a:lnTo>
                <a:lnTo>
                  <a:pt x="8692" y="7442"/>
                </a:lnTo>
                <a:lnTo>
                  <a:pt x="8549" y="7097"/>
                </a:lnTo>
                <a:lnTo>
                  <a:pt x="8466" y="6716"/>
                </a:lnTo>
                <a:lnTo>
                  <a:pt x="8466" y="6513"/>
                </a:lnTo>
                <a:lnTo>
                  <a:pt x="8454" y="6513"/>
                </a:lnTo>
                <a:lnTo>
                  <a:pt x="8466" y="6275"/>
                </a:lnTo>
                <a:lnTo>
                  <a:pt x="8573" y="5835"/>
                </a:lnTo>
                <a:lnTo>
                  <a:pt x="8776" y="5442"/>
                </a:lnTo>
                <a:lnTo>
                  <a:pt x="9061" y="5096"/>
                </a:lnTo>
                <a:lnTo>
                  <a:pt x="9228" y="4954"/>
                </a:lnTo>
                <a:lnTo>
                  <a:pt x="10121" y="6668"/>
                </a:lnTo>
                <a:lnTo>
                  <a:pt x="10193" y="6775"/>
                </a:lnTo>
                <a:lnTo>
                  <a:pt x="10443" y="6847"/>
                </a:lnTo>
                <a:lnTo>
                  <a:pt x="10562" y="6799"/>
                </a:lnTo>
                <a:lnTo>
                  <a:pt x="10669" y="6728"/>
                </a:lnTo>
                <a:lnTo>
                  <a:pt x="10752" y="6478"/>
                </a:lnTo>
                <a:lnTo>
                  <a:pt x="10705" y="6358"/>
                </a:lnTo>
                <a:lnTo>
                  <a:pt x="9811" y="4656"/>
                </a:lnTo>
                <a:lnTo>
                  <a:pt x="10097" y="4572"/>
                </a:lnTo>
                <a:lnTo>
                  <a:pt x="10419" y="4561"/>
                </a:lnTo>
                <a:close/>
                <a:moveTo>
                  <a:pt x="6180" y="0"/>
                </a:moveTo>
                <a:lnTo>
                  <a:pt x="6049" y="12"/>
                </a:lnTo>
                <a:lnTo>
                  <a:pt x="5870" y="191"/>
                </a:lnTo>
                <a:lnTo>
                  <a:pt x="5858" y="322"/>
                </a:lnTo>
                <a:lnTo>
                  <a:pt x="5870" y="453"/>
                </a:lnTo>
                <a:lnTo>
                  <a:pt x="6049" y="631"/>
                </a:lnTo>
                <a:lnTo>
                  <a:pt x="6180" y="655"/>
                </a:lnTo>
                <a:lnTo>
                  <a:pt x="6966" y="655"/>
                </a:lnTo>
                <a:lnTo>
                  <a:pt x="7990" y="2608"/>
                </a:lnTo>
                <a:lnTo>
                  <a:pt x="4549" y="2608"/>
                </a:lnTo>
                <a:lnTo>
                  <a:pt x="3858" y="1465"/>
                </a:lnTo>
                <a:lnTo>
                  <a:pt x="3810" y="1393"/>
                </a:lnTo>
                <a:lnTo>
                  <a:pt x="3668" y="1310"/>
                </a:lnTo>
                <a:lnTo>
                  <a:pt x="3572" y="1298"/>
                </a:lnTo>
                <a:lnTo>
                  <a:pt x="2275" y="1298"/>
                </a:lnTo>
                <a:lnTo>
                  <a:pt x="2144" y="1322"/>
                </a:lnTo>
                <a:lnTo>
                  <a:pt x="1965" y="1501"/>
                </a:lnTo>
                <a:lnTo>
                  <a:pt x="1953" y="1632"/>
                </a:lnTo>
                <a:lnTo>
                  <a:pt x="1965" y="1751"/>
                </a:lnTo>
                <a:lnTo>
                  <a:pt x="2144" y="1929"/>
                </a:lnTo>
                <a:lnTo>
                  <a:pt x="2275" y="1953"/>
                </a:lnTo>
                <a:lnTo>
                  <a:pt x="3394" y="1953"/>
                </a:lnTo>
                <a:lnTo>
                  <a:pt x="4001" y="2977"/>
                </a:lnTo>
                <a:lnTo>
                  <a:pt x="3465" y="4049"/>
                </a:lnTo>
                <a:lnTo>
                  <a:pt x="3263" y="3977"/>
                </a:lnTo>
                <a:lnTo>
                  <a:pt x="2834" y="3894"/>
                </a:lnTo>
                <a:lnTo>
                  <a:pt x="2608" y="3882"/>
                </a:lnTo>
                <a:lnTo>
                  <a:pt x="2334" y="3894"/>
                </a:lnTo>
                <a:lnTo>
                  <a:pt x="1822" y="4001"/>
                </a:lnTo>
                <a:lnTo>
                  <a:pt x="1358" y="4203"/>
                </a:lnTo>
                <a:lnTo>
                  <a:pt x="941" y="4489"/>
                </a:lnTo>
                <a:lnTo>
                  <a:pt x="596" y="4846"/>
                </a:lnTo>
                <a:lnTo>
                  <a:pt x="310" y="5263"/>
                </a:lnTo>
                <a:lnTo>
                  <a:pt x="107" y="5727"/>
                </a:lnTo>
                <a:lnTo>
                  <a:pt x="12" y="6239"/>
                </a:lnTo>
                <a:lnTo>
                  <a:pt x="0" y="6513"/>
                </a:lnTo>
                <a:lnTo>
                  <a:pt x="12" y="6775"/>
                </a:lnTo>
                <a:lnTo>
                  <a:pt x="107" y="7287"/>
                </a:lnTo>
                <a:lnTo>
                  <a:pt x="310" y="7752"/>
                </a:lnTo>
                <a:lnTo>
                  <a:pt x="596" y="8168"/>
                </a:lnTo>
                <a:lnTo>
                  <a:pt x="941" y="8526"/>
                </a:lnTo>
                <a:lnTo>
                  <a:pt x="1358" y="8799"/>
                </a:lnTo>
                <a:lnTo>
                  <a:pt x="1822" y="9002"/>
                </a:lnTo>
                <a:lnTo>
                  <a:pt x="2334" y="9109"/>
                </a:lnTo>
                <a:lnTo>
                  <a:pt x="2846" y="9109"/>
                </a:lnTo>
                <a:lnTo>
                  <a:pt x="3322" y="9014"/>
                </a:lnTo>
                <a:lnTo>
                  <a:pt x="3763" y="8847"/>
                </a:lnTo>
                <a:lnTo>
                  <a:pt x="4156" y="8609"/>
                </a:lnTo>
                <a:lnTo>
                  <a:pt x="4501" y="8299"/>
                </a:lnTo>
                <a:lnTo>
                  <a:pt x="4787" y="7930"/>
                </a:lnTo>
                <a:lnTo>
                  <a:pt x="5001" y="7525"/>
                </a:lnTo>
                <a:lnTo>
                  <a:pt x="5144" y="7073"/>
                </a:lnTo>
                <a:lnTo>
                  <a:pt x="5192" y="6835"/>
                </a:lnTo>
                <a:lnTo>
                  <a:pt x="6513" y="6835"/>
                </a:lnTo>
                <a:lnTo>
                  <a:pt x="6597" y="6823"/>
                </a:lnTo>
                <a:lnTo>
                  <a:pt x="6751" y="6740"/>
                </a:lnTo>
                <a:lnTo>
                  <a:pt x="6799" y="6668"/>
                </a:lnTo>
                <a:lnTo>
                  <a:pt x="8490" y="3549"/>
                </a:lnTo>
                <a:lnTo>
                  <a:pt x="8930" y="4370"/>
                </a:lnTo>
                <a:lnTo>
                  <a:pt x="8680" y="4561"/>
                </a:lnTo>
                <a:lnTo>
                  <a:pt x="8276" y="5025"/>
                </a:lnTo>
                <a:lnTo>
                  <a:pt x="7978" y="5573"/>
                </a:lnTo>
                <a:lnTo>
                  <a:pt x="7823" y="6180"/>
                </a:lnTo>
                <a:lnTo>
                  <a:pt x="7811" y="6513"/>
                </a:lnTo>
                <a:lnTo>
                  <a:pt x="7823" y="6775"/>
                </a:lnTo>
                <a:lnTo>
                  <a:pt x="7930" y="7287"/>
                </a:lnTo>
                <a:lnTo>
                  <a:pt x="8121" y="7752"/>
                </a:lnTo>
                <a:lnTo>
                  <a:pt x="8407" y="8168"/>
                </a:lnTo>
                <a:lnTo>
                  <a:pt x="8752" y="8526"/>
                </a:lnTo>
                <a:lnTo>
                  <a:pt x="9169" y="8799"/>
                </a:lnTo>
                <a:lnTo>
                  <a:pt x="9645" y="9002"/>
                </a:lnTo>
                <a:lnTo>
                  <a:pt x="10145" y="9109"/>
                </a:lnTo>
                <a:lnTo>
                  <a:pt x="10681" y="9109"/>
                </a:lnTo>
                <a:lnTo>
                  <a:pt x="11193" y="9002"/>
                </a:lnTo>
                <a:lnTo>
                  <a:pt x="11657" y="8799"/>
                </a:lnTo>
                <a:lnTo>
                  <a:pt x="12074" y="8526"/>
                </a:lnTo>
                <a:lnTo>
                  <a:pt x="12431" y="8168"/>
                </a:lnTo>
                <a:lnTo>
                  <a:pt x="12717" y="7752"/>
                </a:lnTo>
                <a:lnTo>
                  <a:pt x="12907" y="7287"/>
                </a:lnTo>
                <a:lnTo>
                  <a:pt x="13014" y="6775"/>
                </a:lnTo>
                <a:lnTo>
                  <a:pt x="13026" y="6513"/>
                </a:lnTo>
                <a:lnTo>
                  <a:pt x="13014" y="6239"/>
                </a:lnTo>
                <a:lnTo>
                  <a:pt x="12907" y="5727"/>
                </a:lnTo>
                <a:lnTo>
                  <a:pt x="12717" y="5263"/>
                </a:lnTo>
                <a:lnTo>
                  <a:pt x="12431" y="4846"/>
                </a:lnTo>
                <a:lnTo>
                  <a:pt x="12074" y="4501"/>
                </a:lnTo>
                <a:lnTo>
                  <a:pt x="11657" y="4215"/>
                </a:lnTo>
                <a:lnTo>
                  <a:pt x="11193" y="4013"/>
                </a:lnTo>
                <a:lnTo>
                  <a:pt x="10681" y="3918"/>
                </a:lnTo>
                <a:lnTo>
                  <a:pt x="10419" y="3906"/>
                </a:lnTo>
                <a:lnTo>
                  <a:pt x="10181" y="3918"/>
                </a:lnTo>
                <a:lnTo>
                  <a:pt x="9704" y="4001"/>
                </a:lnTo>
                <a:lnTo>
                  <a:pt x="9478" y="4072"/>
                </a:lnTo>
                <a:lnTo>
                  <a:pt x="7490" y="262"/>
                </a:lnTo>
                <a:lnTo>
                  <a:pt x="7418" y="143"/>
                </a:lnTo>
                <a:lnTo>
                  <a:pt x="7192" y="12"/>
                </a:lnTo>
                <a:lnTo>
                  <a:pt x="7061"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6" name="Google Shape;2976;p173"/>
          <p:cNvSpPr/>
          <p:nvPr/>
        </p:nvSpPr>
        <p:spPr>
          <a:xfrm>
            <a:off x="2231634" y="4960632"/>
            <a:ext cx="636204" cy="353694"/>
          </a:xfrm>
          <a:custGeom>
            <a:rect b="b" l="l" r="r" t="t"/>
            <a:pathLst>
              <a:path extrusionOk="0" h="6514" w="11717">
                <a:moveTo>
                  <a:pt x="4882" y="1953"/>
                </a:moveTo>
                <a:lnTo>
                  <a:pt x="5013" y="1977"/>
                </a:lnTo>
                <a:lnTo>
                  <a:pt x="5192" y="2155"/>
                </a:lnTo>
                <a:lnTo>
                  <a:pt x="5204" y="2286"/>
                </a:lnTo>
                <a:lnTo>
                  <a:pt x="5204" y="4239"/>
                </a:lnTo>
                <a:lnTo>
                  <a:pt x="5192" y="4370"/>
                </a:lnTo>
                <a:lnTo>
                  <a:pt x="5013" y="4549"/>
                </a:lnTo>
                <a:lnTo>
                  <a:pt x="4882" y="4560"/>
                </a:lnTo>
                <a:lnTo>
                  <a:pt x="2275" y="4560"/>
                </a:lnTo>
                <a:lnTo>
                  <a:pt x="2144" y="4549"/>
                </a:lnTo>
                <a:lnTo>
                  <a:pt x="1965" y="4370"/>
                </a:lnTo>
                <a:lnTo>
                  <a:pt x="1953" y="4239"/>
                </a:lnTo>
                <a:lnTo>
                  <a:pt x="1953" y="2286"/>
                </a:lnTo>
                <a:lnTo>
                  <a:pt x="1965" y="2155"/>
                </a:lnTo>
                <a:lnTo>
                  <a:pt x="2144" y="1977"/>
                </a:lnTo>
                <a:lnTo>
                  <a:pt x="2275" y="1953"/>
                </a:lnTo>
                <a:close/>
                <a:moveTo>
                  <a:pt x="11395" y="1953"/>
                </a:moveTo>
                <a:lnTo>
                  <a:pt x="11264" y="1977"/>
                </a:lnTo>
                <a:lnTo>
                  <a:pt x="11086" y="2155"/>
                </a:lnTo>
                <a:lnTo>
                  <a:pt x="11062" y="2286"/>
                </a:lnTo>
                <a:lnTo>
                  <a:pt x="11062" y="4239"/>
                </a:lnTo>
                <a:lnTo>
                  <a:pt x="11086" y="4370"/>
                </a:lnTo>
                <a:lnTo>
                  <a:pt x="11264" y="4549"/>
                </a:lnTo>
                <a:lnTo>
                  <a:pt x="11395" y="4560"/>
                </a:lnTo>
                <a:lnTo>
                  <a:pt x="11514" y="4549"/>
                </a:lnTo>
                <a:lnTo>
                  <a:pt x="11693" y="4370"/>
                </a:lnTo>
                <a:lnTo>
                  <a:pt x="11717" y="4239"/>
                </a:lnTo>
                <a:lnTo>
                  <a:pt x="11717" y="2286"/>
                </a:lnTo>
                <a:lnTo>
                  <a:pt x="11693" y="2155"/>
                </a:lnTo>
                <a:lnTo>
                  <a:pt x="11514" y="1977"/>
                </a:lnTo>
                <a:lnTo>
                  <a:pt x="11395" y="1953"/>
                </a:lnTo>
                <a:close/>
                <a:moveTo>
                  <a:pt x="2275" y="1310"/>
                </a:moveTo>
                <a:lnTo>
                  <a:pt x="2072" y="1322"/>
                </a:lnTo>
                <a:lnTo>
                  <a:pt x="1727" y="1465"/>
                </a:lnTo>
                <a:lnTo>
                  <a:pt x="1453" y="1739"/>
                </a:lnTo>
                <a:lnTo>
                  <a:pt x="1310" y="2084"/>
                </a:lnTo>
                <a:lnTo>
                  <a:pt x="1299" y="2286"/>
                </a:lnTo>
                <a:lnTo>
                  <a:pt x="1299" y="4239"/>
                </a:lnTo>
                <a:lnTo>
                  <a:pt x="1310" y="4429"/>
                </a:lnTo>
                <a:lnTo>
                  <a:pt x="1453" y="4787"/>
                </a:lnTo>
                <a:lnTo>
                  <a:pt x="1727" y="5049"/>
                </a:lnTo>
                <a:lnTo>
                  <a:pt x="2072" y="5203"/>
                </a:lnTo>
                <a:lnTo>
                  <a:pt x="2275" y="5215"/>
                </a:lnTo>
                <a:lnTo>
                  <a:pt x="4882" y="5215"/>
                </a:lnTo>
                <a:lnTo>
                  <a:pt x="5073" y="5203"/>
                </a:lnTo>
                <a:lnTo>
                  <a:pt x="5430" y="5049"/>
                </a:lnTo>
                <a:lnTo>
                  <a:pt x="5692" y="4787"/>
                </a:lnTo>
                <a:lnTo>
                  <a:pt x="5835" y="4429"/>
                </a:lnTo>
                <a:lnTo>
                  <a:pt x="5859" y="4239"/>
                </a:lnTo>
                <a:lnTo>
                  <a:pt x="5859" y="2286"/>
                </a:lnTo>
                <a:lnTo>
                  <a:pt x="5835" y="2084"/>
                </a:lnTo>
                <a:lnTo>
                  <a:pt x="5692" y="1739"/>
                </a:lnTo>
                <a:lnTo>
                  <a:pt x="5430" y="1465"/>
                </a:lnTo>
                <a:lnTo>
                  <a:pt x="5073" y="1322"/>
                </a:lnTo>
                <a:lnTo>
                  <a:pt x="4882" y="1310"/>
                </a:lnTo>
                <a:close/>
                <a:moveTo>
                  <a:pt x="8788" y="655"/>
                </a:moveTo>
                <a:lnTo>
                  <a:pt x="8978" y="667"/>
                </a:lnTo>
                <a:lnTo>
                  <a:pt x="9336" y="822"/>
                </a:lnTo>
                <a:lnTo>
                  <a:pt x="9598" y="1084"/>
                </a:lnTo>
                <a:lnTo>
                  <a:pt x="9752" y="1429"/>
                </a:lnTo>
                <a:lnTo>
                  <a:pt x="9764" y="1631"/>
                </a:lnTo>
                <a:lnTo>
                  <a:pt x="9764" y="4894"/>
                </a:lnTo>
                <a:lnTo>
                  <a:pt x="9752" y="5084"/>
                </a:lnTo>
                <a:lnTo>
                  <a:pt x="9598" y="5442"/>
                </a:lnTo>
                <a:lnTo>
                  <a:pt x="9336" y="5703"/>
                </a:lnTo>
                <a:lnTo>
                  <a:pt x="8978" y="5846"/>
                </a:lnTo>
                <a:lnTo>
                  <a:pt x="8788" y="5870"/>
                </a:lnTo>
                <a:lnTo>
                  <a:pt x="1620" y="5870"/>
                </a:lnTo>
                <a:lnTo>
                  <a:pt x="1429" y="5846"/>
                </a:lnTo>
                <a:lnTo>
                  <a:pt x="1072" y="5703"/>
                </a:lnTo>
                <a:lnTo>
                  <a:pt x="810" y="5442"/>
                </a:lnTo>
                <a:lnTo>
                  <a:pt x="656" y="5084"/>
                </a:lnTo>
                <a:lnTo>
                  <a:pt x="644" y="4894"/>
                </a:lnTo>
                <a:lnTo>
                  <a:pt x="644" y="1631"/>
                </a:lnTo>
                <a:lnTo>
                  <a:pt x="656" y="1429"/>
                </a:lnTo>
                <a:lnTo>
                  <a:pt x="810" y="1084"/>
                </a:lnTo>
                <a:lnTo>
                  <a:pt x="1072" y="822"/>
                </a:lnTo>
                <a:lnTo>
                  <a:pt x="1429" y="667"/>
                </a:lnTo>
                <a:lnTo>
                  <a:pt x="1620" y="655"/>
                </a:lnTo>
                <a:close/>
                <a:moveTo>
                  <a:pt x="1620" y="0"/>
                </a:moveTo>
                <a:lnTo>
                  <a:pt x="1453" y="12"/>
                </a:lnTo>
                <a:lnTo>
                  <a:pt x="1144" y="72"/>
                </a:lnTo>
                <a:lnTo>
                  <a:pt x="846" y="203"/>
                </a:lnTo>
                <a:lnTo>
                  <a:pt x="584" y="369"/>
                </a:lnTo>
                <a:lnTo>
                  <a:pt x="370" y="595"/>
                </a:lnTo>
                <a:lnTo>
                  <a:pt x="191" y="857"/>
                </a:lnTo>
                <a:lnTo>
                  <a:pt x="60" y="1143"/>
                </a:lnTo>
                <a:lnTo>
                  <a:pt x="1" y="1465"/>
                </a:lnTo>
                <a:lnTo>
                  <a:pt x="1" y="1631"/>
                </a:lnTo>
                <a:lnTo>
                  <a:pt x="1" y="4894"/>
                </a:lnTo>
                <a:lnTo>
                  <a:pt x="1" y="5060"/>
                </a:lnTo>
                <a:lnTo>
                  <a:pt x="60" y="5370"/>
                </a:lnTo>
                <a:lnTo>
                  <a:pt x="191" y="5668"/>
                </a:lnTo>
                <a:lnTo>
                  <a:pt x="370" y="5930"/>
                </a:lnTo>
                <a:lnTo>
                  <a:pt x="584" y="6144"/>
                </a:lnTo>
                <a:lnTo>
                  <a:pt x="846" y="6323"/>
                </a:lnTo>
                <a:lnTo>
                  <a:pt x="1144" y="6442"/>
                </a:lnTo>
                <a:lnTo>
                  <a:pt x="1453" y="6513"/>
                </a:lnTo>
                <a:lnTo>
                  <a:pt x="8955" y="6513"/>
                </a:lnTo>
                <a:lnTo>
                  <a:pt x="9276" y="6442"/>
                </a:lnTo>
                <a:lnTo>
                  <a:pt x="9562" y="6323"/>
                </a:lnTo>
                <a:lnTo>
                  <a:pt x="9824" y="6144"/>
                </a:lnTo>
                <a:lnTo>
                  <a:pt x="10038" y="5930"/>
                </a:lnTo>
                <a:lnTo>
                  <a:pt x="10217" y="5668"/>
                </a:lnTo>
                <a:lnTo>
                  <a:pt x="10348" y="5370"/>
                </a:lnTo>
                <a:lnTo>
                  <a:pt x="10407" y="5060"/>
                </a:lnTo>
                <a:lnTo>
                  <a:pt x="10419" y="4894"/>
                </a:lnTo>
                <a:lnTo>
                  <a:pt x="10419" y="1631"/>
                </a:lnTo>
                <a:lnTo>
                  <a:pt x="10407" y="1465"/>
                </a:lnTo>
                <a:lnTo>
                  <a:pt x="10348" y="1143"/>
                </a:lnTo>
                <a:lnTo>
                  <a:pt x="10217" y="857"/>
                </a:lnTo>
                <a:lnTo>
                  <a:pt x="10038" y="595"/>
                </a:lnTo>
                <a:lnTo>
                  <a:pt x="9824" y="369"/>
                </a:lnTo>
                <a:lnTo>
                  <a:pt x="9562" y="203"/>
                </a:lnTo>
                <a:lnTo>
                  <a:pt x="9264" y="72"/>
                </a:lnTo>
                <a:lnTo>
                  <a:pt x="8955" y="12"/>
                </a:lnTo>
                <a:lnTo>
                  <a:pt x="8788"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7" name="Google Shape;2977;p173"/>
          <p:cNvSpPr/>
          <p:nvPr/>
        </p:nvSpPr>
        <p:spPr>
          <a:xfrm>
            <a:off x="3310047" y="4960632"/>
            <a:ext cx="636204" cy="353694"/>
          </a:xfrm>
          <a:custGeom>
            <a:rect b="b" l="l" r="r" t="t"/>
            <a:pathLst>
              <a:path extrusionOk="0" h="6514" w="11717">
                <a:moveTo>
                  <a:pt x="2274" y="1953"/>
                </a:moveTo>
                <a:lnTo>
                  <a:pt x="2405" y="1977"/>
                </a:lnTo>
                <a:lnTo>
                  <a:pt x="2584" y="2155"/>
                </a:lnTo>
                <a:lnTo>
                  <a:pt x="2608" y="2286"/>
                </a:lnTo>
                <a:lnTo>
                  <a:pt x="2608" y="4239"/>
                </a:lnTo>
                <a:lnTo>
                  <a:pt x="2584" y="4370"/>
                </a:lnTo>
                <a:lnTo>
                  <a:pt x="2405" y="4549"/>
                </a:lnTo>
                <a:lnTo>
                  <a:pt x="2274" y="4560"/>
                </a:lnTo>
                <a:lnTo>
                  <a:pt x="2143" y="4549"/>
                </a:lnTo>
                <a:lnTo>
                  <a:pt x="1965" y="4370"/>
                </a:lnTo>
                <a:lnTo>
                  <a:pt x="1953" y="4239"/>
                </a:lnTo>
                <a:lnTo>
                  <a:pt x="1953" y="2286"/>
                </a:lnTo>
                <a:lnTo>
                  <a:pt x="1965" y="2155"/>
                </a:lnTo>
                <a:lnTo>
                  <a:pt x="2143" y="1977"/>
                </a:lnTo>
                <a:lnTo>
                  <a:pt x="2274" y="1953"/>
                </a:lnTo>
                <a:close/>
                <a:moveTo>
                  <a:pt x="11395" y="1953"/>
                </a:moveTo>
                <a:lnTo>
                  <a:pt x="11264" y="1977"/>
                </a:lnTo>
                <a:lnTo>
                  <a:pt x="11085" y="2155"/>
                </a:lnTo>
                <a:lnTo>
                  <a:pt x="11073" y="2286"/>
                </a:lnTo>
                <a:lnTo>
                  <a:pt x="11073" y="4239"/>
                </a:lnTo>
                <a:lnTo>
                  <a:pt x="11085" y="4370"/>
                </a:lnTo>
                <a:lnTo>
                  <a:pt x="11264" y="4549"/>
                </a:lnTo>
                <a:lnTo>
                  <a:pt x="11395" y="4560"/>
                </a:lnTo>
                <a:lnTo>
                  <a:pt x="11526" y="4549"/>
                </a:lnTo>
                <a:lnTo>
                  <a:pt x="11704" y="4370"/>
                </a:lnTo>
                <a:lnTo>
                  <a:pt x="11716" y="4239"/>
                </a:lnTo>
                <a:lnTo>
                  <a:pt x="11716" y="2286"/>
                </a:lnTo>
                <a:lnTo>
                  <a:pt x="11704" y="2155"/>
                </a:lnTo>
                <a:lnTo>
                  <a:pt x="11526" y="1977"/>
                </a:lnTo>
                <a:lnTo>
                  <a:pt x="11395" y="1953"/>
                </a:lnTo>
                <a:close/>
                <a:moveTo>
                  <a:pt x="2274" y="1310"/>
                </a:moveTo>
                <a:lnTo>
                  <a:pt x="2084" y="1322"/>
                </a:lnTo>
                <a:lnTo>
                  <a:pt x="1727" y="1465"/>
                </a:lnTo>
                <a:lnTo>
                  <a:pt x="1465" y="1739"/>
                </a:lnTo>
                <a:lnTo>
                  <a:pt x="1310" y="2084"/>
                </a:lnTo>
                <a:lnTo>
                  <a:pt x="1298" y="2286"/>
                </a:lnTo>
                <a:lnTo>
                  <a:pt x="1298" y="4239"/>
                </a:lnTo>
                <a:lnTo>
                  <a:pt x="1310" y="4429"/>
                </a:lnTo>
                <a:lnTo>
                  <a:pt x="1465" y="4787"/>
                </a:lnTo>
                <a:lnTo>
                  <a:pt x="1727" y="5049"/>
                </a:lnTo>
                <a:lnTo>
                  <a:pt x="2084" y="5203"/>
                </a:lnTo>
                <a:lnTo>
                  <a:pt x="2274" y="5215"/>
                </a:lnTo>
                <a:lnTo>
                  <a:pt x="2477" y="5203"/>
                </a:lnTo>
                <a:lnTo>
                  <a:pt x="2822" y="5049"/>
                </a:lnTo>
                <a:lnTo>
                  <a:pt x="3096" y="4787"/>
                </a:lnTo>
                <a:lnTo>
                  <a:pt x="3239" y="4429"/>
                </a:lnTo>
                <a:lnTo>
                  <a:pt x="3251" y="4239"/>
                </a:lnTo>
                <a:lnTo>
                  <a:pt x="3251" y="2286"/>
                </a:lnTo>
                <a:lnTo>
                  <a:pt x="3239" y="2084"/>
                </a:lnTo>
                <a:lnTo>
                  <a:pt x="3096" y="1739"/>
                </a:lnTo>
                <a:lnTo>
                  <a:pt x="2822" y="1465"/>
                </a:lnTo>
                <a:lnTo>
                  <a:pt x="2477" y="1322"/>
                </a:lnTo>
                <a:lnTo>
                  <a:pt x="2274" y="1310"/>
                </a:lnTo>
                <a:close/>
                <a:moveTo>
                  <a:pt x="8787" y="655"/>
                </a:moveTo>
                <a:lnTo>
                  <a:pt x="8990" y="667"/>
                </a:lnTo>
                <a:lnTo>
                  <a:pt x="9335" y="822"/>
                </a:lnTo>
                <a:lnTo>
                  <a:pt x="9609" y="1084"/>
                </a:lnTo>
                <a:lnTo>
                  <a:pt x="9752" y="1429"/>
                </a:lnTo>
                <a:lnTo>
                  <a:pt x="9764" y="1631"/>
                </a:lnTo>
                <a:lnTo>
                  <a:pt x="9764" y="4894"/>
                </a:lnTo>
                <a:lnTo>
                  <a:pt x="9752" y="5084"/>
                </a:lnTo>
                <a:lnTo>
                  <a:pt x="9609" y="5442"/>
                </a:lnTo>
                <a:lnTo>
                  <a:pt x="9335" y="5703"/>
                </a:lnTo>
                <a:lnTo>
                  <a:pt x="8990" y="5846"/>
                </a:lnTo>
                <a:lnTo>
                  <a:pt x="8787" y="5870"/>
                </a:lnTo>
                <a:lnTo>
                  <a:pt x="1631" y="5870"/>
                </a:lnTo>
                <a:lnTo>
                  <a:pt x="1429" y="5846"/>
                </a:lnTo>
                <a:lnTo>
                  <a:pt x="1072" y="5703"/>
                </a:lnTo>
                <a:lnTo>
                  <a:pt x="810" y="5442"/>
                </a:lnTo>
                <a:lnTo>
                  <a:pt x="667" y="5084"/>
                </a:lnTo>
                <a:lnTo>
                  <a:pt x="655" y="4894"/>
                </a:lnTo>
                <a:lnTo>
                  <a:pt x="655" y="1631"/>
                </a:lnTo>
                <a:lnTo>
                  <a:pt x="667" y="1429"/>
                </a:lnTo>
                <a:lnTo>
                  <a:pt x="810" y="1084"/>
                </a:lnTo>
                <a:lnTo>
                  <a:pt x="1072" y="822"/>
                </a:lnTo>
                <a:lnTo>
                  <a:pt x="1429" y="667"/>
                </a:lnTo>
                <a:lnTo>
                  <a:pt x="1631" y="655"/>
                </a:lnTo>
                <a:close/>
                <a:moveTo>
                  <a:pt x="1631" y="0"/>
                </a:moveTo>
                <a:lnTo>
                  <a:pt x="1465" y="12"/>
                </a:lnTo>
                <a:lnTo>
                  <a:pt x="1143" y="72"/>
                </a:lnTo>
                <a:lnTo>
                  <a:pt x="846" y="203"/>
                </a:lnTo>
                <a:lnTo>
                  <a:pt x="595" y="369"/>
                </a:lnTo>
                <a:lnTo>
                  <a:pt x="369" y="595"/>
                </a:lnTo>
                <a:lnTo>
                  <a:pt x="191" y="857"/>
                </a:lnTo>
                <a:lnTo>
                  <a:pt x="72" y="1143"/>
                </a:lnTo>
                <a:lnTo>
                  <a:pt x="0" y="1465"/>
                </a:lnTo>
                <a:lnTo>
                  <a:pt x="0" y="1631"/>
                </a:lnTo>
                <a:lnTo>
                  <a:pt x="0" y="4894"/>
                </a:lnTo>
                <a:lnTo>
                  <a:pt x="0" y="5060"/>
                </a:lnTo>
                <a:lnTo>
                  <a:pt x="72" y="5370"/>
                </a:lnTo>
                <a:lnTo>
                  <a:pt x="191" y="5668"/>
                </a:lnTo>
                <a:lnTo>
                  <a:pt x="369" y="5930"/>
                </a:lnTo>
                <a:lnTo>
                  <a:pt x="595" y="6144"/>
                </a:lnTo>
                <a:lnTo>
                  <a:pt x="846" y="6323"/>
                </a:lnTo>
                <a:lnTo>
                  <a:pt x="1143" y="6442"/>
                </a:lnTo>
                <a:lnTo>
                  <a:pt x="1465" y="6513"/>
                </a:lnTo>
                <a:lnTo>
                  <a:pt x="8954" y="6513"/>
                </a:lnTo>
                <a:lnTo>
                  <a:pt x="9275" y="6442"/>
                </a:lnTo>
                <a:lnTo>
                  <a:pt x="9561" y="6323"/>
                </a:lnTo>
                <a:lnTo>
                  <a:pt x="9823" y="6144"/>
                </a:lnTo>
                <a:lnTo>
                  <a:pt x="10049" y="5930"/>
                </a:lnTo>
                <a:lnTo>
                  <a:pt x="10228" y="5668"/>
                </a:lnTo>
                <a:lnTo>
                  <a:pt x="10347" y="5370"/>
                </a:lnTo>
                <a:lnTo>
                  <a:pt x="10407" y="5060"/>
                </a:lnTo>
                <a:lnTo>
                  <a:pt x="10419" y="4894"/>
                </a:lnTo>
                <a:lnTo>
                  <a:pt x="10419" y="1631"/>
                </a:lnTo>
                <a:lnTo>
                  <a:pt x="10407" y="1465"/>
                </a:lnTo>
                <a:lnTo>
                  <a:pt x="10347" y="1143"/>
                </a:lnTo>
                <a:lnTo>
                  <a:pt x="10228" y="857"/>
                </a:lnTo>
                <a:lnTo>
                  <a:pt x="10049" y="595"/>
                </a:lnTo>
                <a:lnTo>
                  <a:pt x="9823" y="369"/>
                </a:lnTo>
                <a:lnTo>
                  <a:pt x="9561" y="203"/>
                </a:lnTo>
                <a:lnTo>
                  <a:pt x="9275" y="72"/>
                </a:lnTo>
                <a:lnTo>
                  <a:pt x="8954" y="12"/>
                </a:lnTo>
                <a:lnTo>
                  <a:pt x="8787"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8" name="Google Shape;2978;p173"/>
          <p:cNvSpPr/>
          <p:nvPr/>
        </p:nvSpPr>
        <p:spPr>
          <a:xfrm>
            <a:off x="4459535" y="4854588"/>
            <a:ext cx="494596" cy="565726"/>
          </a:xfrm>
          <a:custGeom>
            <a:rect b="b" l="l" r="r" t="t"/>
            <a:pathLst>
              <a:path extrusionOk="0" h="10419" w="9109">
                <a:moveTo>
                  <a:pt x="4811" y="1310"/>
                </a:moveTo>
                <a:lnTo>
                  <a:pt x="5323" y="1417"/>
                </a:lnTo>
                <a:lnTo>
                  <a:pt x="5787" y="1620"/>
                </a:lnTo>
                <a:lnTo>
                  <a:pt x="6204" y="1894"/>
                </a:lnTo>
                <a:lnTo>
                  <a:pt x="6561" y="2251"/>
                </a:lnTo>
                <a:lnTo>
                  <a:pt x="6847" y="2668"/>
                </a:lnTo>
                <a:lnTo>
                  <a:pt x="7037" y="3132"/>
                </a:lnTo>
                <a:lnTo>
                  <a:pt x="7144" y="3644"/>
                </a:lnTo>
                <a:lnTo>
                  <a:pt x="7156" y="3906"/>
                </a:lnTo>
                <a:lnTo>
                  <a:pt x="7156" y="4501"/>
                </a:lnTo>
                <a:lnTo>
                  <a:pt x="7168" y="4894"/>
                </a:lnTo>
                <a:lnTo>
                  <a:pt x="7323" y="5668"/>
                </a:lnTo>
                <a:lnTo>
                  <a:pt x="7621" y="6394"/>
                </a:lnTo>
                <a:lnTo>
                  <a:pt x="8061" y="7049"/>
                </a:lnTo>
                <a:lnTo>
                  <a:pt x="8335" y="7335"/>
                </a:lnTo>
                <a:lnTo>
                  <a:pt x="8383" y="7395"/>
                </a:lnTo>
                <a:lnTo>
                  <a:pt x="8442" y="7466"/>
                </a:lnTo>
                <a:lnTo>
                  <a:pt x="8454" y="7561"/>
                </a:lnTo>
                <a:lnTo>
                  <a:pt x="8442" y="7668"/>
                </a:lnTo>
                <a:lnTo>
                  <a:pt x="8311" y="7799"/>
                </a:lnTo>
                <a:lnTo>
                  <a:pt x="8204" y="7811"/>
                </a:lnTo>
                <a:lnTo>
                  <a:pt x="893" y="7811"/>
                </a:lnTo>
                <a:lnTo>
                  <a:pt x="798" y="7799"/>
                </a:lnTo>
                <a:lnTo>
                  <a:pt x="643" y="7668"/>
                </a:lnTo>
                <a:lnTo>
                  <a:pt x="631" y="7561"/>
                </a:lnTo>
                <a:lnTo>
                  <a:pt x="655" y="7466"/>
                </a:lnTo>
                <a:lnTo>
                  <a:pt x="715" y="7395"/>
                </a:lnTo>
                <a:lnTo>
                  <a:pt x="774" y="7335"/>
                </a:lnTo>
                <a:lnTo>
                  <a:pt x="1048" y="7049"/>
                </a:lnTo>
                <a:lnTo>
                  <a:pt x="1477" y="6394"/>
                </a:lnTo>
                <a:lnTo>
                  <a:pt x="1774" y="5668"/>
                </a:lnTo>
                <a:lnTo>
                  <a:pt x="1917" y="4894"/>
                </a:lnTo>
                <a:lnTo>
                  <a:pt x="1929" y="4501"/>
                </a:lnTo>
                <a:lnTo>
                  <a:pt x="1929" y="3906"/>
                </a:lnTo>
                <a:lnTo>
                  <a:pt x="1941" y="3644"/>
                </a:lnTo>
                <a:lnTo>
                  <a:pt x="2048" y="3132"/>
                </a:lnTo>
                <a:lnTo>
                  <a:pt x="2251" y="2668"/>
                </a:lnTo>
                <a:lnTo>
                  <a:pt x="2525" y="2251"/>
                </a:lnTo>
                <a:lnTo>
                  <a:pt x="2882" y="1894"/>
                </a:lnTo>
                <a:lnTo>
                  <a:pt x="3298" y="1620"/>
                </a:lnTo>
                <a:lnTo>
                  <a:pt x="3763" y="1417"/>
                </a:lnTo>
                <a:lnTo>
                  <a:pt x="4275" y="1310"/>
                </a:lnTo>
                <a:close/>
                <a:moveTo>
                  <a:pt x="4537" y="0"/>
                </a:moveTo>
                <a:lnTo>
                  <a:pt x="4418" y="24"/>
                </a:lnTo>
                <a:lnTo>
                  <a:pt x="4227" y="203"/>
                </a:lnTo>
                <a:lnTo>
                  <a:pt x="4215" y="334"/>
                </a:lnTo>
                <a:lnTo>
                  <a:pt x="4227" y="667"/>
                </a:lnTo>
                <a:lnTo>
                  <a:pt x="3918" y="715"/>
                </a:lnTo>
                <a:lnTo>
                  <a:pt x="3346" y="882"/>
                </a:lnTo>
                <a:lnTo>
                  <a:pt x="2822" y="1155"/>
                </a:lnTo>
                <a:lnTo>
                  <a:pt x="2346" y="1513"/>
                </a:lnTo>
                <a:lnTo>
                  <a:pt x="1953" y="1941"/>
                </a:lnTo>
                <a:lnTo>
                  <a:pt x="1643" y="2441"/>
                </a:lnTo>
                <a:lnTo>
                  <a:pt x="1429" y="3001"/>
                </a:lnTo>
                <a:lnTo>
                  <a:pt x="1310" y="3596"/>
                </a:lnTo>
                <a:lnTo>
                  <a:pt x="1298" y="3906"/>
                </a:lnTo>
                <a:lnTo>
                  <a:pt x="1298" y="4501"/>
                </a:lnTo>
                <a:lnTo>
                  <a:pt x="1286" y="4835"/>
                </a:lnTo>
                <a:lnTo>
                  <a:pt x="1155" y="5478"/>
                </a:lnTo>
                <a:lnTo>
                  <a:pt x="905" y="6085"/>
                </a:lnTo>
                <a:lnTo>
                  <a:pt x="548" y="6632"/>
                </a:lnTo>
                <a:lnTo>
                  <a:pt x="322" y="6871"/>
                </a:lnTo>
                <a:lnTo>
                  <a:pt x="262" y="6930"/>
                </a:lnTo>
                <a:lnTo>
                  <a:pt x="143" y="7061"/>
                </a:lnTo>
                <a:lnTo>
                  <a:pt x="12" y="7383"/>
                </a:lnTo>
                <a:lnTo>
                  <a:pt x="0" y="7573"/>
                </a:lnTo>
                <a:lnTo>
                  <a:pt x="12" y="7752"/>
                </a:lnTo>
                <a:lnTo>
                  <a:pt x="143" y="8073"/>
                </a:lnTo>
                <a:lnTo>
                  <a:pt x="393" y="8323"/>
                </a:lnTo>
                <a:lnTo>
                  <a:pt x="715" y="8454"/>
                </a:lnTo>
                <a:lnTo>
                  <a:pt x="893" y="8466"/>
                </a:lnTo>
                <a:lnTo>
                  <a:pt x="8216" y="8466"/>
                </a:lnTo>
                <a:lnTo>
                  <a:pt x="8395" y="8454"/>
                </a:lnTo>
                <a:lnTo>
                  <a:pt x="8716" y="8323"/>
                </a:lnTo>
                <a:lnTo>
                  <a:pt x="8966" y="8073"/>
                </a:lnTo>
                <a:lnTo>
                  <a:pt x="9097" y="7752"/>
                </a:lnTo>
                <a:lnTo>
                  <a:pt x="9109" y="7573"/>
                </a:lnTo>
                <a:lnTo>
                  <a:pt x="9097" y="7383"/>
                </a:lnTo>
                <a:lnTo>
                  <a:pt x="8966" y="7061"/>
                </a:lnTo>
                <a:lnTo>
                  <a:pt x="8847" y="6930"/>
                </a:lnTo>
                <a:lnTo>
                  <a:pt x="8788" y="6871"/>
                </a:lnTo>
                <a:lnTo>
                  <a:pt x="8561" y="6632"/>
                </a:lnTo>
                <a:lnTo>
                  <a:pt x="8204" y="6085"/>
                </a:lnTo>
                <a:lnTo>
                  <a:pt x="7954" y="5478"/>
                </a:lnTo>
                <a:lnTo>
                  <a:pt x="7823" y="4835"/>
                </a:lnTo>
                <a:lnTo>
                  <a:pt x="7811" y="4501"/>
                </a:lnTo>
                <a:lnTo>
                  <a:pt x="7811" y="3906"/>
                </a:lnTo>
                <a:lnTo>
                  <a:pt x="7799" y="3596"/>
                </a:lnTo>
                <a:lnTo>
                  <a:pt x="7680" y="3001"/>
                </a:lnTo>
                <a:lnTo>
                  <a:pt x="7466" y="2441"/>
                </a:lnTo>
                <a:lnTo>
                  <a:pt x="7156" y="1941"/>
                </a:lnTo>
                <a:lnTo>
                  <a:pt x="6763" y="1513"/>
                </a:lnTo>
                <a:lnTo>
                  <a:pt x="6287" y="1155"/>
                </a:lnTo>
                <a:lnTo>
                  <a:pt x="5763" y="882"/>
                </a:lnTo>
                <a:lnTo>
                  <a:pt x="5180" y="715"/>
                </a:lnTo>
                <a:lnTo>
                  <a:pt x="4882" y="667"/>
                </a:lnTo>
                <a:lnTo>
                  <a:pt x="4882" y="334"/>
                </a:lnTo>
                <a:lnTo>
                  <a:pt x="4858" y="203"/>
                </a:lnTo>
                <a:lnTo>
                  <a:pt x="4680" y="24"/>
                </a:lnTo>
                <a:lnTo>
                  <a:pt x="4537" y="0"/>
                </a:lnTo>
                <a:close/>
                <a:moveTo>
                  <a:pt x="3584" y="9109"/>
                </a:moveTo>
                <a:lnTo>
                  <a:pt x="3525" y="9133"/>
                </a:lnTo>
                <a:lnTo>
                  <a:pt x="3406" y="9204"/>
                </a:lnTo>
                <a:lnTo>
                  <a:pt x="3298" y="9419"/>
                </a:lnTo>
                <a:lnTo>
                  <a:pt x="3322" y="9550"/>
                </a:lnTo>
                <a:lnTo>
                  <a:pt x="3406" y="9740"/>
                </a:lnTo>
                <a:lnTo>
                  <a:pt x="3644" y="10050"/>
                </a:lnTo>
                <a:lnTo>
                  <a:pt x="3953" y="10288"/>
                </a:lnTo>
                <a:lnTo>
                  <a:pt x="4334" y="10407"/>
                </a:lnTo>
                <a:lnTo>
                  <a:pt x="4537" y="10419"/>
                </a:lnTo>
                <a:lnTo>
                  <a:pt x="4751" y="10407"/>
                </a:lnTo>
                <a:lnTo>
                  <a:pt x="5144" y="10288"/>
                </a:lnTo>
                <a:lnTo>
                  <a:pt x="5466" y="10050"/>
                </a:lnTo>
                <a:lnTo>
                  <a:pt x="5704" y="9740"/>
                </a:lnTo>
                <a:lnTo>
                  <a:pt x="5787" y="9550"/>
                </a:lnTo>
                <a:lnTo>
                  <a:pt x="5811" y="9419"/>
                </a:lnTo>
                <a:lnTo>
                  <a:pt x="5704" y="9204"/>
                </a:lnTo>
                <a:lnTo>
                  <a:pt x="5585" y="9133"/>
                </a:lnTo>
                <a:lnTo>
                  <a:pt x="5513" y="9109"/>
                </a:lnTo>
                <a:lnTo>
                  <a:pt x="5394" y="9121"/>
                </a:lnTo>
                <a:lnTo>
                  <a:pt x="5227" y="9216"/>
                </a:lnTo>
                <a:lnTo>
                  <a:pt x="5168" y="9335"/>
                </a:lnTo>
                <a:lnTo>
                  <a:pt x="5132" y="9431"/>
                </a:lnTo>
                <a:lnTo>
                  <a:pt x="5013" y="9585"/>
                </a:lnTo>
                <a:lnTo>
                  <a:pt x="4846" y="9704"/>
                </a:lnTo>
                <a:lnTo>
                  <a:pt x="4644" y="9764"/>
                </a:lnTo>
                <a:lnTo>
                  <a:pt x="4537" y="9776"/>
                </a:lnTo>
                <a:lnTo>
                  <a:pt x="4537" y="9764"/>
                </a:lnTo>
                <a:lnTo>
                  <a:pt x="4442" y="9764"/>
                </a:lnTo>
                <a:lnTo>
                  <a:pt x="4251" y="9704"/>
                </a:lnTo>
                <a:lnTo>
                  <a:pt x="4096" y="9585"/>
                </a:lnTo>
                <a:lnTo>
                  <a:pt x="3977" y="9431"/>
                </a:lnTo>
                <a:lnTo>
                  <a:pt x="3941" y="9335"/>
                </a:lnTo>
                <a:lnTo>
                  <a:pt x="3882" y="9216"/>
                </a:lnTo>
                <a:lnTo>
                  <a:pt x="3715" y="9121"/>
                </a:lnTo>
                <a:lnTo>
                  <a:pt x="3584" y="9109"/>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79" name="Google Shape;2979;p173"/>
          <p:cNvSpPr/>
          <p:nvPr/>
        </p:nvSpPr>
        <p:spPr>
          <a:xfrm>
            <a:off x="5502328" y="4925719"/>
            <a:ext cx="565780" cy="424118"/>
          </a:xfrm>
          <a:custGeom>
            <a:rect b="b" l="l" r="r" t="t"/>
            <a:pathLst>
              <a:path extrusionOk="0" h="7811" w="10420">
                <a:moveTo>
                  <a:pt x="4240" y="0"/>
                </a:moveTo>
                <a:lnTo>
                  <a:pt x="4109" y="12"/>
                </a:lnTo>
                <a:lnTo>
                  <a:pt x="3930" y="191"/>
                </a:lnTo>
                <a:lnTo>
                  <a:pt x="3906" y="322"/>
                </a:lnTo>
                <a:lnTo>
                  <a:pt x="3930" y="453"/>
                </a:lnTo>
                <a:lnTo>
                  <a:pt x="4109" y="631"/>
                </a:lnTo>
                <a:lnTo>
                  <a:pt x="4240" y="643"/>
                </a:lnTo>
                <a:lnTo>
                  <a:pt x="4883" y="643"/>
                </a:lnTo>
                <a:lnTo>
                  <a:pt x="4883" y="1643"/>
                </a:lnTo>
                <a:lnTo>
                  <a:pt x="4442" y="1691"/>
                </a:lnTo>
                <a:lnTo>
                  <a:pt x="3609" y="1905"/>
                </a:lnTo>
                <a:lnTo>
                  <a:pt x="2847" y="2274"/>
                </a:lnTo>
                <a:lnTo>
                  <a:pt x="2168" y="2774"/>
                </a:lnTo>
                <a:lnTo>
                  <a:pt x="1608" y="3382"/>
                </a:lnTo>
                <a:lnTo>
                  <a:pt x="1156" y="4096"/>
                </a:lnTo>
                <a:lnTo>
                  <a:pt x="834" y="4882"/>
                </a:lnTo>
                <a:lnTo>
                  <a:pt x="668" y="5739"/>
                </a:lnTo>
                <a:lnTo>
                  <a:pt x="656" y="6180"/>
                </a:lnTo>
                <a:lnTo>
                  <a:pt x="668" y="6311"/>
                </a:lnTo>
                <a:lnTo>
                  <a:pt x="846" y="6489"/>
                </a:lnTo>
                <a:lnTo>
                  <a:pt x="977" y="6513"/>
                </a:lnTo>
                <a:lnTo>
                  <a:pt x="1108" y="6489"/>
                </a:lnTo>
                <a:lnTo>
                  <a:pt x="1287" y="6311"/>
                </a:lnTo>
                <a:lnTo>
                  <a:pt x="1299" y="6180"/>
                </a:lnTo>
                <a:lnTo>
                  <a:pt x="1323" y="5787"/>
                </a:lnTo>
                <a:lnTo>
                  <a:pt x="1477" y="5025"/>
                </a:lnTo>
                <a:lnTo>
                  <a:pt x="1775" y="4322"/>
                </a:lnTo>
                <a:lnTo>
                  <a:pt x="2192" y="3691"/>
                </a:lnTo>
                <a:lnTo>
                  <a:pt x="2728" y="3167"/>
                </a:lnTo>
                <a:lnTo>
                  <a:pt x="3347" y="2739"/>
                </a:lnTo>
                <a:lnTo>
                  <a:pt x="4049" y="2441"/>
                </a:lnTo>
                <a:lnTo>
                  <a:pt x="4811" y="2286"/>
                </a:lnTo>
                <a:lnTo>
                  <a:pt x="5216" y="2274"/>
                </a:lnTo>
                <a:lnTo>
                  <a:pt x="5609" y="2286"/>
                </a:lnTo>
                <a:lnTo>
                  <a:pt x="6371" y="2441"/>
                </a:lnTo>
                <a:lnTo>
                  <a:pt x="7074" y="2739"/>
                </a:lnTo>
                <a:lnTo>
                  <a:pt x="7693" y="3167"/>
                </a:lnTo>
                <a:lnTo>
                  <a:pt x="8228" y="3691"/>
                </a:lnTo>
                <a:lnTo>
                  <a:pt x="8645" y="4322"/>
                </a:lnTo>
                <a:lnTo>
                  <a:pt x="8943" y="5025"/>
                </a:lnTo>
                <a:lnTo>
                  <a:pt x="9098" y="5787"/>
                </a:lnTo>
                <a:lnTo>
                  <a:pt x="9121" y="6180"/>
                </a:lnTo>
                <a:lnTo>
                  <a:pt x="9133" y="6311"/>
                </a:lnTo>
                <a:lnTo>
                  <a:pt x="9312" y="6489"/>
                </a:lnTo>
                <a:lnTo>
                  <a:pt x="9443" y="6513"/>
                </a:lnTo>
                <a:lnTo>
                  <a:pt x="9574" y="6489"/>
                </a:lnTo>
                <a:lnTo>
                  <a:pt x="9753" y="6311"/>
                </a:lnTo>
                <a:lnTo>
                  <a:pt x="9764" y="6180"/>
                </a:lnTo>
                <a:lnTo>
                  <a:pt x="9753" y="5739"/>
                </a:lnTo>
                <a:lnTo>
                  <a:pt x="9586" y="4882"/>
                </a:lnTo>
                <a:lnTo>
                  <a:pt x="9264" y="4096"/>
                </a:lnTo>
                <a:lnTo>
                  <a:pt x="8812" y="3382"/>
                </a:lnTo>
                <a:lnTo>
                  <a:pt x="8240" y="2774"/>
                </a:lnTo>
                <a:lnTo>
                  <a:pt x="7562" y="2274"/>
                </a:lnTo>
                <a:lnTo>
                  <a:pt x="6812" y="1905"/>
                </a:lnTo>
                <a:lnTo>
                  <a:pt x="5978" y="1691"/>
                </a:lnTo>
                <a:lnTo>
                  <a:pt x="5538" y="1643"/>
                </a:lnTo>
                <a:lnTo>
                  <a:pt x="5538" y="643"/>
                </a:lnTo>
                <a:lnTo>
                  <a:pt x="6192" y="643"/>
                </a:lnTo>
                <a:lnTo>
                  <a:pt x="6323" y="631"/>
                </a:lnTo>
                <a:lnTo>
                  <a:pt x="6490" y="453"/>
                </a:lnTo>
                <a:lnTo>
                  <a:pt x="6514" y="322"/>
                </a:lnTo>
                <a:lnTo>
                  <a:pt x="6490" y="191"/>
                </a:lnTo>
                <a:lnTo>
                  <a:pt x="6323" y="12"/>
                </a:lnTo>
                <a:lnTo>
                  <a:pt x="6192" y="0"/>
                </a:lnTo>
                <a:close/>
                <a:moveTo>
                  <a:pt x="322" y="7156"/>
                </a:moveTo>
                <a:lnTo>
                  <a:pt x="203" y="7180"/>
                </a:lnTo>
                <a:lnTo>
                  <a:pt x="25" y="7359"/>
                </a:lnTo>
                <a:lnTo>
                  <a:pt x="1" y="7490"/>
                </a:lnTo>
                <a:lnTo>
                  <a:pt x="25" y="7609"/>
                </a:lnTo>
                <a:lnTo>
                  <a:pt x="203" y="7787"/>
                </a:lnTo>
                <a:lnTo>
                  <a:pt x="322" y="7811"/>
                </a:lnTo>
                <a:lnTo>
                  <a:pt x="10098" y="7811"/>
                </a:lnTo>
                <a:lnTo>
                  <a:pt x="10229" y="7787"/>
                </a:lnTo>
                <a:lnTo>
                  <a:pt x="10407" y="7609"/>
                </a:lnTo>
                <a:lnTo>
                  <a:pt x="10419" y="7490"/>
                </a:lnTo>
                <a:lnTo>
                  <a:pt x="10407" y="7359"/>
                </a:lnTo>
                <a:lnTo>
                  <a:pt x="10229" y="7180"/>
                </a:lnTo>
                <a:lnTo>
                  <a:pt x="10098" y="715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0" name="Google Shape;2980;p173"/>
          <p:cNvSpPr/>
          <p:nvPr/>
        </p:nvSpPr>
        <p:spPr>
          <a:xfrm>
            <a:off x="6616306" y="4854588"/>
            <a:ext cx="495247" cy="565726"/>
          </a:xfrm>
          <a:custGeom>
            <a:rect b="b" l="l" r="r" t="t"/>
            <a:pathLst>
              <a:path extrusionOk="0" h="10419" w="9121">
                <a:moveTo>
                  <a:pt x="4549" y="2287"/>
                </a:moveTo>
                <a:lnTo>
                  <a:pt x="4418" y="2298"/>
                </a:lnTo>
                <a:lnTo>
                  <a:pt x="4239" y="2477"/>
                </a:lnTo>
                <a:lnTo>
                  <a:pt x="4215" y="2608"/>
                </a:lnTo>
                <a:lnTo>
                  <a:pt x="4215" y="4882"/>
                </a:lnTo>
                <a:lnTo>
                  <a:pt x="4239" y="5013"/>
                </a:lnTo>
                <a:lnTo>
                  <a:pt x="4418" y="5192"/>
                </a:lnTo>
                <a:lnTo>
                  <a:pt x="4549" y="5216"/>
                </a:lnTo>
                <a:lnTo>
                  <a:pt x="4680" y="5192"/>
                </a:lnTo>
                <a:lnTo>
                  <a:pt x="4870" y="5013"/>
                </a:lnTo>
                <a:lnTo>
                  <a:pt x="4882" y="4882"/>
                </a:lnTo>
                <a:lnTo>
                  <a:pt x="4882" y="2608"/>
                </a:lnTo>
                <a:lnTo>
                  <a:pt x="4870" y="2477"/>
                </a:lnTo>
                <a:lnTo>
                  <a:pt x="4680" y="2298"/>
                </a:lnTo>
                <a:lnTo>
                  <a:pt x="4549" y="2287"/>
                </a:lnTo>
                <a:close/>
                <a:moveTo>
                  <a:pt x="4453" y="5704"/>
                </a:moveTo>
                <a:lnTo>
                  <a:pt x="4275" y="5787"/>
                </a:lnTo>
                <a:lnTo>
                  <a:pt x="4144" y="5918"/>
                </a:lnTo>
                <a:lnTo>
                  <a:pt x="4060" y="6085"/>
                </a:lnTo>
                <a:lnTo>
                  <a:pt x="4060" y="6192"/>
                </a:lnTo>
                <a:lnTo>
                  <a:pt x="4060" y="6287"/>
                </a:lnTo>
                <a:lnTo>
                  <a:pt x="4144" y="6466"/>
                </a:lnTo>
                <a:lnTo>
                  <a:pt x="4275" y="6597"/>
                </a:lnTo>
                <a:lnTo>
                  <a:pt x="4453" y="6668"/>
                </a:lnTo>
                <a:lnTo>
                  <a:pt x="4549" y="6680"/>
                </a:lnTo>
                <a:lnTo>
                  <a:pt x="4644" y="6668"/>
                </a:lnTo>
                <a:lnTo>
                  <a:pt x="4834" y="6597"/>
                </a:lnTo>
                <a:lnTo>
                  <a:pt x="4965" y="6466"/>
                </a:lnTo>
                <a:lnTo>
                  <a:pt x="5037" y="6287"/>
                </a:lnTo>
                <a:lnTo>
                  <a:pt x="5049" y="6192"/>
                </a:lnTo>
                <a:lnTo>
                  <a:pt x="5037" y="6085"/>
                </a:lnTo>
                <a:lnTo>
                  <a:pt x="4965" y="5918"/>
                </a:lnTo>
                <a:lnTo>
                  <a:pt x="4834" y="5787"/>
                </a:lnTo>
                <a:lnTo>
                  <a:pt x="4644" y="5704"/>
                </a:lnTo>
                <a:close/>
                <a:moveTo>
                  <a:pt x="4811" y="1310"/>
                </a:moveTo>
                <a:lnTo>
                  <a:pt x="5323" y="1417"/>
                </a:lnTo>
                <a:lnTo>
                  <a:pt x="5799" y="1620"/>
                </a:lnTo>
                <a:lnTo>
                  <a:pt x="6216" y="1894"/>
                </a:lnTo>
                <a:lnTo>
                  <a:pt x="6573" y="2251"/>
                </a:lnTo>
                <a:lnTo>
                  <a:pt x="6847" y="2668"/>
                </a:lnTo>
                <a:lnTo>
                  <a:pt x="7049" y="3132"/>
                </a:lnTo>
                <a:lnTo>
                  <a:pt x="7156" y="3644"/>
                </a:lnTo>
                <a:lnTo>
                  <a:pt x="7168" y="3906"/>
                </a:lnTo>
                <a:lnTo>
                  <a:pt x="7168" y="4501"/>
                </a:lnTo>
                <a:lnTo>
                  <a:pt x="7180" y="4894"/>
                </a:lnTo>
                <a:lnTo>
                  <a:pt x="7335" y="5668"/>
                </a:lnTo>
                <a:lnTo>
                  <a:pt x="7632" y="6394"/>
                </a:lnTo>
                <a:lnTo>
                  <a:pt x="8061" y="7049"/>
                </a:lnTo>
                <a:lnTo>
                  <a:pt x="8335" y="7335"/>
                </a:lnTo>
                <a:lnTo>
                  <a:pt x="8394" y="7395"/>
                </a:lnTo>
                <a:lnTo>
                  <a:pt x="8454" y="7466"/>
                </a:lnTo>
                <a:lnTo>
                  <a:pt x="8466" y="7561"/>
                </a:lnTo>
                <a:lnTo>
                  <a:pt x="8454" y="7668"/>
                </a:lnTo>
                <a:lnTo>
                  <a:pt x="8311" y="7799"/>
                </a:lnTo>
                <a:lnTo>
                  <a:pt x="8216" y="7811"/>
                </a:lnTo>
                <a:lnTo>
                  <a:pt x="905" y="7811"/>
                </a:lnTo>
                <a:lnTo>
                  <a:pt x="798" y="7799"/>
                </a:lnTo>
                <a:lnTo>
                  <a:pt x="655" y="7668"/>
                </a:lnTo>
                <a:lnTo>
                  <a:pt x="631" y="7561"/>
                </a:lnTo>
                <a:lnTo>
                  <a:pt x="655" y="7466"/>
                </a:lnTo>
                <a:lnTo>
                  <a:pt x="727" y="7395"/>
                </a:lnTo>
                <a:lnTo>
                  <a:pt x="786" y="7335"/>
                </a:lnTo>
                <a:lnTo>
                  <a:pt x="1060" y="7049"/>
                </a:lnTo>
                <a:lnTo>
                  <a:pt x="1489" y="6394"/>
                </a:lnTo>
                <a:lnTo>
                  <a:pt x="1774" y="5668"/>
                </a:lnTo>
                <a:lnTo>
                  <a:pt x="1929" y="4894"/>
                </a:lnTo>
                <a:lnTo>
                  <a:pt x="1941" y="4501"/>
                </a:lnTo>
                <a:lnTo>
                  <a:pt x="1941" y="3906"/>
                </a:lnTo>
                <a:lnTo>
                  <a:pt x="1953" y="3644"/>
                </a:lnTo>
                <a:lnTo>
                  <a:pt x="2048" y="3132"/>
                </a:lnTo>
                <a:lnTo>
                  <a:pt x="2251" y="2668"/>
                </a:lnTo>
                <a:lnTo>
                  <a:pt x="2536" y="2251"/>
                </a:lnTo>
                <a:lnTo>
                  <a:pt x="2894" y="1894"/>
                </a:lnTo>
                <a:lnTo>
                  <a:pt x="3310" y="1620"/>
                </a:lnTo>
                <a:lnTo>
                  <a:pt x="3775" y="1417"/>
                </a:lnTo>
                <a:lnTo>
                  <a:pt x="4275" y="1310"/>
                </a:lnTo>
                <a:close/>
                <a:moveTo>
                  <a:pt x="4549" y="0"/>
                </a:moveTo>
                <a:lnTo>
                  <a:pt x="4418" y="24"/>
                </a:lnTo>
                <a:lnTo>
                  <a:pt x="4239" y="203"/>
                </a:lnTo>
                <a:lnTo>
                  <a:pt x="4215" y="334"/>
                </a:lnTo>
                <a:lnTo>
                  <a:pt x="4239" y="667"/>
                </a:lnTo>
                <a:lnTo>
                  <a:pt x="3929" y="715"/>
                </a:lnTo>
                <a:lnTo>
                  <a:pt x="3358" y="882"/>
                </a:lnTo>
                <a:lnTo>
                  <a:pt x="2822" y="1155"/>
                </a:lnTo>
                <a:lnTo>
                  <a:pt x="2358" y="1513"/>
                </a:lnTo>
                <a:lnTo>
                  <a:pt x="1965" y="1941"/>
                </a:lnTo>
                <a:lnTo>
                  <a:pt x="1655" y="2441"/>
                </a:lnTo>
                <a:lnTo>
                  <a:pt x="1429" y="3001"/>
                </a:lnTo>
                <a:lnTo>
                  <a:pt x="1310" y="3596"/>
                </a:lnTo>
                <a:lnTo>
                  <a:pt x="1310" y="3906"/>
                </a:lnTo>
                <a:lnTo>
                  <a:pt x="1310" y="4501"/>
                </a:lnTo>
                <a:lnTo>
                  <a:pt x="1298" y="4835"/>
                </a:lnTo>
                <a:lnTo>
                  <a:pt x="1167" y="5478"/>
                </a:lnTo>
                <a:lnTo>
                  <a:pt x="917" y="6085"/>
                </a:lnTo>
                <a:lnTo>
                  <a:pt x="548" y="6632"/>
                </a:lnTo>
                <a:lnTo>
                  <a:pt x="322" y="6871"/>
                </a:lnTo>
                <a:lnTo>
                  <a:pt x="262" y="6930"/>
                </a:lnTo>
                <a:lnTo>
                  <a:pt x="155" y="7061"/>
                </a:lnTo>
                <a:lnTo>
                  <a:pt x="12" y="7383"/>
                </a:lnTo>
                <a:lnTo>
                  <a:pt x="0" y="7573"/>
                </a:lnTo>
                <a:lnTo>
                  <a:pt x="12" y="7752"/>
                </a:lnTo>
                <a:lnTo>
                  <a:pt x="155" y="8073"/>
                </a:lnTo>
                <a:lnTo>
                  <a:pt x="393" y="8323"/>
                </a:lnTo>
                <a:lnTo>
                  <a:pt x="715" y="8454"/>
                </a:lnTo>
                <a:lnTo>
                  <a:pt x="905" y="8466"/>
                </a:lnTo>
                <a:lnTo>
                  <a:pt x="8216" y="8466"/>
                </a:lnTo>
                <a:lnTo>
                  <a:pt x="8406" y="8454"/>
                </a:lnTo>
                <a:lnTo>
                  <a:pt x="8728" y="8323"/>
                </a:lnTo>
                <a:lnTo>
                  <a:pt x="8966" y="8073"/>
                </a:lnTo>
                <a:lnTo>
                  <a:pt x="9109" y="7752"/>
                </a:lnTo>
                <a:lnTo>
                  <a:pt x="9121" y="7573"/>
                </a:lnTo>
                <a:lnTo>
                  <a:pt x="9109" y="7383"/>
                </a:lnTo>
                <a:lnTo>
                  <a:pt x="8966" y="7061"/>
                </a:lnTo>
                <a:lnTo>
                  <a:pt x="8859" y="6930"/>
                </a:lnTo>
                <a:lnTo>
                  <a:pt x="8799" y="6871"/>
                </a:lnTo>
                <a:lnTo>
                  <a:pt x="8573" y="6632"/>
                </a:lnTo>
                <a:lnTo>
                  <a:pt x="8204" y="6085"/>
                </a:lnTo>
                <a:lnTo>
                  <a:pt x="7954" y="5478"/>
                </a:lnTo>
                <a:lnTo>
                  <a:pt x="7823" y="4835"/>
                </a:lnTo>
                <a:lnTo>
                  <a:pt x="7823" y="4501"/>
                </a:lnTo>
                <a:lnTo>
                  <a:pt x="7823" y="3906"/>
                </a:lnTo>
                <a:lnTo>
                  <a:pt x="7811" y="3596"/>
                </a:lnTo>
                <a:lnTo>
                  <a:pt x="7692" y="3001"/>
                </a:lnTo>
                <a:lnTo>
                  <a:pt x="7478" y="2441"/>
                </a:lnTo>
                <a:lnTo>
                  <a:pt x="7156" y="1941"/>
                </a:lnTo>
                <a:lnTo>
                  <a:pt x="6763" y="1513"/>
                </a:lnTo>
                <a:lnTo>
                  <a:pt x="6299" y="1155"/>
                </a:lnTo>
                <a:lnTo>
                  <a:pt x="5775" y="882"/>
                </a:lnTo>
                <a:lnTo>
                  <a:pt x="5192" y="715"/>
                </a:lnTo>
                <a:lnTo>
                  <a:pt x="4882" y="667"/>
                </a:lnTo>
                <a:lnTo>
                  <a:pt x="4882" y="334"/>
                </a:lnTo>
                <a:lnTo>
                  <a:pt x="4870" y="203"/>
                </a:lnTo>
                <a:lnTo>
                  <a:pt x="4680" y="24"/>
                </a:lnTo>
                <a:lnTo>
                  <a:pt x="4549" y="0"/>
                </a:lnTo>
                <a:close/>
                <a:moveTo>
                  <a:pt x="3596" y="9109"/>
                </a:moveTo>
                <a:lnTo>
                  <a:pt x="3537" y="9133"/>
                </a:lnTo>
                <a:lnTo>
                  <a:pt x="3417" y="9204"/>
                </a:lnTo>
                <a:lnTo>
                  <a:pt x="3310" y="9419"/>
                </a:lnTo>
                <a:lnTo>
                  <a:pt x="3334" y="9550"/>
                </a:lnTo>
                <a:lnTo>
                  <a:pt x="3406" y="9740"/>
                </a:lnTo>
                <a:lnTo>
                  <a:pt x="3644" y="10050"/>
                </a:lnTo>
                <a:lnTo>
                  <a:pt x="3965" y="10288"/>
                </a:lnTo>
                <a:lnTo>
                  <a:pt x="4334" y="10407"/>
                </a:lnTo>
                <a:lnTo>
                  <a:pt x="4549" y="10419"/>
                </a:lnTo>
                <a:lnTo>
                  <a:pt x="4763" y="10407"/>
                </a:lnTo>
                <a:lnTo>
                  <a:pt x="5156" y="10288"/>
                </a:lnTo>
                <a:lnTo>
                  <a:pt x="5477" y="10050"/>
                </a:lnTo>
                <a:lnTo>
                  <a:pt x="5715" y="9740"/>
                </a:lnTo>
                <a:lnTo>
                  <a:pt x="5787" y="9550"/>
                </a:lnTo>
                <a:lnTo>
                  <a:pt x="5811" y="9419"/>
                </a:lnTo>
                <a:lnTo>
                  <a:pt x="5704" y="9204"/>
                </a:lnTo>
                <a:lnTo>
                  <a:pt x="5596" y="9133"/>
                </a:lnTo>
                <a:lnTo>
                  <a:pt x="5525" y="9109"/>
                </a:lnTo>
                <a:lnTo>
                  <a:pt x="5394" y="9121"/>
                </a:lnTo>
                <a:lnTo>
                  <a:pt x="5239" y="9216"/>
                </a:lnTo>
                <a:lnTo>
                  <a:pt x="5180" y="9335"/>
                </a:lnTo>
                <a:lnTo>
                  <a:pt x="5132" y="9431"/>
                </a:lnTo>
                <a:lnTo>
                  <a:pt x="5013" y="9585"/>
                </a:lnTo>
                <a:lnTo>
                  <a:pt x="4858" y="9704"/>
                </a:lnTo>
                <a:lnTo>
                  <a:pt x="4656" y="9764"/>
                </a:lnTo>
                <a:lnTo>
                  <a:pt x="4549" y="9776"/>
                </a:lnTo>
                <a:lnTo>
                  <a:pt x="4549" y="9764"/>
                </a:lnTo>
                <a:lnTo>
                  <a:pt x="4441" y="9764"/>
                </a:lnTo>
                <a:lnTo>
                  <a:pt x="4263" y="9704"/>
                </a:lnTo>
                <a:lnTo>
                  <a:pt x="4108" y="9585"/>
                </a:lnTo>
                <a:lnTo>
                  <a:pt x="3989" y="9431"/>
                </a:lnTo>
                <a:lnTo>
                  <a:pt x="3953" y="9335"/>
                </a:lnTo>
                <a:lnTo>
                  <a:pt x="3882" y="9216"/>
                </a:lnTo>
                <a:lnTo>
                  <a:pt x="3727" y="9121"/>
                </a:lnTo>
                <a:lnTo>
                  <a:pt x="3596" y="9109"/>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1" name="Google Shape;2981;p173"/>
          <p:cNvSpPr/>
          <p:nvPr/>
        </p:nvSpPr>
        <p:spPr>
          <a:xfrm>
            <a:off x="7588620" y="4853937"/>
            <a:ext cx="707334" cy="566377"/>
          </a:xfrm>
          <a:custGeom>
            <a:rect b="b" l="l" r="r" t="t"/>
            <a:pathLst>
              <a:path extrusionOk="0" h="10431" w="13027">
                <a:moveTo>
                  <a:pt x="1001" y="1"/>
                </a:moveTo>
                <a:lnTo>
                  <a:pt x="763" y="84"/>
                </a:lnTo>
                <a:lnTo>
                  <a:pt x="692" y="191"/>
                </a:lnTo>
                <a:lnTo>
                  <a:pt x="644" y="322"/>
                </a:lnTo>
                <a:lnTo>
                  <a:pt x="727" y="560"/>
                </a:lnTo>
                <a:lnTo>
                  <a:pt x="834" y="632"/>
                </a:lnTo>
                <a:lnTo>
                  <a:pt x="2144" y="1286"/>
                </a:lnTo>
                <a:lnTo>
                  <a:pt x="2263" y="1322"/>
                </a:lnTo>
                <a:lnTo>
                  <a:pt x="2501" y="1239"/>
                </a:lnTo>
                <a:lnTo>
                  <a:pt x="2573" y="1132"/>
                </a:lnTo>
                <a:lnTo>
                  <a:pt x="2620" y="1013"/>
                </a:lnTo>
                <a:lnTo>
                  <a:pt x="2537" y="774"/>
                </a:lnTo>
                <a:lnTo>
                  <a:pt x="2430" y="703"/>
                </a:lnTo>
                <a:lnTo>
                  <a:pt x="1132" y="48"/>
                </a:lnTo>
                <a:lnTo>
                  <a:pt x="1001" y="1"/>
                </a:lnTo>
                <a:close/>
                <a:moveTo>
                  <a:pt x="12027" y="1"/>
                </a:moveTo>
                <a:lnTo>
                  <a:pt x="11908" y="48"/>
                </a:lnTo>
                <a:lnTo>
                  <a:pt x="10598" y="703"/>
                </a:lnTo>
                <a:lnTo>
                  <a:pt x="10491" y="774"/>
                </a:lnTo>
                <a:lnTo>
                  <a:pt x="10419" y="1013"/>
                </a:lnTo>
                <a:lnTo>
                  <a:pt x="10455" y="1132"/>
                </a:lnTo>
                <a:lnTo>
                  <a:pt x="10527" y="1251"/>
                </a:lnTo>
                <a:lnTo>
                  <a:pt x="10765" y="1322"/>
                </a:lnTo>
                <a:lnTo>
                  <a:pt x="10896" y="1286"/>
                </a:lnTo>
                <a:lnTo>
                  <a:pt x="12193" y="632"/>
                </a:lnTo>
                <a:lnTo>
                  <a:pt x="12313" y="560"/>
                </a:lnTo>
                <a:lnTo>
                  <a:pt x="12384" y="322"/>
                </a:lnTo>
                <a:lnTo>
                  <a:pt x="12348" y="191"/>
                </a:lnTo>
                <a:lnTo>
                  <a:pt x="12265" y="84"/>
                </a:lnTo>
                <a:lnTo>
                  <a:pt x="12027" y="1"/>
                </a:lnTo>
                <a:close/>
                <a:moveTo>
                  <a:pt x="334" y="3251"/>
                </a:moveTo>
                <a:lnTo>
                  <a:pt x="203" y="3275"/>
                </a:lnTo>
                <a:lnTo>
                  <a:pt x="25" y="3453"/>
                </a:lnTo>
                <a:lnTo>
                  <a:pt x="1" y="3573"/>
                </a:lnTo>
                <a:lnTo>
                  <a:pt x="25" y="3715"/>
                </a:lnTo>
                <a:lnTo>
                  <a:pt x="203" y="3882"/>
                </a:lnTo>
                <a:lnTo>
                  <a:pt x="334" y="3906"/>
                </a:lnTo>
                <a:lnTo>
                  <a:pt x="1966" y="3906"/>
                </a:lnTo>
                <a:lnTo>
                  <a:pt x="2085" y="3882"/>
                </a:lnTo>
                <a:lnTo>
                  <a:pt x="2263" y="3715"/>
                </a:lnTo>
                <a:lnTo>
                  <a:pt x="2287" y="3573"/>
                </a:lnTo>
                <a:lnTo>
                  <a:pt x="2263" y="3453"/>
                </a:lnTo>
                <a:lnTo>
                  <a:pt x="2085" y="3275"/>
                </a:lnTo>
                <a:lnTo>
                  <a:pt x="1966" y="3251"/>
                </a:lnTo>
                <a:close/>
                <a:moveTo>
                  <a:pt x="11074" y="3251"/>
                </a:moveTo>
                <a:lnTo>
                  <a:pt x="10943" y="3275"/>
                </a:lnTo>
                <a:lnTo>
                  <a:pt x="10765" y="3453"/>
                </a:lnTo>
                <a:lnTo>
                  <a:pt x="10753" y="3573"/>
                </a:lnTo>
                <a:lnTo>
                  <a:pt x="10765" y="3715"/>
                </a:lnTo>
                <a:lnTo>
                  <a:pt x="10943" y="3882"/>
                </a:lnTo>
                <a:lnTo>
                  <a:pt x="11074" y="3906"/>
                </a:lnTo>
                <a:lnTo>
                  <a:pt x="12705" y="3906"/>
                </a:lnTo>
                <a:lnTo>
                  <a:pt x="12836" y="3882"/>
                </a:lnTo>
                <a:lnTo>
                  <a:pt x="13015" y="3715"/>
                </a:lnTo>
                <a:lnTo>
                  <a:pt x="13027" y="3573"/>
                </a:lnTo>
                <a:lnTo>
                  <a:pt x="13015" y="3453"/>
                </a:lnTo>
                <a:lnTo>
                  <a:pt x="12836" y="3275"/>
                </a:lnTo>
                <a:lnTo>
                  <a:pt x="12705" y="3251"/>
                </a:lnTo>
                <a:close/>
                <a:moveTo>
                  <a:pt x="6508" y="1299"/>
                </a:moveTo>
                <a:lnTo>
                  <a:pt x="6776" y="1310"/>
                </a:lnTo>
                <a:lnTo>
                  <a:pt x="7288" y="1417"/>
                </a:lnTo>
                <a:lnTo>
                  <a:pt x="7752" y="1608"/>
                </a:lnTo>
                <a:lnTo>
                  <a:pt x="8169" y="1894"/>
                </a:lnTo>
                <a:lnTo>
                  <a:pt x="8526" y="2251"/>
                </a:lnTo>
                <a:lnTo>
                  <a:pt x="8812" y="2668"/>
                </a:lnTo>
                <a:lnTo>
                  <a:pt x="9002" y="3132"/>
                </a:lnTo>
                <a:lnTo>
                  <a:pt x="9110" y="3632"/>
                </a:lnTo>
                <a:lnTo>
                  <a:pt x="9122" y="3906"/>
                </a:lnTo>
                <a:lnTo>
                  <a:pt x="9122" y="4513"/>
                </a:lnTo>
                <a:lnTo>
                  <a:pt x="9133" y="4906"/>
                </a:lnTo>
                <a:lnTo>
                  <a:pt x="9288" y="5680"/>
                </a:lnTo>
                <a:lnTo>
                  <a:pt x="9586" y="6406"/>
                </a:lnTo>
                <a:lnTo>
                  <a:pt x="10026" y="7049"/>
                </a:lnTo>
                <a:lnTo>
                  <a:pt x="10300" y="7347"/>
                </a:lnTo>
                <a:lnTo>
                  <a:pt x="10348" y="7395"/>
                </a:lnTo>
                <a:lnTo>
                  <a:pt x="10407" y="7478"/>
                </a:lnTo>
                <a:lnTo>
                  <a:pt x="10419" y="7573"/>
                </a:lnTo>
                <a:lnTo>
                  <a:pt x="10407" y="7680"/>
                </a:lnTo>
                <a:lnTo>
                  <a:pt x="10277" y="7811"/>
                </a:lnTo>
                <a:lnTo>
                  <a:pt x="10169" y="7823"/>
                </a:lnTo>
                <a:lnTo>
                  <a:pt x="2859" y="7823"/>
                </a:lnTo>
                <a:lnTo>
                  <a:pt x="2763" y="7811"/>
                </a:lnTo>
                <a:lnTo>
                  <a:pt x="2620" y="7680"/>
                </a:lnTo>
                <a:lnTo>
                  <a:pt x="2609" y="7573"/>
                </a:lnTo>
                <a:lnTo>
                  <a:pt x="2620" y="7478"/>
                </a:lnTo>
                <a:lnTo>
                  <a:pt x="2680" y="7395"/>
                </a:lnTo>
                <a:lnTo>
                  <a:pt x="2740" y="7347"/>
                </a:lnTo>
                <a:lnTo>
                  <a:pt x="3013" y="7049"/>
                </a:lnTo>
                <a:lnTo>
                  <a:pt x="3442" y="6406"/>
                </a:lnTo>
                <a:lnTo>
                  <a:pt x="3740" y="5680"/>
                </a:lnTo>
                <a:lnTo>
                  <a:pt x="3894" y="4906"/>
                </a:lnTo>
                <a:lnTo>
                  <a:pt x="3918" y="4513"/>
                </a:lnTo>
                <a:lnTo>
                  <a:pt x="3918" y="3906"/>
                </a:lnTo>
                <a:lnTo>
                  <a:pt x="3918" y="3632"/>
                </a:lnTo>
                <a:lnTo>
                  <a:pt x="4025" y="3132"/>
                </a:lnTo>
                <a:lnTo>
                  <a:pt x="4228" y="2668"/>
                </a:lnTo>
                <a:lnTo>
                  <a:pt x="4502" y="2251"/>
                </a:lnTo>
                <a:lnTo>
                  <a:pt x="4859" y="1894"/>
                </a:lnTo>
                <a:lnTo>
                  <a:pt x="5276" y="1608"/>
                </a:lnTo>
                <a:lnTo>
                  <a:pt x="5740" y="1417"/>
                </a:lnTo>
                <a:lnTo>
                  <a:pt x="6252" y="1310"/>
                </a:lnTo>
                <a:lnTo>
                  <a:pt x="6508" y="1299"/>
                </a:lnTo>
                <a:close/>
                <a:moveTo>
                  <a:pt x="6514" y="12"/>
                </a:moveTo>
                <a:lnTo>
                  <a:pt x="6383" y="36"/>
                </a:lnTo>
                <a:lnTo>
                  <a:pt x="6204" y="203"/>
                </a:lnTo>
                <a:lnTo>
                  <a:pt x="6192" y="322"/>
                </a:lnTo>
                <a:lnTo>
                  <a:pt x="6192" y="679"/>
                </a:lnTo>
                <a:lnTo>
                  <a:pt x="5883" y="715"/>
                </a:lnTo>
                <a:lnTo>
                  <a:pt x="5311" y="894"/>
                </a:lnTo>
                <a:lnTo>
                  <a:pt x="4776" y="1155"/>
                </a:lnTo>
                <a:lnTo>
                  <a:pt x="4311" y="1513"/>
                </a:lnTo>
                <a:lnTo>
                  <a:pt x="3918" y="1953"/>
                </a:lnTo>
                <a:lnTo>
                  <a:pt x="3609" y="2441"/>
                </a:lnTo>
                <a:lnTo>
                  <a:pt x="3382" y="3001"/>
                </a:lnTo>
                <a:lnTo>
                  <a:pt x="3263" y="3596"/>
                </a:lnTo>
                <a:lnTo>
                  <a:pt x="3263" y="3906"/>
                </a:lnTo>
                <a:lnTo>
                  <a:pt x="3263" y="4513"/>
                </a:lnTo>
                <a:lnTo>
                  <a:pt x="3252" y="4847"/>
                </a:lnTo>
                <a:lnTo>
                  <a:pt x="3121" y="5490"/>
                </a:lnTo>
                <a:lnTo>
                  <a:pt x="2871" y="6097"/>
                </a:lnTo>
                <a:lnTo>
                  <a:pt x="2501" y="6644"/>
                </a:lnTo>
                <a:lnTo>
                  <a:pt x="2275" y="6883"/>
                </a:lnTo>
                <a:lnTo>
                  <a:pt x="2204" y="6942"/>
                </a:lnTo>
                <a:lnTo>
                  <a:pt x="2097" y="7073"/>
                </a:lnTo>
                <a:lnTo>
                  <a:pt x="1966" y="7395"/>
                </a:lnTo>
                <a:lnTo>
                  <a:pt x="1954" y="7573"/>
                </a:lnTo>
                <a:lnTo>
                  <a:pt x="1966" y="7764"/>
                </a:lnTo>
                <a:lnTo>
                  <a:pt x="2108" y="8085"/>
                </a:lnTo>
                <a:lnTo>
                  <a:pt x="2347" y="8323"/>
                </a:lnTo>
                <a:lnTo>
                  <a:pt x="2680" y="8466"/>
                </a:lnTo>
                <a:lnTo>
                  <a:pt x="2859" y="8478"/>
                </a:lnTo>
                <a:lnTo>
                  <a:pt x="10169" y="8478"/>
                </a:lnTo>
                <a:lnTo>
                  <a:pt x="10360" y="8466"/>
                </a:lnTo>
                <a:lnTo>
                  <a:pt x="10681" y="8323"/>
                </a:lnTo>
                <a:lnTo>
                  <a:pt x="10931" y="8085"/>
                </a:lnTo>
                <a:lnTo>
                  <a:pt x="11062" y="7764"/>
                </a:lnTo>
                <a:lnTo>
                  <a:pt x="11074" y="7573"/>
                </a:lnTo>
                <a:lnTo>
                  <a:pt x="11062" y="7395"/>
                </a:lnTo>
                <a:lnTo>
                  <a:pt x="10931" y="7073"/>
                </a:lnTo>
                <a:lnTo>
                  <a:pt x="10812" y="6942"/>
                </a:lnTo>
                <a:lnTo>
                  <a:pt x="10753" y="6883"/>
                </a:lnTo>
                <a:lnTo>
                  <a:pt x="10527" y="6644"/>
                </a:lnTo>
                <a:lnTo>
                  <a:pt x="10169" y="6097"/>
                </a:lnTo>
                <a:lnTo>
                  <a:pt x="9919" y="5490"/>
                </a:lnTo>
                <a:lnTo>
                  <a:pt x="9788" y="4847"/>
                </a:lnTo>
                <a:lnTo>
                  <a:pt x="9776" y="4513"/>
                </a:lnTo>
                <a:lnTo>
                  <a:pt x="9776" y="3906"/>
                </a:lnTo>
                <a:lnTo>
                  <a:pt x="9765" y="3596"/>
                </a:lnTo>
                <a:lnTo>
                  <a:pt x="9645" y="3001"/>
                </a:lnTo>
                <a:lnTo>
                  <a:pt x="9431" y="2441"/>
                </a:lnTo>
                <a:lnTo>
                  <a:pt x="9122" y="1953"/>
                </a:lnTo>
                <a:lnTo>
                  <a:pt x="8717" y="1513"/>
                </a:lnTo>
                <a:lnTo>
                  <a:pt x="8252" y="1155"/>
                </a:lnTo>
                <a:lnTo>
                  <a:pt x="7728" y="894"/>
                </a:lnTo>
                <a:lnTo>
                  <a:pt x="7145" y="727"/>
                </a:lnTo>
                <a:lnTo>
                  <a:pt x="6847" y="679"/>
                </a:lnTo>
                <a:lnTo>
                  <a:pt x="6847" y="322"/>
                </a:lnTo>
                <a:lnTo>
                  <a:pt x="6824" y="203"/>
                </a:lnTo>
                <a:lnTo>
                  <a:pt x="6645" y="36"/>
                </a:lnTo>
                <a:lnTo>
                  <a:pt x="6514" y="12"/>
                </a:lnTo>
                <a:close/>
                <a:moveTo>
                  <a:pt x="5550" y="9121"/>
                </a:moveTo>
                <a:lnTo>
                  <a:pt x="5490" y="9145"/>
                </a:lnTo>
                <a:lnTo>
                  <a:pt x="5371" y="9204"/>
                </a:lnTo>
                <a:lnTo>
                  <a:pt x="5264" y="9431"/>
                </a:lnTo>
                <a:lnTo>
                  <a:pt x="5288" y="9562"/>
                </a:lnTo>
                <a:lnTo>
                  <a:pt x="5359" y="9752"/>
                </a:lnTo>
                <a:lnTo>
                  <a:pt x="5597" y="10062"/>
                </a:lnTo>
                <a:lnTo>
                  <a:pt x="5919" y="10300"/>
                </a:lnTo>
                <a:lnTo>
                  <a:pt x="6312" y="10419"/>
                </a:lnTo>
                <a:lnTo>
                  <a:pt x="6514" y="10431"/>
                </a:lnTo>
                <a:lnTo>
                  <a:pt x="6728" y="10419"/>
                </a:lnTo>
                <a:lnTo>
                  <a:pt x="7109" y="10300"/>
                </a:lnTo>
                <a:lnTo>
                  <a:pt x="7431" y="10062"/>
                </a:lnTo>
                <a:lnTo>
                  <a:pt x="7669" y="9752"/>
                </a:lnTo>
                <a:lnTo>
                  <a:pt x="7752" y="9562"/>
                </a:lnTo>
                <a:lnTo>
                  <a:pt x="7776" y="9431"/>
                </a:lnTo>
                <a:lnTo>
                  <a:pt x="7669" y="9204"/>
                </a:lnTo>
                <a:lnTo>
                  <a:pt x="7550" y="9145"/>
                </a:lnTo>
                <a:lnTo>
                  <a:pt x="7478" y="9121"/>
                </a:lnTo>
                <a:lnTo>
                  <a:pt x="7359" y="9133"/>
                </a:lnTo>
                <a:lnTo>
                  <a:pt x="7193" y="9228"/>
                </a:lnTo>
                <a:lnTo>
                  <a:pt x="7133" y="9347"/>
                </a:lnTo>
                <a:lnTo>
                  <a:pt x="7097" y="9443"/>
                </a:lnTo>
                <a:lnTo>
                  <a:pt x="6978" y="9597"/>
                </a:lnTo>
                <a:lnTo>
                  <a:pt x="6812" y="9716"/>
                </a:lnTo>
                <a:lnTo>
                  <a:pt x="6621" y="9776"/>
                </a:lnTo>
                <a:lnTo>
                  <a:pt x="6407" y="9776"/>
                </a:lnTo>
                <a:lnTo>
                  <a:pt x="6216" y="9716"/>
                </a:lnTo>
                <a:lnTo>
                  <a:pt x="6062" y="9597"/>
                </a:lnTo>
                <a:lnTo>
                  <a:pt x="5942" y="9443"/>
                </a:lnTo>
                <a:lnTo>
                  <a:pt x="5907" y="9347"/>
                </a:lnTo>
                <a:lnTo>
                  <a:pt x="5847" y="9228"/>
                </a:lnTo>
                <a:lnTo>
                  <a:pt x="5680" y="9133"/>
                </a:lnTo>
                <a:lnTo>
                  <a:pt x="5550" y="912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2" name="Google Shape;2982;p173"/>
          <p:cNvSpPr/>
          <p:nvPr/>
        </p:nvSpPr>
        <p:spPr>
          <a:xfrm>
            <a:off x="1152625" y="4960632"/>
            <a:ext cx="636855" cy="353694"/>
          </a:xfrm>
          <a:custGeom>
            <a:rect b="b" l="l" r="r" t="t"/>
            <a:pathLst>
              <a:path extrusionOk="0" h="6514" w="11729">
                <a:moveTo>
                  <a:pt x="8145" y="1953"/>
                </a:moveTo>
                <a:lnTo>
                  <a:pt x="8276" y="1977"/>
                </a:lnTo>
                <a:lnTo>
                  <a:pt x="8454" y="2155"/>
                </a:lnTo>
                <a:lnTo>
                  <a:pt x="8466" y="2286"/>
                </a:lnTo>
                <a:lnTo>
                  <a:pt x="8466" y="4239"/>
                </a:lnTo>
                <a:lnTo>
                  <a:pt x="8454" y="4370"/>
                </a:lnTo>
                <a:lnTo>
                  <a:pt x="8276" y="4549"/>
                </a:lnTo>
                <a:lnTo>
                  <a:pt x="8145" y="4560"/>
                </a:lnTo>
                <a:lnTo>
                  <a:pt x="2286" y="4560"/>
                </a:lnTo>
                <a:lnTo>
                  <a:pt x="2155" y="4549"/>
                </a:lnTo>
                <a:lnTo>
                  <a:pt x="1977" y="4370"/>
                </a:lnTo>
                <a:lnTo>
                  <a:pt x="1953" y="4239"/>
                </a:lnTo>
                <a:lnTo>
                  <a:pt x="1953" y="2286"/>
                </a:lnTo>
                <a:lnTo>
                  <a:pt x="1977" y="2155"/>
                </a:lnTo>
                <a:lnTo>
                  <a:pt x="2155" y="1977"/>
                </a:lnTo>
                <a:lnTo>
                  <a:pt x="2286" y="1953"/>
                </a:lnTo>
                <a:close/>
                <a:moveTo>
                  <a:pt x="11395" y="1953"/>
                </a:moveTo>
                <a:lnTo>
                  <a:pt x="11264" y="1977"/>
                </a:lnTo>
                <a:lnTo>
                  <a:pt x="11085" y="2155"/>
                </a:lnTo>
                <a:lnTo>
                  <a:pt x="11074" y="2286"/>
                </a:lnTo>
                <a:lnTo>
                  <a:pt x="11074" y="4239"/>
                </a:lnTo>
                <a:lnTo>
                  <a:pt x="11085" y="4370"/>
                </a:lnTo>
                <a:lnTo>
                  <a:pt x="11264" y="4549"/>
                </a:lnTo>
                <a:lnTo>
                  <a:pt x="11395" y="4560"/>
                </a:lnTo>
                <a:lnTo>
                  <a:pt x="11526" y="4549"/>
                </a:lnTo>
                <a:lnTo>
                  <a:pt x="11705" y="4370"/>
                </a:lnTo>
                <a:lnTo>
                  <a:pt x="11728" y="4239"/>
                </a:lnTo>
                <a:lnTo>
                  <a:pt x="11728" y="2286"/>
                </a:lnTo>
                <a:lnTo>
                  <a:pt x="11705" y="2155"/>
                </a:lnTo>
                <a:lnTo>
                  <a:pt x="11526" y="1977"/>
                </a:lnTo>
                <a:lnTo>
                  <a:pt x="11395" y="1953"/>
                </a:lnTo>
                <a:close/>
                <a:moveTo>
                  <a:pt x="2286" y="1310"/>
                </a:moveTo>
                <a:lnTo>
                  <a:pt x="2084" y="1322"/>
                </a:lnTo>
                <a:lnTo>
                  <a:pt x="1727" y="1465"/>
                </a:lnTo>
                <a:lnTo>
                  <a:pt x="1465" y="1739"/>
                </a:lnTo>
                <a:lnTo>
                  <a:pt x="1322" y="2084"/>
                </a:lnTo>
                <a:lnTo>
                  <a:pt x="1310" y="2286"/>
                </a:lnTo>
                <a:lnTo>
                  <a:pt x="1310" y="4239"/>
                </a:lnTo>
                <a:lnTo>
                  <a:pt x="1322" y="4429"/>
                </a:lnTo>
                <a:lnTo>
                  <a:pt x="1465" y="4787"/>
                </a:lnTo>
                <a:lnTo>
                  <a:pt x="1727" y="5049"/>
                </a:lnTo>
                <a:lnTo>
                  <a:pt x="2084" y="5203"/>
                </a:lnTo>
                <a:lnTo>
                  <a:pt x="2286" y="5215"/>
                </a:lnTo>
                <a:lnTo>
                  <a:pt x="8145" y="5215"/>
                </a:lnTo>
                <a:lnTo>
                  <a:pt x="8347" y="5203"/>
                </a:lnTo>
                <a:lnTo>
                  <a:pt x="8692" y="5049"/>
                </a:lnTo>
                <a:lnTo>
                  <a:pt x="8954" y="4787"/>
                </a:lnTo>
                <a:lnTo>
                  <a:pt x="9109" y="4429"/>
                </a:lnTo>
                <a:lnTo>
                  <a:pt x="9121" y="4239"/>
                </a:lnTo>
                <a:lnTo>
                  <a:pt x="9121" y="2286"/>
                </a:lnTo>
                <a:lnTo>
                  <a:pt x="9109" y="2084"/>
                </a:lnTo>
                <a:lnTo>
                  <a:pt x="8954" y="1739"/>
                </a:lnTo>
                <a:lnTo>
                  <a:pt x="8692" y="1465"/>
                </a:lnTo>
                <a:lnTo>
                  <a:pt x="8347" y="1322"/>
                </a:lnTo>
                <a:lnTo>
                  <a:pt x="8145" y="1310"/>
                </a:lnTo>
                <a:close/>
                <a:moveTo>
                  <a:pt x="8799" y="655"/>
                </a:moveTo>
                <a:lnTo>
                  <a:pt x="8990" y="667"/>
                </a:lnTo>
                <a:lnTo>
                  <a:pt x="9347" y="822"/>
                </a:lnTo>
                <a:lnTo>
                  <a:pt x="9609" y="1084"/>
                </a:lnTo>
                <a:lnTo>
                  <a:pt x="9752" y="1429"/>
                </a:lnTo>
                <a:lnTo>
                  <a:pt x="9776" y="1631"/>
                </a:lnTo>
                <a:lnTo>
                  <a:pt x="9776" y="4894"/>
                </a:lnTo>
                <a:lnTo>
                  <a:pt x="9752" y="5084"/>
                </a:lnTo>
                <a:lnTo>
                  <a:pt x="9609" y="5442"/>
                </a:lnTo>
                <a:lnTo>
                  <a:pt x="9347" y="5703"/>
                </a:lnTo>
                <a:lnTo>
                  <a:pt x="8990" y="5846"/>
                </a:lnTo>
                <a:lnTo>
                  <a:pt x="8799" y="5870"/>
                </a:lnTo>
                <a:lnTo>
                  <a:pt x="1632" y="5870"/>
                </a:lnTo>
                <a:lnTo>
                  <a:pt x="1429" y="5846"/>
                </a:lnTo>
                <a:lnTo>
                  <a:pt x="1084" y="5703"/>
                </a:lnTo>
                <a:lnTo>
                  <a:pt x="822" y="5442"/>
                </a:lnTo>
                <a:lnTo>
                  <a:pt x="667" y="5084"/>
                </a:lnTo>
                <a:lnTo>
                  <a:pt x="655" y="4894"/>
                </a:lnTo>
                <a:lnTo>
                  <a:pt x="655" y="1631"/>
                </a:lnTo>
                <a:lnTo>
                  <a:pt x="667" y="1429"/>
                </a:lnTo>
                <a:lnTo>
                  <a:pt x="822" y="1084"/>
                </a:lnTo>
                <a:lnTo>
                  <a:pt x="1084" y="822"/>
                </a:lnTo>
                <a:lnTo>
                  <a:pt x="1429" y="667"/>
                </a:lnTo>
                <a:lnTo>
                  <a:pt x="1632" y="655"/>
                </a:lnTo>
                <a:close/>
                <a:moveTo>
                  <a:pt x="1632" y="0"/>
                </a:moveTo>
                <a:lnTo>
                  <a:pt x="1465" y="12"/>
                </a:lnTo>
                <a:lnTo>
                  <a:pt x="1143" y="72"/>
                </a:lnTo>
                <a:lnTo>
                  <a:pt x="858" y="203"/>
                </a:lnTo>
                <a:lnTo>
                  <a:pt x="596" y="369"/>
                </a:lnTo>
                <a:lnTo>
                  <a:pt x="369" y="595"/>
                </a:lnTo>
                <a:lnTo>
                  <a:pt x="203" y="857"/>
                </a:lnTo>
                <a:lnTo>
                  <a:pt x="72" y="1143"/>
                </a:lnTo>
                <a:lnTo>
                  <a:pt x="12" y="1465"/>
                </a:lnTo>
                <a:lnTo>
                  <a:pt x="0" y="1631"/>
                </a:lnTo>
                <a:lnTo>
                  <a:pt x="0" y="4894"/>
                </a:lnTo>
                <a:lnTo>
                  <a:pt x="12" y="5060"/>
                </a:lnTo>
                <a:lnTo>
                  <a:pt x="72" y="5370"/>
                </a:lnTo>
                <a:lnTo>
                  <a:pt x="203" y="5668"/>
                </a:lnTo>
                <a:lnTo>
                  <a:pt x="369" y="5930"/>
                </a:lnTo>
                <a:lnTo>
                  <a:pt x="596" y="6144"/>
                </a:lnTo>
                <a:lnTo>
                  <a:pt x="858" y="6323"/>
                </a:lnTo>
                <a:lnTo>
                  <a:pt x="1143" y="6442"/>
                </a:lnTo>
                <a:lnTo>
                  <a:pt x="1465" y="6513"/>
                </a:lnTo>
                <a:lnTo>
                  <a:pt x="8966" y="6513"/>
                </a:lnTo>
                <a:lnTo>
                  <a:pt x="9276" y="6442"/>
                </a:lnTo>
                <a:lnTo>
                  <a:pt x="9573" y="6323"/>
                </a:lnTo>
                <a:lnTo>
                  <a:pt x="9835" y="6144"/>
                </a:lnTo>
                <a:lnTo>
                  <a:pt x="10050" y="5930"/>
                </a:lnTo>
                <a:lnTo>
                  <a:pt x="10228" y="5668"/>
                </a:lnTo>
                <a:lnTo>
                  <a:pt x="10347" y="5370"/>
                </a:lnTo>
                <a:lnTo>
                  <a:pt x="10419" y="5060"/>
                </a:lnTo>
                <a:lnTo>
                  <a:pt x="10419" y="4894"/>
                </a:lnTo>
                <a:lnTo>
                  <a:pt x="10419" y="1631"/>
                </a:lnTo>
                <a:lnTo>
                  <a:pt x="10419" y="1465"/>
                </a:lnTo>
                <a:lnTo>
                  <a:pt x="10347" y="1143"/>
                </a:lnTo>
                <a:lnTo>
                  <a:pt x="10228" y="857"/>
                </a:lnTo>
                <a:lnTo>
                  <a:pt x="10050" y="595"/>
                </a:lnTo>
                <a:lnTo>
                  <a:pt x="9835" y="369"/>
                </a:lnTo>
                <a:lnTo>
                  <a:pt x="9573" y="203"/>
                </a:lnTo>
                <a:lnTo>
                  <a:pt x="9276" y="72"/>
                </a:lnTo>
                <a:lnTo>
                  <a:pt x="8966" y="12"/>
                </a:lnTo>
                <a:lnTo>
                  <a:pt x="8799"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3" name="Google Shape;2983;p173"/>
          <p:cNvSpPr/>
          <p:nvPr/>
        </p:nvSpPr>
        <p:spPr>
          <a:xfrm>
            <a:off x="9887651" y="4854588"/>
            <a:ext cx="424172" cy="565726"/>
          </a:xfrm>
          <a:custGeom>
            <a:rect b="b" l="l" r="r" t="t"/>
            <a:pathLst>
              <a:path extrusionOk="0" h="10419" w="7812">
                <a:moveTo>
                  <a:pt x="4477" y="655"/>
                </a:moveTo>
                <a:lnTo>
                  <a:pt x="3358" y="3465"/>
                </a:lnTo>
                <a:lnTo>
                  <a:pt x="3322" y="3549"/>
                </a:lnTo>
                <a:lnTo>
                  <a:pt x="3346" y="3703"/>
                </a:lnTo>
                <a:lnTo>
                  <a:pt x="3430" y="3822"/>
                </a:lnTo>
                <a:lnTo>
                  <a:pt x="3572" y="3906"/>
                </a:lnTo>
                <a:lnTo>
                  <a:pt x="7013" y="3906"/>
                </a:lnTo>
                <a:lnTo>
                  <a:pt x="3418" y="9145"/>
                </a:lnTo>
                <a:lnTo>
                  <a:pt x="4180" y="5585"/>
                </a:lnTo>
                <a:lnTo>
                  <a:pt x="4192" y="5525"/>
                </a:lnTo>
                <a:lnTo>
                  <a:pt x="4156" y="5382"/>
                </a:lnTo>
                <a:lnTo>
                  <a:pt x="4072" y="5287"/>
                </a:lnTo>
                <a:lnTo>
                  <a:pt x="3942" y="5216"/>
                </a:lnTo>
                <a:lnTo>
                  <a:pt x="667" y="5216"/>
                </a:lnTo>
                <a:lnTo>
                  <a:pt x="1274" y="655"/>
                </a:lnTo>
                <a:close/>
                <a:moveTo>
                  <a:pt x="1143" y="0"/>
                </a:moveTo>
                <a:lnTo>
                  <a:pt x="1048" y="12"/>
                </a:lnTo>
                <a:lnTo>
                  <a:pt x="881" y="72"/>
                </a:lnTo>
                <a:lnTo>
                  <a:pt x="750" y="191"/>
                </a:lnTo>
                <a:lnTo>
                  <a:pt x="667" y="346"/>
                </a:lnTo>
                <a:lnTo>
                  <a:pt x="655" y="429"/>
                </a:lnTo>
                <a:lnTo>
                  <a:pt x="0" y="5311"/>
                </a:lnTo>
                <a:lnTo>
                  <a:pt x="0" y="5418"/>
                </a:lnTo>
                <a:lnTo>
                  <a:pt x="60" y="5609"/>
                </a:lnTo>
                <a:lnTo>
                  <a:pt x="119" y="5692"/>
                </a:lnTo>
                <a:lnTo>
                  <a:pt x="191" y="5775"/>
                </a:lnTo>
                <a:lnTo>
                  <a:pt x="381" y="5859"/>
                </a:lnTo>
                <a:lnTo>
                  <a:pt x="3465" y="5859"/>
                </a:lnTo>
                <a:lnTo>
                  <a:pt x="2608" y="9812"/>
                </a:lnTo>
                <a:lnTo>
                  <a:pt x="2596" y="9895"/>
                </a:lnTo>
                <a:lnTo>
                  <a:pt x="2620" y="10062"/>
                </a:lnTo>
                <a:lnTo>
                  <a:pt x="2703" y="10216"/>
                </a:lnTo>
                <a:lnTo>
                  <a:pt x="2822" y="10324"/>
                </a:lnTo>
                <a:lnTo>
                  <a:pt x="2894" y="10371"/>
                </a:lnTo>
                <a:lnTo>
                  <a:pt x="2989" y="10419"/>
                </a:lnTo>
                <a:lnTo>
                  <a:pt x="3096" y="10419"/>
                </a:lnTo>
                <a:lnTo>
                  <a:pt x="3203" y="10407"/>
                </a:lnTo>
                <a:lnTo>
                  <a:pt x="3418" y="10300"/>
                </a:lnTo>
                <a:lnTo>
                  <a:pt x="3489" y="10205"/>
                </a:lnTo>
                <a:lnTo>
                  <a:pt x="3489" y="10216"/>
                </a:lnTo>
                <a:lnTo>
                  <a:pt x="7728" y="4025"/>
                </a:lnTo>
                <a:lnTo>
                  <a:pt x="7787" y="3906"/>
                </a:lnTo>
                <a:lnTo>
                  <a:pt x="7811" y="3644"/>
                </a:lnTo>
                <a:lnTo>
                  <a:pt x="7752" y="3525"/>
                </a:lnTo>
                <a:lnTo>
                  <a:pt x="7680" y="3406"/>
                </a:lnTo>
                <a:lnTo>
                  <a:pt x="7454" y="3275"/>
                </a:lnTo>
                <a:lnTo>
                  <a:pt x="7323" y="3263"/>
                </a:lnTo>
                <a:lnTo>
                  <a:pt x="4132" y="3263"/>
                </a:lnTo>
                <a:lnTo>
                  <a:pt x="5168" y="679"/>
                </a:lnTo>
                <a:lnTo>
                  <a:pt x="5204" y="560"/>
                </a:lnTo>
                <a:lnTo>
                  <a:pt x="5180" y="322"/>
                </a:lnTo>
                <a:lnTo>
                  <a:pt x="5120" y="215"/>
                </a:lnTo>
                <a:lnTo>
                  <a:pt x="5049" y="120"/>
                </a:lnTo>
                <a:lnTo>
                  <a:pt x="4835" y="12"/>
                </a:lnTo>
                <a:lnTo>
                  <a:pt x="471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4" name="Google Shape;2984;p173"/>
          <p:cNvSpPr/>
          <p:nvPr/>
        </p:nvSpPr>
        <p:spPr>
          <a:xfrm>
            <a:off x="10931095" y="4854588"/>
            <a:ext cx="494650" cy="565726"/>
          </a:xfrm>
          <a:custGeom>
            <a:rect b="b" l="l" r="r" t="t"/>
            <a:pathLst>
              <a:path extrusionOk="0" h="10419" w="9110">
                <a:moveTo>
                  <a:pt x="3894" y="2608"/>
                </a:moveTo>
                <a:lnTo>
                  <a:pt x="3775" y="2632"/>
                </a:lnTo>
                <a:lnTo>
                  <a:pt x="3597" y="2810"/>
                </a:lnTo>
                <a:lnTo>
                  <a:pt x="3573" y="2941"/>
                </a:lnTo>
                <a:lnTo>
                  <a:pt x="3597" y="3060"/>
                </a:lnTo>
                <a:lnTo>
                  <a:pt x="3775" y="3239"/>
                </a:lnTo>
                <a:lnTo>
                  <a:pt x="3894" y="3263"/>
                </a:lnTo>
                <a:lnTo>
                  <a:pt x="7157" y="3263"/>
                </a:lnTo>
                <a:lnTo>
                  <a:pt x="7288" y="3239"/>
                </a:lnTo>
                <a:lnTo>
                  <a:pt x="7466" y="3060"/>
                </a:lnTo>
                <a:lnTo>
                  <a:pt x="7478" y="2941"/>
                </a:lnTo>
                <a:lnTo>
                  <a:pt x="7466" y="2810"/>
                </a:lnTo>
                <a:lnTo>
                  <a:pt x="7288" y="2632"/>
                </a:lnTo>
                <a:lnTo>
                  <a:pt x="7157" y="2608"/>
                </a:lnTo>
                <a:close/>
                <a:moveTo>
                  <a:pt x="3894" y="4561"/>
                </a:moveTo>
                <a:lnTo>
                  <a:pt x="3775" y="4585"/>
                </a:lnTo>
                <a:lnTo>
                  <a:pt x="3597" y="4763"/>
                </a:lnTo>
                <a:lnTo>
                  <a:pt x="3573" y="4894"/>
                </a:lnTo>
                <a:lnTo>
                  <a:pt x="3597" y="5013"/>
                </a:lnTo>
                <a:lnTo>
                  <a:pt x="3775" y="5192"/>
                </a:lnTo>
                <a:lnTo>
                  <a:pt x="3894" y="5216"/>
                </a:lnTo>
                <a:lnTo>
                  <a:pt x="7157" y="5216"/>
                </a:lnTo>
                <a:lnTo>
                  <a:pt x="7288" y="5192"/>
                </a:lnTo>
                <a:lnTo>
                  <a:pt x="7466" y="5013"/>
                </a:lnTo>
                <a:lnTo>
                  <a:pt x="7478" y="4894"/>
                </a:lnTo>
                <a:lnTo>
                  <a:pt x="7466" y="4763"/>
                </a:lnTo>
                <a:lnTo>
                  <a:pt x="7288" y="4585"/>
                </a:lnTo>
                <a:lnTo>
                  <a:pt x="7157" y="4561"/>
                </a:lnTo>
                <a:close/>
                <a:moveTo>
                  <a:pt x="8133" y="655"/>
                </a:moveTo>
                <a:lnTo>
                  <a:pt x="8264" y="679"/>
                </a:lnTo>
                <a:lnTo>
                  <a:pt x="8443" y="846"/>
                </a:lnTo>
                <a:lnTo>
                  <a:pt x="8455" y="977"/>
                </a:lnTo>
                <a:lnTo>
                  <a:pt x="8455" y="7490"/>
                </a:lnTo>
                <a:lnTo>
                  <a:pt x="8443" y="7621"/>
                </a:lnTo>
                <a:lnTo>
                  <a:pt x="8264" y="7799"/>
                </a:lnTo>
                <a:lnTo>
                  <a:pt x="8133" y="7823"/>
                </a:lnTo>
                <a:lnTo>
                  <a:pt x="2597" y="7823"/>
                </a:lnTo>
                <a:lnTo>
                  <a:pt x="2597" y="655"/>
                </a:lnTo>
                <a:close/>
                <a:moveTo>
                  <a:pt x="1954" y="655"/>
                </a:moveTo>
                <a:lnTo>
                  <a:pt x="1954" y="7823"/>
                </a:lnTo>
                <a:lnTo>
                  <a:pt x="1120" y="7823"/>
                </a:lnTo>
                <a:lnTo>
                  <a:pt x="799" y="7918"/>
                </a:lnTo>
                <a:lnTo>
                  <a:pt x="644" y="8002"/>
                </a:lnTo>
                <a:lnTo>
                  <a:pt x="644" y="1632"/>
                </a:lnTo>
                <a:lnTo>
                  <a:pt x="656" y="1429"/>
                </a:lnTo>
                <a:lnTo>
                  <a:pt x="811" y="1084"/>
                </a:lnTo>
                <a:lnTo>
                  <a:pt x="1072" y="822"/>
                </a:lnTo>
                <a:lnTo>
                  <a:pt x="1430" y="667"/>
                </a:lnTo>
                <a:lnTo>
                  <a:pt x="1620" y="655"/>
                </a:lnTo>
                <a:close/>
                <a:moveTo>
                  <a:pt x="7812" y="8466"/>
                </a:moveTo>
                <a:lnTo>
                  <a:pt x="7812" y="9776"/>
                </a:lnTo>
                <a:lnTo>
                  <a:pt x="1299" y="9776"/>
                </a:lnTo>
                <a:lnTo>
                  <a:pt x="1168" y="9764"/>
                </a:lnTo>
                <a:lnTo>
                  <a:pt x="930" y="9669"/>
                </a:lnTo>
                <a:lnTo>
                  <a:pt x="751" y="9490"/>
                </a:lnTo>
                <a:lnTo>
                  <a:pt x="656" y="9252"/>
                </a:lnTo>
                <a:lnTo>
                  <a:pt x="644" y="9121"/>
                </a:lnTo>
                <a:lnTo>
                  <a:pt x="656" y="8990"/>
                </a:lnTo>
                <a:lnTo>
                  <a:pt x="751" y="8752"/>
                </a:lnTo>
                <a:lnTo>
                  <a:pt x="930" y="8573"/>
                </a:lnTo>
                <a:lnTo>
                  <a:pt x="1168" y="8478"/>
                </a:lnTo>
                <a:lnTo>
                  <a:pt x="1299" y="8466"/>
                </a:lnTo>
                <a:close/>
                <a:moveTo>
                  <a:pt x="1620" y="0"/>
                </a:moveTo>
                <a:lnTo>
                  <a:pt x="1453" y="12"/>
                </a:lnTo>
                <a:lnTo>
                  <a:pt x="1144" y="72"/>
                </a:lnTo>
                <a:lnTo>
                  <a:pt x="846" y="203"/>
                </a:lnTo>
                <a:lnTo>
                  <a:pt x="584" y="370"/>
                </a:lnTo>
                <a:lnTo>
                  <a:pt x="370" y="596"/>
                </a:lnTo>
                <a:lnTo>
                  <a:pt x="191" y="858"/>
                </a:lnTo>
                <a:lnTo>
                  <a:pt x="60" y="1143"/>
                </a:lnTo>
                <a:lnTo>
                  <a:pt x="1" y="1465"/>
                </a:lnTo>
                <a:lnTo>
                  <a:pt x="1" y="1632"/>
                </a:lnTo>
                <a:lnTo>
                  <a:pt x="1" y="9121"/>
                </a:lnTo>
                <a:lnTo>
                  <a:pt x="13" y="9383"/>
                </a:lnTo>
                <a:lnTo>
                  <a:pt x="215" y="9847"/>
                </a:lnTo>
                <a:lnTo>
                  <a:pt x="560" y="10205"/>
                </a:lnTo>
                <a:lnTo>
                  <a:pt x="1037" y="10407"/>
                </a:lnTo>
                <a:lnTo>
                  <a:pt x="1299" y="10419"/>
                </a:lnTo>
                <a:lnTo>
                  <a:pt x="8788" y="10419"/>
                </a:lnTo>
                <a:lnTo>
                  <a:pt x="8919" y="10407"/>
                </a:lnTo>
                <a:lnTo>
                  <a:pt x="9098" y="10228"/>
                </a:lnTo>
                <a:lnTo>
                  <a:pt x="9110" y="10097"/>
                </a:lnTo>
                <a:lnTo>
                  <a:pt x="9098" y="9966"/>
                </a:lnTo>
                <a:lnTo>
                  <a:pt x="8919" y="9788"/>
                </a:lnTo>
                <a:lnTo>
                  <a:pt x="8788" y="9776"/>
                </a:lnTo>
                <a:lnTo>
                  <a:pt x="8455" y="9776"/>
                </a:lnTo>
                <a:lnTo>
                  <a:pt x="8455" y="8407"/>
                </a:lnTo>
                <a:lnTo>
                  <a:pt x="8598" y="8347"/>
                </a:lnTo>
                <a:lnTo>
                  <a:pt x="8836" y="8168"/>
                </a:lnTo>
                <a:lnTo>
                  <a:pt x="9002" y="7930"/>
                </a:lnTo>
                <a:lnTo>
                  <a:pt x="9098" y="7645"/>
                </a:lnTo>
                <a:lnTo>
                  <a:pt x="9110" y="7490"/>
                </a:lnTo>
                <a:lnTo>
                  <a:pt x="9110" y="977"/>
                </a:lnTo>
                <a:lnTo>
                  <a:pt x="9098" y="786"/>
                </a:lnTo>
                <a:lnTo>
                  <a:pt x="8955" y="429"/>
                </a:lnTo>
                <a:lnTo>
                  <a:pt x="8681" y="167"/>
                </a:lnTo>
                <a:lnTo>
                  <a:pt x="8336" y="12"/>
                </a:lnTo>
                <a:lnTo>
                  <a:pt x="8133"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5" name="Google Shape;2985;p173"/>
          <p:cNvSpPr/>
          <p:nvPr/>
        </p:nvSpPr>
        <p:spPr>
          <a:xfrm>
            <a:off x="11903464" y="4854588"/>
            <a:ext cx="706682" cy="565726"/>
          </a:xfrm>
          <a:custGeom>
            <a:rect b="b" l="l" r="r" t="t"/>
            <a:pathLst>
              <a:path extrusionOk="0" h="10419" w="13015">
                <a:moveTo>
                  <a:pt x="2108" y="655"/>
                </a:moveTo>
                <a:lnTo>
                  <a:pt x="4192" y="977"/>
                </a:lnTo>
                <a:lnTo>
                  <a:pt x="6180" y="1286"/>
                </a:lnTo>
                <a:lnTo>
                  <a:pt x="6180" y="8407"/>
                </a:lnTo>
                <a:lnTo>
                  <a:pt x="1953" y="7466"/>
                </a:lnTo>
                <a:lnTo>
                  <a:pt x="1953" y="810"/>
                </a:lnTo>
                <a:lnTo>
                  <a:pt x="1965" y="739"/>
                </a:lnTo>
                <a:lnTo>
                  <a:pt x="2001" y="703"/>
                </a:lnTo>
                <a:lnTo>
                  <a:pt x="2025" y="667"/>
                </a:lnTo>
                <a:lnTo>
                  <a:pt x="2108" y="655"/>
                </a:lnTo>
                <a:close/>
                <a:moveTo>
                  <a:pt x="10967" y="655"/>
                </a:moveTo>
                <a:lnTo>
                  <a:pt x="11050" y="739"/>
                </a:lnTo>
                <a:lnTo>
                  <a:pt x="11062" y="810"/>
                </a:lnTo>
                <a:lnTo>
                  <a:pt x="11062" y="7466"/>
                </a:lnTo>
                <a:lnTo>
                  <a:pt x="6835" y="8407"/>
                </a:lnTo>
                <a:lnTo>
                  <a:pt x="6835" y="1286"/>
                </a:lnTo>
                <a:lnTo>
                  <a:pt x="8824" y="977"/>
                </a:lnTo>
                <a:lnTo>
                  <a:pt x="10919" y="655"/>
                </a:lnTo>
                <a:close/>
                <a:moveTo>
                  <a:pt x="2096" y="0"/>
                </a:moveTo>
                <a:lnTo>
                  <a:pt x="1941" y="12"/>
                </a:lnTo>
                <a:lnTo>
                  <a:pt x="1656" y="131"/>
                </a:lnTo>
                <a:lnTo>
                  <a:pt x="1429" y="346"/>
                </a:lnTo>
                <a:lnTo>
                  <a:pt x="1310" y="643"/>
                </a:lnTo>
                <a:lnTo>
                  <a:pt x="1298" y="810"/>
                </a:lnTo>
                <a:lnTo>
                  <a:pt x="1298" y="7466"/>
                </a:lnTo>
                <a:lnTo>
                  <a:pt x="1310" y="7585"/>
                </a:lnTo>
                <a:lnTo>
                  <a:pt x="1382" y="7787"/>
                </a:lnTo>
                <a:lnTo>
                  <a:pt x="1513" y="7954"/>
                </a:lnTo>
                <a:lnTo>
                  <a:pt x="1703" y="8073"/>
                </a:lnTo>
                <a:lnTo>
                  <a:pt x="1810" y="8109"/>
                </a:lnTo>
                <a:lnTo>
                  <a:pt x="6228" y="9085"/>
                </a:lnTo>
                <a:lnTo>
                  <a:pt x="6371" y="9121"/>
                </a:lnTo>
                <a:lnTo>
                  <a:pt x="6656" y="9121"/>
                </a:lnTo>
                <a:lnTo>
                  <a:pt x="6787" y="9085"/>
                </a:lnTo>
                <a:lnTo>
                  <a:pt x="11205" y="8109"/>
                </a:lnTo>
                <a:lnTo>
                  <a:pt x="11324" y="8073"/>
                </a:lnTo>
                <a:lnTo>
                  <a:pt x="11503" y="7954"/>
                </a:lnTo>
                <a:lnTo>
                  <a:pt x="11633" y="7787"/>
                </a:lnTo>
                <a:lnTo>
                  <a:pt x="11717" y="7585"/>
                </a:lnTo>
                <a:lnTo>
                  <a:pt x="11717" y="7466"/>
                </a:lnTo>
                <a:lnTo>
                  <a:pt x="11717" y="810"/>
                </a:lnTo>
                <a:lnTo>
                  <a:pt x="11705" y="643"/>
                </a:lnTo>
                <a:lnTo>
                  <a:pt x="11586" y="346"/>
                </a:lnTo>
                <a:lnTo>
                  <a:pt x="11360" y="131"/>
                </a:lnTo>
                <a:lnTo>
                  <a:pt x="11074" y="12"/>
                </a:lnTo>
                <a:lnTo>
                  <a:pt x="10919" y="0"/>
                </a:lnTo>
                <a:lnTo>
                  <a:pt x="10895" y="0"/>
                </a:lnTo>
                <a:lnTo>
                  <a:pt x="10729" y="24"/>
                </a:lnTo>
                <a:lnTo>
                  <a:pt x="6514" y="679"/>
                </a:lnTo>
                <a:lnTo>
                  <a:pt x="2275" y="24"/>
                </a:lnTo>
                <a:lnTo>
                  <a:pt x="2120" y="0"/>
                </a:lnTo>
                <a:close/>
                <a:moveTo>
                  <a:pt x="322" y="655"/>
                </a:moveTo>
                <a:lnTo>
                  <a:pt x="191" y="679"/>
                </a:lnTo>
                <a:lnTo>
                  <a:pt x="13" y="846"/>
                </a:lnTo>
                <a:lnTo>
                  <a:pt x="1" y="977"/>
                </a:lnTo>
                <a:lnTo>
                  <a:pt x="1" y="7811"/>
                </a:lnTo>
                <a:lnTo>
                  <a:pt x="13" y="8097"/>
                </a:lnTo>
                <a:lnTo>
                  <a:pt x="203" y="8621"/>
                </a:lnTo>
                <a:lnTo>
                  <a:pt x="560" y="9050"/>
                </a:lnTo>
                <a:lnTo>
                  <a:pt x="1036" y="9335"/>
                </a:lnTo>
                <a:lnTo>
                  <a:pt x="1310" y="9407"/>
                </a:lnTo>
                <a:lnTo>
                  <a:pt x="6442" y="10419"/>
                </a:lnTo>
                <a:lnTo>
                  <a:pt x="6573" y="10419"/>
                </a:lnTo>
                <a:lnTo>
                  <a:pt x="11705" y="9407"/>
                </a:lnTo>
                <a:lnTo>
                  <a:pt x="11979" y="9335"/>
                </a:lnTo>
                <a:lnTo>
                  <a:pt x="12455" y="9050"/>
                </a:lnTo>
                <a:lnTo>
                  <a:pt x="12812" y="8621"/>
                </a:lnTo>
                <a:lnTo>
                  <a:pt x="13003" y="8097"/>
                </a:lnTo>
                <a:lnTo>
                  <a:pt x="13015" y="7811"/>
                </a:lnTo>
                <a:lnTo>
                  <a:pt x="13015" y="977"/>
                </a:lnTo>
                <a:lnTo>
                  <a:pt x="13003" y="846"/>
                </a:lnTo>
                <a:lnTo>
                  <a:pt x="12824" y="679"/>
                </a:lnTo>
                <a:lnTo>
                  <a:pt x="12693" y="655"/>
                </a:lnTo>
                <a:lnTo>
                  <a:pt x="12562" y="679"/>
                </a:lnTo>
                <a:lnTo>
                  <a:pt x="12384" y="846"/>
                </a:lnTo>
                <a:lnTo>
                  <a:pt x="12372" y="977"/>
                </a:lnTo>
                <a:lnTo>
                  <a:pt x="12372" y="7811"/>
                </a:lnTo>
                <a:lnTo>
                  <a:pt x="12360" y="7978"/>
                </a:lnTo>
                <a:lnTo>
                  <a:pt x="12241" y="8299"/>
                </a:lnTo>
                <a:lnTo>
                  <a:pt x="12038" y="8549"/>
                </a:lnTo>
                <a:lnTo>
                  <a:pt x="11753" y="8728"/>
                </a:lnTo>
                <a:lnTo>
                  <a:pt x="11586" y="8764"/>
                </a:lnTo>
                <a:lnTo>
                  <a:pt x="6514" y="9764"/>
                </a:lnTo>
                <a:lnTo>
                  <a:pt x="1441" y="8764"/>
                </a:lnTo>
                <a:lnTo>
                  <a:pt x="1263" y="8728"/>
                </a:lnTo>
                <a:lnTo>
                  <a:pt x="989" y="8549"/>
                </a:lnTo>
                <a:lnTo>
                  <a:pt x="775" y="8299"/>
                </a:lnTo>
                <a:lnTo>
                  <a:pt x="655" y="7978"/>
                </a:lnTo>
                <a:lnTo>
                  <a:pt x="644" y="7811"/>
                </a:lnTo>
                <a:lnTo>
                  <a:pt x="644" y="977"/>
                </a:lnTo>
                <a:lnTo>
                  <a:pt x="632" y="846"/>
                </a:lnTo>
                <a:lnTo>
                  <a:pt x="453" y="679"/>
                </a:lnTo>
                <a:lnTo>
                  <a:pt x="322" y="655"/>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6" name="Google Shape;2986;p173"/>
          <p:cNvSpPr/>
          <p:nvPr/>
        </p:nvSpPr>
        <p:spPr>
          <a:xfrm>
            <a:off x="13052300" y="4854588"/>
            <a:ext cx="566432" cy="565726"/>
          </a:xfrm>
          <a:custGeom>
            <a:rect b="b" l="l" r="r" t="t"/>
            <a:pathLst>
              <a:path extrusionOk="0" h="10419" w="10432">
                <a:moveTo>
                  <a:pt x="2287" y="655"/>
                </a:moveTo>
                <a:lnTo>
                  <a:pt x="2418" y="667"/>
                </a:lnTo>
                <a:lnTo>
                  <a:pt x="2597" y="846"/>
                </a:lnTo>
                <a:lnTo>
                  <a:pt x="2608" y="977"/>
                </a:lnTo>
                <a:lnTo>
                  <a:pt x="2608" y="1953"/>
                </a:lnTo>
                <a:lnTo>
                  <a:pt x="656" y="1953"/>
                </a:lnTo>
                <a:lnTo>
                  <a:pt x="656" y="977"/>
                </a:lnTo>
                <a:lnTo>
                  <a:pt x="680" y="846"/>
                </a:lnTo>
                <a:lnTo>
                  <a:pt x="846" y="667"/>
                </a:lnTo>
                <a:lnTo>
                  <a:pt x="977" y="655"/>
                </a:lnTo>
                <a:close/>
                <a:moveTo>
                  <a:pt x="4883" y="655"/>
                </a:moveTo>
                <a:lnTo>
                  <a:pt x="5014" y="667"/>
                </a:lnTo>
                <a:lnTo>
                  <a:pt x="5192" y="846"/>
                </a:lnTo>
                <a:lnTo>
                  <a:pt x="5216" y="977"/>
                </a:lnTo>
                <a:lnTo>
                  <a:pt x="5216" y="1953"/>
                </a:lnTo>
                <a:lnTo>
                  <a:pt x="3263" y="1953"/>
                </a:lnTo>
                <a:lnTo>
                  <a:pt x="3263" y="977"/>
                </a:lnTo>
                <a:lnTo>
                  <a:pt x="3275" y="846"/>
                </a:lnTo>
                <a:lnTo>
                  <a:pt x="3454" y="667"/>
                </a:lnTo>
                <a:lnTo>
                  <a:pt x="3585" y="655"/>
                </a:lnTo>
                <a:close/>
                <a:moveTo>
                  <a:pt x="7252" y="655"/>
                </a:moveTo>
                <a:lnTo>
                  <a:pt x="7359" y="667"/>
                </a:lnTo>
                <a:lnTo>
                  <a:pt x="7526" y="798"/>
                </a:lnTo>
                <a:lnTo>
                  <a:pt x="7574" y="893"/>
                </a:lnTo>
                <a:lnTo>
                  <a:pt x="7824" y="1834"/>
                </a:lnTo>
                <a:lnTo>
                  <a:pt x="5942" y="2334"/>
                </a:lnTo>
                <a:lnTo>
                  <a:pt x="5871" y="2072"/>
                </a:lnTo>
                <a:lnTo>
                  <a:pt x="5871" y="1024"/>
                </a:lnTo>
                <a:lnTo>
                  <a:pt x="5883" y="1013"/>
                </a:lnTo>
                <a:lnTo>
                  <a:pt x="5919" y="1001"/>
                </a:lnTo>
                <a:lnTo>
                  <a:pt x="7169" y="667"/>
                </a:lnTo>
                <a:lnTo>
                  <a:pt x="7204" y="655"/>
                </a:lnTo>
                <a:close/>
                <a:moveTo>
                  <a:pt x="5216" y="2608"/>
                </a:moveTo>
                <a:lnTo>
                  <a:pt x="5216" y="7811"/>
                </a:lnTo>
                <a:lnTo>
                  <a:pt x="3275" y="7811"/>
                </a:lnTo>
                <a:lnTo>
                  <a:pt x="3275" y="2608"/>
                </a:lnTo>
                <a:close/>
                <a:moveTo>
                  <a:pt x="2608" y="2608"/>
                </a:moveTo>
                <a:lnTo>
                  <a:pt x="2608" y="7799"/>
                </a:lnTo>
                <a:lnTo>
                  <a:pt x="656" y="7823"/>
                </a:lnTo>
                <a:lnTo>
                  <a:pt x="656" y="2608"/>
                </a:lnTo>
                <a:close/>
                <a:moveTo>
                  <a:pt x="7990" y="2453"/>
                </a:moveTo>
                <a:lnTo>
                  <a:pt x="9336" y="7466"/>
                </a:lnTo>
                <a:lnTo>
                  <a:pt x="7455" y="7966"/>
                </a:lnTo>
                <a:lnTo>
                  <a:pt x="6109" y="2953"/>
                </a:lnTo>
                <a:lnTo>
                  <a:pt x="7990" y="2453"/>
                </a:lnTo>
                <a:close/>
                <a:moveTo>
                  <a:pt x="9502" y="8085"/>
                </a:moveTo>
                <a:lnTo>
                  <a:pt x="9764" y="9026"/>
                </a:lnTo>
                <a:lnTo>
                  <a:pt x="9776" y="9181"/>
                </a:lnTo>
                <a:lnTo>
                  <a:pt x="9729" y="9276"/>
                </a:lnTo>
                <a:lnTo>
                  <a:pt x="9681" y="9347"/>
                </a:lnTo>
                <a:lnTo>
                  <a:pt x="9538" y="9419"/>
                </a:lnTo>
                <a:lnTo>
                  <a:pt x="8276" y="9752"/>
                </a:lnTo>
                <a:lnTo>
                  <a:pt x="8228" y="9764"/>
                </a:lnTo>
                <a:lnTo>
                  <a:pt x="8193" y="9764"/>
                </a:lnTo>
                <a:lnTo>
                  <a:pt x="8086" y="9752"/>
                </a:lnTo>
                <a:lnTo>
                  <a:pt x="7919" y="9633"/>
                </a:lnTo>
                <a:lnTo>
                  <a:pt x="7871" y="9526"/>
                </a:lnTo>
                <a:lnTo>
                  <a:pt x="7621" y="8597"/>
                </a:lnTo>
                <a:lnTo>
                  <a:pt x="9502" y="8085"/>
                </a:lnTo>
                <a:close/>
                <a:moveTo>
                  <a:pt x="2608" y="8466"/>
                </a:moveTo>
                <a:lnTo>
                  <a:pt x="2608" y="9442"/>
                </a:lnTo>
                <a:lnTo>
                  <a:pt x="2597" y="9573"/>
                </a:lnTo>
                <a:lnTo>
                  <a:pt x="2418" y="9752"/>
                </a:lnTo>
                <a:lnTo>
                  <a:pt x="2287" y="9776"/>
                </a:lnTo>
                <a:lnTo>
                  <a:pt x="989" y="9776"/>
                </a:lnTo>
                <a:lnTo>
                  <a:pt x="858" y="9752"/>
                </a:lnTo>
                <a:lnTo>
                  <a:pt x="680" y="9573"/>
                </a:lnTo>
                <a:lnTo>
                  <a:pt x="656" y="9442"/>
                </a:lnTo>
                <a:lnTo>
                  <a:pt x="656" y="8466"/>
                </a:lnTo>
                <a:close/>
                <a:moveTo>
                  <a:pt x="5216" y="8466"/>
                </a:moveTo>
                <a:lnTo>
                  <a:pt x="5216" y="9442"/>
                </a:lnTo>
                <a:lnTo>
                  <a:pt x="5192" y="9573"/>
                </a:lnTo>
                <a:lnTo>
                  <a:pt x="5026" y="9752"/>
                </a:lnTo>
                <a:lnTo>
                  <a:pt x="4895" y="9776"/>
                </a:lnTo>
                <a:lnTo>
                  <a:pt x="3585" y="9776"/>
                </a:lnTo>
                <a:lnTo>
                  <a:pt x="3454" y="9752"/>
                </a:lnTo>
                <a:lnTo>
                  <a:pt x="3275" y="9573"/>
                </a:lnTo>
                <a:lnTo>
                  <a:pt x="3263" y="9442"/>
                </a:lnTo>
                <a:lnTo>
                  <a:pt x="3263" y="8490"/>
                </a:lnTo>
                <a:lnTo>
                  <a:pt x="5216" y="8466"/>
                </a:lnTo>
                <a:close/>
                <a:moveTo>
                  <a:pt x="977" y="0"/>
                </a:moveTo>
                <a:lnTo>
                  <a:pt x="787" y="12"/>
                </a:lnTo>
                <a:lnTo>
                  <a:pt x="430" y="167"/>
                </a:lnTo>
                <a:lnTo>
                  <a:pt x="168" y="429"/>
                </a:lnTo>
                <a:lnTo>
                  <a:pt x="25" y="774"/>
                </a:lnTo>
                <a:lnTo>
                  <a:pt x="1" y="977"/>
                </a:lnTo>
                <a:lnTo>
                  <a:pt x="1" y="9442"/>
                </a:lnTo>
                <a:lnTo>
                  <a:pt x="25" y="9645"/>
                </a:lnTo>
                <a:lnTo>
                  <a:pt x="168" y="9990"/>
                </a:lnTo>
                <a:lnTo>
                  <a:pt x="430" y="10264"/>
                </a:lnTo>
                <a:lnTo>
                  <a:pt x="787" y="10407"/>
                </a:lnTo>
                <a:lnTo>
                  <a:pt x="977" y="10419"/>
                </a:lnTo>
                <a:lnTo>
                  <a:pt x="2287" y="10419"/>
                </a:lnTo>
                <a:lnTo>
                  <a:pt x="2466" y="10407"/>
                </a:lnTo>
                <a:lnTo>
                  <a:pt x="2799" y="10276"/>
                </a:lnTo>
                <a:lnTo>
                  <a:pt x="2942" y="10169"/>
                </a:lnTo>
                <a:lnTo>
                  <a:pt x="3073" y="10276"/>
                </a:lnTo>
                <a:lnTo>
                  <a:pt x="3406" y="10407"/>
                </a:lnTo>
                <a:lnTo>
                  <a:pt x="3585" y="10419"/>
                </a:lnTo>
                <a:lnTo>
                  <a:pt x="4895" y="10419"/>
                </a:lnTo>
                <a:lnTo>
                  <a:pt x="5085" y="10407"/>
                </a:lnTo>
                <a:lnTo>
                  <a:pt x="5442" y="10264"/>
                </a:lnTo>
                <a:lnTo>
                  <a:pt x="5704" y="9990"/>
                </a:lnTo>
                <a:lnTo>
                  <a:pt x="5847" y="9645"/>
                </a:lnTo>
                <a:lnTo>
                  <a:pt x="5871" y="9442"/>
                </a:lnTo>
                <a:lnTo>
                  <a:pt x="5871" y="4573"/>
                </a:lnTo>
                <a:lnTo>
                  <a:pt x="7252" y="9704"/>
                </a:lnTo>
                <a:lnTo>
                  <a:pt x="7300" y="9859"/>
                </a:lnTo>
                <a:lnTo>
                  <a:pt x="7478" y="10121"/>
                </a:lnTo>
                <a:lnTo>
                  <a:pt x="7728" y="10312"/>
                </a:lnTo>
                <a:lnTo>
                  <a:pt x="8026" y="10407"/>
                </a:lnTo>
                <a:lnTo>
                  <a:pt x="8193" y="10419"/>
                </a:lnTo>
                <a:lnTo>
                  <a:pt x="8312" y="10419"/>
                </a:lnTo>
                <a:lnTo>
                  <a:pt x="8443" y="10383"/>
                </a:lnTo>
                <a:lnTo>
                  <a:pt x="9705" y="10050"/>
                </a:lnTo>
                <a:lnTo>
                  <a:pt x="9883" y="9990"/>
                </a:lnTo>
                <a:lnTo>
                  <a:pt x="10193" y="9752"/>
                </a:lnTo>
                <a:lnTo>
                  <a:pt x="10372" y="9431"/>
                </a:lnTo>
                <a:lnTo>
                  <a:pt x="10431" y="9050"/>
                </a:lnTo>
                <a:lnTo>
                  <a:pt x="10395" y="8859"/>
                </a:lnTo>
                <a:lnTo>
                  <a:pt x="8205" y="727"/>
                </a:lnTo>
                <a:lnTo>
                  <a:pt x="8145" y="560"/>
                </a:lnTo>
                <a:lnTo>
                  <a:pt x="7967" y="298"/>
                </a:lnTo>
                <a:lnTo>
                  <a:pt x="7716" y="108"/>
                </a:lnTo>
                <a:lnTo>
                  <a:pt x="7419" y="12"/>
                </a:lnTo>
                <a:lnTo>
                  <a:pt x="7264" y="0"/>
                </a:lnTo>
                <a:lnTo>
                  <a:pt x="7133" y="12"/>
                </a:lnTo>
                <a:lnTo>
                  <a:pt x="7002" y="36"/>
                </a:lnTo>
                <a:lnTo>
                  <a:pt x="5752" y="370"/>
                </a:lnTo>
                <a:lnTo>
                  <a:pt x="5716" y="381"/>
                </a:lnTo>
                <a:lnTo>
                  <a:pt x="5680" y="393"/>
                </a:lnTo>
                <a:lnTo>
                  <a:pt x="5526" y="227"/>
                </a:lnTo>
                <a:lnTo>
                  <a:pt x="5121" y="24"/>
                </a:lnTo>
                <a:lnTo>
                  <a:pt x="4895" y="0"/>
                </a:lnTo>
                <a:lnTo>
                  <a:pt x="3585" y="0"/>
                </a:lnTo>
                <a:lnTo>
                  <a:pt x="3406" y="12"/>
                </a:lnTo>
                <a:lnTo>
                  <a:pt x="3073" y="143"/>
                </a:lnTo>
                <a:lnTo>
                  <a:pt x="2942" y="250"/>
                </a:lnTo>
                <a:lnTo>
                  <a:pt x="2799" y="143"/>
                </a:lnTo>
                <a:lnTo>
                  <a:pt x="2466" y="12"/>
                </a:lnTo>
                <a:lnTo>
                  <a:pt x="2287"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7" name="Google Shape;2987;p173"/>
          <p:cNvSpPr/>
          <p:nvPr/>
        </p:nvSpPr>
        <p:spPr>
          <a:xfrm>
            <a:off x="14130713" y="4890153"/>
            <a:ext cx="566377" cy="495247"/>
          </a:xfrm>
          <a:custGeom>
            <a:rect b="b" l="l" r="r" t="t"/>
            <a:pathLst>
              <a:path extrusionOk="0" h="9121" w="10431">
                <a:moveTo>
                  <a:pt x="9442" y="655"/>
                </a:moveTo>
                <a:lnTo>
                  <a:pt x="9573" y="667"/>
                </a:lnTo>
                <a:lnTo>
                  <a:pt x="9752" y="846"/>
                </a:lnTo>
                <a:lnTo>
                  <a:pt x="9776" y="977"/>
                </a:lnTo>
                <a:lnTo>
                  <a:pt x="9776" y="1953"/>
                </a:lnTo>
                <a:lnTo>
                  <a:pt x="655" y="1953"/>
                </a:lnTo>
                <a:lnTo>
                  <a:pt x="655" y="977"/>
                </a:lnTo>
                <a:lnTo>
                  <a:pt x="679" y="846"/>
                </a:lnTo>
                <a:lnTo>
                  <a:pt x="858" y="667"/>
                </a:lnTo>
                <a:lnTo>
                  <a:pt x="977" y="655"/>
                </a:lnTo>
                <a:close/>
                <a:moveTo>
                  <a:pt x="3584" y="3906"/>
                </a:moveTo>
                <a:lnTo>
                  <a:pt x="3453" y="3930"/>
                </a:lnTo>
                <a:lnTo>
                  <a:pt x="3275" y="4096"/>
                </a:lnTo>
                <a:lnTo>
                  <a:pt x="3263" y="4227"/>
                </a:lnTo>
                <a:lnTo>
                  <a:pt x="3275" y="4358"/>
                </a:lnTo>
                <a:lnTo>
                  <a:pt x="3453" y="4537"/>
                </a:lnTo>
                <a:lnTo>
                  <a:pt x="3584" y="4561"/>
                </a:lnTo>
                <a:lnTo>
                  <a:pt x="6847" y="4561"/>
                </a:lnTo>
                <a:lnTo>
                  <a:pt x="6978" y="4537"/>
                </a:lnTo>
                <a:lnTo>
                  <a:pt x="7156" y="4358"/>
                </a:lnTo>
                <a:lnTo>
                  <a:pt x="7168" y="4227"/>
                </a:lnTo>
                <a:lnTo>
                  <a:pt x="7156" y="4096"/>
                </a:lnTo>
                <a:lnTo>
                  <a:pt x="6978" y="3930"/>
                </a:lnTo>
                <a:lnTo>
                  <a:pt x="6847" y="3906"/>
                </a:lnTo>
                <a:close/>
                <a:moveTo>
                  <a:pt x="9121" y="2608"/>
                </a:moveTo>
                <a:lnTo>
                  <a:pt x="9121" y="7811"/>
                </a:lnTo>
                <a:lnTo>
                  <a:pt x="9109" y="7942"/>
                </a:lnTo>
                <a:lnTo>
                  <a:pt x="9014" y="8180"/>
                </a:lnTo>
                <a:lnTo>
                  <a:pt x="8835" y="8359"/>
                </a:lnTo>
                <a:lnTo>
                  <a:pt x="8609" y="8454"/>
                </a:lnTo>
                <a:lnTo>
                  <a:pt x="8466" y="8466"/>
                </a:lnTo>
                <a:lnTo>
                  <a:pt x="1965" y="8466"/>
                </a:lnTo>
                <a:lnTo>
                  <a:pt x="1822" y="8454"/>
                </a:lnTo>
                <a:lnTo>
                  <a:pt x="1596" y="8359"/>
                </a:lnTo>
                <a:lnTo>
                  <a:pt x="1417" y="8180"/>
                </a:lnTo>
                <a:lnTo>
                  <a:pt x="1322" y="7942"/>
                </a:lnTo>
                <a:lnTo>
                  <a:pt x="1310" y="7811"/>
                </a:lnTo>
                <a:lnTo>
                  <a:pt x="1310" y="2608"/>
                </a:lnTo>
                <a:close/>
                <a:moveTo>
                  <a:pt x="977" y="0"/>
                </a:moveTo>
                <a:lnTo>
                  <a:pt x="786" y="12"/>
                </a:lnTo>
                <a:lnTo>
                  <a:pt x="429" y="155"/>
                </a:lnTo>
                <a:lnTo>
                  <a:pt x="167" y="429"/>
                </a:lnTo>
                <a:lnTo>
                  <a:pt x="24" y="774"/>
                </a:lnTo>
                <a:lnTo>
                  <a:pt x="0" y="977"/>
                </a:lnTo>
                <a:lnTo>
                  <a:pt x="0" y="2274"/>
                </a:lnTo>
                <a:lnTo>
                  <a:pt x="24" y="2405"/>
                </a:lnTo>
                <a:lnTo>
                  <a:pt x="203" y="2584"/>
                </a:lnTo>
                <a:lnTo>
                  <a:pt x="334" y="2608"/>
                </a:lnTo>
                <a:lnTo>
                  <a:pt x="655" y="2608"/>
                </a:lnTo>
                <a:lnTo>
                  <a:pt x="655" y="7811"/>
                </a:lnTo>
                <a:lnTo>
                  <a:pt x="679" y="8073"/>
                </a:lnTo>
                <a:lnTo>
                  <a:pt x="870" y="8549"/>
                </a:lnTo>
                <a:lnTo>
                  <a:pt x="1227" y="8895"/>
                </a:lnTo>
                <a:lnTo>
                  <a:pt x="1691" y="9097"/>
                </a:lnTo>
                <a:lnTo>
                  <a:pt x="1965" y="9121"/>
                </a:lnTo>
                <a:lnTo>
                  <a:pt x="8466" y="9121"/>
                </a:lnTo>
                <a:lnTo>
                  <a:pt x="8740" y="9097"/>
                </a:lnTo>
                <a:lnTo>
                  <a:pt x="9204" y="8895"/>
                </a:lnTo>
                <a:lnTo>
                  <a:pt x="9561" y="8549"/>
                </a:lnTo>
                <a:lnTo>
                  <a:pt x="9752" y="8073"/>
                </a:lnTo>
                <a:lnTo>
                  <a:pt x="9776" y="7811"/>
                </a:lnTo>
                <a:lnTo>
                  <a:pt x="9776" y="2608"/>
                </a:lnTo>
                <a:lnTo>
                  <a:pt x="10097" y="2608"/>
                </a:lnTo>
                <a:lnTo>
                  <a:pt x="10228" y="2584"/>
                </a:lnTo>
                <a:lnTo>
                  <a:pt x="10407" y="2405"/>
                </a:lnTo>
                <a:lnTo>
                  <a:pt x="10431" y="2274"/>
                </a:lnTo>
                <a:lnTo>
                  <a:pt x="10431" y="977"/>
                </a:lnTo>
                <a:lnTo>
                  <a:pt x="10419" y="977"/>
                </a:lnTo>
                <a:lnTo>
                  <a:pt x="10407" y="774"/>
                </a:lnTo>
                <a:lnTo>
                  <a:pt x="10264" y="429"/>
                </a:lnTo>
                <a:lnTo>
                  <a:pt x="10002" y="155"/>
                </a:lnTo>
                <a:lnTo>
                  <a:pt x="9645" y="12"/>
                </a:lnTo>
                <a:lnTo>
                  <a:pt x="944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8" name="Google Shape;2988;p173"/>
          <p:cNvSpPr/>
          <p:nvPr/>
        </p:nvSpPr>
        <p:spPr>
          <a:xfrm>
            <a:off x="15245288" y="4890153"/>
            <a:ext cx="494650" cy="494596"/>
          </a:xfrm>
          <a:custGeom>
            <a:rect b="b" l="l" r="r" t="t"/>
            <a:pathLst>
              <a:path extrusionOk="0" h="9109" w="9110">
                <a:moveTo>
                  <a:pt x="4227" y="655"/>
                </a:moveTo>
                <a:lnTo>
                  <a:pt x="4227" y="2608"/>
                </a:lnTo>
                <a:lnTo>
                  <a:pt x="858" y="2608"/>
                </a:lnTo>
                <a:lnTo>
                  <a:pt x="1548" y="1036"/>
                </a:lnTo>
                <a:lnTo>
                  <a:pt x="1644" y="869"/>
                </a:lnTo>
                <a:lnTo>
                  <a:pt x="1953" y="667"/>
                </a:lnTo>
                <a:lnTo>
                  <a:pt x="2144" y="655"/>
                </a:lnTo>
                <a:close/>
                <a:moveTo>
                  <a:pt x="6966" y="655"/>
                </a:moveTo>
                <a:lnTo>
                  <a:pt x="7157" y="667"/>
                </a:lnTo>
                <a:lnTo>
                  <a:pt x="7466" y="869"/>
                </a:lnTo>
                <a:lnTo>
                  <a:pt x="7561" y="1036"/>
                </a:lnTo>
                <a:lnTo>
                  <a:pt x="8252" y="2608"/>
                </a:lnTo>
                <a:lnTo>
                  <a:pt x="4882" y="2608"/>
                </a:lnTo>
                <a:lnTo>
                  <a:pt x="4882" y="655"/>
                </a:lnTo>
                <a:close/>
                <a:moveTo>
                  <a:pt x="6061" y="4251"/>
                </a:moveTo>
                <a:lnTo>
                  <a:pt x="5954" y="4322"/>
                </a:lnTo>
                <a:lnTo>
                  <a:pt x="3906" y="6370"/>
                </a:lnTo>
                <a:lnTo>
                  <a:pt x="2989" y="5465"/>
                </a:lnTo>
                <a:lnTo>
                  <a:pt x="2894" y="5382"/>
                </a:lnTo>
                <a:lnTo>
                  <a:pt x="2644" y="5382"/>
                </a:lnTo>
                <a:lnTo>
                  <a:pt x="2537" y="5465"/>
                </a:lnTo>
                <a:lnTo>
                  <a:pt x="2453" y="5573"/>
                </a:lnTo>
                <a:lnTo>
                  <a:pt x="2453" y="5823"/>
                </a:lnTo>
                <a:lnTo>
                  <a:pt x="2537" y="5930"/>
                </a:lnTo>
                <a:lnTo>
                  <a:pt x="3680" y="7061"/>
                </a:lnTo>
                <a:lnTo>
                  <a:pt x="3775" y="7144"/>
                </a:lnTo>
                <a:lnTo>
                  <a:pt x="4025" y="7144"/>
                </a:lnTo>
                <a:lnTo>
                  <a:pt x="4132" y="7061"/>
                </a:lnTo>
                <a:lnTo>
                  <a:pt x="6406" y="4787"/>
                </a:lnTo>
                <a:lnTo>
                  <a:pt x="6490" y="4680"/>
                </a:lnTo>
                <a:lnTo>
                  <a:pt x="6490" y="4430"/>
                </a:lnTo>
                <a:lnTo>
                  <a:pt x="6406" y="4322"/>
                </a:lnTo>
                <a:lnTo>
                  <a:pt x="6311" y="4251"/>
                </a:lnTo>
                <a:close/>
                <a:moveTo>
                  <a:pt x="8466" y="3251"/>
                </a:moveTo>
                <a:lnTo>
                  <a:pt x="8466" y="7811"/>
                </a:lnTo>
                <a:lnTo>
                  <a:pt x="8454" y="7942"/>
                </a:lnTo>
                <a:lnTo>
                  <a:pt x="8359" y="8180"/>
                </a:lnTo>
                <a:lnTo>
                  <a:pt x="8181" y="8359"/>
                </a:lnTo>
                <a:lnTo>
                  <a:pt x="7942" y="8454"/>
                </a:lnTo>
                <a:lnTo>
                  <a:pt x="7811" y="8466"/>
                </a:lnTo>
                <a:lnTo>
                  <a:pt x="1298" y="8466"/>
                </a:lnTo>
                <a:lnTo>
                  <a:pt x="1167" y="8454"/>
                </a:lnTo>
                <a:lnTo>
                  <a:pt x="929" y="8359"/>
                </a:lnTo>
                <a:lnTo>
                  <a:pt x="751" y="8180"/>
                </a:lnTo>
                <a:lnTo>
                  <a:pt x="655" y="7942"/>
                </a:lnTo>
                <a:lnTo>
                  <a:pt x="644" y="7811"/>
                </a:lnTo>
                <a:lnTo>
                  <a:pt x="644" y="3251"/>
                </a:lnTo>
                <a:close/>
                <a:moveTo>
                  <a:pt x="2144" y="0"/>
                </a:moveTo>
                <a:lnTo>
                  <a:pt x="1953" y="12"/>
                </a:lnTo>
                <a:lnTo>
                  <a:pt x="1596" y="119"/>
                </a:lnTo>
                <a:lnTo>
                  <a:pt x="1287" y="322"/>
                </a:lnTo>
                <a:lnTo>
                  <a:pt x="1036" y="596"/>
                </a:lnTo>
                <a:lnTo>
                  <a:pt x="953" y="774"/>
                </a:lnTo>
                <a:lnTo>
                  <a:pt x="108" y="2679"/>
                </a:lnTo>
                <a:lnTo>
                  <a:pt x="60" y="2798"/>
                </a:lnTo>
                <a:lnTo>
                  <a:pt x="1" y="3072"/>
                </a:lnTo>
                <a:lnTo>
                  <a:pt x="1" y="3203"/>
                </a:lnTo>
                <a:lnTo>
                  <a:pt x="1" y="7811"/>
                </a:lnTo>
                <a:lnTo>
                  <a:pt x="12" y="8073"/>
                </a:lnTo>
                <a:lnTo>
                  <a:pt x="215" y="8549"/>
                </a:lnTo>
                <a:lnTo>
                  <a:pt x="560" y="8895"/>
                </a:lnTo>
                <a:lnTo>
                  <a:pt x="1036" y="9097"/>
                </a:lnTo>
                <a:lnTo>
                  <a:pt x="1298" y="9109"/>
                </a:lnTo>
                <a:lnTo>
                  <a:pt x="7811" y="9109"/>
                </a:lnTo>
                <a:lnTo>
                  <a:pt x="8073" y="9097"/>
                </a:lnTo>
                <a:lnTo>
                  <a:pt x="8538" y="8895"/>
                </a:lnTo>
                <a:lnTo>
                  <a:pt x="8895" y="8549"/>
                </a:lnTo>
                <a:lnTo>
                  <a:pt x="9097" y="8073"/>
                </a:lnTo>
                <a:lnTo>
                  <a:pt x="9109" y="7811"/>
                </a:lnTo>
                <a:lnTo>
                  <a:pt x="9109" y="3203"/>
                </a:lnTo>
                <a:lnTo>
                  <a:pt x="9109" y="3072"/>
                </a:lnTo>
                <a:lnTo>
                  <a:pt x="9050" y="2798"/>
                </a:lnTo>
                <a:lnTo>
                  <a:pt x="9002" y="2679"/>
                </a:lnTo>
                <a:lnTo>
                  <a:pt x="8157" y="774"/>
                </a:lnTo>
                <a:lnTo>
                  <a:pt x="8073" y="596"/>
                </a:lnTo>
                <a:lnTo>
                  <a:pt x="7823" y="322"/>
                </a:lnTo>
                <a:lnTo>
                  <a:pt x="7514" y="119"/>
                </a:lnTo>
                <a:lnTo>
                  <a:pt x="7157" y="12"/>
                </a:lnTo>
                <a:lnTo>
                  <a:pt x="6966"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89" name="Google Shape;2989;p173"/>
          <p:cNvSpPr/>
          <p:nvPr/>
        </p:nvSpPr>
        <p:spPr>
          <a:xfrm>
            <a:off x="8773728" y="5725599"/>
            <a:ext cx="565726" cy="565780"/>
          </a:xfrm>
          <a:custGeom>
            <a:rect b="b" l="l" r="r" t="t"/>
            <a:pathLst>
              <a:path extrusionOk="0" h="10420" w="10419">
                <a:moveTo>
                  <a:pt x="5203" y="1"/>
                </a:moveTo>
                <a:lnTo>
                  <a:pt x="5072" y="13"/>
                </a:lnTo>
                <a:lnTo>
                  <a:pt x="4894" y="191"/>
                </a:lnTo>
                <a:lnTo>
                  <a:pt x="4882" y="322"/>
                </a:lnTo>
                <a:lnTo>
                  <a:pt x="4882" y="2120"/>
                </a:lnTo>
                <a:lnTo>
                  <a:pt x="4894" y="2251"/>
                </a:lnTo>
                <a:lnTo>
                  <a:pt x="5072" y="2418"/>
                </a:lnTo>
                <a:lnTo>
                  <a:pt x="5203" y="2442"/>
                </a:lnTo>
                <a:lnTo>
                  <a:pt x="5334" y="2418"/>
                </a:lnTo>
                <a:lnTo>
                  <a:pt x="5513" y="2251"/>
                </a:lnTo>
                <a:lnTo>
                  <a:pt x="5525" y="2120"/>
                </a:lnTo>
                <a:lnTo>
                  <a:pt x="5525" y="322"/>
                </a:lnTo>
                <a:lnTo>
                  <a:pt x="5513" y="191"/>
                </a:lnTo>
                <a:lnTo>
                  <a:pt x="5334" y="13"/>
                </a:lnTo>
                <a:lnTo>
                  <a:pt x="5203" y="1"/>
                </a:lnTo>
                <a:close/>
                <a:moveTo>
                  <a:pt x="1631" y="1442"/>
                </a:moveTo>
                <a:lnTo>
                  <a:pt x="1524" y="1525"/>
                </a:lnTo>
                <a:lnTo>
                  <a:pt x="1441" y="1632"/>
                </a:lnTo>
                <a:lnTo>
                  <a:pt x="1441" y="1882"/>
                </a:lnTo>
                <a:lnTo>
                  <a:pt x="1524" y="1989"/>
                </a:lnTo>
                <a:lnTo>
                  <a:pt x="2679" y="3132"/>
                </a:lnTo>
                <a:lnTo>
                  <a:pt x="2774" y="3216"/>
                </a:lnTo>
                <a:lnTo>
                  <a:pt x="3024" y="3216"/>
                </a:lnTo>
                <a:lnTo>
                  <a:pt x="3132" y="3132"/>
                </a:lnTo>
                <a:lnTo>
                  <a:pt x="3215" y="3037"/>
                </a:lnTo>
                <a:lnTo>
                  <a:pt x="3215" y="2775"/>
                </a:lnTo>
                <a:lnTo>
                  <a:pt x="3132" y="2680"/>
                </a:lnTo>
                <a:lnTo>
                  <a:pt x="1988" y="1525"/>
                </a:lnTo>
                <a:lnTo>
                  <a:pt x="1881" y="1442"/>
                </a:lnTo>
                <a:close/>
                <a:moveTo>
                  <a:pt x="8537" y="1442"/>
                </a:moveTo>
                <a:lnTo>
                  <a:pt x="8430" y="1525"/>
                </a:lnTo>
                <a:lnTo>
                  <a:pt x="7168" y="2787"/>
                </a:lnTo>
                <a:lnTo>
                  <a:pt x="7085" y="2894"/>
                </a:lnTo>
                <a:lnTo>
                  <a:pt x="7085" y="3144"/>
                </a:lnTo>
                <a:lnTo>
                  <a:pt x="7168" y="3251"/>
                </a:lnTo>
                <a:lnTo>
                  <a:pt x="7263" y="3335"/>
                </a:lnTo>
                <a:lnTo>
                  <a:pt x="7513" y="3335"/>
                </a:lnTo>
                <a:lnTo>
                  <a:pt x="7620" y="3251"/>
                </a:lnTo>
                <a:lnTo>
                  <a:pt x="8882" y="1989"/>
                </a:lnTo>
                <a:lnTo>
                  <a:pt x="8966" y="1882"/>
                </a:lnTo>
                <a:lnTo>
                  <a:pt x="8966" y="1632"/>
                </a:lnTo>
                <a:lnTo>
                  <a:pt x="8882" y="1525"/>
                </a:lnTo>
                <a:lnTo>
                  <a:pt x="8787" y="1442"/>
                </a:lnTo>
                <a:close/>
                <a:moveTo>
                  <a:pt x="322" y="4883"/>
                </a:moveTo>
                <a:lnTo>
                  <a:pt x="191" y="4906"/>
                </a:lnTo>
                <a:lnTo>
                  <a:pt x="12" y="5073"/>
                </a:lnTo>
                <a:lnTo>
                  <a:pt x="0" y="5204"/>
                </a:lnTo>
                <a:lnTo>
                  <a:pt x="12" y="5335"/>
                </a:lnTo>
                <a:lnTo>
                  <a:pt x="191" y="5514"/>
                </a:lnTo>
                <a:lnTo>
                  <a:pt x="322" y="5537"/>
                </a:lnTo>
                <a:lnTo>
                  <a:pt x="1953" y="5537"/>
                </a:lnTo>
                <a:lnTo>
                  <a:pt x="2084" y="5514"/>
                </a:lnTo>
                <a:lnTo>
                  <a:pt x="2262" y="5335"/>
                </a:lnTo>
                <a:lnTo>
                  <a:pt x="2274" y="5204"/>
                </a:lnTo>
                <a:lnTo>
                  <a:pt x="2262" y="5073"/>
                </a:lnTo>
                <a:lnTo>
                  <a:pt x="2084" y="4906"/>
                </a:lnTo>
                <a:lnTo>
                  <a:pt x="1953" y="4883"/>
                </a:lnTo>
                <a:close/>
                <a:moveTo>
                  <a:pt x="8299" y="4883"/>
                </a:moveTo>
                <a:lnTo>
                  <a:pt x="8168" y="4906"/>
                </a:lnTo>
                <a:lnTo>
                  <a:pt x="7989" y="5085"/>
                </a:lnTo>
                <a:lnTo>
                  <a:pt x="7978" y="5204"/>
                </a:lnTo>
                <a:lnTo>
                  <a:pt x="7989" y="5335"/>
                </a:lnTo>
                <a:lnTo>
                  <a:pt x="8168" y="5514"/>
                </a:lnTo>
                <a:lnTo>
                  <a:pt x="8299" y="5537"/>
                </a:lnTo>
                <a:lnTo>
                  <a:pt x="10085" y="5537"/>
                </a:lnTo>
                <a:lnTo>
                  <a:pt x="10216" y="5514"/>
                </a:lnTo>
                <a:lnTo>
                  <a:pt x="10395" y="5335"/>
                </a:lnTo>
                <a:lnTo>
                  <a:pt x="10418" y="5204"/>
                </a:lnTo>
                <a:lnTo>
                  <a:pt x="10395" y="5085"/>
                </a:lnTo>
                <a:lnTo>
                  <a:pt x="10216" y="4906"/>
                </a:lnTo>
                <a:lnTo>
                  <a:pt x="10085" y="4883"/>
                </a:lnTo>
                <a:close/>
                <a:moveTo>
                  <a:pt x="5203" y="3906"/>
                </a:moveTo>
                <a:lnTo>
                  <a:pt x="5465" y="3930"/>
                </a:lnTo>
                <a:lnTo>
                  <a:pt x="5942" y="4121"/>
                </a:lnTo>
                <a:lnTo>
                  <a:pt x="6287" y="4478"/>
                </a:lnTo>
                <a:lnTo>
                  <a:pt x="6489" y="4942"/>
                </a:lnTo>
                <a:lnTo>
                  <a:pt x="6501" y="5204"/>
                </a:lnTo>
                <a:lnTo>
                  <a:pt x="6489" y="5478"/>
                </a:lnTo>
                <a:lnTo>
                  <a:pt x="6287" y="5942"/>
                </a:lnTo>
                <a:lnTo>
                  <a:pt x="5942" y="6299"/>
                </a:lnTo>
                <a:lnTo>
                  <a:pt x="5465" y="6490"/>
                </a:lnTo>
                <a:lnTo>
                  <a:pt x="5203" y="6514"/>
                </a:lnTo>
                <a:lnTo>
                  <a:pt x="4941" y="6490"/>
                </a:lnTo>
                <a:lnTo>
                  <a:pt x="4477" y="6299"/>
                </a:lnTo>
                <a:lnTo>
                  <a:pt x="4120" y="5942"/>
                </a:lnTo>
                <a:lnTo>
                  <a:pt x="3917" y="5478"/>
                </a:lnTo>
                <a:lnTo>
                  <a:pt x="3905" y="5204"/>
                </a:lnTo>
                <a:lnTo>
                  <a:pt x="3917" y="4942"/>
                </a:lnTo>
                <a:lnTo>
                  <a:pt x="4120" y="4478"/>
                </a:lnTo>
                <a:lnTo>
                  <a:pt x="4477" y="4121"/>
                </a:lnTo>
                <a:lnTo>
                  <a:pt x="4941" y="3930"/>
                </a:lnTo>
                <a:lnTo>
                  <a:pt x="5203" y="3906"/>
                </a:lnTo>
                <a:close/>
                <a:moveTo>
                  <a:pt x="5203" y="3251"/>
                </a:moveTo>
                <a:lnTo>
                  <a:pt x="5001" y="3263"/>
                </a:lnTo>
                <a:lnTo>
                  <a:pt x="4620" y="3335"/>
                </a:lnTo>
                <a:lnTo>
                  <a:pt x="4263" y="3489"/>
                </a:lnTo>
                <a:lnTo>
                  <a:pt x="3953" y="3692"/>
                </a:lnTo>
                <a:lnTo>
                  <a:pt x="3691" y="3954"/>
                </a:lnTo>
                <a:lnTo>
                  <a:pt x="3477" y="4263"/>
                </a:lnTo>
                <a:lnTo>
                  <a:pt x="3334" y="4621"/>
                </a:lnTo>
                <a:lnTo>
                  <a:pt x="3262" y="5002"/>
                </a:lnTo>
                <a:lnTo>
                  <a:pt x="3251" y="5204"/>
                </a:lnTo>
                <a:lnTo>
                  <a:pt x="3262" y="5406"/>
                </a:lnTo>
                <a:lnTo>
                  <a:pt x="3334" y="5787"/>
                </a:lnTo>
                <a:lnTo>
                  <a:pt x="3489" y="6145"/>
                </a:lnTo>
                <a:lnTo>
                  <a:pt x="3691" y="6454"/>
                </a:lnTo>
                <a:lnTo>
                  <a:pt x="3965" y="6716"/>
                </a:lnTo>
                <a:lnTo>
                  <a:pt x="4275" y="6931"/>
                </a:lnTo>
                <a:lnTo>
                  <a:pt x="4620" y="7073"/>
                </a:lnTo>
                <a:lnTo>
                  <a:pt x="5001" y="7157"/>
                </a:lnTo>
                <a:lnTo>
                  <a:pt x="5406" y="7157"/>
                </a:lnTo>
                <a:lnTo>
                  <a:pt x="5787" y="7073"/>
                </a:lnTo>
                <a:lnTo>
                  <a:pt x="6132" y="6931"/>
                </a:lnTo>
                <a:lnTo>
                  <a:pt x="6454" y="6728"/>
                </a:lnTo>
                <a:lnTo>
                  <a:pt x="6715" y="6454"/>
                </a:lnTo>
                <a:lnTo>
                  <a:pt x="6930" y="6145"/>
                </a:lnTo>
                <a:lnTo>
                  <a:pt x="7073" y="5799"/>
                </a:lnTo>
                <a:lnTo>
                  <a:pt x="7156" y="5406"/>
                </a:lnTo>
                <a:lnTo>
                  <a:pt x="7156" y="5204"/>
                </a:lnTo>
                <a:lnTo>
                  <a:pt x="7156" y="5002"/>
                </a:lnTo>
                <a:lnTo>
                  <a:pt x="7073" y="4621"/>
                </a:lnTo>
                <a:lnTo>
                  <a:pt x="6930" y="4263"/>
                </a:lnTo>
                <a:lnTo>
                  <a:pt x="6715" y="3954"/>
                </a:lnTo>
                <a:lnTo>
                  <a:pt x="6454" y="3692"/>
                </a:lnTo>
                <a:lnTo>
                  <a:pt x="6144" y="3489"/>
                </a:lnTo>
                <a:lnTo>
                  <a:pt x="5799" y="3335"/>
                </a:lnTo>
                <a:lnTo>
                  <a:pt x="5406" y="3263"/>
                </a:lnTo>
                <a:lnTo>
                  <a:pt x="5203" y="3251"/>
                </a:lnTo>
                <a:close/>
                <a:moveTo>
                  <a:pt x="2774" y="7204"/>
                </a:moveTo>
                <a:lnTo>
                  <a:pt x="2679" y="7276"/>
                </a:lnTo>
                <a:lnTo>
                  <a:pt x="1524" y="8431"/>
                </a:lnTo>
                <a:lnTo>
                  <a:pt x="1441" y="8538"/>
                </a:lnTo>
                <a:lnTo>
                  <a:pt x="1441" y="8788"/>
                </a:lnTo>
                <a:lnTo>
                  <a:pt x="1524" y="8895"/>
                </a:lnTo>
                <a:lnTo>
                  <a:pt x="1631" y="8967"/>
                </a:lnTo>
                <a:lnTo>
                  <a:pt x="1881" y="8967"/>
                </a:lnTo>
                <a:lnTo>
                  <a:pt x="1988" y="8895"/>
                </a:lnTo>
                <a:lnTo>
                  <a:pt x="3132" y="7740"/>
                </a:lnTo>
                <a:lnTo>
                  <a:pt x="3215" y="7633"/>
                </a:lnTo>
                <a:lnTo>
                  <a:pt x="3215" y="7383"/>
                </a:lnTo>
                <a:lnTo>
                  <a:pt x="3132" y="7276"/>
                </a:lnTo>
                <a:lnTo>
                  <a:pt x="3024" y="7204"/>
                </a:lnTo>
                <a:close/>
                <a:moveTo>
                  <a:pt x="7263" y="7085"/>
                </a:moveTo>
                <a:lnTo>
                  <a:pt x="7168" y="7169"/>
                </a:lnTo>
                <a:lnTo>
                  <a:pt x="7085" y="7276"/>
                </a:lnTo>
                <a:lnTo>
                  <a:pt x="7085" y="7526"/>
                </a:lnTo>
                <a:lnTo>
                  <a:pt x="7168" y="7621"/>
                </a:lnTo>
                <a:lnTo>
                  <a:pt x="8430" y="8895"/>
                </a:lnTo>
                <a:lnTo>
                  <a:pt x="8537" y="8967"/>
                </a:lnTo>
                <a:lnTo>
                  <a:pt x="8787" y="8967"/>
                </a:lnTo>
                <a:lnTo>
                  <a:pt x="8882" y="8895"/>
                </a:lnTo>
                <a:lnTo>
                  <a:pt x="8966" y="8788"/>
                </a:lnTo>
                <a:lnTo>
                  <a:pt x="8966" y="8538"/>
                </a:lnTo>
                <a:lnTo>
                  <a:pt x="8882" y="8431"/>
                </a:lnTo>
                <a:lnTo>
                  <a:pt x="7620" y="7169"/>
                </a:lnTo>
                <a:lnTo>
                  <a:pt x="7513" y="7085"/>
                </a:lnTo>
                <a:close/>
                <a:moveTo>
                  <a:pt x="5203" y="8133"/>
                </a:moveTo>
                <a:lnTo>
                  <a:pt x="5072" y="8157"/>
                </a:lnTo>
                <a:lnTo>
                  <a:pt x="4894" y="8336"/>
                </a:lnTo>
                <a:lnTo>
                  <a:pt x="4882" y="8466"/>
                </a:lnTo>
                <a:lnTo>
                  <a:pt x="4882" y="10086"/>
                </a:lnTo>
                <a:lnTo>
                  <a:pt x="4894" y="10217"/>
                </a:lnTo>
                <a:lnTo>
                  <a:pt x="5072" y="10395"/>
                </a:lnTo>
                <a:lnTo>
                  <a:pt x="5203" y="10419"/>
                </a:lnTo>
                <a:lnTo>
                  <a:pt x="5334" y="10395"/>
                </a:lnTo>
                <a:lnTo>
                  <a:pt x="5513" y="10217"/>
                </a:lnTo>
                <a:lnTo>
                  <a:pt x="5525" y="10086"/>
                </a:lnTo>
                <a:lnTo>
                  <a:pt x="5525" y="8466"/>
                </a:lnTo>
                <a:lnTo>
                  <a:pt x="5513" y="8336"/>
                </a:lnTo>
                <a:lnTo>
                  <a:pt x="5334" y="8157"/>
                </a:lnTo>
                <a:lnTo>
                  <a:pt x="5203" y="813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0" name="Google Shape;2990;p173"/>
          <p:cNvSpPr/>
          <p:nvPr/>
        </p:nvSpPr>
        <p:spPr>
          <a:xfrm>
            <a:off x="2245209" y="5725599"/>
            <a:ext cx="679533" cy="563825"/>
          </a:xfrm>
          <a:custGeom>
            <a:rect b="b" l="l" r="r" t="t"/>
            <a:pathLst>
              <a:path extrusionOk="0" h="10384" w="12515">
                <a:moveTo>
                  <a:pt x="4942" y="1"/>
                </a:moveTo>
                <a:lnTo>
                  <a:pt x="4668" y="13"/>
                </a:lnTo>
                <a:lnTo>
                  <a:pt x="4168" y="108"/>
                </a:lnTo>
                <a:lnTo>
                  <a:pt x="3704" y="310"/>
                </a:lnTo>
                <a:lnTo>
                  <a:pt x="3287" y="596"/>
                </a:lnTo>
                <a:lnTo>
                  <a:pt x="2930" y="941"/>
                </a:lnTo>
                <a:lnTo>
                  <a:pt x="2644" y="1358"/>
                </a:lnTo>
                <a:lnTo>
                  <a:pt x="2442" y="1823"/>
                </a:lnTo>
                <a:lnTo>
                  <a:pt x="2346" y="2335"/>
                </a:lnTo>
                <a:lnTo>
                  <a:pt x="2334" y="2608"/>
                </a:lnTo>
                <a:lnTo>
                  <a:pt x="2346" y="2739"/>
                </a:lnTo>
                <a:lnTo>
                  <a:pt x="2537" y="2906"/>
                </a:lnTo>
                <a:lnTo>
                  <a:pt x="2656" y="2930"/>
                </a:lnTo>
                <a:lnTo>
                  <a:pt x="2799" y="2906"/>
                </a:lnTo>
                <a:lnTo>
                  <a:pt x="2965" y="2739"/>
                </a:lnTo>
                <a:lnTo>
                  <a:pt x="2989" y="2608"/>
                </a:lnTo>
                <a:lnTo>
                  <a:pt x="2989" y="2406"/>
                </a:lnTo>
                <a:lnTo>
                  <a:pt x="3073" y="2025"/>
                </a:lnTo>
                <a:lnTo>
                  <a:pt x="3216" y="1668"/>
                </a:lnTo>
                <a:lnTo>
                  <a:pt x="3430" y="1358"/>
                </a:lnTo>
                <a:lnTo>
                  <a:pt x="3692" y="1096"/>
                </a:lnTo>
                <a:lnTo>
                  <a:pt x="4001" y="882"/>
                </a:lnTo>
                <a:lnTo>
                  <a:pt x="4359" y="739"/>
                </a:lnTo>
                <a:lnTo>
                  <a:pt x="4740" y="656"/>
                </a:lnTo>
                <a:lnTo>
                  <a:pt x="5144" y="656"/>
                </a:lnTo>
                <a:lnTo>
                  <a:pt x="5525" y="739"/>
                </a:lnTo>
                <a:lnTo>
                  <a:pt x="5883" y="882"/>
                </a:lnTo>
                <a:lnTo>
                  <a:pt x="6192" y="1096"/>
                </a:lnTo>
                <a:lnTo>
                  <a:pt x="6466" y="1358"/>
                </a:lnTo>
                <a:lnTo>
                  <a:pt x="6668" y="1668"/>
                </a:lnTo>
                <a:lnTo>
                  <a:pt x="6823" y="2025"/>
                </a:lnTo>
                <a:lnTo>
                  <a:pt x="6895" y="2406"/>
                </a:lnTo>
                <a:lnTo>
                  <a:pt x="6907" y="2608"/>
                </a:lnTo>
                <a:lnTo>
                  <a:pt x="6930" y="2739"/>
                </a:lnTo>
                <a:lnTo>
                  <a:pt x="7097" y="2906"/>
                </a:lnTo>
                <a:lnTo>
                  <a:pt x="7228" y="2930"/>
                </a:lnTo>
                <a:lnTo>
                  <a:pt x="7359" y="2906"/>
                </a:lnTo>
                <a:lnTo>
                  <a:pt x="7538" y="2739"/>
                </a:lnTo>
                <a:lnTo>
                  <a:pt x="7562" y="2608"/>
                </a:lnTo>
                <a:lnTo>
                  <a:pt x="7550" y="2335"/>
                </a:lnTo>
                <a:lnTo>
                  <a:pt x="7442" y="1823"/>
                </a:lnTo>
                <a:lnTo>
                  <a:pt x="7240" y="1358"/>
                </a:lnTo>
                <a:lnTo>
                  <a:pt x="6954" y="941"/>
                </a:lnTo>
                <a:lnTo>
                  <a:pt x="6597" y="596"/>
                </a:lnTo>
                <a:lnTo>
                  <a:pt x="6180" y="310"/>
                </a:lnTo>
                <a:lnTo>
                  <a:pt x="5704" y="108"/>
                </a:lnTo>
                <a:lnTo>
                  <a:pt x="5204" y="13"/>
                </a:lnTo>
                <a:lnTo>
                  <a:pt x="4942" y="1"/>
                </a:lnTo>
                <a:close/>
                <a:moveTo>
                  <a:pt x="9490" y="322"/>
                </a:moveTo>
                <a:lnTo>
                  <a:pt x="9264" y="429"/>
                </a:lnTo>
                <a:lnTo>
                  <a:pt x="9205" y="549"/>
                </a:lnTo>
                <a:lnTo>
                  <a:pt x="8550" y="2501"/>
                </a:lnTo>
                <a:lnTo>
                  <a:pt x="8526" y="2632"/>
                </a:lnTo>
                <a:lnTo>
                  <a:pt x="8645" y="2858"/>
                </a:lnTo>
                <a:lnTo>
                  <a:pt x="8752" y="2918"/>
                </a:lnTo>
                <a:lnTo>
                  <a:pt x="8883" y="2930"/>
                </a:lnTo>
                <a:lnTo>
                  <a:pt x="9109" y="2823"/>
                </a:lnTo>
                <a:lnTo>
                  <a:pt x="9169" y="2704"/>
                </a:lnTo>
                <a:lnTo>
                  <a:pt x="9824" y="751"/>
                </a:lnTo>
                <a:lnTo>
                  <a:pt x="9836" y="620"/>
                </a:lnTo>
                <a:lnTo>
                  <a:pt x="9729" y="406"/>
                </a:lnTo>
                <a:lnTo>
                  <a:pt x="9621" y="346"/>
                </a:lnTo>
                <a:lnTo>
                  <a:pt x="9490" y="322"/>
                </a:lnTo>
                <a:close/>
                <a:moveTo>
                  <a:pt x="1310" y="3930"/>
                </a:moveTo>
                <a:lnTo>
                  <a:pt x="5668" y="4442"/>
                </a:lnTo>
                <a:lnTo>
                  <a:pt x="4347" y="6299"/>
                </a:lnTo>
                <a:lnTo>
                  <a:pt x="4275" y="6371"/>
                </a:lnTo>
                <a:lnTo>
                  <a:pt x="4109" y="6430"/>
                </a:lnTo>
                <a:lnTo>
                  <a:pt x="4001" y="6419"/>
                </a:lnTo>
                <a:lnTo>
                  <a:pt x="763" y="5680"/>
                </a:lnTo>
                <a:lnTo>
                  <a:pt x="703" y="5645"/>
                </a:lnTo>
                <a:lnTo>
                  <a:pt x="632" y="5526"/>
                </a:lnTo>
                <a:lnTo>
                  <a:pt x="656" y="5454"/>
                </a:lnTo>
                <a:lnTo>
                  <a:pt x="1310" y="3930"/>
                </a:lnTo>
                <a:close/>
                <a:moveTo>
                  <a:pt x="11205" y="3930"/>
                </a:moveTo>
                <a:lnTo>
                  <a:pt x="11860" y="5454"/>
                </a:lnTo>
                <a:lnTo>
                  <a:pt x="11872" y="5526"/>
                </a:lnTo>
                <a:lnTo>
                  <a:pt x="11812" y="5645"/>
                </a:lnTo>
                <a:lnTo>
                  <a:pt x="11753" y="5680"/>
                </a:lnTo>
                <a:lnTo>
                  <a:pt x="8502" y="6419"/>
                </a:lnTo>
                <a:lnTo>
                  <a:pt x="8407" y="6430"/>
                </a:lnTo>
                <a:lnTo>
                  <a:pt x="8228" y="6371"/>
                </a:lnTo>
                <a:lnTo>
                  <a:pt x="8169" y="6299"/>
                </a:lnTo>
                <a:lnTo>
                  <a:pt x="6847" y="4442"/>
                </a:lnTo>
                <a:lnTo>
                  <a:pt x="11205" y="3930"/>
                </a:lnTo>
                <a:close/>
                <a:moveTo>
                  <a:pt x="1275" y="3275"/>
                </a:moveTo>
                <a:lnTo>
                  <a:pt x="1072" y="3323"/>
                </a:lnTo>
                <a:lnTo>
                  <a:pt x="894" y="3430"/>
                </a:lnTo>
                <a:lnTo>
                  <a:pt x="751" y="3585"/>
                </a:lnTo>
                <a:lnTo>
                  <a:pt x="703" y="3680"/>
                </a:lnTo>
                <a:lnTo>
                  <a:pt x="60" y="5192"/>
                </a:lnTo>
                <a:lnTo>
                  <a:pt x="1" y="5371"/>
                </a:lnTo>
                <a:lnTo>
                  <a:pt x="13" y="5728"/>
                </a:lnTo>
                <a:lnTo>
                  <a:pt x="167" y="6026"/>
                </a:lnTo>
                <a:lnTo>
                  <a:pt x="441" y="6252"/>
                </a:lnTo>
                <a:lnTo>
                  <a:pt x="620" y="6311"/>
                </a:lnTo>
                <a:lnTo>
                  <a:pt x="3859" y="7061"/>
                </a:lnTo>
                <a:lnTo>
                  <a:pt x="4001" y="7085"/>
                </a:lnTo>
                <a:lnTo>
                  <a:pt x="4287" y="7061"/>
                </a:lnTo>
                <a:lnTo>
                  <a:pt x="4561" y="6966"/>
                </a:lnTo>
                <a:lnTo>
                  <a:pt x="4787" y="6788"/>
                </a:lnTo>
                <a:lnTo>
                  <a:pt x="4871" y="6669"/>
                </a:lnTo>
                <a:lnTo>
                  <a:pt x="6240" y="4740"/>
                </a:lnTo>
                <a:lnTo>
                  <a:pt x="7633" y="6669"/>
                </a:lnTo>
                <a:lnTo>
                  <a:pt x="7728" y="6788"/>
                </a:lnTo>
                <a:lnTo>
                  <a:pt x="7954" y="6966"/>
                </a:lnTo>
                <a:lnTo>
                  <a:pt x="8228" y="7061"/>
                </a:lnTo>
                <a:lnTo>
                  <a:pt x="8502" y="7085"/>
                </a:lnTo>
                <a:lnTo>
                  <a:pt x="8657" y="7061"/>
                </a:lnTo>
                <a:lnTo>
                  <a:pt x="11872" y="6311"/>
                </a:lnTo>
                <a:lnTo>
                  <a:pt x="12062" y="6252"/>
                </a:lnTo>
                <a:lnTo>
                  <a:pt x="12348" y="6026"/>
                </a:lnTo>
                <a:lnTo>
                  <a:pt x="12503" y="5728"/>
                </a:lnTo>
                <a:lnTo>
                  <a:pt x="12515" y="5371"/>
                </a:lnTo>
                <a:lnTo>
                  <a:pt x="12455" y="5192"/>
                </a:lnTo>
                <a:lnTo>
                  <a:pt x="11800" y="3680"/>
                </a:lnTo>
                <a:lnTo>
                  <a:pt x="11765" y="3585"/>
                </a:lnTo>
                <a:lnTo>
                  <a:pt x="11622" y="3430"/>
                </a:lnTo>
                <a:lnTo>
                  <a:pt x="11443" y="3323"/>
                </a:lnTo>
                <a:lnTo>
                  <a:pt x="11241" y="3275"/>
                </a:lnTo>
                <a:lnTo>
                  <a:pt x="11134" y="3287"/>
                </a:lnTo>
                <a:lnTo>
                  <a:pt x="6252" y="3847"/>
                </a:lnTo>
                <a:lnTo>
                  <a:pt x="1382" y="3287"/>
                </a:lnTo>
                <a:lnTo>
                  <a:pt x="1275" y="3275"/>
                </a:lnTo>
                <a:close/>
                <a:moveTo>
                  <a:pt x="6240" y="6490"/>
                </a:moveTo>
                <a:lnTo>
                  <a:pt x="6121" y="6514"/>
                </a:lnTo>
                <a:lnTo>
                  <a:pt x="5930" y="6704"/>
                </a:lnTo>
                <a:lnTo>
                  <a:pt x="5918" y="6835"/>
                </a:lnTo>
                <a:lnTo>
                  <a:pt x="5918" y="9669"/>
                </a:lnTo>
                <a:lnTo>
                  <a:pt x="1942" y="8669"/>
                </a:lnTo>
                <a:lnTo>
                  <a:pt x="1834" y="8633"/>
                </a:lnTo>
                <a:lnTo>
                  <a:pt x="1691" y="8466"/>
                </a:lnTo>
                <a:lnTo>
                  <a:pt x="1680" y="8347"/>
                </a:lnTo>
                <a:lnTo>
                  <a:pt x="1680" y="7097"/>
                </a:lnTo>
                <a:lnTo>
                  <a:pt x="1025" y="6907"/>
                </a:lnTo>
                <a:lnTo>
                  <a:pt x="1025" y="8347"/>
                </a:lnTo>
                <a:lnTo>
                  <a:pt x="1037" y="8514"/>
                </a:lnTo>
                <a:lnTo>
                  <a:pt x="1144" y="8824"/>
                </a:lnTo>
                <a:lnTo>
                  <a:pt x="1346" y="9074"/>
                </a:lnTo>
                <a:lnTo>
                  <a:pt x="1632" y="9252"/>
                </a:lnTo>
                <a:lnTo>
                  <a:pt x="1787" y="9300"/>
                </a:lnTo>
                <a:lnTo>
                  <a:pt x="6026" y="10360"/>
                </a:lnTo>
                <a:lnTo>
                  <a:pt x="6133" y="10383"/>
                </a:lnTo>
                <a:lnTo>
                  <a:pt x="6371" y="10383"/>
                </a:lnTo>
                <a:lnTo>
                  <a:pt x="6490" y="10360"/>
                </a:lnTo>
                <a:lnTo>
                  <a:pt x="10729" y="9300"/>
                </a:lnTo>
                <a:lnTo>
                  <a:pt x="10883" y="9252"/>
                </a:lnTo>
                <a:lnTo>
                  <a:pt x="11157" y="9074"/>
                </a:lnTo>
                <a:lnTo>
                  <a:pt x="11348" y="8824"/>
                </a:lnTo>
                <a:lnTo>
                  <a:pt x="11455" y="8514"/>
                </a:lnTo>
                <a:lnTo>
                  <a:pt x="11467" y="8347"/>
                </a:lnTo>
                <a:lnTo>
                  <a:pt x="11467" y="6907"/>
                </a:lnTo>
                <a:lnTo>
                  <a:pt x="10800" y="7097"/>
                </a:lnTo>
                <a:lnTo>
                  <a:pt x="10800" y="8347"/>
                </a:lnTo>
                <a:lnTo>
                  <a:pt x="10788" y="8466"/>
                </a:lnTo>
                <a:lnTo>
                  <a:pt x="10669" y="8633"/>
                </a:lnTo>
                <a:lnTo>
                  <a:pt x="10574" y="8669"/>
                </a:lnTo>
                <a:lnTo>
                  <a:pt x="6585" y="9669"/>
                </a:lnTo>
                <a:lnTo>
                  <a:pt x="6585" y="6835"/>
                </a:lnTo>
                <a:lnTo>
                  <a:pt x="6561" y="6704"/>
                </a:lnTo>
                <a:lnTo>
                  <a:pt x="6383" y="6514"/>
                </a:lnTo>
                <a:lnTo>
                  <a:pt x="6240" y="649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1" name="Google Shape;2991;p173"/>
          <p:cNvSpPr/>
          <p:nvPr/>
        </p:nvSpPr>
        <p:spPr>
          <a:xfrm>
            <a:off x="3345558" y="5725599"/>
            <a:ext cx="636258" cy="565780"/>
          </a:xfrm>
          <a:custGeom>
            <a:rect b="b" l="l" r="r" t="t"/>
            <a:pathLst>
              <a:path extrusionOk="0" h="10420" w="11718">
                <a:moveTo>
                  <a:pt x="6181" y="656"/>
                </a:moveTo>
                <a:lnTo>
                  <a:pt x="6181" y="1632"/>
                </a:lnTo>
                <a:lnTo>
                  <a:pt x="5526" y="1632"/>
                </a:lnTo>
                <a:lnTo>
                  <a:pt x="5526" y="656"/>
                </a:lnTo>
                <a:close/>
                <a:moveTo>
                  <a:pt x="7419" y="656"/>
                </a:moveTo>
                <a:lnTo>
                  <a:pt x="7598" y="727"/>
                </a:lnTo>
                <a:lnTo>
                  <a:pt x="7728" y="870"/>
                </a:lnTo>
                <a:lnTo>
                  <a:pt x="7800" y="1037"/>
                </a:lnTo>
                <a:lnTo>
                  <a:pt x="7812" y="1144"/>
                </a:lnTo>
                <a:lnTo>
                  <a:pt x="7812" y="3418"/>
                </a:lnTo>
                <a:lnTo>
                  <a:pt x="7800" y="3513"/>
                </a:lnTo>
                <a:lnTo>
                  <a:pt x="7728" y="3692"/>
                </a:lnTo>
                <a:lnTo>
                  <a:pt x="7598" y="3823"/>
                </a:lnTo>
                <a:lnTo>
                  <a:pt x="7419" y="3894"/>
                </a:lnTo>
                <a:lnTo>
                  <a:pt x="7324" y="3906"/>
                </a:lnTo>
                <a:lnTo>
                  <a:pt x="4395" y="3906"/>
                </a:lnTo>
                <a:lnTo>
                  <a:pt x="4287" y="3894"/>
                </a:lnTo>
                <a:lnTo>
                  <a:pt x="4109" y="3823"/>
                </a:lnTo>
                <a:lnTo>
                  <a:pt x="3978" y="3692"/>
                </a:lnTo>
                <a:lnTo>
                  <a:pt x="3906" y="3513"/>
                </a:lnTo>
                <a:lnTo>
                  <a:pt x="3906" y="3418"/>
                </a:lnTo>
                <a:lnTo>
                  <a:pt x="3906" y="1144"/>
                </a:lnTo>
                <a:lnTo>
                  <a:pt x="3906" y="1037"/>
                </a:lnTo>
                <a:lnTo>
                  <a:pt x="3978" y="870"/>
                </a:lnTo>
                <a:lnTo>
                  <a:pt x="4109" y="727"/>
                </a:lnTo>
                <a:lnTo>
                  <a:pt x="4287" y="656"/>
                </a:lnTo>
                <a:lnTo>
                  <a:pt x="4883" y="656"/>
                </a:lnTo>
                <a:lnTo>
                  <a:pt x="4883" y="1632"/>
                </a:lnTo>
                <a:lnTo>
                  <a:pt x="4883" y="1763"/>
                </a:lnTo>
                <a:lnTo>
                  <a:pt x="4990" y="1989"/>
                </a:lnTo>
                <a:lnTo>
                  <a:pt x="5157" y="2168"/>
                </a:lnTo>
                <a:lnTo>
                  <a:pt x="5395" y="2275"/>
                </a:lnTo>
                <a:lnTo>
                  <a:pt x="6312" y="2275"/>
                </a:lnTo>
                <a:lnTo>
                  <a:pt x="6550" y="2168"/>
                </a:lnTo>
                <a:lnTo>
                  <a:pt x="6728" y="1989"/>
                </a:lnTo>
                <a:lnTo>
                  <a:pt x="6824" y="1763"/>
                </a:lnTo>
                <a:lnTo>
                  <a:pt x="6835" y="1632"/>
                </a:lnTo>
                <a:lnTo>
                  <a:pt x="6835" y="656"/>
                </a:lnTo>
                <a:close/>
                <a:moveTo>
                  <a:pt x="4395" y="1"/>
                </a:moveTo>
                <a:lnTo>
                  <a:pt x="4156" y="13"/>
                </a:lnTo>
                <a:lnTo>
                  <a:pt x="3752" y="191"/>
                </a:lnTo>
                <a:lnTo>
                  <a:pt x="3442" y="501"/>
                </a:lnTo>
                <a:lnTo>
                  <a:pt x="3263" y="906"/>
                </a:lnTo>
                <a:lnTo>
                  <a:pt x="3252" y="1144"/>
                </a:lnTo>
                <a:lnTo>
                  <a:pt x="3252" y="3418"/>
                </a:lnTo>
                <a:lnTo>
                  <a:pt x="3263" y="3656"/>
                </a:lnTo>
                <a:lnTo>
                  <a:pt x="3442" y="4061"/>
                </a:lnTo>
                <a:lnTo>
                  <a:pt x="3752" y="4371"/>
                </a:lnTo>
                <a:lnTo>
                  <a:pt x="4156" y="4537"/>
                </a:lnTo>
                <a:lnTo>
                  <a:pt x="4395" y="4561"/>
                </a:lnTo>
                <a:lnTo>
                  <a:pt x="7324" y="4561"/>
                </a:lnTo>
                <a:lnTo>
                  <a:pt x="7550" y="4537"/>
                </a:lnTo>
                <a:lnTo>
                  <a:pt x="7967" y="4371"/>
                </a:lnTo>
                <a:lnTo>
                  <a:pt x="8276" y="4061"/>
                </a:lnTo>
                <a:lnTo>
                  <a:pt x="8443" y="3644"/>
                </a:lnTo>
                <a:lnTo>
                  <a:pt x="8467" y="3418"/>
                </a:lnTo>
                <a:lnTo>
                  <a:pt x="8467" y="1144"/>
                </a:lnTo>
                <a:lnTo>
                  <a:pt x="8443" y="906"/>
                </a:lnTo>
                <a:lnTo>
                  <a:pt x="8276" y="501"/>
                </a:lnTo>
                <a:lnTo>
                  <a:pt x="7967" y="191"/>
                </a:lnTo>
                <a:lnTo>
                  <a:pt x="7550" y="13"/>
                </a:lnTo>
                <a:lnTo>
                  <a:pt x="7324" y="1"/>
                </a:lnTo>
                <a:close/>
                <a:moveTo>
                  <a:pt x="2930" y="6514"/>
                </a:moveTo>
                <a:lnTo>
                  <a:pt x="2930" y="7490"/>
                </a:lnTo>
                <a:lnTo>
                  <a:pt x="2275" y="7490"/>
                </a:lnTo>
                <a:lnTo>
                  <a:pt x="2275" y="6514"/>
                </a:lnTo>
                <a:close/>
                <a:moveTo>
                  <a:pt x="9443" y="6514"/>
                </a:moveTo>
                <a:lnTo>
                  <a:pt x="9443" y="7490"/>
                </a:lnTo>
                <a:lnTo>
                  <a:pt x="8788" y="7490"/>
                </a:lnTo>
                <a:lnTo>
                  <a:pt x="8788" y="6514"/>
                </a:lnTo>
                <a:close/>
                <a:moveTo>
                  <a:pt x="4168" y="6514"/>
                </a:moveTo>
                <a:lnTo>
                  <a:pt x="4335" y="6597"/>
                </a:lnTo>
                <a:lnTo>
                  <a:pt x="4466" y="6728"/>
                </a:lnTo>
                <a:lnTo>
                  <a:pt x="4549" y="6895"/>
                </a:lnTo>
                <a:lnTo>
                  <a:pt x="4549" y="7002"/>
                </a:lnTo>
                <a:lnTo>
                  <a:pt x="4549" y="9276"/>
                </a:lnTo>
                <a:lnTo>
                  <a:pt x="4549" y="9383"/>
                </a:lnTo>
                <a:lnTo>
                  <a:pt x="4466" y="9550"/>
                </a:lnTo>
                <a:lnTo>
                  <a:pt x="4335" y="9681"/>
                </a:lnTo>
                <a:lnTo>
                  <a:pt x="4168" y="9764"/>
                </a:lnTo>
                <a:lnTo>
                  <a:pt x="1037" y="9764"/>
                </a:lnTo>
                <a:lnTo>
                  <a:pt x="858" y="9681"/>
                </a:lnTo>
                <a:lnTo>
                  <a:pt x="727" y="9550"/>
                </a:lnTo>
                <a:lnTo>
                  <a:pt x="656" y="9383"/>
                </a:lnTo>
                <a:lnTo>
                  <a:pt x="644" y="9276"/>
                </a:lnTo>
                <a:lnTo>
                  <a:pt x="644" y="7002"/>
                </a:lnTo>
                <a:lnTo>
                  <a:pt x="656" y="6895"/>
                </a:lnTo>
                <a:lnTo>
                  <a:pt x="727" y="6728"/>
                </a:lnTo>
                <a:lnTo>
                  <a:pt x="858" y="6597"/>
                </a:lnTo>
                <a:lnTo>
                  <a:pt x="1037" y="6514"/>
                </a:lnTo>
                <a:lnTo>
                  <a:pt x="1620" y="6514"/>
                </a:lnTo>
                <a:lnTo>
                  <a:pt x="1620" y="7490"/>
                </a:lnTo>
                <a:lnTo>
                  <a:pt x="1632" y="7621"/>
                </a:lnTo>
                <a:lnTo>
                  <a:pt x="1727" y="7859"/>
                </a:lnTo>
                <a:lnTo>
                  <a:pt x="1906" y="8026"/>
                </a:lnTo>
                <a:lnTo>
                  <a:pt x="2144" y="8133"/>
                </a:lnTo>
                <a:lnTo>
                  <a:pt x="2275" y="8145"/>
                </a:lnTo>
                <a:lnTo>
                  <a:pt x="2930" y="8145"/>
                </a:lnTo>
                <a:lnTo>
                  <a:pt x="3061" y="8133"/>
                </a:lnTo>
                <a:lnTo>
                  <a:pt x="3287" y="8026"/>
                </a:lnTo>
                <a:lnTo>
                  <a:pt x="3466" y="7859"/>
                </a:lnTo>
                <a:lnTo>
                  <a:pt x="3573" y="7621"/>
                </a:lnTo>
                <a:lnTo>
                  <a:pt x="3573" y="7490"/>
                </a:lnTo>
                <a:lnTo>
                  <a:pt x="3573" y="6514"/>
                </a:lnTo>
                <a:close/>
                <a:moveTo>
                  <a:pt x="10681" y="6514"/>
                </a:moveTo>
                <a:lnTo>
                  <a:pt x="10848" y="6597"/>
                </a:lnTo>
                <a:lnTo>
                  <a:pt x="10979" y="6728"/>
                </a:lnTo>
                <a:lnTo>
                  <a:pt x="11062" y="6895"/>
                </a:lnTo>
                <a:lnTo>
                  <a:pt x="11062" y="7002"/>
                </a:lnTo>
                <a:lnTo>
                  <a:pt x="11062" y="9276"/>
                </a:lnTo>
                <a:lnTo>
                  <a:pt x="11062" y="9383"/>
                </a:lnTo>
                <a:lnTo>
                  <a:pt x="10979" y="9550"/>
                </a:lnTo>
                <a:lnTo>
                  <a:pt x="10848" y="9681"/>
                </a:lnTo>
                <a:lnTo>
                  <a:pt x="10681" y="9764"/>
                </a:lnTo>
                <a:lnTo>
                  <a:pt x="7550" y="9764"/>
                </a:lnTo>
                <a:lnTo>
                  <a:pt x="7371" y="9681"/>
                </a:lnTo>
                <a:lnTo>
                  <a:pt x="7240" y="9550"/>
                </a:lnTo>
                <a:lnTo>
                  <a:pt x="7169" y="9383"/>
                </a:lnTo>
                <a:lnTo>
                  <a:pt x="7157" y="9276"/>
                </a:lnTo>
                <a:lnTo>
                  <a:pt x="7157" y="7002"/>
                </a:lnTo>
                <a:lnTo>
                  <a:pt x="7169" y="6895"/>
                </a:lnTo>
                <a:lnTo>
                  <a:pt x="7240" y="6728"/>
                </a:lnTo>
                <a:lnTo>
                  <a:pt x="7371" y="6597"/>
                </a:lnTo>
                <a:lnTo>
                  <a:pt x="7550" y="6514"/>
                </a:lnTo>
                <a:lnTo>
                  <a:pt x="8133" y="6514"/>
                </a:lnTo>
                <a:lnTo>
                  <a:pt x="8133" y="7490"/>
                </a:lnTo>
                <a:lnTo>
                  <a:pt x="8145" y="7621"/>
                </a:lnTo>
                <a:lnTo>
                  <a:pt x="8240" y="7859"/>
                </a:lnTo>
                <a:lnTo>
                  <a:pt x="8419" y="8038"/>
                </a:lnTo>
                <a:lnTo>
                  <a:pt x="8657" y="8133"/>
                </a:lnTo>
                <a:lnTo>
                  <a:pt x="8788" y="8145"/>
                </a:lnTo>
                <a:lnTo>
                  <a:pt x="9443" y="8145"/>
                </a:lnTo>
                <a:lnTo>
                  <a:pt x="9574" y="8133"/>
                </a:lnTo>
                <a:lnTo>
                  <a:pt x="9800" y="8038"/>
                </a:lnTo>
                <a:lnTo>
                  <a:pt x="9979" y="7859"/>
                </a:lnTo>
                <a:lnTo>
                  <a:pt x="10074" y="7621"/>
                </a:lnTo>
                <a:lnTo>
                  <a:pt x="10086" y="7490"/>
                </a:lnTo>
                <a:lnTo>
                  <a:pt x="10086" y="6514"/>
                </a:lnTo>
                <a:close/>
                <a:moveTo>
                  <a:pt x="1132" y="5859"/>
                </a:moveTo>
                <a:lnTo>
                  <a:pt x="906" y="5871"/>
                </a:lnTo>
                <a:lnTo>
                  <a:pt x="489" y="6049"/>
                </a:lnTo>
                <a:lnTo>
                  <a:pt x="180" y="6359"/>
                </a:lnTo>
                <a:lnTo>
                  <a:pt x="13" y="6764"/>
                </a:lnTo>
                <a:lnTo>
                  <a:pt x="1" y="7002"/>
                </a:lnTo>
                <a:lnTo>
                  <a:pt x="1" y="9276"/>
                </a:lnTo>
                <a:lnTo>
                  <a:pt x="13" y="9514"/>
                </a:lnTo>
                <a:lnTo>
                  <a:pt x="180" y="9919"/>
                </a:lnTo>
                <a:lnTo>
                  <a:pt x="489" y="10229"/>
                </a:lnTo>
                <a:lnTo>
                  <a:pt x="906" y="10407"/>
                </a:lnTo>
                <a:lnTo>
                  <a:pt x="1132" y="10419"/>
                </a:lnTo>
                <a:lnTo>
                  <a:pt x="4061" y="10419"/>
                </a:lnTo>
                <a:lnTo>
                  <a:pt x="4299" y="10407"/>
                </a:lnTo>
                <a:lnTo>
                  <a:pt x="4704" y="10229"/>
                </a:lnTo>
                <a:lnTo>
                  <a:pt x="5014" y="9919"/>
                </a:lnTo>
                <a:lnTo>
                  <a:pt x="5192" y="9514"/>
                </a:lnTo>
                <a:lnTo>
                  <a:pt x="5204" y="9276"/>
                </a:lnTo>
                <a:lnTo>
                  <a:pt x="5204" y="7002"/>
                </a:lnTo>
                <a:lnTo>
                  <a:pt x="5192" y="6764"/>
                </a:lnTo>
                <a:lnTo>
                  <a:pt x="5014" y="6359"/>
                </a:lnTo>
                <a:lnTo>
                  <a:pt x="4704" y="6049"/>
                </a:lnTo>
                <a:lnTo>
                  <a:pt x="4299" y="5871"/>
                </a:lnTo>
                <a:lnTo>
                  <a:pt x="4061" y="5859"/>
                </a:lnTo>
                <a:close/>
                <a:moveTo>
                  <a:pt x="7645" y="5859"/>
                </a:moveTo>
                <a:lnTo>
                  <a:pt x="7419" y="5871"/>
                </a:lnTo>
                <a:lnTo>
                  <a:pt x="7002" y="6049"/>
                </a:lnTo>
                <a:lnTo>
                  <a:pt x="6693" y="6359"/>
                </a:lnTo>
                <a:lnTo>
                  <a:pt x="6526" y="6764"/>
                </a:lnTo>
                <a:lnTo>
                  <a:pt x="6502" y="7002"/>
                </a:lnTo>
                <a:lnTo>
                  <a:pt x="6502" y="9276"/>
                </a:lnTo>
                <a:lnTo>
                  <a:pt x="6526" y="9514"/>
                </a:lnTo>
                <a:lnTo>
                  <a:pt x="6693" y="9919"/>
                </a:lnTo>
                <a:lnTo>
                  <a:pt x="7002" y="10229"/>
                </a:lnTo>
                <a:lnTo>
                  <a:pt x="7419" y="10407"/>
                </a:lnTo>
                <a:lnTo>
                  <a:pt x="7645" y="10419"/>
                </a:lnTo>
                <a:lnTo>
                  <a:pt x="10574" y="10419"/>
                </a:lnTo>
                <a:lnTo>
                  <a:pt x="10812" y="10407"/>
                </a:lnTo>
                <a:lnTo>
                  <a:pt x="11217" y="10229"/>
                </a:lnTo>
                <a:lnTo>
                  <a:pt x="11527" y="9919"/>
                </a:lnTo>
                <a:lnTo>
                  <a:pt x="11705" y="9514"/>
                </a:lnTo>
                <a:lnTo>
                  <a:pt x="11717" y="9276"/>
                </a:lnTo>
                <a:lnTo>
                  <a:pt x="11717" y="7002"/>
                </a:lnTo>
                <a:lnTo>
                  <a:pt x="11705" y="6764"/>
                </a:lnTo>
                <a:lnTo>
                  <a:pt x="11527" y="6359"/>
                </a:lnTo>
                <a:lnTo>
                  <a:pt x="11217" y="6049"/>
                </a:lnTo>
                <a:lnTo>
                  <a:pt x="10812" y="5871"/>
                </a:lnTo>
                <a:lnTo>
                  <a:pt x="10574" y="5859"/>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2" name="Google Shape;2992;p173"/>
          <p:cNvSpPr/>
          <p:nvPr/>
        </p:nvSpPr>
        <p:spPr>
          <a:xfrm>
            <a:off x="4459535" y="5725599"/>
            <a:ext cx="565726" cy="565780"/>
          </a:xfrm>
          <a:custGeom>
            <a:rect b="b" l="l" r="r" t="t"/>
            <a:pathLst>
              <a:path extrusionOk="0" h="10420" w="10419">
                <a:moveTo>
                  <a:pt x="3882" y="656"/>
                </a:moveTo>
                <a:lnTo>
                  <a:pt x="4084" y="668"/>
                </a:lnTo>
                <a:lnTo>
                  <a:pt x="4442" y="810"/>
                </a:lnTo>
                <a:lnTo>
                  <a:pt x="4703" y="1084"/>
                </a:lnTo>
                <a:lnTo>
                  <a:pt x="4846" y="1430"/>
                </a:lnTo>
                <a:lnTo>
                  <a:pt x="4858" y="1632"/>
                </a:lnTo>
                <a:lnTo>
                  <a:pt x="4858" y="8788"/>
                </a:lnTo>
                <a:lnTo>
                  <a:pt x="4846" y="8990"/>
                </a:lnTo>
                <a:lnTo>
                  <a:pt x="4703" y="9348"/>
                </a:lnTo>
                <a:lnTo>
                  <a:pt x="4442" y="9610"/>
                </a:lnTo>
                <a:lnTo>
                  <a:pt x="4084" y="9752"/>
                </a:lnTo>
                <a:lnTo>
                  <a:pt x="3882" y="9764"/>
                </a:lnTo>
                <a:lnTo>
                  <a:pt x="3739" y="9764"/>
                </a:lnTo>
                <a:lnTo>
                  <a:pt x="3465" y="9669"/>
                </a:lnTo>
                <a:lnTo>
                  <a:pt x="3227" y="9502"/>
                </a:lnTo>
                <a:lnTo>
                  <a:pt x="3048" y="9276"/>
                </a:lnTo>
                <a:lnTo>
                  <a:pt x="2989" y="9145"/>
                </a:lnTo>
                <a:lnTo>
                  <a:pt x="2894" y="8871"/>
                </a:lnTo>
                <a:lnTo>
                  <a:pt x="2632" y="8943"/>
                </a:lnTo>
                <a:lnTo>
                  <a:pt x="2536" y="8955"/>
                </a:lnTo>
                <a:lnTo>
                  <a:pt x="2417" y="8955"/>
                </a:lnTo>
                <a:lnTo>
                  <a:pt x="2191" y="8943"/>
                </a:lnTo>
                <a:lnTo>
                  <a:pt x="1786" y="8764"/>
                </a:lnTo>
                <a:lnTo>
                  <a:pt x="1477" y="8455"/>
                </a:lnTo>
                <a:lnTo>
                  <a:pt x="1298" y="8050"/>
                </a:lnTo>
                <a:lnTo>
                  <a:pt x="1286" y="7812"/>
                </a:lnTo>
                <a:lnTo>
                  <a:pt x="1310" y="7585"/>
                </a:lnTo>
                <a:lnTo>
                  <a:pt x="1393" y="7371"/>
                </a:lnTo>
                <a:lnTo>
                  <a:pt x="1501" y="7109"/>
                </a:lnTo>
                <a:lnTo>
                  <a:pt x="1262" y="6966"/>
                </a:lnTo>
                <a:lnTo>
                  <a:pt x="1131" y="6871"/>
                </a:lnTo>
                <a:lnTo>
                  <a:pt x="893" y="6645"/>
                </a:lnTo>
                <a:lnTo>
                  <a:pt x="727" y="6359"/>
                </a:lnTo>
                <a:lnTo>
                  <a:pt x="643" y="6038"/>
                </a:lnTo>
                <a:lnTo>
                  <a:pt x="631" y="5859"/>
                </a:lnTo>
                <a:lnTo>
                  <a:pt x="631" y="5716"/>
                </a:lnTo>
                <a:lnTo>
                  <a:pt x="703" y="5442"/>
                </a:lnTo>
                <a:lnTo>
                  <a:pt x="893" y="5073"/>
                </a:lnTo>
                <a:lnTo>
                  <a:pt x="1096" y="4883"/>
                </a:lnTo>
                <a:lnTo>
                  <a:pt x="1251" y="4728"/>
                </a:lnTo>
                <a:lnTo>
                  <a:pt x="1191" y="4513"/>
                </a:lnTo>
                <a:lnTo>
                  <a:pt x="1131" y="4394"/>
                </a:lnTo>
                <a:lnTo>
                  <a:pt x="1120" y="4228"/>
                </a:lnTo>
                <a:lnTo>
                  <a:pt x="1131" y="4073"/>
                </a:lnTo>
                <a:lnTo>
                  <a:pt x="1227" y="3799"/>
                </a:lnTo>
                <a:lnTo>
                  <a:pt x="1393" y="3561"/>
                </a:lnTo>
                <a:lnTo>
                  <a:pt x="1632" y="3382"/>
                </a:lnTo>
                <a:lnTo>
                  <a:pt x="1763" y="3323"/>
                </a:lnTo>
                <a:lnTo>
                  <a:pt x="2024" y="3216"/>
                </a:lnTo>
                <a:lnTo>
                  <a:pt x="1965" y="2954"/>
                </a:lnTo>
                <a:lnTo>
                  <a:pt x="1953" y="2858"/>
                </a:lnTo>
                <a:lnTo>
                  <a:pt x="1953" y="2763"/>
                </a:lnTo>
                <a:lnTo>
                  <a:pt x="1953" y="2596"/>
                </a:lnTo>
                <a:lnTo>
                  <a:pt x="2072" y="2287"/>
                </a:lnTo>
                <a:lnTo>
                  <a:pt x="2263" y="2049"/>
                </a:lnTo>
                <a:lnTo>
                  <a:pt x="2525" y="1870"/>
                </a:lnTo>
                <a:lnTo>
                  <a:pt x="2691" y="1823"/>
                </a:lnTo>
                <a:lnTo>
                  <a:pt x="2906" y="1763"/>
                </a:lnTo>
                <a:lnTo>
                  <a:pt x="2929" y="1537"/>
                </a:lnTo>
                <a:lnTo>
                  <a:pt x="2965" y="1358"/>
                </a:lnTo>
                <a:lnTo>
                  <a:pt x="3120" y="1037"/>
                </a:lnTo>
                <a:lnTo>
                  <a:pt x="3382" y="799"/>
                </a:lnTo>
                <a:lnTo>
                  <a:pt x="3703" y="668"/>
                </a:lnTo>
                <a:lnTo>
                  <a:pt x="3882" y="656"/>
                </a:lnTo>
                <a:close/>
                <a:moveTo>
                  <a:pt x="6490" y="632"/>
                </a:moveTo>
                <a:lnTo>
                  <a:pt x="6680" y="644"/>
                </a:lnTo>
                <a:lnTo>
                  <a:pt x="7013" y="775"/>
                </a:lnTo>
                <a:lnTo>
                  <a:pt x="7287" y="1025"/>
                </a:lnTo>
                <a:lnTo>
                  <a:pt x="7454" y="1346"/>
                </a:lnTo>
                <a:lnTo>
                  <a:pt x="7478" y="1537"/>
                </a:lnTo>
                <a:lnTo>
                  <a:pt x="7502" y="1763"/>
                </a:lnTo>
                <a:lnTo>
                  <a:pt x="7728" y="1823"/>
                </a:lnTo>
                <a:lnTo>
                  <a:pt x="7883" y="1870"/>
                </a:lnTo>
                <a:lnTo>
                  <a:pt x="8145" y="2037"/>
                </a:lnTo>
                <a:lnTo>
                  <a:pt x="8347" y="2287"/>
                </a:lnTo>
                <a:lnTo>
                  <a:pt x="8454" y="2585"/>
                </a:lnTo>
                <a:lnTo>
                  <a:pt x="8454" y="2751"/>
                </a:lnTo>
                <a:lnTo>
                  <a:pt x="8454" y="2858"/>
                </a:lnTo>
                <a:lnTo>
                  <a:pt x="8442" y="2954"/>
                </a:lnTo>
                <a:lnTo>
                  <a:pt x="8395" y="3216"/>
                </a:lnTo>
                <a:lnTo>
                  <a:pt x="8645" y="3311"/>
                </a:lnTo>
                <a:lnTo>
                  <a:pt x="8776" y="3370"/>
                </a:lnTo>
                <a:lnTo>
                  <a:pt x="9014" y="3549"/>
                </a:lnTo>
                <a:lnTo>
                  <a:pt x="9180" y="3787"/>
                </a:lnTo>
                <a:lnTo>
                  <a:pt x="9264" y="4061"/>
                </a:lnTo>
                <a:lnTo>
                  <a:pt x="9276" y="4216"/>
                </a:lnTo>
                <a:lnTo>
                  <a:pt x="9264" y="4382"/>
                </a:lnTo>
                <a:lnTo>
                  <a:pt x="9228" y="4513"/>
                </a:lnTo>
                <a:lnTo>
                  <a:pt x="9157" y="4716"/>
                </a:lnTo>
                <a:lnTo>
                  <a:pt x="9323" y="4883"/>
                </a:lnTo>
                <a:lnTo>
                  <a:pt x="9514" y="5073"/>
                </a:lnTo>
                <a:lnTo>
                  <a:pt x="9692" y="5430"/>
                </a:lnTo>
                <a:lnTo>
                  <a:pt x="9752" y="5704"/>
                </a:lnTo>
                <a:lnTo>
                  <a:pt x="9764" y="5835"/>
                </a:lnTo>
                <a:lnTo>
                  <a:pt x="9752" y="6014"/>
                </a:lnTo>
                <a:lnTo>
                  <a:pt x="9669" y="6347"/>
                </a:lnTo>
                <a:lnTo>
                  <a:pt x="9502" y="6633"/>
                </a:lnTo>
                <a:lnTo>
                  <a:pt x="9276" y="6871"/>
                </a:lnTo>
                <a:lnTo>
                  <a:pt x="9145" y="6966"/>
                </a:lnTo>
                <a:lnTo>
                  <a:pt x="8907" y="7109"/>
                </a:lnTo>
                <a:lnTo>
                  <a:pt x="9026" y="7371"/>
                </a:lnTo>
                <a:lnTo>
                  <a:pt x="9097" y="7573"/>
                </a:lnTo>
                <a:lnTo>
                  <a:pt x="9109" y="7812"/>
                </a:lnTo>
                <a:lnTo>
                  <a:pt x="9097" y="8050"/>
                </a:lnTo>
                <a:lnTo>
                  <a:pt x="8918" y="8455"/>
                </a:lnTo>
                <a:lnTo>
                  <a:pt x="8609" y="8764"/>
                </a:lnTo>
                <a:lnTo>
                  <a:pt x="8204" y="8931"/>
                </a:lnTo>
                <a:lnTo>
                  <a:pt x="7966" y="8955"/>
                </a:lnTo>
                <a:lnTo>
                  <a:pt x="7871" y="8955"/>
                </a:lnTo>
                <a:lnTo>
                  <a:pt x="7775" y="8931"/>
                </a:lnTo>
                <a:lnTo>
                  <a:pt x="7513" y="8871"/>
                </a:lnTo>
                <a:lnTo>
                  <a:pt x="7418" y="9145"/>
                </a:lnTo>
                <a:lnTo>
                  <a:pt x="7359" y="9276"/>
                </a:lnTo>
                <a:lnTo>
                  <a:pt x="7180" y="9502"/>
                </a:lnTo>
                <a:lnTo>
                  <a:pt x="6942" y="9669"/>
                </a:lnTo>
                <a:lnTo>
                  <a:pt x="6656" y="9752"/>
                </a:lnTo>
                <a:lnTo>
                  <a:pt x="6501" y="9764"/>
                </a:lnTo>
                <a:lnTo>
                  <a:pt x="6311" y="9752"/>
                </a:lnTo>
                <a:lnTo>
                  <a:pt x="5954" y="9610"/>
                </a:lnTo>
                <a:lnTo>
                  <a:pt x="5692" y="9336"/>
                </a:lnTo>
                <a:lnTo>
                  <a:pt x="5549" y="8990"/>
                </a:lnTo>
                <a:lnTo>
                  <a:pt x="5525" y="8788"/>
                </a:lnTo>
                <a:lnTo>
                  <a:pt x="5513" y="1608"/>
                </a:lnTo>
                <a:lnTo>
                  <a:pt x="5525" y="1418"/>
                </a:lnTo>
                <a:lnTo>
                  <a:pt x="5680" y="1060"/>
                </a:lnTo>
                <a:lnTo>
                  <a:pt x="5954" y="799"/>
                </a:lnTo>
                <a:lnTo>
                  <a:pt x="6299" y="644"/>
                </a:lnTo>
                <a:lnTo>
                  <a:pt x="6490" y="632"/>
                </a:lnTo>
                <a:close/>
                <a:moveTo>
                  <a:pt x="3906" y="1"/>
                </a:moveTo>
                <a:lnTo>
                  <a:pt x="3620" y="13"/>
                </a:lnTo>
                <a:lnTo>
                  <a:pt x="3096" y="203"/>
                </a:lnTo>
                <a:lnTo>
                  <a:pt x="2679" y="537"/>
                </a:lnTo>
                <a:lnTo>
                  <a:pt x="2394" y="989"/>
                </a:lnTo>
                <a:lnTo>
                  <a:pt x="2322" y="1263"/>
                </a:lnTo>
                <a:lnTo>
                  <a:pt x="2096" y="1358"/>
                </a:lnTo>
                <a:lnTo>
                  <a:pt x="1727" y="1656"/>
                </a:lnTo>
                <a:lnTo>
                  <a:pt x="1453" y="2049"/>
                </a:lnTo>
                <a:lnTo>
                  <a:pt x="1310" y="2513"/>
                </a:lnTo>
                <a:lnTo>
                  <a:pt x="1298" y="2763"/>
                </a:lnTo>
                <a:lnTo>
                  <a:pt x="1298" y="2823"/>
                </a:lnTo>
                <a:lnTo>
                  <a:pt x="1120" y="2930"/>
                </a:lnTo>
                <a:lnTo>
                  <a:pt x="822" y="3228"/>
                </a:lnTo>
                <a:lnTo>
                  <a:pt x="608" y="3597"/>
                </a:lnTo>
                <a:lnTo>
                  <a:pt x="489" y="4013"/>
                </a:lnTo>
                <a:lnTo>
                  <a:pt x="489" y="4228"/>
                </a:lnTo>
                <a:lnTo>
                  <a:pt x="489" y="4382"/>
                </a:lnTo>
                <a:lnTo>
                  <a:pt x="512" y="4525"/>
                </a:lnTo>
                <a:lnTo>
                  <a:pt x="393" y="4656"/>
                </a:lnTo>
                <a:lnTo>
                  <a:pt x="203" y="4966"/>
                </a:lnTo>
                <a:lnTo>
                  <a:pt x="72" y="5311"/>
                </a:lnTo>
                <a:lnTo>
                  <a:pt x="0" y="5668"/>
                </a:lnTo>
                <a:lnTo>
                  <a:pt x="0" y="5859"/>
                </a:lnTo>
                <a:lnTo>
                  <a:pt x="0" y="6085"/>
                </a:lnTo>
                <a:lnTo>
                  <a:pt x="96" y="6514"/>
                </a:lnTo>
                <a:lnTo>
                  <a:pt x="286" y="6895"/>
                </a:lnTo>
                <a:lnTo>
                  <a:pt x="548" y="7216"/>
                </a:lnTo>
                <a:lnTo>
                  <a:pt x="703" y="7347"/>
                </a:lnTo>
                <a:lnTo>
                  <a:pt x="655" y="7585"/>
                </a:lnTo>
                <a:lnTo>
                  <a:pt x="643" y="7812"/>
                </a:lnTo>
                <a:lnTo>
                  <a:pt x="655" y="8002"/>
                </a:lnTo>
                <a:lnTo>
                  <a:pt x="727" y="8347"/>
                </a:lnTo>
                <a:lnTo>
                  <a:pt x="858" y="8669"/>
                </a:lnTo>
                <a:lnTo>
                  <a:pt x="1048" y="8955"/>
                </a:lnTo>
                <a:lnTo>
                  <a:pt x="1298" y="9193"/>
                </a:lnTo>
                <a:lnTo>
                  <a:pt x="1584" y="9395"/>
                </a:lnTo>
                <a:lnTo>
                  <a:pt x="1905" y="9526"/>
                </a:lnTo>
                <a:lnTo>
                  <a:pt x="2251" y="9598"/>
                </a:lnTo>
                <a:lnTo>
                  <a:pt x="2441" y="9610"/>
                </a:lnTo>
                <a:lnTo>
                  <a:pt x="2465" y="9598"/>
                </a:lnTo>
                <a:lnTo>
                  <a:pt x="2489" y="9586"/>
                </a:lnTo>
                <a:lnTo>
                  <a:pt x="2608" y="9764"/>
                </a:lnTo>
                <a:lnTo>
                  <a:pt x="2894" y="10074"/>
                </a:lnTo>
                <a:lnTo>
                  <a:pt x="3263" y="10288"/>
                </a:lnTo>
                <a:lnTo>
                  <a:pt x="3680" y="10407"/>
                </a:lnTo>
                <a:lnTo>
                  <a:pt x="3906" y="10419"/>
                </a:lnTo>
                <a:lnTo>
                  <a:pt x="4096" y="10407"/>
                </a:lnTo>
                <a:lnTo>
                  <a:pt x="4465" y="10324"/>
                </a:lnTo>
                <a:lnTo>
                  <a:pt x="4799" y="10145"/>
                </a:lnTo>
                <a:lnTo>
                  <a:pt x="5085" y="9907"/>
                </a:lnTo>
                <a:lnTo>
                  <a:pt x="5204" y="9764"/>
                </a:lnTo>
                <a:lnTo>
                  <a:pt x="5323" y="9907"/>
                </a:lnTo>
                <a:lnTo>
                  <a:pt x="5608" y="10145"/>
                </a:lnTo>
                <a:lnTo>
                  <a:pt x="5942" y="10324"/>
                </a:lnTo>
                <a:lnTo>
                  <a:pt x="6311" y="10407"/>
                </a:lnTo>
                <a:lnTo>
                  <a:pt x="6501" y="10419"/>
                </a:lnTo>
                <a:lnTo>
                  <a:pt x="6728" y="10407"/>
                </a:lnTo>
                <a:lnTo>
                  <a:pt x="7144" y="10288"/>
                </a:lnTo>
                <a:lnTo>
                  <a:pt x="7502" y="10074"/>
                </a:lnTo>
                <a:lnTo>
                  <a:pt x="7799" y="9764"/>
                </a:lnTo>
                <a:lnTo>
                  <a:pt x="7918" y="9586"/>
                </a:lnTo>
                <a:lnTo>
                  <a:pt x="7942" y="9598"/>
                </a:lnTo>
                <a:lnTo>
                  <a:pt x="7966" y="9610"/>
                </a:lnTo>
                <a:lnTo>
                  <a:pt x="8156" y="9598"/>
                </a:lnTo>
                <a:lnTo>
                  <a:pt x="8502" y="9526"/>
                </a:lnTo>
                <a:lnTo>
                  <a:pt x="8823" y="9395"/>
                </a:lnTo>
                <a:lnTo>
                  <a:pt x="9109" y="9193"/>
                </a:lnTo>
                <a:lnTo>
                  <a:pt x="9359" y="8955"/>
                </a:lnTo>
                <a:lnTo>
                  <a:pt x="9550" y="8669"/>
                </a:lnTo>
                <a:lnTo>
                  <a:pt x="9681" y="8347"/>
                </a:lnTo>
                <a:lnTo>
                  <a:pt x="9752" y="8002"/>
                </a:lnTo>
                <a:lnTo>
                  <a:pt x="9764" y="7812"/>
                </a:lnTo>
                <a:lnTo>
                  <a:pt x="9752" y="7585"/>
                </a:lnTo>
                <a:lnTo>
                  <a:pt x="9704" y="7347"/>
                </a:lnTo>
                <a:lnTo>
                  <a:pt x="9859" y="7216"/>
                </a:lnTo>
                <a:lnTo>
                  <a:pt x="10121" y="6895"/>
                </a:lnTo>
                <a:lnTo>
                  <a:pt x="10312" y="6514"/>
                </a:lnTo>
                <a:lnTo>
                  <a:pt x="10407" y="6085"/>
                </a:lnTo>
                <a:lnTo>
                  <a:pt x="10419" y="5859"/>
                </a:lnTo>
                <a:lnTo>
                  <a:pt x="10407" y="5668"/>
                </a:lnTo>
                <a:lnTo>
                  <a:pt x="10335" y="5311"/>
                </a:lnTo>
                <a:lnTo>
                  <a:pt x="10204" y="4966"/>
                </a:lnTo>
                <a:lnTo>
                  <a:pt x="10014" y="4656"/>
                </a:lnTo>
                <a:lnTo>
                  <a:pt x="9895" y="4525"/>
                </a:lnTo>
                <a:lnTo>
                  <a:pt x="9919" y="4382"/>
                </a:lnTo>
                <a:lnTo>
                  <a:pt x="9931" y="4228"/>
                </a:lnTo>
                <a:lnTo>
                  <a:pt x="9919" y="4013"/>
                </a:lnTo>
                <a:lnTo>
                  <a:pt x="9800" y="3597"/>
                </a:lnTo>
                <a:lnTo>
                  <a:pt x="9585" y="3228"/>
                </a:lnTo>
                <a:lnTo>
                  <a:pt x="9276" y="2942"/>
                </a:lnTo>
                <a:lnTo>
                  <a:pt x="9097" y="2823"/>
                </a:lnTo>
                <a:lnTo>
                  <a:pt x="9097" y="2799"/>
                </a:lnTo>
                <a:lnTo>
                  <a:pt x="9109" y="2763"/>
                </a:lnTo>
                <a:lnTo>
                  <a:pt x="9097" y="2513"/>
                </a:lnTo>
                <a:lnTo>
                  <a:pt x="8954" y="2049"/>
                </a:lnTo>
                <a:lnTo>
                  <a:pt x="8680" y="1656"/>
                </a:lnTo>
                <a:lnTo>
                  <a:pt x="8311" y="1358"/>
                </a:lnTo>
                <a:lnTo>
                  <a:pt x="8097" y="1263"/>
                </a:lnTo>
                <a:lnTo>
                  <a:pt x="8014" y="989"/>
                </a:lnTo>
                <a:lnTo>
                  <a:pt x="7728" y="537"/>
                </a:lnTo>
                <a:lnTo>
                  <a:pt x="7311" y="203"/>
                </a:lnTo>
                <a:lnTo>
                  <a:pt x="6787" y="13"/>
                </a:lnTo>
                <a:lnTo>
                  <a:pt x="6501" y="1"/>
                </a:lnTo>
                <a:lnTo>
                  <a:pt x="6311" y="13"/>
                </a:lnTo>
                <a:lnTo>
                  <a:pt x="5942" y="96"/>
                </a:lnTo>
                <a:lnTo>
                  <a:pt x="5608" y="263"/>
                </a:lnTo>
                <a:lnTo>
                  <a:pt x="5323" y="501"/>
                </a:lnTo>
                <a:lnTo>
                  <a:pt x="5204" y="656"/>
                </a:lnTo>
                <a:lnTo>
                  <a:pt x="5085" y="501"/>
                </a:lnTo>
                <a:lnTo>
                  <a:pt x="4799" y="263"/>
                </a:lnTo>
                <a:lnTo>
                  <a:pt x="4465" y="96"/>
                </a:lnTo>
                <a:lnTo>
                  <a:pt x="4096" y="13"/>
                </a:lnTo>
                <a:lnTo>
                  <a:pt x="390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3" name="Google Shape;2993;p173"/>
          <p:cNvSpPr/>
          <p:nvPr/>
        </p:nvSpPr>
        <p:spPr>
          <a:xfrm>
            <a:off x="5537893" y="5725599"/>
            <a:ext cx="565780" cy="565780"/>
          </a:xfrm>
          <a:custGeom>
            <a:rect b="b" l="l" r="r" t="t"/>
            <a:pathLst>
              <a:path extrusionOk="0" h="10420" w="10420">
                <a:moveTo>
                  <a:pt x="3585" y="2608"/>
                </a:moveTo>
                <a:lnTo>
                  <a:pt x="3704" y="2620"/>
                </a:lnTo>
                <a:lnTo>
                  <a:pt x="3882" y="2799"/>
                </a:lnTo>
                <a:lnTo>
                  <a:pt x="3906" y="2930"/>
                </a:lnTo>
                <a:lnTo>
                  <a:pt x="3882" y="3061"/>
                </a:lnTo>
                <a:lnTo>
                  <a:pt x="3704" y="3239"/>
                </a:lnTo>
                <a:lnTo>
                  <a:pt x="3585" y="3251"/>
                </a:lnTo>
                <a:lnTo>
                  <a:pt x="3454" y="3239"/>
                </a:lnTo>
                <a:lnTo>
                  <a:pt x="3275" y="3061"/>
                </a:lnTo>
                <a:lnTo>
                  <a:pt x="3251" y="2930"/>
                </a:lnTo>
                <a:lnTo>
                  <a:pt x="3275" y="2799"/>
                </a:lnTo>
                <a:lnTo>
                  <a:pt x="3454" y="2620"/>
                </a:lnTo>
                <a:lnTo>
                  <a:pt x="3585" y="2608"/>
                </a:lnTo>
                <a:close/>
                <a:moveTo>
                  <a:pt x="7157" y="4228"/>
                </a:moveTo>
                <a:lnTo>
                  <a:pt x="7288" y="4251"/>
                </a:lnTo>
                <a:lnTo>
                  <a:pt x="7466" y="4430"/>
                </a:lnTo>
                <a:lnTo>
                  <a:pt x="7490" y="4561"/>
                </a:lnTo>
                <a:lnTo>
                  <a:pt x="7466" y="4692"/>
                </a:lnTo>
                <a:lnTo>
                  <a:pt x="7288" y="4871"/>
                </a:lnTo>
                <a:lnTo>
                  <a:pt x="7157" y="4883"/>
                </a:lnTo>
                <a:lnTo>
                  <a:pt x="7026" y="4871"/>
                </a:lnTo>
                <a:lnTo>
                  <a:pt x="6847" y="4692"/>
                </a:lnTo>
                <a:lnTo>
                  <a:pt x="6835" y="4561"/>
                </a:lnTo>
                <a:lnTo>
                  <a:pt x="6847" y="4430"/>
                </a:lnTo>
                <a:lnTo>
                  <a:pt x="7026" y="4251"/>
                </a:lnTo>
                <a:lnTo>
                  <a:pt x="7157" y="4228"/>
                </a:lnTo>
                <a:close/>
                <a:moveTo>
                  <a:pt x="3251" y="6835"/>
                </a:moveTo>
                <a:lnTo>
                  <a:pt x="3382" y="6859"/>
                </a:lnTo>
                <a:lnTo>
                  <a:pt x="3561" y="7038"/>
                </a:lnTo>
                <a:lnTo>
                  <a:pt x="3585" y="7169"/>
                </a:lnTo>
                <a:lnTo>
                  <a:pt x="3561" y="7288"/>
                </a:lnTo>
                <a:lnTo>
                  <a:pt x="3382" y="7466"/>
                </a:lnTo>
                <a:lnTo>
                  <a:pt x="3251" y="7490"/>
                </a:lnTo>
                <a:lnTo>
                  <a:pt x="3120" y="7466"/>
                </a:lnTo>
                <a:lnTo>
                  <a:pt x="2942" y="7288"/>
                </a:lnTo>
                <a:lnTo>
                  <a:pt x="2930" y="7169"/>
                </a:lnTo>
                <a:lnTo>
                  <a:pt x="2942" y="7038"/>
                </a:lnTo>
                <a:lnTo>
                  <a:pt x="3120" y="6859"/>
                </a:lnTo>
                <a:lnTo>
                  <a:pt x="3251" y="6835"/>
                </a:lnTo>
                <a:close/>
                <a:moveTo>
                  <a:pt x="7490" y="7157"/>
                </a:moveTo>
                <a:lnTo>
                  <a:pt x="7609" y="7181"/>
                </a:lnTo>
                <a:lnTo>
                  <a:pt x="7788" y="7359"/>
                </a:lnTo>
                <a:lnTo>
                  <a:pt x="7812" y="7490"/>
                </a:lnTo>
                <a:lnTo>
                  <a:pt x="7788" y="7621"/>
                </a:lnTo>
                <a:lnTo>
                  <a:pt x="7609" y="7800"/>
                </a:lnTo>
                <a:lnTo>
                  <a:pt x="7490" y="7812"/>
                </a:lnTo>
                <a:lnTo>
                  <a:pt x="7359" y="7800"/>
                </a:lnTo>
                <a:lnTo>
                  <a:pt x="7181" y="7621"/>
                </a:lnTo>
                <a:lnTo>
                  <a:pt x="7157" y="7490"/>
                </a:lnTo>
                <a:lnTo>
                  <a:pt x="7181" y="7359"/>
                </a:lnTo>
                <a:lnTo>
                  <a:pt x="7359" y="7181"/>
                </a:lnTo>
                <a:lnTo>
                  <a:pt x="7490" y="7157"/>
                </a:lnTo>
                <a:close/>
                <a:moveTo>
                  <a:pt x="6502" y="632"/>
                </a:moveTo>
                <a:lnTo>
                  <a:pt x="6692" y="644"/>
                </a:lnTo>
                <a:lnTo>
                  <a:pt x="7026" y="775"/>
                </a:lnTo>
                <a:lnTo>
                  <a:pt x="7288" y="1025"/>
                </a:lnTo>
                <a:lnTo>
                  <a:pt x="7454" y="1346"/>
                </a:lnTo>
                <a:lnTo>
                  <a:pt x="7478" y="1537"/>
                </a:lnTo>
                <a:lnTo>
                  <a:pt x="7502" y="1763"/>
                </a:lnTo>
                <a:lnTo>
                  <a:pt x="7728" y="1823"/>
                </a:lnTo>
                <a:lnTo>
                  <a:pt x="7883" y="1870"/>
                </a:lnTo>
                <a:lnTo>
                  <a:pt x="8145" y="2037"/>
                </a:lnTo>
                <a:lnTo>
                  <a:pt x="8347" y="2287"/>
                </a:lnTo>
                <a:lnTo>
                  <a:pt x="8455" y="2585"/>
                </a:lnTo>
                <a:lnTo>
                  <a:pt x="8466" y="2751"/>
                </a:lnTo>
                <a:lnTo>
                  <a:pt x="8455" y="2858"/>
                </a:lnTo>
                <a:lnTo>
                  <a:pt x="8443" y="2954"/>
                </a:lnTo>
                <a:lnTo>
                  <a:pt x="8395" y="3216"/>
                </a:lnTo>
                <a:lnTo>
                  <a:pt x="8645" y="3323"/>
                </a:lnTo>
                <a:lnTo>
                  <a:pt x="8788" y="3382"/>
                </a:lnTo>
                <a:lnTo>
                  <a:pt x="9014" y="3561"/>
                </a:lnTo>
                <a:lnTo>
                  <a:pt x="9181" y="3787"/>
                </a:lnTo>
                <a:lnTo>
                  <a:pt x="9264" y="4061"/>
                </a:lnTo>
                <a:lnTo>
                  <a:pt x="9276" y="4216"/>
                </a:lnTo>
                <a:lnTo>
                  <a:pt x="9264" y="4382"/>
                </a:lnTo>
                <a:lnTo>
                  <a:pt x="9229" y="4513"/>
                </a:lnTo>
                <a:lnTo>
                  <a:pt x="9157" y="4716"/>
                </a:lnTo>
                <a:lnTo>
                  <a:pt x="9324" y="4883"/>
                </a:lnTo>
                <a:lnTo>
                  <a:pt x="9514" y="5073"/>
                </a:lnTo>
                <a:lnTo>
                  <a:pt x="9693" y="5442"/>
                </a:lnTo>
                <a:lnTo>
                  <a:pt x="9764" y="5704"/>
                </a:lnTo>
                <a:lnTo>
                  <a:pt x="9764" y="5847"/>
                </a:lnTo>
                <a:lnTo>
                  <a:pt x="9752" y="6026"/>
                </a:lnTo>
                <a:lnTo>
                  <a:pt x="9669" y="6347"/>
                </a:lnTo>
                <a:lnTo>
                  <a:pt x="9502" y="6633"/>
                </a:lnTo>
                <a:lnTo>
                  <a:pt x="9276" y="6871"/>
                </a:lnTo>
                <a:lnTo>
                  <a:pt x="9145" y="6966"/>
                </a:lnTo>
                <a:lnTo>
                  <a:pt x="8907" y="7109"/>
                </a:lnTo>
                <a:lnTo>
                  <a:pt x="9026" y="7371"/>
                </a:lnTo>
                <a:lnTo>
                  <a:pt x="9098" y="7573"/>
                </a:lnTo>
                <a:lnTo>
                  <a:pt x="9109" y="7812"/>
                </a:lnTo>
                <a:lnTo>
                  <a:pt x="9098" y="8050"/>
                </a:lnTo>
                <a:lnTo>
                  <a:pt x="8919" y="8455"/>
                </a:lnTo>
                <a:lnTo>
                  <a:pt x="8609" y="8764"/>
                </a:lnTo>
                <a:lnTo>
                  <a:pt x="8205" y="8943"/>
                </a:lnTo>
                <a:lnTo>
                  <a:pt x="7966" y="8955"/>
                </a:lnTo>
                <a:lnTo>
                  <a:pt x="7871" y="8955"/>
                </a:lnTo>
                <a:lnTo>
                  <a:pt x="7776" y="8931"/>
                </a:lnTo>
                <a:lnTo>
                  <a:pt x="7514" y="8871"/>
                </a:lnTo>
                <a:lnTo>
                  <a:pt x="7419" y="9145"/>
                </a:lnTo>
                <a:lnTo>
                  <a:pt x="7359" y="9276"/>
                </a:lnTo>
                <a:lnTo>
                  <a:pt x="7181" y="9502"/>
                </a:lnTo>
                <a:lnTo>
                  <a:pt x="6942" y="9669"/>
                </a:lnTo>
                <a:lnTo>
                  <a:pt x="6657" y="9764"/>
                </a:lnTo>
                <a:lnTo>
                  <a:pt x="6514" y="9764"/>
                </a:lnTo>
                <a:lnTo>
                  <a:pt x="6311" y="9752"/>
                </a:lnTo>
                <a:lnTo>
                  <a:pt x="5954" y="9610"/>
                </a:lnTo>
                <a:lnTo>
                  <a:pt x="5692" y="9336"/>
                </a:lnTo>
                <a:lnTo>
                  <a:pt x="5549" y="8990"/>
                </a:lnTo>
                <a:lnTo>
                  <a:pt x="5537" y="8788"/>
                </a:lnTo>
                <a:lnTo>
                  <a:pt x="5537" y="7812"/>
                </a:lnTo>
                <a:lnTo>
                  <a:pt x="6740" y="7812"/>
                </a:lnTo>
                <a:lnTo>
                  <a:pt x="6788" y="7919"/>
                </a:lnTo>
                <a:lnTo>
                  <a:pt x="6942" y="8097"/>
                </a:lnTo>
                <a:lnTo>
                  <a:pt x="7133" y="8228"/>
                </a:lnTo>
                <a:lnTo>
                  <a:pt x="7359" y="8300"/>
                </a:lnTo>
                <a:lnTo>
                  <a:pt x="7490" y="8300"/>
                </a:lnTo>
                <a:lnTo>
                  <a:pt x="7657" y="8288"/>
                </a:lnTo>
                <a:lnTo>
                  <a:pt x="7943" y="8169"/>
                </a:lnTo>
                <a:lnTo>
                  <a:pt x="8169" y="7943"/>
                </a:lnTo>
                <a:lnTo>
                  <a:pt x="8288" y="7657"/>
                </a:lnTo>
                <a:lnTo>
                  <a:pt x="8300" y="7490"/>
                </a:lnTo>
                <a:lnTo>
                  <a:pt x="8288" y="7323"/>
                </a:lnTo>
                <a:lnTo>
                  <a:pt x="8169" y="7026"/>
                </a:lnTo>
                <a:lnTo>
                  <a:pt x="7943" y="6811"/>
                </a:lnTo>
                <a:lnTo>
                  <a:pt x="7657" y="6680"/>
                </a:lnTo>
                <a:lnTo>
                  <a:pt x="7359" y="6680"/>
                </a:lnTo>
                <a:lnTo>
                  <a:pt x="7133" y="6752"/>
                </a:lnTo>
                <a:lnTo>
                  <a:pt x="6942" y="6883"/>
                </a:lnTo>
                <a:lnTo>
                  <a:pt x="6788" y="7061"/>
                </a:lnTo>
                <a:lnTo>
                  <a:pt x="6740" y="7169"/>
                </a:lnTo>
                <a:lnTo>
                  <a:pt x="5537" y="7169"/>
                </a:lnTo>
                <a:lnTo>
                  <a:pt x="5526" y="7157"/>
                </a:lnTo>
                <a:lnTo>
                  <a:pt x="5526" y="3228"/>
                </a:lnTo>
                <a:lnTo>
                  <a:pt x="6502" y="3228"/>
                </a:lnTo>
                <a:lnTo>
                  <a:pt x="6633" y="3251"/>
                </a:lnTo>
                <a:lnTo>
                  <a:pt x="6811" y="3442"/>
                </a:lnTo>
                <a:lnTo>
                  <a:pt x="6835" y="3561"/>
                </a:lnTo>
                <a:lnTo>
                  <a:pt x="6835" y="3811"/>
                </a:lnTo>
                <a:lnTo>
                  <a:pt x="6728" y="3859"/>
                </a:lnTo>
                <a:lnTo>
                  <a:pt x="6549" y="4013"/>
                </a:lnTo>
                <a:lnTo>
                  <a:pt x="6419" y="4204"/>
                </a:lnTo>
                <a:lnTo>
                  <a:pt x="6347" y="4418"/>
                </a:lnTo>
                <a:lnTo>
                  <a:pt x="6347" y="4537"/>
                </a:lnTo>
                <a:lnTo>
                  <a:pt x="6359" y="4704"/>
                </a:lnTo>
                <a:lnTo>
                  <a:pt x="6478" y="5002"/>
                </a:lnTo>
                <a:lnTo>
                  <a:pt x="6704" y="5216"/>
                </a:lnTo>
                <a:lnTo>
                  <a:pt x="6990" y="5335"/>
                </a:lnTo>
                <a:lnTo>
                  <a:pt x="7157" y="5347"/>
                </a:lnTo>
                <a:lnTo>
                  <a:pt x="7323" y="5335"/>
                </a:lnTo>
                <a:lnTo>
                  <a:pt x="7621" y="5216"/>
                </a:lnTo>
                <a:lnTo>
                  <a:pt x="7835" y="5002"/>
                </a:lnTo>
                <a:lnTo>
                  <a:pt x="7966" y="4704"/>
                </a:lnTo>
                <a:lnTo>
                  <a:pt x="7966" y="4537"/>
                </a:lnTo>
                <a:lnTo>
                  <a:pt x="7966" y="4418"/>
                </a:lnTo>
                <a:lnTo>
                  <a:pt x="7895" y="4204"/>
                </a:lnTo>
                <a:lnTo>
                  <a:pt x="7764" y="4013"/>
                </a:lnTo>
                <a:lnTo>
                  <a:pt x="7585" y="3859"/>
                </a:lnTo>
                <a:lnTo>
                  <a:pt x="7478" y="3811"/>
                </a:lnTo>
                <a:lnTo>
                  <a:pt x="7478" y="3561"/>
                </a:lnTo>
                <a:lnTo>
                  <a:pt x="7466" y="3370"/>
                </a:lnTo>
                <a:lnTo>
                  <a:pt x="7323" y="3013"/>
                </a:lnTo>
                <a:lnTo>
                  <a:pt x="7061" y="2751"/>
                </a:lnTo>
                <a:lnTo>
                  <a:pt x="6704" y="2596"/>
                </a:lnTo>
                <a:lnTo>
                  <a:pt x="6502" y="2585"/>
                </a:lnTo>
                <a:lnTo>
                  <a:pt x="5526" y="2585"/>
                </a:lnTo>
                <a:lnTo>
                  <a:pt x="5526" y="1608"/>
                </a:lnTo>
                <a:lnTo>
                  <a:pt x="5549" y="1418"/>
                </a:lnTo>
                <a:lnTo>
                  <a:pt x="5692" y="1060"/>
                </a:lnTo>
                <a:lnTo>
                  <a:pt x="5954" y="799"/>
                </a:lnTo>
                <a:lnTo>
                  <a:pt x="6311" y="644"/>
                </a:lnTo>
                <a:lnTo>
                  <a:pt x="6502" y="632"/>
                </a:lnTo>
                <a:close/>
                <a:moveTo>
                  <a:pt x="3895" y="656"/>
                </a:moveTo>
                <a:lnTo>
                  <a:pt x="4097" y="668"/>
                </a:lnTo>
                <a:lnTo>
                  <a:pt x="4442" y="822"/>
                </a:lnTo>
                <a:lnTo>
                  <a:pt x="4704" y="1084"/>
                </a:lnTo>
                <a:lnTo>
                  <a:pt x="4847" y="1430"/>
                </a:lnTo>
                <a:lnTo>
                  <a:pt x="4859" y="1632"/>
                </a:lnTo>
                <a:lnTo>
                  <a:pt x="4859" y="2608"/>
                </a:lnTo>
                <a:lnTo>
                  <a:pt x="4323" y="2608"/>
                </a:lnTo>
                <a:lnTo>
                  <a:pt x="4275" y="2501"/>
                </a:lnTo>
                <a:lnTo>
                  <a:pt x="4121" y="2323"/>
                </a:lnTo>
                <a:lnTo>
                  <a:pt x="3930" y="2192"/>
                </a:lnTo>
                <a:lnTo>
                  <a:pt x="3692" y="2132"/>
                </a:lnTo>
                <a:lnTo>
                  <a:pt x="3561" y="2120"/>
                </a:lnTo>
                <a:lnTo>
                  <a:pt x="3406" y="2132"/>
                </a:lnTo>
                <a:lnTo>
                  <a:pt x="3108" y="2251"/>
                </a:lnTo>
                <a:lnTo>
                  <a:pt x="2882" y="2477"/>
                </a:lnTo>
                <a:lnTo>
                  <a:pt x="2763" y="2763"/>
                </a:lnTo>
                <a:lnTo>
                  <a:pt x="2751" y="2930"/>
                </a:lnTo>
                <a:lnTo>
                  <a:pt x="2763" y="3097"/>
                </a:lnTo>
                <a:lnTo>
                  <a:pt x="2882" y="3394"/>
                </a:lnTo>
                <a:lnTo>
                  <a:pt x="3108" y="3609"/>
                </a:lnTo>
                <a:lnTo>
                  <a:pt x="3406" y="3740"/>
                </a:lnTo>
                <a:lnTo>
                  <a:pt x="3561" y="3751"/>
                </a:lnTo>
                <a:lnTo>
                  <a:pt x="3692" y="3740"/>
                </a:lnTo>
                <a:lnTo>
                  <a:pt x="3930" y="3668"/>
                </a:lnTo>
                <a:lnTo>
                  <a:pt x="4121" y="3537"/>
                </a:lnTo>
                <a:lnTo>
                  <a:pt x="4275" y="3370"/>
                </a:lnTo>
                <a:lnTo>
                  <a:pt x="4323" y="3263"/>
                </a:lnTo>
                <a:lnTo>
                  <a:pt x="4859" y="3263"/>
                </a:lnTo>
                <a:lnTo>
                  <a:pt x="4859" y="5537"/>
                </a:lnTo>
                <a:lnTo>
                  <a:pt x="3882" y="5537"/>
                </a:lnTo>
                <a:lnTo>
                  <a:pt x="3704" y="5549"/>
                </a:lnTo>
                <a:lnTo>
                  <a:pt x="3382" y="5680"/>
                </a:lnTo>
                <a:lnTo>
                  <a:pt x="3120" y="5907"/>
                </a:lnTo>
                <a:lnTo>
                  <a:pt x="2966" y="6228"/>
                </a:lnTo>
                <a:lnTo>
                  <a:pt x="2930" y="6419"/>
                </a:lnTo>
                <a:lnTo>
                  <a:pt x="2823" y="6466"/>
                </a:lnTo>
                <a:lnTo>
                  <a:pt x="2632" y="6621"/>
                </a:lnTo>
                <a:lnTo>
                  <a:pt x="2501" y="6811"/>
                </a:lnTo>
                <a:lnTo>
                  <a:pt x="2430" y="7038"/>
                </a:lnTo>
                <a:lnTo>
                  <a:pt x="2418" y="7169"/>
                </a:lnTo>
                <a:lnTo>
                  <a:pt x="2430" y="7335"/>
                </a:lnTo>
                <a:lnTo>
                  <a:pt x="2561" y="7621"/>
                </a:lnTo>
                <a:lnTo>
                  <a:pt x="2787" y="7847"/>
                </a:lnTo>
                <a:lnTo>
                  <a:pt x="3073" y="7966"/>
                </a:lnTo>
                <a:lnTo>
                  <a:pt x="3239" y="7978"/>
                </a:lnTo>
                <a:lnTo>
                  <a:pt x="3406" y="7966"/>
                </a:lnTo>
                <a:lnTo>
                  <a:pt x="3704" y="7847"/>
                </a:lnTo>
                <a:lnTo>
                  <a:pt x="3918" y="7621"/>
                </a:lnTo>
                <a:lnTo>
                  <a:pt x="4037" y="7335"/>
                </a:lnTo>
                <a:lnTo>
                  <a:pt x="4049" y="7169"/>
                </a:lnTo>
                <a:lnTo>
                  <a:pt x="4049" y="7050"/>
                </a:lnTo>
                <a:lnTo>
                  <a:pt x="3978" y="6823"/>
                </a:lnTo>
                <a:lnTo>
                  <a:pt x="3859" y="6633"/>
                </a:lnTo>
                <a:lnTo>
                  <a:pt x="3692" y="6478"/>
                </a:lnTo>
                <a:lnTo>
                  <a:pt x="3597" y="6430"/>
                </a:lnTo>
                <a:lnTo>
                  <a:pt x="3632" y="6323"/>
                </a:lnTo>
                <a:lnTo>
                  <a:pt x="3787" y="6204"/>
                </a:lnTo>
                <a:lnTo>
                  <a:pt x="3882" y="6192"/>
                </a:lnTo>
                <a:lnTo>
                  <a:pt x="4859" y="6192"/>
                </a:lnTo>
                <a:lnTo>
                  <a:pt x="4859" y="8800"/>
                </a:lnTo>
                <a:lnTo>
                  <a:pt x="4847" y="8990"/>
                </a:lnTo>
                <a:lnTo>
                  <a:pt x="4704" y="9348"/>
                </a:lnTo>
                <a:lnTo>
                  <a:pt x="4442" y="9610"/>
                </a:lnTo>
                <a:lnTo>
                  <a:pt x="4097" y="9752"/>
                </a:lnTo>
                <a:lnTo>
                  <a:pt x="3882" y="9776"/>
                </a:lnTo>
                <a:lnTo>
                  <a:pt x="3739" y="9764"/>
                </a:lnTo>
                <a:lnTo>
                  <a:pt x="3466" y="9669"/>
                </a:lnTo>
                <a:lnTo>
                  <a:pt x="3228" y="9502"/>
                </a:lnTo>
                <a:lnTo>
                  <a:pt x="3049" y="9276"/>
                </a:lnTo>
                <a:lnTo>
                  <a:pt x="2989" y="9145"/>
                </a:lnTo>
                <a:lnTo>
                  <a:pt x="2894" y="8883"/>
                </a:lnTo>
                <a:lnTo>
                  <a:pt x="2632" y="8943"/>
                </a:lnTo>
                <a:lnTo>
                  <a:pt x="2537" y="8955"/>
                </a:lnTo>
                <a:lnTo>
                  <a:pt x="2418" y="8955"/>
                </a:lnTo>
                <a:lnTo>
                  <a:pt x="2192" y="8943"/>
                </a:lnTo>
                <a:lnTo>
                  <a:pt x="1787" y="8764"/>
                </a:lnTo>
                <a:lnTo>
                  <a:pt x="1477" y="8455"/>
                </a:lnTo>
                <a:lnTo>
                  <a:pt x="1299" y="8050"/>
                </a:lnTo>
                <a:lnTo>
                  <a:pt x="1287" y="7812"/>
                </a:lnTo>
                <a:lnTo>
                  <a:pt x="1311" y="7585"/>
                </a:lnTo>
                <a:lnTo>
                  <a:pt x="1394" y="7371"/>
                </a:lnTo>
                <a:lnTo>
                  <a:pt x="1501" y="7121"/>
                </a:lnTo>
                <a:lnTo>
                  <a:pt x="1263" y="6966"/>
                </a:lnTo>
                <a:lnTo>
                  <a:pt x="1132" y="6871"/>
                </a:lnTo>
                <a:lnTo>
                  <a:pt x="894" y="6645"/>
                </a:lnTo>
                <a:lnTo>
                  <a:pt x="727" y="6359"/>
                </a:lnTo>
                <a:lnTo>
                  <a:pt x="644" y="6038"/>
                </a:lnTo>
                <a:lnTo>
                  <a:pt x="632" y="5859"/>
                </a:lnTo>
                <a:lnTo>
                  <a:pt x="632" y="5716"/>
                </a:lnTo>
                <a:lnTo>
                  <a:pt x="703" y="5442"/>
                </a:lnTo>
                <a:lnTo>
                  <a:pt x="894" y="5073"/>
                </a:lnTo>
                <a:lnTo>
                  <a:pt x="1096" y="4883"/>
                </a:lnTo>
                <a:lnTo>
                  <a:pt x="1251" y="4728"/>
                </a:lnTo>
                <a:lnTo>
                  <a:pt x="1191" y="4525"/>
                </a:lnTo>
                <a:lnTo>
                  <a:pt x="1132" y="4394"/>
                </a:lnTo>
                <a:lnTo>
                  <a:pt x="1120" y="4228"/>
                </a:lnTo>
                <a:lnTo>
                  <a:pt x="1132" y="4085"/>
                </a:lnTo>
                <a:lnTo>
                  <a:pt x="1227" y="3799"/>
                </a:lnTo>
                <a:lnTo>
                  <a:pt x="1394" y="3561"/>
                </a:lnTo>
                <a:lnTo>
                  <a:pt x="1632" y="3382"/>
                </a:lnTo>
                <a:lnTo>
                  <a:pt x="1763" y="3323"/>
                </a:lnTo>
                <a:lnTo>
                  <a:pt x="2025" y="3228"/>
                </a:lnTo>
                <a:lnTo>
                  <a:pt x="1965" y="2954"/>
                </a:lnTo>
                <a:lnTo>
                  <a:pt x="1953" y="2858"/>
                </a:lnTo>
                <a:lnTo>
                  <a:pt x="1953" y="2763"/>
                </a:lnTo>
                <a:lnTo>
                  <a:pt x="1965" y="2596"/>
                </a:lnTo>
                <a:lnTo>
                  <a:pt x="2073" y="2299"/>
                </a:lnTo>
                <a:lnTo>
                  <a:pt x="2263" y="2049"/>
                </a:lnTo>
                <a:lnTo>
                  <a:pt x="2537" y="1870"/>
                </a:lnTo>
                <a:lnTo>
                  <a:pt x="2692" y="1823"/>
                </a:lnTo>
                <a:lnTo>
                  <a:pt x="2906" y="1763"/>
                </a:lnTo>
                <a:lnTo>
                  <a:pt x="2930" y="1537"/>
                </a:lnTo>
                <a:lnTo>
                  <a:pt x="2966" y="1358"/>
                </a:lnTo>
                <a:lnTo>
                  <a:pt x="3120" y="1037"/>
                </a:lnTo>
                <a:lnTo>
                  <a:pt x="3382" y="799"/>
                </a:lnTo>
                <a:lnTo>
                  <a:pt x="3716" y="668"/>
                </a:lnTo>
                <a:lnTo>
                  <a:pt x="3895" y="656"/>
                </a:lnTo>
                <a:close/>
                <a:moveTo>
                  <a:pt x="3906" y="1"/>
                </a:moveTo>
                <a:lnTo>
                  <a:pt x="3620" y="13"/>
                </a:lnTo>
                <a:lnTo>
                  <a:pt x="3108" y="203"/>
                </a:lnTo>
                <a:lnTo>
                  <a:pt x="2680" y="537"/>
                </a:lnTo>
                <a:lnTo>
                  <a:pt x="2394" y="989"/>
                </a:lnTo>
                <a:lnTo>
                  <a:pt x="2323" y="1263"/>
                </a:lnTo>
                <a:lnTo>
                  <a:pt x="2096" y="1358"/>
                </a:lnTo>
                <a:lnTo>
                  <a:pt x="1727" y="1656"/>
                </a:lnTo>
                <a:lnTo>
                  <a:pt x="1465" y="2049"/>
                </a:lnTo>
                <a:lnTo>
                  <a:pt x="1311" y="2513"/>
                </a:lnTo>
                <a:lnTo>
                  <a:pt x="1299" y="2763"/>
                </a:lnTo>
                <a:lnTo>
                  <a:pt x="1299" y="2823"/>
                </a:lnTo>
                <a:lnTo>
                  <a:pt x="1120" y="2930"/>
                </a:lnTo>
                <a:lnTo>
                  <a:pt x="822" y="3228"/>
                </a:lnTo>
                <a:lnTo>
                  <a:pt x="608" y="3597"/>
                </a:lnTo>
                <a:lnTo>
                  <a:pt x="501" y="4013"/>
                </a:lnTo>
                <a:lnTo>
                  <a:pt x="489" y="4228"/>
                </a:lnTo>
                <a:lnTo>
                  <a:pt x="489" y="4382"/>
                </a:lnTo>
                <a:lnTo>
                  <a:pt x="513" y="4525"/>
                </a:lnTo>
                <a:lnTo>
                  <a:pt x="394" y="4656"/>
                </a:lnTo>
                <a:lnTo>
                  <a:pt x="203" y="4966"/>
                </a:lnTo>
                <a:lnTo>
                  <a:pt x="72" y="5311"/>
                </a:lnTo>
                <a:lnTo>
                  <a:pt x="1" y="5668"/>
                </a:lnTo>
                <a:lnTo>
                  <a:pt x="1" y="5859"/>
                </a:lnTo>
                <a:lnTo>
                  <a:pt x="1" y="6085"/>
                </a:lnTo>
                <a:lnTo>
                  <a:pt x="108" y="6514"/>
                </a:lnTo>
                <a:lnTo>
                  <a:pt x="287" y="6895"/>
                </a:lnTo>
                <a:lnTo>
                  <a:pt x="548" y="7216"/>
                </a:lnTo>
                <a:lnTo>
                  <a:pt x="703" y="7347"/>
                </a:lnTo>
                <a:lnTo>
                  <a:pt x="656" y="7585"/>
                </a:lnTo>
                <a:lnTo>
                  <a:pt x="656" y="7812"/>
                </a:lnTo>
                <a:lnTo>
                  <a:pt x="656" y="8002"/>
                </a:lnTo>
                <a:lnTo>
                  <a:pt x="727" y="8347"/>
                </a:lnTo>
                <a:lnTo>
                  <a:pt x="858" y="8669"/>
                </a:lnTo>
                <a:lnTo>
                  <a:pt x="1060" y="8955"/>
                </a:lnTo>
                <a:lnTo>
                  <a:pt x="1299" y="9193"/>
                </a:lnTo>
                <a:lnTo>
                  <a:pt x="1584" y="9395"/>
                </a:lnTo>
                <a:lnTo>
                  <a:pt x="1906" y="9526"/>
                </a:lnTo>
                <a:lnTo>
                  <a:pt x="2251" y="9598"/>
                </a:lnTo>
                <a:lnTo>
                  <a:pt x="2442" y="9610"/>
                </a:lnTo>
                <a:lnTo>
                  <a:pt x="2465" y="9598"/>
                </a:lnTo>
                <a:lnTo>
                  <a:pt x="2501" y="9586"/>
                </a:lnTo>
                <a:lnTo>
                  <a:pt x="2608" y="9764"/>
                </a:lnTo>
                <a:lnTo>
                  <a:pt x="2906" y="10074"/>
                </a:lnTo>
                <a:lnTo>
                  <a:pt x="3263" y="10288"/>
                </a:lnTo>
                <a:lnTo>
                  <a:pt x="3680" y="10407"/>
                </a:lnTo>
                <a:lnTo>
                  <a:pt x="3906" y="10419"/>
                </a:lnTo>
                <a:lnTo>
                  <a:pt x="4097" y="10407"/>
                </a:lnTo>
                <a:lnTo>
                  <a:pt x="4478" y="10324"/>
                </a:lnTo>
                <a:lnTo>
                  <a:pt x="4811" y="10145"/>
                </a:lnTo>
                <a:lnTo>
                  <a:pt x="5085" y="9907"/>
                </a:lnTo>
                <a:lnTo>
                  <a:pt x="5204" y="9764"/>
                </a:lnTo>
                <a:lnTo>
                  <a:pt x="5323" y="9907"/>
                </a:lnTo>
                <a:lnTo>
                  <a:pt x="5609" y="10145"/>
                </a:lnTo>
                <a:lnTo>
                  <a:pt x="5942" y="10324"/>
                </a:lnTo>
                <a:lnTo>
                  <a:pt x="6311" y="10407"/>
                </a:lnTo>
                <a:lnTo>
                  <a:pt x="6514" y="10419"/>
                </a:lnTo>
                <a:lnTo>
                  <a:pt x="6728" y="10407"/>
                </a:lnTo>
                <a:lnTo>
                  <a:pt x="7145" y="10288"/>
                </a:lnTo>
                <a:lnTo>
                  <a:pt x="7514" y="10074"/>
                </a:lnTo>
                <a:lnTo>
                  <a:pt x="7800" y="9764"/>
                </a:lnTo>
                <a:lnTo>
                  <a:pt x="7919" y="9586"/>
                </a:lnTo>
                <a:lnTo>
                  <a:pt x="7943" y="9598"/>
                </a:lnTo>
                <a:lnTo>
                  <a:pt x="7978" y="9610"/>
                </a:lnTo>
                <a:lnTo>
                  <a:pt x="8157" y="9598"/>
                </a:lnTo>
                <a:lnTo>
                  <a:pt x="8502" y="9526"/>
                </a:lnTo>
                <a:lnTo>
                  <a:pt x="8824" y="9395"/>
                </a:lnTo>
                <a:lnTo>
                  <a:pt x="9109" y="9193"/>
                </a:lnTo>
                <a:lnTo>
                  <a:pt x="9359" y="8955"/>
                </a:lnTo>
                <a:lnTo>
                  <a:pt x="9550" y="8669"/>
                </a:lnTo>
                <a:lnTo>
                  <a:pt x="9681" y="8347"/>
                </a:lnTo>
                <a:lnTo>
                  <a:pt x="9752" y="8002"/>
                </a:lnTo>
                <a:lnTo>
                  <a:pt x="9764" y="7812"/>
                </a:lnTo>
                <a:lnTo>
                  <a:pt x="9752" y="7585"/>
                </a:lnTo>
                <a:lnTo>
                  <a:pt x="9705" y="7347"/>
                </a:lnTo>
                <a:lnTo>
                  <a:pt x="9860" y="7216"/>
                </a:lnTo>
                <a:lnTo>
                  <a:pt x="10122" y="6895"/>
                </a:lnTo>
                <a:lnTo>
                  <a:pt x="10312" y="6514"/>
                </a:lnTo>
                <a:lnTo>
                  <a:pt x="10407" y="6085"/>
                </a:lnTo>
                <a:lnTo>
                  <a:pt x="10419" y="5859"/>
                </a:lnTo>
                <a:lnTo>
                  <a:pt x="10407" y="5668"/>
                </a:lnTo>
                <a:lnTo>
                  <a:pt x="10336" y="5311"/>
                </a:lnTo>
                <a:lnTo>
                  <a:pt x="10205" y="4966"/>
                </a:lnTo>
                <a:lnTo>
                  <a:pt x="10014" y="4656"/>
                </a:lnTo>
                <a:lnTo>
                  <a:pt x="9895" y="4525"/>
                </a:lnTo>
                <a:lnTo>
                  <a:pt x="9919" y="4382"/>
                </a:lnTo>
                <a:lnTo>
                  <a:pt x="9931" y="4228"/>
                </a:lnTo>
                <a:lnTo>
                  <a:pt x="9919" y="4013"/>
                </a:lnTo>
                <a:lnTo>
                  <a:pt x="9800" y="3597"/>
                </a:lnTo>
                <a:lnTo>
                  <a:pt x="9586" y="3228"/>
                </a:lnTo>
                <a:lnTo>
                  <a:pt x="9276" y="2942"/>
                </a:lnTo>
                <a:lnTo>
                  <a:pt x="9098" y="2823"/>
                </a:lnTo>
                <a:lnTo>
                  <a:pt x="9109" y="2799"/>
                </a:lnTo>
                <a:lnTo>
                  <a:pt x="9109" y="2763"/>
                </a:lnTo>
                <a:lnTo>
                  <a:pt x="9098" y="2513"/>
                </a:lnTo>
                <a:lnTo>
                  <a:pt x="8955" y="2049"/>
                </a:lnTo>
                <a:lnTo>
                  <a:pt x="8681" y="1656"/>
                </a:lnTo>
                <a:lnTo>
                  <a:pt x="8312" y="1358"/>
                </a:lnTo>
                <a:lnTo>
                  <a:pt x="8097" y="1263"/>
                </a:lnTo>
                <a:lnTo>
                  <a:pt x="8014" y="989"/>
                </a:lnTo>
                <a:lnTo>
                  <a:pt x="7728" y="537"/>
                </a:lnTo>
                <a:lnTo>
                  <a:pt x="7312" y="203"/>
                </a:lnTo>
                <a:lnTo>
                  <a:pt x="6800" y="13"/>
                </a:lnTo>
                <a:lnTo>
                  <a:pt x="6514" y="1"/>
                </a:lnTo>
                <a:lnTo>
                  <a:pt x="6311" y="13"/>
                </a:lnTo>
                <a:lnTo>
                  <a:pt x="5942" y="96"/>
                </a:lnTo>
                <a:lnTo>
                  <a:pt x="5609" y="263"/>
                </a:lnTo>
                <a:lnTo>
                  <a:pt x="5323" y="501"/>
                </a:lnTo>
                <a:lnTo>
                  <a:pt x="5204" y="656"/>
                </a:lnTo>
                <a:lnTo>
                  <a:pt x="5085" y="501"/>
                </a:lnTo>
                <a:lnTo>
                  <a:pt x="4811" y="263"/>
                </a:lnTo>
                <a:lnTo>
                  <a:pt x="4478" y="96"/>
                </a:lnTo>
                <a:lnTo>
                  <a:pt x="4097" y="13"/>
                </a:lnTo>
                <a:lnTo>
                  <a:pt x="390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4" name="Google Shape;2994;p173"/>
          <p:cNvSpPr/>
          <p:nvPr/>
        </p:nvSpPr>
        <p:spPr>
          <a:xfrm>
            <a:off x="6545175" y="5725599"/>
            <a:ext cx="707985" cy="565780"/>
          </a:xfrm>
          <a:custGeom>
            <a:rect b="b" l="l" r="r" t="t"/>
            <a:pathLst>
              <a:path extrusionOk="0" h="10420" w="13039">
                <a:moveTo>
                  <a:pt x="2941" y="1501"/>
                </a:moveTo>
                <a:lnTo>
                  <a:pt x="3215" y="1846"/>
                </a:lnTo>
                <a:lnTo>
                  <a:pt x="3870" y="2418"/>
                </a:lnTo>
                <a:lnTo>
                  <a:pt x="4239" y="2644"/>
                </a:lnTo>
                <a:lnTo>
                  <a:pt x="4239" y="5204"/>
                </a:lnTo>
                <a:lnTo>
                  <a:pt x="2941" y="5204"/>
                </a:lnTo>
                <a:lnTo>
                  <a:pt x="2941" y="1501"/>
                </a:lnTo>
                <a:close/>
                <a:moveTo>
                  <a:pt x="4894" y="2954"/>
                </a:moveTo>
                <a:lnTo>
                  <a:pt x="5204" y="3061"/>
                </a:lnTo>
                <a:lnTo>
                  <a:pt x="5859" y="3204"/>
                </a:lnTo>
                <a:lnTo>
                  <a:pt x="6192" y="3239"/>
                </a:lnTo>
                <a:lnTo>
                  <a:pt x="6192" y="5204"/>
                </a:lnTo>
                <a:lnTo>
                  <a:pt x="4894" y="5204"/>
                </a:lnTo>
                <a:lnTo>
                  <a:pt x="4894" y="2954"/>
                </a:lnTo>
                <a:close/>
                <a:moveTo>
                  <a:pt x="8145" y="2954"/>
                </a:moveTo>
                <a:lnTo>
                  <a:pt x="8145" y="5204"/>
                </a:lnTo>
                <a:lnTo>
                  <a:pt x="6847" y="5204"/>
                </a:lnTo>
                <a:lnTo>
                  <a:pt x="6847" y="3239"/>
                </a:lnTo>
                <a:lnTo>
                  <a:pt x="7180" y="3204"/>
                </a:lnTo>
                <a:lnTo>
                  <a:pt x="7835" y="3061"/>
                </a:lnTo>
                <a:lnTo>
                  <a:pt x="8145" y="2954"/>
                </a:lnTo>
                <a:close/>
                <a:moveTo>
                  <a:pt x="10097" y="1501"/>
                </a:moveTo>
                <a:lnTo>
                  <a:pt x="10097" y="5204"/>
                </a:lnTo>
                <a:lnTo>
                  <a:pt x="8800" y="5204"/>
                </a:lnTo>
                <a:lnTo>
                  <a:pt x="8800" y="2644"/>
                </a:lnTo>
                <a:lnTo>
                  <a:pt x="9169" y="2418"/>
                </a:lnTo>
                <a:lnTo>
                  <a:pt x="9824" y="1846"/>
                </a:lnTo>
                <a:lnTo>
                  <a:pt x="10097" y="1501"/>
                </a:lnTo>
                <a:close/>
                <a:moveTo>
                  <a:pt x="2620" y="1"/>
                </a:moveTo>
                <a:lnTo>
                  <a:pt x="2513" y="13"/>
                </a:lnTo>
                <a:lnTo>
                  <a:pt x="2346" y="132"/>
                </a:lnTo>
                <a:lnTo>
                  <a:pt x="2298" y="227"/>
                </a:lnTo>
                <a:lnTo>
                  <a:pt x="2179" y="560"/>
                </a:lnTo>
                <a:lnTo>
                  <a:pt x="1751" y="1203"/>
                </a:lnTo>
                <a:lnTo>
                  <a:pt x="1191" y="1763"/>
                </a:lnTo>
                <a:lnTo>
                  <a:pt x="548" y="2215"/>
                </a:lnTo>
                <a:lnTo>
                  <a:pt x="215" y="2370"/>
                </a:lnTo>
                <a:lnTo>
                  <a:pt x="96" y="2430"/>
                </a:lnTo>
                <a:lnTo>
                  <a:pt x="0" y="2656"/>
                </a:lnTo>
                <a:lnTo>
                  <a:pt x="36" y="2775"/>
                </a:lnTo>
                <a:lnTo>
                  <a:pt x="96" y="2894"/>
                </a:lnTo>
                <a:lnTo>
                  <a:pt x="322" y="3001"/>
                </a:lnTo>
                <a:lnTo>
                  <a:pt x="453" y="2966"/>
                </a:lnTo>
                <a:lnTo>
                  <a:pt x="703" y="2858"/>
                </a:lnTo>
                <a:lnTo>
                  <a:pt x="1203" y="2573"/>
                </a:lnTo>
                <a:lnTo>
                  <a:pt x="1667" y="2215"/>
                </a:lnTo>
                <a:lnTo>
                  <a:pt x="2096" y="1799"/>
                </a:lnTo>
                <a:lnTo>
                  <a:pt x="2287" y="1561"/>
                </a:lnTo>
                <a:lnTo>
                  <a:pt x="2287" y="5216"/>
                </a:lnTo>
                <a:lnTo>
                  <a:pt x="334" y="5216"/>
                </a:lnTo>
                <a:lnTo>
                  <a:pt x="203" y="5228"/>
                </a:lnTo>
                <a:lnTo>
                  <a:pt x="24" y="5406"/>
                </a:lnTo>
                <a:lnTo>
                  <a:pt x="12" y="5537"/>
                </a:lnTo>
                <a:lnTo>
                  <a:pt x="24" y="5668"/>
                </a:lnTo>
                <a:lnTo>
                  <a:pt x="203" y="5847"/>
                </a:lnTo>
                <a:lnTo>
                  <a:pt x="334" y="5859"/>
                </a:lnTo>
                <a:lnTo>
                  <a:pt x="12705" y="5859"/>
                </a:lnTo>
                <a:lnTo>
                  <a:pt x="12836" y="5847"/>
                </a:lnTo>
                <a:lnTo>
                  <a:pt x="13015" y="5668"/>
                </a:lnTo>
                <a:lnTo>
                  <a:pt x="13038" y="5537"/>
                </a:lnTo>
                <a:lnTo>
                  <a:pt x="13015" y="5406"/>
                </a:lnTo>
                <a:lnTo>
                  <a:pt x="12836" y="5228"/>
                </a:lnTo>
                <a:lnTo>
                  <a:pt x="12705" y="5216"/>
                </a:lnTo>
                <a:lnTo>
                  <a:pt x="10752" y="5216"/>
                </a:lnTo>
                <a:lnTo>
                  <a:pt x="10752" y="1561"/>
                </a:lnTo>
                <a:lnTo>
                  <a:pt x="10943" y="1787"/>
                </a:lnTo>
                <a:lnTo>
                  <a:pt x="11371" y="2215"/>
                </a:lnTo>
                <a:lnTo>
                  <a:pt x="11836" y="2573"/>
                </a:lnTo>
                <a:lnTo>
                  <a:pt x="12336" y="2858"/>
                </a:lnTo>
                <a:lnTo>
                  <a:pt x="12586" y="2966"/>
                </a:lnTo>
                <a:lnTo>
                  <a:pt x="12717" y="3001"/>
                </a:lnTo>
                <a:lnTo>
                  <a:pt x="12943" y="2894"/>
                </a:lnTo>
                <a:lnTo>
                  <a:pt x="13015" y="2775"/>
                </a:lnTo>
                <a:lnTo>
                  <a:pt x="13038" y="2656"/>
                </a:lnTo>
                <a:lnTo>
                  <a:pt x="12943" y="2430"/>
                </a:lnTo>
                <a:lnTo>
                  <a:pt x="12824" y="2370"/>
                </a:lnTo>
                <a:lnTo>
                  <a:pt x="12491" y="2215"/>
                </a:lnTo>
                <a:lnTo>
                  <a:pt x="11836" y="1763"/>
                </a:lnTo>
                <a:lnTo>
                  <a:pt x="11288" y="1203"/>
                </a:lnTo>
                <a:lnTo>
                  <a:pt x="10871" y="560"/>
                </a:lnTo>
                <a:lnTo>
                  <a:pt x="10740" y="227"/>
                </a:lnTo>
                <a:lnTo>
                  <a:pt x="10693" y="132"/>
                </a:lnTo>
                <a:lnTo>
                  <a:pt x="10538" y="13"/>
                </a:lnTo>
                <a:lnTo>
                  <a:pt x="10431" y="1"/>
                </a:lnTo>
                <a:lnTo>
                  <a:pt x="10336" y="13"/>
                </a:lnTo>
                <a:lnTo>
                  <a:pt x="10181" y="108"/>
                </a:lnTo>
                <a:lnTo>
                  <a:pt x="10133" y="191"/>
                </a:lnTo>
                <a:lnTo>
                  <a:pt x="10002" y="453"/>
                </a:lnTo>
                <a:lnTo>
                  <a:pt x="9871" y="703"/>
                </a:lnTo>
                <a:lnTo>
                  <a:pt x="9562" y="1144"/>
                </a:lnTo>
                <a:lnTo>
                  <a:pt x="9204" y="1537"/>
                </a:lnTo>
                <a:lnTo>
                  <a:pt x="8788" y="1882"/>
                </a:lnTo>
                <a:lnTo>
                  <a:pt x="8335" y="2156"/>
                </a:lnTo>
                <a:lnTo>
                  <a:pt x="7847" y="2370"/>
                </a:lnTo>
                <a:lnTo>
                  <a:pt x="7335" y="2525"/>
                </a:lnTo>
                <a:lnTo>
                  <a:pt x="6799" y="2596"/>
                </a:lnTo>
                <a:lnTo>
                  <a:pt x="6525" y="2608"/>
                </a:lnTo>
                <a:lnTo>
                  <a:pt x="6252" y="2596"/>
                </a:lnTo>
                <a:lnTo>
                  <a:pt x="5704" y="2525"/>
                </a:lnTo>
                <a:lnTo>
                  <a:pt x="5192" y="2370"/>
                </a:lnTo>
                <a:lnTo>
                  <a:pt x="4704" y="2156"/>
                </a:lnTo>
                <a:lnTo>
                  <a:pt x="4251" y="1882"/>
                </a:lnTo>
                <a:lnTo>
                  <a:pt x="3846" y="1537"/>
                </a:lnTo>
                <a:lnTo>
                  <a:pt x="3477" y="1144"/>
                </a:lnTo>
                <a:lnTo>
                  <a:pt x="3168" y="703"/>
                </a:lnTo>
                <a:lnTo>
                  <a:pt x="3049" y="453"/>
                </a:lnTo>
                <a:lnTo>
                  <a:pt x="2906" y="191"/>
                </a:lnTo>
                <a:lnTo>
                  <a:pt x="2858" y="108"/>
                </a:lnTo>
                <a:lnTo>
                  <a:pt x="2715" y="13"/>
                </a:lnTo>
                <a:lnTo>
                  <a:pt x="2620" y="1"/>
                </a:lnTo>
                <a:close/>
                <a:moveTo>
                  <a:pt x="334" y="6514"/>
                </a:moveTo>
                <a:lnTo>
                  <a:pt x="203" y="6526"/>
                </a:lnTo>
                <a:lnTo>
                  <a:pt x="36" y="6704"/>
                </a:lnTo>
                <a:lnTo>
                  <a:pt x="12" y="6835"/>
                </a:lnTo>
                <a:lnTo>
                  <a:pt x="36" y="6966"/>
                </a:lnTo>
                <a:lnTo>
                  <a:pt x="203" y="7145"/>
                </a:lnTo>
                <a:lnTo>
                  <a:pt x="334" y="7169"/>
                </a:lnTo>
                <a:lnTo>
                  <a:pt x="667" y="7169"/>
                </a:lnTo>
                <a:lnTo>
                  <a:pt x="929" y="7181"/>
                </a:lnTo>
                <a:lnTo>
                  <a:pt x="1394" y="7383"/>
                </a:lnTo>
                <a:lnTo>
                  <a:pt x="1751" y="7728"/>
                </a:lnTo>
                <a:lnTo>
                  <a:pt x="1953" y="8205"/>
                </a:lnTo>
                <a:lnTo>
                  <a:pt x="1965" y="8466"/>
                </a:lnTo>
                <a:lnTo>
                  <a:pt x="1965" y="9443"/>
                </a:lnTo>
                <a:lnTo>
                  <a:pt x="1977" y="9645"/>
                </a:lnTo>
                <a:lnTo>
                  <a:pt x="2132" y="9991"/>
                </a:lnTo>
                <a:lnTo>
                  <a:pt x="2394" y="10252"/>
                </a:lnTo>
                <a:lnTo>
                  <a:pt x="2739" y="10407"/>
                </a:lnTo>
                <a:lnTo>
                  <a:pt x="2941" y="10419"/>
                </a:lnTo>
                <a:lnTo>
                  <a:pt x="3596" y="10419"/>
                </a:lnTo>
                <a:lnTo>
                  <a:pt x="3799" y="10407"/>
                </a:lnTo>
                <a:lnTo>
                  <a:pt x="4144" y="10252"/>
                </a:lnTo>
                <a:lnTo>
                  <a:pt x="4406" y="9991"/>
                </a:lnTo>
                <a:lnTo>
                  <a:pt x="4561" y="9645"/>
                </a:lnTo>
                <a:lnTo>
                  <a:pt x="4573" y="9443"/>
                </a:lnTo>
                <a:lnTo>
                  <a:pt x="4573" y="9121"/>
                </a:lnTo>
                <a:lnTo>
                  <a:pt x="4573" y="8907"/>
                </a:lnTo>
                <a:lnTo>
                  <a:pt x="4656" y="8526"/>
                </a:lnTo>
                <a:lnTo>
                  <a:pt x="4799" y="8181"/>
                </a:lnTo>
                <a:lnTo>
                  <a:pt x="5013" y="7859"/>
                </a:lnTo>
                <a:lnTo>
                  <a:pt x="5275" y="7597"/>
                </a:lnTo>
                <a:lnTo>
                  <a:pt x="5597" y="7395"/>
                </a:lnTo>
                <a:lnTo>
                  <a:pt x="5942" y="7252"/>
                </a:lnTo>
                <a:lnTo>
                  <a:pt x="6323" y="7169"/>
                </a:lnTo>
                <a:lnTo>
                  <a:pt x="6728" y="7169"/>
                </a:lnTo>
                <a:lnTo>
                  <a:pt x="7109" y="7240"/>
                </a:lnTo>
                <a:lnTo>
                  <a:pt x="7454" y="7395"/>
                </a:lnTo>
                <a:lnTo>
                  <a:pt x="7764" y="7597"/>
                </a:lnTo>
                <a:lnTo>
                  <a:pt x="8038" y="7859"/>
                </a:lnTo>
                <a:lnTo>
                  <a:pt x="8240" y="8169"/>
                </a:lnTo>
                <a:lnTo>
                  <a:pt x="8395" y="8526"/>
                </a:lnTo>
                <a:lnTo>
                  <a:pt x="8466" y="8907"/>
                </a:lnTo>
                <a:lnTo>
                  <a:pt x="8478" y="9121"/>
                </a:lnTo>
                <a:lnTo>
                  <a:pt x="8478" y="9443"/>
                </a:lnTo>
                <a:lnTo>
                  <a:pt x="8490" y="9645"/>
                </a:lnTo>
                <a:lnTo>
                  <a:pt x="8633" y="9991"/>
                </a:lnTo>
                <a:lnTo>
                  <a:pt x="8907" y="10252"/>
                </a:lnTo>
                <a:lnTo>
                  <a:pt x="9252" y="10407"/>
                </a:lnTo>
                <a:lnTo>
                  <a:pt x="9454" y="10419"/>
                </a:lnTo>
                <a:lnTo>
                  <a:pt x="10109" y="10419"/>
                </a:lnTo>
                <a:lnTo>
                  <a:pt x="10300" y="10407"/>
                </a:lnTo>
                <a:lnTo>
                  <a:pt x="10657" y="10252"/>
                </a:lnTo>
                <a:lnTo>
                  <a:pt x="10919" y="9991"/>
                </a:lnTo>
                <a:lnTo>
                  <a:pt x="11062" y="9645"/>
                </a:lnTo>
                <a:lnTo>
                  <a:pt x="11086" y="9443"/>
                </a:lnTo>
                <a:lnTo>
                  <a:pt x="11086" y="8466"/>
                </a:lnTo>
                <a:lnTo>
                  <a:pt x="11098" y="8205"/>
                </a:lnTo>
                <a:lnTo>
                  <a:pt x="11300" y="7728"/>
                </a:lnTo>
                <a:lnTo>
                  <a:pt x="11645" y="7383"/>
                </a:lnTo>
                <a:lnTo>
                  <a:pt x="12122" y="7181"/>
                </a:lnTo>
                <a:lnTo>
                  <a:pt x="12384" y="7169"/>
                </a:lnTo>
                <a:lnTo>
                  <a:pt x="12705" y="7169"/>
                </a:lnTo>
                <a:lnTo>
                  <a:pt x="12836" y="7145"/>
                </a:lnTo>
                <a:lnTo>
                  <a:pt x="13015" y="6966"/>
                </a:lnTo>
                <a:lnTo>
                  <a:pt x="13038" y="6835"/>
                </a:lnTo>
                <a:lnTo>
                  <a:pt x="13015" y="6704"/>
                </a:lnTo>
                <a:lnTo>
                  <a:pt x="12836" y="6526"/>
                </a:lnTo>
                <a:lnTo>
                  <a:pt x="12705" y="6514"/>
                </a:lnTo>
                <a:lnTo>
                  <a:pt x="12181" y="6514"/>
                </a:lnTo>
                <a:lnTo>
                  <a:pt x="11800" y="6597"/>
                </a:lnTo>
                <a:lnTo>
                  <a:pt x="11443" y="6740"/>
                </a:lnTo>
                <a:lnTo>
                  <a:pt x="11133" y="6954"/>
                </a:lnTo>
                <a:lnTo>
                  <a:pt x="10871" y="7216"/>
                </a:lnTo>
                <a:lnTo>
                  <a:pt x="10657" y="7526"/>
                </a:lnTo>
                <a:lnTo>
                  <a:pt x="10514" y="7871"/>
                </a:lnTo>
                <a:lnTo>
                  <a:pt x="10443" y="8264"/>
                </a:lnTo>
                <a:lnTo>
                  <a:pt x="10431" y="8466"/>
                </a:lnTo>
                <a:lnTo>
                  <a:pt x="10431" y="9443"/>
                </a:lnTo>
                <a:lnTo>
                  <a:pt x="10407" y="9574"/>
                </a:lnTo>
                <a:lnTo>
                  <a:pt x="10240" y="9752"/>
                </a:lnTo>
                <a:lnTo>
                  <a:pt x="10109" y="9764"/>
                </a:lnTo>
                <a:lnTo>
                  <a:pt x="9454" y="9764"/>
                </a:lnTo>
                <a:lnTo>
                  <a:pt x="9323" y="9752"/>
                </a:lnTo>
                <a:lnTo>
                  <a:pt x="9145" y="9574"/>
                </a:lnTo>
                <a:lnTo>
                  <a:pt x="9133" y="9443"/>
                </a:lnTo>
                <a:lnTo>
                  <a:pt x="9133" y="9109"/>
                </a:lnTo>
                <a:lnTo>
                  <a:pt x="9121" y="8847"/>
                </a:lnTo>
                <a:lnTo>
                  <a:pt x="9014" y="8336"/>
                </a:lnTo>
                <a:lnTo>
                  <a:pt x="8811" y="7871"/>
                </a:lnTo>
                <a:lnTo>
                  <a:pt x="8538" y="7454"/>
                </a:lnTo>
                <a:lnTo>
                  <a:pt x="8180" y="7097"/>
                </a:lnTo>
                <a:lnTo>
                  <a:pt x="7764" y="6823"/>
                </a:lnTo>
                <a:lnTo>
                  <a:pt x="7299" y="6621"/>
                </a:lnTo>
                <a:lnTo>
                  <a:pt x="6787" y="6514"/>
                </a:lnTo>
                <a:lnTo>
                  <a:pt x="6252" y="6514"/>
                </a:lnTo>
                <a:lnTo>
                  <a:pt x="5751" y="6621"/>
                </a:lnTo>
                <a:lnTo>
                  <a:pt x="5275" y="6823"/>
                </a:lnTo>
                <a:lnTo>
                  <a:pt x="4858" y="7097"/>
                </a:lnTo>
                <a:lnTo>
                  <a:pt x="4513" y="7454"/>
                </a:lnTo>
                <a:lnTo>
                  <a:pt x="4227" y="7871"/>
                </a:lnTo>
                <a:lnTo>
                  <a:pt x="4037" y="8336"/>
                </a:lnTo>
                <a:lnTo>
                  <a:pt x="3930" y="8847"/>
                </a:lnTo>
                <a:lnTo>
                  <a:pt x="3918" y="9109"/>
                </a:lnTo>
                <a:lnTo>
                  <a:pt x="3918" y="9443"/>
                </a:lnTo>
                <a:lnTo>
                  <a:pt x="3894" y="9574"/>
                </a:lnTo>
                <a:lnTo>
                  <a:pt x="3727" y="9752"/>
                </a:lnTo>
                <a:lnTo>
                  <a:pt x="3596" y="9764"/>
                </a:lnTo>
                <a:lnTo>
                  <a:pt x="2941" y="9764"/>
                </a:lnTo>
                <a:lnTo>
                  <a:pt x="2810" y="9752"/>
                </a:lnTo>
                <a:lnTo>
                  <a:pt x="2632" y="9574"/>
                </a:lnTo>
                <a:lnTo>
                  <a:pt x="2620" y="9443"/>
                </a:lnTo>
                <a:lnTo>
                  <a:pt x="2620" y="8466"/>
                </a:lnTo>
                <a:lnTo>
                  <a:pt x="2608" y="8264"/>
                </a:lnTo>
                <a:lnTo>
                  <a:pt x="2525" y="7871"/>
                </a:lnTo>
                <a:lnTo>
                  <a:pt x="2382" y="7526"/>
                </a:lnTo>
                <a:lnTo>
                  <a:pt x="2168" y="7216"/>
                </a:lnTo>
                <a:lnTo>
                  <a:pt x="1906" y="6954"/>
                </a:lnTo>
                <a:lnTo>
                  <a:pt x="1596" y="6740"/>
                </a:lnTo>
                <a:lnTo>
                  <a:pt x="1239" y="6597"/>
                </a:lnTo>
                <a:lnTo>
                  <a:pt x="858" y="6514"/>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5" name="Google Shape;2995;p173"/>
          <p:cNvSpPr/>
          <p:nvPr/>
        </p:nvSpPr>
        <p:spPr>
          <a:xfrm>
            <a:off x="7695315" y="5725599"/>
            <a:ext cx="565726" cy="530215"/>
          </a:xfrm>
          <a:custGeom>
            <a:rect b="b" l="l" r="r" t="t"/>
            <a:pathLst>
              <a:path extrusionOk="0" h="9765" w="10419">
                <a:moveTo>
                  <a:pt x="6835" y="656"/>
                </a:moveTo>
                <a:lnTo>
                  <a:pt x="6966" y="668"/>
                </a:lnTo>
                <a:lnTo>
                  <a:pt x="7133" y="846"/>
                </a:lnTo>
                <a:lnTo>
                  <a:pt x="7157" y="977"/>
                </a:lnTo>
                <a:lnTo>
                  <a:pt x="7157" y="1953"/>
                </a:lnTo>
                <a:lnTo>
                  <a:pt x="3251" y="1953"/>
                </a:lnTo>
                <a:lnTo>
                  <a:pt x="3251" y="977"/>
                </a:lnTo>
                <a:lnTo>
                  <a:pt x="3263" y="846"/>
                </a:lnTo>
                <a:lnTo>
                  <a:pt x="3442" y="668"/>
                </a:lnTo>
                <a:lnTo>
                  <a:pt x="3573" y="656"/>
                </a:lnTo>
                <a:close/>
                <a:moveTo>
                  <a:pt x="9240" y="2608"/>
                </a:moveTo>
                <a:lnTo>
                  <a:pt x="9478" y="2716"/>
                </a:lnTo>
                <a:lnTo>
                  <a:pt x="9657" y="2882"/>
                </a:lnTo>
                <a:lnTo>
                  <a:pt x="9752" y="3120"/>
                </a:lnTo>
                <a:lnTo>
                  <a:pt x="9764" y="3251"/>
                </a:lnTo>
                <a:lnTo>
                  <a:pt x="9764" y="5204"/>
                </a:lnTo>
                <a:lnTo>
                  <a:pt x="644" y="5204"/>
                </a:lnTo>
                <a:lnTo>
                  <a:pt x="644" y="3251"/>
                </a:lnTo>
                <a:lnTo>
                  <a:pt x="655" y="3120"/>
                </a:lnTo>
                <a:lnTo>
                  <a:pt x="751" y="2882"/>
                </a:lnTo>
                <a:lnTo>
                  <a:pt x="929" y="2716"/>
                </a:lnTo>
                <a:lnTo>
                  <a:pt x="1167" y="2608"/>
                </a:lnTo>
                <a:close/>
                <a:moveTo>
                  <a:pt x="6180" y="5859"/>
                </a:moveTo>
                <a:lnTo>
                  <a:pt x="6180" y="6835"/>
                </a:lnTo>
                <a:lnTo>
                  <a:pt x="4227" y="6835"/>
                </a:lnTo>
                <a:lnTo>
                  <a:pt x="4227" y="5859"/>
                </a:lnTo>
                <a:close/>
                <a:moveTo>
                  <a:pt x="9764" y="5859"/>
                </a:moveTo>
                <a:lnTo>
                  <a:pt x="9764" y="8466"/>
                </a:lnTo>
                <a:lnTo>
                  <a:pt x="9752" y="8597"/>
                </a:lnTo>
                <a:lnTo>
                  <a:pt x="9657" y="8836"/>
                </a:lnTo>
                <a:lnTo>
                  <a:pt x="9478" y="9002"/>
                </a:lnTo>
                <a:lnTo>
                  <a:pt x="9240" y="9109"/>
                </a:lnTo>
                <a:lnTo>
                  <a:pt x="9109" y="9121"/>
                </a:lnTo>
                <a:lnTo>
                  <a:pt x="1298" y="9121"/>
                </a:lnTo>
                <a:lnTo>
                  <a:pt x="1167" y="9109"/>
                </a:lnTo>
                <a:lnTo>
                  <a:pt x="929" y="9002"/>
                </a:lnTo>
                <a:lnTo>
                  <a:pt x="751" y="8836"/>
                </a:lnTo>
                <a:lnTo>
                  <a:pt x="655" y="8597"/>
                </a:lnTo>
                <a:lnTo>
                  <a:pt x="644" y="8466"/>
                </a:lnTo>
                <a:lnTo>
                  <a:pt x="644" y="5859"/>
                </a:lnTo>
                <a:lnTo>
                  <a:pt x="3573" y="5859"/>
                </a:lnTo>
                <a:lnTo>
                  <a:pt x="3573" y="7157"/>
                </a:lnTo>
                <a:lnTo>
                  <a:pt x="3596" y="7288"/>
                </a:lnTo>
                <a:lnTo>
                  <a:pt x="3775" y="7466"/>
                </a:lnTo>
                <a:lnTo>
                  <a:pt x="3906" y="7490"/>
                </a:lnTo>
                <a:lnTo>
                  <a:pt x="6502" y="7490"/>
                </a:lnTo>
                <a:lnTo>
                  <a:pt x="6633" y="7466"/>
                </a:lnTo>
                <a:lnTo>
                  <a:pt x="6811" y="7288"/>
                </a:lnTo>
                <a:lnTo>
                  <a:pt x="6835" y="7157"/>
                </a:lnTo>
                <a:lnTo>
                  <a:pt x="6835" y="5859"/>
                </a:lnTo>
                <a:close/>
                <a:moveTo>
                  <a:pt x="3573" y="1"/>
                </a:moveTo>
                <a:lnTo>
                  <a:pt x="3382" y="13"/>
                </a:lnTo>
                <a:lnTo>
                  <a:pt x="3025" y="156"/>
                </a:lnTo>
                <a:lnTo>
                  <a:pt x="2763" y="429"/>
                </a:lnTo>
                <a:lnTo>
                  <a:pt x="2608" y="775"/>
                </a:lnTo>
                <a:lnTo>
                  <a:pt x="2596" y="977"/>
                </a:lnTo>
                <a:lnTo>
                  <a:pt x="2596" y="1953"/>
                </a:lnTo>
                <a:lnTo>
                  <a:pt x="1298" y="1953"/>
                </a:lnTo>
                <a:lnTo>
                  <a:pt x="1036" y="1965"/>
                </a:lnTo>
                <a:lnTo>
                  <a:pt x="560" y="2168"/>
                </a:lnTo>
                <a:lnTo>
                  <a:pt x="215" y="2525"/>
                </a:lnTo>
                <a:lnTo>
                  <a:pt x="12" y="2989"/>
                </a:lnTo>
                <a:lnTo>
                  <a:pt x="1" y="3251"/>
                </a:lnTo>
                <a:lnTo>
                  <a:pt x="1" y="8466"/>
                </a:lnTo>
                <a:lnTo>
                  <a:pt x="12" y="8728"/>
                </a:lnTo>
                <a:lnTo>
                  <a:pt x="215" y="9193"/>
                </a:lnTo>
                <a:lnTo>
                  <a:pt x="560" y="9550"/>
                </a:lnTo>
                <a:lnTo>
                  <a:pt x="1036" y="9752"/>
                </a:lnTo>
                <a:lnTo>
                  <a:pt x="1298" y="9764"/>
                </a:lnTo>
                <a:lnTo>
                  <a:pt x="9109" y="9764"/>
                </a:lnTo>
                <a:lnTo>
                  <a:pt x="9371" y="9752"/>
                </a:lnTo>
                <a:lnTo>
                  <a:pt x="9847" y="9550"/>
                </a:lnTo>
                <a:lnTo>
                  <a:pt x="10193" y="9193"/>
                </a:lnTo>
                <a:lnTo>
                  <a:pt x="10395" y="8728"/>
                </a:lnTo>
                <a:lnTo>
                  <a:pt x="10419" y="8466"/>
                </a:lnTo>
                <a:lnTo>
                  <a:pt x="10419" y="3251"/>
                </a:lnTo>
                <a:lnTo>
                  <a:pt x="10395" y="2989"/>
                </a:lnTo>
                <a:lnTo>
                  <a:pt x="10193" y="2525"/>
                </a:lnTo>
                <a:lnTo>
                  <a:pt x="9847" y="2168"/>
                </a:lnTo>
                <a:lnTo>
                  <a:pt x="9371" y="1965"/>
                </a:lnTo>
                <a:lnTo>
                  <a:pt x="9109" y="1953"/>
                </a:lnTo>
                <a:lnTo>
                  <a:pt x="7811" y="1953"/>
                </a:lnTo>
                <a:lnTo>
                  <a:pt x="7811" y="977"/>
                </a:lnTo>
                <a:lnTo>
                  <a:pt x="7800" y="775"/>
                </a:lnTo>
                <a:lnTo>
                  <a:pt x="7645" y="429"/>
                </a:lnTo>
                <a:lnTo>
                  <a:pt x="7383" y="156"/>
                </a:lnTo>
                <a:lnTo>
                  <a:pt x="7026" y="13"/>
                </a:lnTo>
                <a:lnTo>
                  <a:pt x="6835"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6" name="Google Shape;2996;p173"/>
          <p:cNvSpPr/>
          <p:nvPr/>
        </p:nvSpPr>
        <p:spPr>
          <a:xfrm>
            <a:off x="1166851" y="5779897"/>
            <a:ext cx="679533" cy="473963"/>
          </a:xfrm>
          <a:custGeom>
            <a:rect b="b" l="l" r="r" t="t"/>
            <a:pathLst>
              <a:path extrusionOk="0" h="8729" w="12515">
                <a:moveTo>
                  <a:pt x="1298" y="656"/>
                </a:moveTo>
                <a:lnTo>
                  <a:pt x="5668" y="1156"/>
                </a:lnTo>
                <a:lnTo>
                  <a:pt x="4346" y="3013"/>
                </a:lnTo>
                <a:lnTo>
                  <a:pt x="4275" y="3085"/>
                </a:lnTo>
                <a:lnTo>
                  <a:pt x="4096" y="3156"/>
                </a:lnTo>
                <a:lnTo>
                  <a:pt x="4001" y="3144"/>
                </a:lnTo>
                <a:lnTo>
                  <a:pt x="762" y="2394"/>
                </a:lnTo>
                <a:lnTo>
                  <a:pt x="691" y="2370"/>
                </a:lnTo>
                <a:lnTo>
                  <a:pt x="631" y="2239"/>
                </a:lnTo>
                <a:lnTo>
                  <a:pt x="655" y="2168"/>
                </a:lnTo>
                <a:lnTo>
                  <a:pt x="1298" y="656"/>
                </a:lnTo>
                <a:close/>
                <a:moveTo>
                  <a:pt x="11205" y="656"/>
                </a:moveTo>
                <a:lnTo>
                  <a:pt x="11859" y="2168"/>
                </a:lnTo>
                <a:lnTo>
                  <a:pt x="11871" y="2239"/>
                </a:lnTo>
                <a:lnTo>
                  <a:pt x="11812" y="2370"/>
                </a:lnTo>
                <a:lnTo>
                  <a:pt x="11740" y="2394"/>
                </a:lnTo>
                <a:lnTo>
                  <a:pt x="8502" y="3144"/>
                </a:lnTo>
                <a:lnTo>
                  <a:pt x="8406" y="3156"/>
                </a:lnTo>
                <a:lnTo>
                  <a:pt x="8228" y="3085"/>
                </a:lnTo>
                <a:lnTo>
                  <a:pt x="8168" y="3013"/>
                </a:lnTo>
                <a:lnTo>
                  <a:pt x="6835" y="1156"/>
                </a:lnTo>
                <a:lnTo>
                  <a:pt x="11205" y="656"/>
                </a:lnTo>
                <a:close/>
                <a:moveTo>
                  <a:pt x="1274" y="1"/>
                </a:moveTo>
                <a:lnTo>
                  <a:pt x="1072" y="49"/>
                </a:lnTo>
                <a:lnTo>
                  <a:pt x="893" y="144"/>
                </a:lnTo>
                <a:lnTo>
                  <a:pt x="750" y="299"/>
                </a:lnTo>
                <a:lnTo>
                  <a:pt x="703" y="394"/>
                </a:lnTo>
                <a:lnTo>
                  <a:pt x="60" y="1918"/>
                </a:lnTo>
                <a:lnTo>
                  <a:pt x="0" y="2097"/>
                </a:lnTo>
                <a:lnTo>
                  <a:pt x="12" y="2442"/>
                </a:lnTo>
                <a:lnTo>
                  <a:pt x="167" y="2751"/>
                </a:lnTo>
                <a:lnTo>
                  <a:pt x="441" y="2978"/>
                </a:lnTo>
                <a:lnTo>
                  <a:pt x="619" y="3025"/>
                </a:lnTo>
                <a:lnTo>
                  <a:pt x="3858" y="3775"/>
                </a:lnTo>
                <a:lnTo>
                  <a:pt x="4001" y="3799"/>
                </a:lnTo>
                <a:lnTo>
                  <a:pt x="4287" y="3787"/>
                </a:lnTo>
                <a:lnTo>
                  <a:pt x="4561" y="3680"/>
                </a:lnTo>
                <a:lnTo>
                  <a:pt x="4787" y="3513"/>
                </a:lnTo>
                <a:lnTo>
                  <a:pt x="4870" y="3394"/>
                </a:lnTo>
                <a:lnTo>
                  <a:pt x="6251" y="1465"/>
                </a:lnTo>
                <a:lnTo>
                  <a:pt x="7632" y="3394"/>
                </a:lnTo>
                <a:lnTo>
                  <a:pt x="7728" y="3513"/>
                </a:lnTo>
                <a:lnTo>
                  <a:pt x="7954" y="3680"/>
                </a:lnTo>
                <a:lnTo>
                  <a:pt x="8216" y="3787"/>
                </a:lnTo>
                <a:lnTo>
                  <a:pt x="8502" y="3799"/>
                </a:lnTo>
                <a:lnTo>
                  <a:pt x="8656" y="3775"/>
                </a:lnTo>
                <a:lnTo>
                  <a:pt x="11871" y="3025"/>
                </a:lnTo>
                <a:lnTo>
                  <a:pt x="12062" y="2978"/>
                </a:lnTo>
                <a:lnTo>
                  <a:pt x="12336" y="2751"/>
                </a:lnTo>
                <a:lnTo>
                  <a:pt x="12502" y="2442"/>
                </a:lnTo>
                <a:lnTo>
                  <a:pt x="12514" y="2097"/>
                </a:lnTo>
                <a:lnTo>
                  <a:pt x="12455" y="1918"/>
                </a:lnTo>
                <a:lnTo>
                  <a:pt x="11800" y="394"/>
                </a:lnTo>
                <a:lnTo>
                  <a:pt x="11752" y="299"/>
                </a:lnTo>
                <a:lnTo>
                  <a:pt x="11621" y="144"/>
                </a:lnTo>
                <a:lnTo>
                  <a:pt x="11443" y="49"/>
                </a:lnTo>
                <a:lnTo>
                  <a:pt x="11240" y="1"/>
                </a:lnTo>
                <a:lnTo>
                  <a:pt x="11133" y="13"/>
                </a:lnTo>
                <a:lnTo>
                  <a:pt x="6251" y="572"/>
                </a:lnTo>
                <a:lnTo>
                  <a:pt x="1381" y="13"/>
                </a:lnTo>
                <a:lnTo>
                  <a:pt x="1274" y="1"/>
                </a:lnTo>
                <a:close/>
                <a:moveTo>
                  <a:pt x="6251" y="2894"/>
                </a:moveTo>
                <a:lnTo>
                  <a:pt x="6120" y="2906"/>
                </a:lnTo>
                <a:lnTo>
                  <a:pt x="5942" y="3097"/>
                </a:lnTo>
                <a:lnTo>
                  <a:pt x="5930" y="3216"/>
                </a:lnTo>
                <a:lnTo>
                  <a:pt x="5930" y="8014"/>
                </a:lnTo>
                <a:lnTo>
                  <a:pt x="1941" y="7014"/>
                </a:lnTo>
                <a:lnTo>
                  <a:pt x="1834" y="6978"/>
                </a:lnTo>
                <a:lnTo>
                  <a:pt x="1703" y="6812"/>
                </a:lnTo>
                <a:lnTo>
                  <a:pt x="1691" y="6704"/>
                </a:lnTo>
                <a:lnTo>
                  <a:pt x="1691" y="3811"/>
                </a:lnTo>
                <a:lnTo>
                  <a:pt x="1048" y="3633"/>
                </a:lnTo>
                <a:lnTo>
                  <a:pt x="1048" y="6704"/>
                </a:lnTo>
                <a:lnTo>
                  <a:pt x="1048" y="6871"/>
                </a:lnTo>
                <a:lnTo>
                  <a:pt x="1155" y="7169"/>
                </a:lnTo>
                <a:lnTo>
                  <a:pt x="1358" y="7419"/>
                </a:lnTo>
                <a:lnTo>
                  <a:pt x="1620" y="7597"/>
                </a:lnTo>
                <a:lnTo>
                  <a:pt x="1786" y="7645"/>
                </a:lnTo>
                <a:lnTo>
                  <a:pt x="6013" y="8705"/>
                </a:lnTo>
                <a:lnTo>
                  <a:pt x="6132" y="8729"/>
                </a:lnTo>
                <a:lnTo>
                  <a:pt x="6370" y="8729"/>
                </a:lnTo>
                <a:lnTo>
                  <a:pt x="6489" y="8705"/>
                </a:lnTo>
                <a:lnTo>
                  <a:pt x="10728" y="7645"/>
                </a:lnTo>
                <a:lnTo>
                  <a:pt x="10883" y="7597"/>
                </a:lnTo>
                <a:lnTo>
                  <a:pt x="11157" y="7419"/>
                </a:lnTo>
                <a:lnTo>
                  <a:pt x="11347" y="7169"/>
                </a:lnTo>
                <a:lnTo>
                  <a:pt x="11455" y="6871"/>
                </a:lnTo>
                <a:lnTo>
                  <a:pt x="11466" y="6704"/>
                </a:lnTo>
                <a:lnTo>
                  <a:pt x="11466" y="3633"/>
                </a:lnTo>
                <a:lnTo>
                  <a:pt x="10812" y="3811"/>
                </a:lnTo>
                <a:lnTo>
                  <a:pt x="10812" y="6704"/>
                </a:lnTo>
                <a:lnTo>
                  <a:pt x="10800" y="6812"/>
                </a:lnTo>
                <a:lnTo>
                  <a:pt x="10669" y="6978"/>
                </a:lnTo>
                <a:lnTo>
                  <a:pt x="10562" y="7014"/>
                </a:lnTo>
                <a:lnTo>
                  <a:pt x="6585" y="8014"/>
                </a:lnTo>
                <a:lnTo>
                  <a:pt x="6585" y="3216"/>
                </a:lnTo>
                <a:lnTo>
                  <a:pt x="6561" y="3097"/>
                </a:lnTo>
                <a:lnTo>
                  <a:pt x="6382" y="2906"/>
                </a:lnTo>
                <a:lnTo>
                  <a:pt x="6251" y="2894"/>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7" name="Google Shape;2997;p173"/>
          <p:cNvSpPr/>
          <p:nvPr/>
        </p:nvSpPr>
        <p:spPr>
          <a:xfrm>
            <a:off x="9852086" y="5761164"/>
            <a:ext cx="565726" cy="494650"/>
          </a:xfrm>
          <a:custGeom>
            <a:rect b="b" l="l" r="r" t="t"/>
            <a:pathLst>
              <a:path extrusionOk="0" h="9110" w="10419">
                <a:moveTo>
                  <a:pt x="2608" y="644"/>
                </a:moveTo>
                <a:lnTo>
                  <a:pt x="2608" y="1953"/>
                </a:lnTo>
                <a:lnTo>
                  <a:pt x="655" y="1953"/>
                </a:lnTo>
                <a:lnTo>
                  <a:pt x="655" y="1298"/>
                </a:lnTo>
                <a:lnTo>
                  <a:pt x="667" y="1168"/>
                </a:lnTo>
                <a:lnTo>
                  <a:pt x="763" y="929"/>
                </a:lnTo>
                <a:lnTo>
                  <a:pt x="941" y="751"/>
                </a:lnTo>
                <a:lnTo>
                  <a:pt x="1167" y="656"/>
                </a:lnTo>
                <a:lnTo>
                  <a:pt x="1310" y="644"/>
                </a:lnTo>
                <a:close/>
                <a:moveTo>
                  <a:pt x="9121" y="644"/>
                </a:moveTo>
                <a:lnTo>
                  <a:pt x="9252" y="656"/>
                </a:lnTo>
                <a:lnTo>
                  <a:pt x="9490" y="751"/>
                </a:lnTo>
                <a:lnTo>
                  <a:pt x="9657" y="929"/>
                </a:lnTo>
                <a:lnTo>
                  <a:pt x="9764" y="1168"/>
                </a:lnTo>
                <a:lnTo>
                  <a:pt x="9776" y="1298"/>
                </a:lnTo>
                <a:lnTo>
                  <a:pt x="9776" y="1953"/>
                </a:lnTo>
                <a:lnTo>
                  <a:pt x="3263" y="1953"/>
                </a:lnTo>
                <a:lnTo>
                  <a:pt x="3263" y="1941"/>
                </a:lnTo>
                <a:lnTo>
                  <a:pt x="3263" y="644"/>
                </a:lnTo>
                <a:close/>
                <a:moveTo>
                  <a:pt x="9776" y="2596"/>
                </a:moveTo>
                <a:lnTo>
                  <a:pt x="9776" y="7811"/>
                </a:lnTo>
                <a:lnTo>
                  <a:pt x="9764" y="7942"/>
                </a:lnTo>
                <a:lnTo>
                  <a:pt x="9669" y="8181"/>
                </a:lnTo>
                <a:lnTo>
                  <a:pt x="9490" y="8347"/>
                </a:lnTo>
                <a:lnTo>
                  <a:pt x="9252" y="8454"/>
                </a:lnTo>
                <a:lnTo>
                  <a:pt x="9121" y="8466"/>
                </a:lnTo>
                <a:lnTo>
                  <a:pt x="1310" y="8466"/>
                </a:lnTo>
                <a:lnTo>
                  <a:pt x="1167" y="8454"/>
                </a:lnTo>
                <a:lnTo>
                  <a:pt x="941" y="8347"/>
                </a:lnTo>
                <a:lnTo>
                  <a:pt x="763" y="8181"/>
                </a:lnTo>
                <a:lnTo>
                  <a:pt x="667" y="7942"/>
                </a:lnTo>
                <a:lnTo>
                  <a:pt x="655" y="7811"/>
                </a:lnTo>
                <a:lnTo>
                  <a:pt x="655" y="2596"/>
                </a:lnTo>
                <a:close/>
                <a:moveTo>
                  <a:pt x="1310" y="1"/>
                </a:moveTo>
                <a:lnTo>
                  <a:pt x="1036" y="13"/>
                </a:lnTo>
                <a:lnTo>
                  <a:pt x="572" y="215"/>
                </a:lnTo>
                <a:lnTo>
                  <a:pt x="215" y="560"/>
                </a:lnTo>
                <a:lnTo>
                  <a:pt x="24" y="1037"/>
                </a:lnTo>
                <a:lnTo>
                  <a:pt x="0" y="1298"/>
                </a:lnTo>
                <a:lnTo>
                  <a:pt x="0" y="7811"/>
                </a:lnTo>
                <a:lnTo>
                  <a:pt x="24" y="8073"/>
                </a:lnTo>
                <a:lnTo>
                  <a:pt x="215" y="8538"/>
                </a:lnTo>
                <a:lnTo>
                  <a:pt x="572" y="8895"/>
                </a:lnTo>
                <a:lnTo>
                  <a:pt x="1036" y="9097"/>
                </a:lnTo>
                <a:lnTo>
                  <a:pt x="1310" y="9109"/>
                </a:lnTo>
                <a:lnTo>
                  <a:pt x="9121" y="9109"/>
                </a:lnTo>
                <a:lnTo>
                  <a:pt x="9383" y="9097"/>
                </a:lnTo>
                <a:lnTo>
                  <a:pt x="9847" y="8895"/>
                </a:lnTo>
                <a:lnTo>
                  <a:pt x="10205" y="8538"/>
                </a:lnTo>
                <a:lnTo>
                  <a:pt x="10407" y="8073"/>
                </a:lnTo>
                <a:lnTo>
                  <a:pt x="10419" y="7811"/>
                </a:lnTo>
                <a:lnTo>
                  <a:pt x="10419" y="1298"/>
                </a:lnTo>
                <a:lnTo>
                  <a:pt x="10407" y="1037"/>
                </a:lnTo>
                <a:lnTo>
                  <a:pt x="10205" y="560"/>
                </a:lnTo>
                <a:lnTo>
                  <a:pt x="9847" y="215"/>
                </a:lnTo>
                <a:lnTo>
                  <a:pt x="9383" y="13"/>
                </a:lnTo>
                <a:lnTo>
                  <a:pt x="9121"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8" name="Google Shape;2998;p173"/>
          <p:cNvSpPr/>
          <p:nvPr/>
        </p:nvSpPr>
        <p:spPr>
          <a:xfrm>
            <a:off x="10966009" y="5725599"/>
            <a:ext cx="495302" cy="565780"/>
          </a:xfrm>
          <a:custGeom>
            <a:rect b="b" l="l" r="r" t="t"/>
            <a:pathLst>
              <a:path extrusionOk="0" h="10420" w="9122">
                <a:moveTo>
                  <a:pt x="4228" y="1"/>
                </a:moveTo>
                <a:lnTo>
                  <a:pt x="3930" y="13"/>
                </a:lnTo>
                <a:lnTo>
                  <a:pt x="3359" y="132"/>
                </a:lnTo>
                <a:lnTo>
                  <a:pt x="2835" y="346"/>
                </a:lnTo>
                <a:lnTo>
                  <a:pt x="2370" y="668"/>
                </a:lnTo>
                <a:lnTo>
                  <a:pt x="1965" y="1060"/>
                </a:lnTo>
                <a:lnTo>
                  <a:pt x="1656" y="1537"/>
                </a:lnTo>
                <a:lnTo>
                  <a:pt x="1430" y="2061"/>
                </a:lnTo>
                <a:lnTo>
                  <a:pt x="1311" y="2632"/>
                </a:lnTo>
                <a:lnTo>
                  <a:pt x="1299" y="2930"/>
                </a:lnTo>
                <a:lnTo>
                  <a:pt x="1322" y="3061"/>
                </a:lnTo>
                <a:lnTo>
                  <a:pt x="1501" y="3239"/>
                </a:lnTo>
                <a:lnTo>
                  <a:pt x="1632" y="3251"/>
                </a:lnTo>
                <a:lnTo>
                  <a:pt x="1763" y="3239"/>
                </a:lnTo>
                <a:lnTo>
                  <a:pt x="1942" y="3061"/>
                </a:lnTo>
                <a:lnTo>
                  <a:pt x="1954" y="2930"/>
                </a:lnTo>
                <a:lnTo>
                  <a:pt x="1965" y="2692"/>
                </a:lnTo>
                <a:lnTo>
                  <a:pt x="2049" y="2251"/>
                </a:lnTo>
                <a:lnTo>
                  <a:pt x="2227" y="1846"/>
                </a:lnTo>
                <a:lnTo>
                  <a:pt x="2477" y="1477"/>
                </a:lnTo>
                <a:lnTo>
                  <a:pt x="2787" y="1168"/>
                </a:lnTo>
                <a:lnTo>
                  <a:pt x="3144" y="918"/>
                </a:lnTo>
                <a:lnTo>
                  <a:pt x="3549" y="751"/>
                </a:lnTo>
                <a:lnTo>
                  <a:pt x="4001" y="656"/>
                </a:lnTo>
                <a:lnTo>
                  <a:pt x="5121" y="656"/>
                </a:lnTo>
                <a:lnTo>
                  <a:pt x="5561" y="751"/>
                </a:lnTo>
                <a:lnTo>
                  <a:pt x="5978" y="918"/>
                </a:lnTo>
                <a:lnTo>
                  <a:pt x="6335" y="1168"/>
                </a:lnTo>
                <a:lnTo>
                  <a:pt x="6645" y="1477"/>
                </a:lnTo>
                <a:lnTo>
                  <a:pt x="6895" y="1846"/>
                </a:lnTo>
                <a:lnTo>
                  <a:pt x="7062" y="2251"/>
                </a:lnTo>
                <a:lnTo>
                  <a:pt x="7157" y="2692"/>
                </a:lnTo>
                <a:lnTo>
                  <a:pt x="7169" y="2930"/>
                </a:lnTo>
                <a:lnTo>
                  <a:pt x="7181" y="3061"/>
                </a:lnTo>
                <a:lnTo>
                  <a:pt x="7359" y="3239"/>
                </a:lnTo>
                <a:lnTo>
                  <a:pt x="7490" y="3251"/>
                </a:lnTo>
                <a:lnTo>
                  <a:pt x="7621" y="3239"/>
                </a:lnTo>
                <a:lnTo>
                  <a:pt x="7800" y="3061"/>
                </a:lnTo>
                <a:lnTo>
                  <a:pt x="7812" y="2930"/>
                </a:lnTo>
                <a:lnTo>
                  <a:pt x="7812" y="2632"/>
                </a:lnTo>
                <a:lnTo>
                  <a:pt x="7693" y="2061"/>
                </a:lnTo>
                <a:lnTo>
                  <a:pt x="7466" y="1525"/>
                </a:lnTo>
                <a:lnTo>
                  <a:pt x="7145" y="1060"/>
                </a:lnTo>
                <a:lnTo>
                  <a:pt x="6752" y="668"/>
                </a:lnTo>
                <a:lnTo>
                  <a:pt x="6288" y="346"/>
                </a:lnTo>
                <a:lnTo>
                  <a:pt x="5764" y="132"/>
                </a:lnTo>
                <a:lnTo>
                  <a:pt x="5192" y="13"/>
                </a:lnTo>
                <a:lnTo>
                  <a:pt x="4883" y="1"/>
                </a:lnTo>
                <a:close/>
                <a:moveTo>
                  <a:pt x="7895" y="4561"/>
                </a:moveTo>
                <a:lnTo>
                  <a:pt x="7276" y="9467"/>
                </a:lnTo>
                <a:lnTo>
                  <a:pt x="7252" y="9586"/>
                </a:lnTo>
                <a:lnTo>
                  <a:pt x="7073" y="9752"/>
                </a:lnTo>
                <a:lnTo>
                  <a:pt x="6954" y="9764"/>
                </a:lnTo>
                <a:lnTo>
                  <a:pt x="2168" y="9764"/>
                </a:lnTo>
                <a:lnTo>
                  <a:pt x="2049" y="9752"/>
                </a:lnTo>
                <a:lnTo>
                  <a:pt x="1870" y="9586"/>
                </a:lnTo>
                <a:lnTo>
                  <a:pt x="1846" y="9467"/>
                </a:lnTo>
                <a:lnTo>
                  <a:pt x="1227" y="4561"/>
                </a:lnTo>
                <a:close/>
                <a:moveTo>
                  <a:pt x="334" y="3906"/>
                </a:moveTo>
                <a:lnTo>
                  <a:pt x="203" y="3930"/>
                </a:lnTo>
                <a:lnTo>
                  <a:pt x="25" y="4097"/>
                </a:lnTo>
                <a:lnTo>
                  <a:pt x="1" y="4228"/>
                </a:lnTo>
                <a:lnTo>
                  <a:pt x="25" y="4359"/>
                </a:lnTo>
                <a:lnTo>
                  <a:pt x="203" y="4537"/>
                </a:lnTo>
                <a:lnTo>
                  <a:pt x="322" y="4561"/>
                </a:lnTo>
                <a:lnTo>
                  <a:pt x="572" y="4561"/>
                </a:lnTo>
                <a:lnTo>
                  <a:pt x="1203" y="9550"/>
                </a:lnTo>
                <a:lnTo>
                  <a:pt x="1227" y="9729"/>
                </a:lnTo>
                <a:lnTo>
                  <a:pt x="1394" y="10038"/>
                </a:lnTo>
                <a:lnTo>
                  <a:pt x="1656" y="10276"/>
                </a:lnTo>
                <a:lnTo>
                  <a:pt x="1989" y="10407"/>
                </a:lnTo>
                <a:lnTo>
                  <a:pt x="2168" y="10419"/>
                </a:lnTo>
                <a:lnTo>
                  <a:pt x="6954" y="10419"/>
                </a:lnTo>
                <a:lnTo>
                  <a:pt x="7133" y="10407"/>
                </a:lnTo>
                <a:lnTo>
                  <a:pt x="7466" y="10276"/>
                </a:lnTo>
                <a:lnTo>
                  <a:pt x="7728" y="10038"/>
                </a:lnTo>
                <a:lnTo>
                  <a:pt x="7895" y="9729"/>
                </a:lnTo>
                <a:lnTo>
                  <a:pt x="7931" y="9550"/>
                </a:lnTo>
                <a:lnTo>
                  <a:pt x="8550" y="4561"/>
                </a:lnTo>
                <a:lnTo>
                  <a:pt x="8800" y="4561"/>
                </a:lnTo>
                <a:lnTo>
                  <a:pt x="8919" y="4537"/>
                </a:lnTo>
                <a:lnTo>
                  <a:pt x="9098" y="4359"/>
                </a:lnTo>
                <a:lnTo>
                  <a:pt x="9121" y="4228"/>
                </a:lnTo>
                <a:lnTo>
                  <a:pt x="9098" y="4097"/>
                </a:lnTo>
                <a:lnTo>
                  <a:pt x="8919" y="3930"/>
                </a:lnTo>
                <a:lnTo>
                  <a:pt x="8800" y="390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2999" name="Google Shape;2999;p173"/>
          <p:cNvSpPr/>
          <p:nvPr/>
        </p:nvSpPr>
        <p:spPr>
          <a:xfrm>
            <a:off x="12009508" y="5725599"/>
            <a:ext cx="565726" cy="565128"/>
          </a:xfrm>
          <a:custGeom>
            <a:rect b="b" l="l" r="r" t="t"/>
            <a:pathLst>
              <a:path extrusionOk="0" h="10408" w="10419">
                <a:moveTo>
                  <a:pt x="5204" y="656"/>
                </a:moveTo>
                <a:lnTo>
                  <a:pt x="5477" y="668"/>
                </a:lnTo>
                <a:lnTo>
                  <a:pt x="5942" y="870"/>
                </a:lnTo>
                <a:lnTo>
                  <a:pt x="6287" y="1215"/>
                </a:lnTo>
                <a:lnTo>
                  <a:pt x="6489" y="1692"/>
                </a:lnTo>
                <a:lnTo>
                  <a:pt x="6513" y="1953"/>
                </a:lnTo>
                <a:lnTo>
                  <a:pt x="3906" y="1953"/>
                </a:lnTo>
                <a:lnTo>
                  <a:pt x="3918" y="1692"/>
                </a:lnTo>
                <a:lnTo>
                  <a:pt x="4120" y="1215"/>
                </a:lnTo>
                <a:lnTo>
                  <a:pt x="4477" y="870"/>
                </a:lnTo>
                <a:lnTo>
                  <a:pt x="4942" y="668"/>
                </a:lnTo>
                <a:lnTo>
                  <a:pt x="5204" y="656"/>
                </a:lnTo>
                <a:close/>
                <a:moveTo>
                  <a:pt x="5204" y="1"/>
                </a:moveTo>
                <a:lnTo>
                  <a:pt x="5001" y="13"/>
                </a:lnTo>
                <a:lnTo>
                  <a:pt x="4620" y="84"/>
                </a:lnTo>
                <a:lnTo>
                  <a:pt x="4263" y="239"/>
                </a:lnTo>
                <a:lnTo>
                  <a:pt x="3953" y="441"/>
                </a:lnTo>
                <a:lnTo>
                  <a:pt x="3691" y="703"/>
                </a:lnTo>
                <a:lnTo>
                  <a:pt x="3477" y="1025"/>
                </a:lnTo>
                <a:lnTo>
                  <a:pt x="3334" y="1370"/>
                </a:lnTo>
                <a:lnTo>
                  <a:pt x="3263" y="1751"/>
                </a:lnTo>
                <a:lnTo>
                  <a:pt x="3251" y="1953"/>
                </a:lnTo>
                <a:lnTo>
                  <a:pt x="3251" y="2025"/>
                </a:lnTo>
                <a:lnTo>
                  <a:pt x="3263" y="2144"/>
                </a:lnTo>
                <a:lnTo>
                  <a:pt x="3346" y="2346"/>
                </a:lnTo>
                <a:lnTo>
                  <a:pt x="3501" y="2513"/>
                </a:lnTo>
                <a:lnTo>
                  <a:pt x="3715" y="2596"/>
                </a:lnTo>
                <a:lnTo>
                  <a:pt x="3834" y="2608"/>
                </a:lnTo>
                <a:lnTo>
                  <a:pt x="6585" y="2608"/>
                </a:lnTo>
                <a:lnTo>
                  <a:pt x="6704" y="2596"/>
                </a:lnTo>
                <a:lnTo>
                  <a:pt x="6906" y="2513"/>
                </a:lnTo>
                <a:lnTo>
                  <a:pt x="7061" y="2346"/>
                </a:lnTo>
                <a:lnTo>
                  <a:pt x="7144" y="2144"/>
                </a:lnTo>
                <a:lnTo>
                  <a:pt x="7156" y="2025"/>
                </a:lnTo>
                <a:lnTo>
                  <a:pt x="7156" y="1953"/>
                </a:lnTo>
                <a:lnTo>
                  <a:pt x="7156" y="1751"/>
                </a:lnTo>
                <a:lnTo>
                  <a:pt x="7073" y="1370"/>
                </a:lnTo>
                <a:lnTo>
                  <a:pt x="6930" y="1025"/>
                </a:lnTo>
                <a:lnTo>
                  <a:pt x="6716" y="715"/>
                </a:lnTo>
                <a:lnTo>
                  <a:pt x="6454" y="441"/>
                </a:lnTo>
                <a:lnTo>
                  <a:pt x="6144" y="239"/>
                </a:lnTo>
                <a:lnTo>
                  <a:pt x="5799" y="84"/>
                </a:lnTo>
                <a:lnTo>
                  <a:pt x="5406" y="13"/>
                </a:lnTo>
                <a:lnTo>
                  <a:pt x="5204" y="1"/>
                </a:lnTo>
                <a:close/>
                <a:moveTo>
                  <a:pt x="6501" y="3906"/>
                </a:moveTo>
                <a:lnTo>
                  <a:pt x="6787" y="3966"/>
                </a:lnTo>
                <a:lnTo>
                  <a:pt x="7168" y="4144"/>
                </a:lnTo>
                <a:lnTo>
                  <a:pt x="7573" y="4549"/>
                </a:lnTo>
                <a:lnTo>
                  <a:pt x="7752" y="4930"/>
                </a:lnTo>
                <a:lnTo>
                  <a:pt x="7799" y="5216"/>
                </a:lnTo>
                <a:lnTo>
                  <a:pt x="7811" y="5371"/>
                </a:lnTo>
                <a:lnTo>
                  <a:pt x="7811" y="6514"/>
                </a:lnTo>
                <a:lnTo>
                  <a:pt x="7799" y="6764"/>
                </a:lnTo>
                <a:lnTo>
                  <a:pt x="7716" y="7228"/>
                </a:lnTo>
                <a:lnTo>
                  <a:pt x="7537" y="7669"/>
                </a:lnTo>
                <a:lnTo>
                  <a:pt x="7299" y="8062"/>
                </a:lnTo>
                <a:lnTo>
                  <a:pt x="6990" y="8407"/>
                </a:lnTo>
                <a:lnTo>
                  <a:pt x="6632" y="8693"/>
                </a:lnTo>
                <a:lnTo>
                  <a:pt x="6216" y="8919"/>
                </a:lnTo>
                <a:lnTo>
                  <a:pt x="5775" y="9062"/>
                </a:lnTo>
                <a:lnTo>
                  <a:pt x="5537" y="9098"/>
                </a:lnTo>
                <a:lnTo>
                  <a:pt x="5537" y="5204"/>
                </a:lnTo>
                <a:lnTo>
                  <a:pt x="5513" y="5073"/>
                </a:lnTo>
                <a:lnTo>
                  <a:pt x="5335" y="4906"/>
                </a:lnTo>
                <a:lnTo>
                  <a:pt x="5204" y="4883"/>
                </a:lnTo>
                <a:lnTo>
                  <a:pt x="5073" y="4906"/>
                </a:lnTo>
                <a:lnTo>
                  <a:pt x="4894" y="5073"/>
                </a:lnTo>
                <a:lnTo>
                  <a:pt x="4882" y="5204"/>
                </a:lnTo>
                <a:lnTo>
                  <a:pt x="4882" y="9098"/>
                </a:lnTo>
                <a:lnTo>
                  <a:pt x="4644" y="9062"/>
                </a:lnTo>
                <a:lnTo>
                  <a:pt x="4191" y="8919"/>
                </a:lnTo>
                <a:lnTo>
                  <a:pt x="3775" y="8693"/>
                </a:lnTo>
                <a:lnTo>
                  <a:pt x="3418" y="8407"/>
                </a:lnTo>
                <a:lnTo>
                  <a:pt x="3108" y="8062"/>
                </a:lnTo>
                <a:lnTo>
                  <a:pt x="2870" y="7669"/>
                </a:lnTo>
                <a:lnTo>
                  <a:pt x="2703" y="7228"/>
                </a:lnTo>
                <a:lnTo>
                  <a:pt x="2608" y="6764"/>
                </a:lnTo>
                <a:lnTo>
                  <a:pt x="2596" y="6514"/>
                </a:lnTo>
                <a:lnTo>
                  <a:pt x="2608" y="6514"/>
                </a:lnTo>
                <a:lnTo>
                  <a:pt x="2608" y="5371"/>
                </a:lnTo>
                <a:lnTo>
                  <a:pt x="2608" y="5216"/>
                </a:lnTo>
                <a:lnTo>
                  <a:pt x="2667" y="4930"/>
                </a:lnTo>
                <a:lnTo>
                  <a:pt x="2846" y="4549"/>
                </a:lnTo>
                <a:lnTo>
                  <a:pt x="3239" y="4144"/>
                </a:lnTo>
                <a:lnTo>
                  <a:pt x="3632" y="3966"/>
                </a:lnTo>
                <a:lnTo>
                  <a:pt x="3918" y="3906"/>
                </a:lnTo>
                <a:close/>
                <a:moveTo>
                  <a:pt x="846" y="1965"/>
                </a:moveTo>
                <a:lnTo>
                  <a:pt x="739" y="2049"/>
                </a:lnTo>
                <a:lnTo>
                  <a:pt x="667" y="2156"/>
                </a:lnTo>
                <a:lnTo>
                  <a:pt x="667" y="2406"/>
                </a:lnTo>
                <a:lnTo>
                  <a:pt x="739" y="2513"/>
                </a:lnTo>
                <a:lnTo>
                  <a:pt x="2358" y="4121"/>
                </a:lnTo>
                <a:lnTo>
                  <a:pt x="2179" y="4394"/>
                </a:lnTo>
                <a:lnTo>
                  <a:pt x="1965" y="5014"/>
                </a:lnTo>
                <a:lnTo>
                  <a:pt x="1953" y="5359"/>
                </a:lnTo>
                <a:lnTo>
                  <a:pt x="1953" y="5514"/>
                </a:lnTo>
                <a:lnTo>
                  <a:pt x="322" y="5514"/>
                </a:lnTo>
                <a:lnTo>
                  <a:pt x="191" y="5537"/>
                </a:lnTo>
                <a:lnTo>
                  <a:pt x="12" y="5716"/>
                </a:lnTo>
                <a:lnTo>
                  <a:pt x="0" y="5847"/>
                </a:lnTo>
                <a:lnTo>
                  <a:pt x="12" y="5978"/>
                </a:lnTo>
                <a:lnTo>
                  <a:pt x="191" y="6157"/>
                </a:lnTo>
                <a:lnTo>
                  <a:pt x="322" y="6168"/>
                </a:lnTo>
                <a:lnTo>
                  <a:pt x="1953" y="6168"/>
                </a:lnTo>
                <a:lnTo>
                  <a:pt x="1953" y="6490"/>
                </a:lnTo>
                <a:lnTo>
                  <a:pt x="1953" y="6728"/>
                </a:lnTo>
                <a:lnTo>
                  <a:pt x="2013" y="7181"/>
                </a:lnTo>
                <a:lnTo>
                  <a:pt x="2132" y="7609"/>
                </a:lnTo>
                <a:lnTo>
                  <a:pt x="2310" y="8002"/>
                </a:lnTo>
                <a:lnTo>
                  <a:pt x="2417" y="8193"/>
                </a:lnTo>
                <a:lnTo>
                  <a:pt x="739" y="9860"/>
                </a:lnTo>
                <a:lnTo>
                  <a:pt x="667" y="9967"/>
                </a:lnTo>
                <a:lnTo>
                  <a:pt x="667" y="10217"/>
                </a:lnTo>
                <a:lnTo>
                  <a:pt x="739" y="10324"/>
                </a:lnTo>
                <a:lnTo>
                  <a:pt x="846" y="10407"/>
                </a:lnTo>
                <a:lnTo>
                  <a:pt x="1096" y="10407"/>
                </a:lnTo>
                <a:lnTo>
                  <a:pt x="1203" y="10324"/>
                </a:lnTo>
                <a:lnTo>
                  <a:pt x="2810" y="8717"/>
                </a:lnTo>
                <a:lnTo>
                  <a:pt x="3037" y="8955"/>
                </a:lnTo>
                <a:lnTo>
                  <a:pt x="3572" y="9336"/>
                </a:lnTo>
                <a:lnTo>
                  <a:pt x="4180" y="9610"/>
                </a:lnTo>
                <a:lnTo>
                  <a:pt x="4858" y="9752"/>
                </a:lnTo>
                <a:lnTo>
                  <a:pt x="5204" y="9764"/>
                </a:lnTo>
                <a:lnTo>
                  <a:pt x="5561" y="9752"/>
                </a:lnTo>
                <a:lnTo>
                  <a:pt x="6228" y="9610"/>
                </a:lnTo>
                <a:lnTo>
                  <a:pt x="6835" y="9336"/>
                </a:lnTo>
                <a:lnTo>
                  <a:pt x="7371" y="8955"/>
                </a:lnTo>
                <a:lnTo>
                  <a:pt x="7597" y="8717"/>
                </a:lnTo>
                <a:lnTo>
                  <a:pt x="9204" y="10324"/>
                </a:lnTo>
                <a:lnTo>
                  <a:pt x="9311" y="10407"/>
                </a:lnTo>
                <a:lnTo>
                  <a:pt x="9561" y="10407"/>
                </a:lnTo>
                <a:lnTo>
                  <a:pt x="9669" y="10324"/>
                </a:lnTo>
                <a:lnTo>
                  <a:pt x="9752" y="10217"/>
                </a:lnTo>
                <a:lnTo>
                  <a:pt x="9752" y="9967"/>
                </a:lnTo>
                <a:lnTo>
                  <a:pt x="9669" y="9860"/>
                </a:lnTo>
                <a:lnTo>
                  <a:pt x="7990" y="8193"/>
                </a:lnTo>
                <a:lnTo>
                  <a:pt x="8097" y="8002"/>
                </a:lnTo>
                <a:lnTo>
                  <a:pt x="8275" y="7609"/>
                </a:lnTo>
                <a:lnTo>
                  <a:pt x="8395" y="7181"/>
                </a:lnTo>
                <a:lnTo>
                  <a:pt x="8454" y="6740"/>
                </a:lnTo>
                <a:lnTo>
                  <a:pt x="8454" y="6514"/>
                </a:lnTo>
                <a:lnTo>
                  <a:pt x="8454" y="6180"/>
                </a:lnTo>
                <a:lnTo>
                  <a:pt x="10085" y="6180"/>
                </a:lnTo>
                <a:lnTo>
                  <a:pt x="10216" y="6168"/>
                </a:lnTo>
                <a:lnTo>
                  <a:pt x="10395" y="5990"/>
                </a:lnTo>
                <a:lnTo>
                  <a:pt x="10419" y="5859"/>
                </a:lnTo>
                <a:lnTo>
                  <a:pt x="10395" y="5728"/>
                </a:lnTo>
                <a:lnTo>
                  <a:pt x="10216" y="5549"/>
                </a:lnTo>
                <a:lnTo>
                  <a:pt x="10085" y="5537"/>
                </a:lnTo>
                <a:lnTo>
                  <a:pt x="8454" y="5537"/>
                </a:lnTo>
                <a:lnTo>
                  <a:pt x="8454" y="5371"/>
                </a:lnTo>
                <a:lnTo>
                  <a:pt x="8454" y="5192"/>
                </a:lnTo>
                <a:lnTo>
                  <a:pt x="8395" y="4859"/>
                </a:lnTo>
                <a:lnTo>
                  <a:pt x="8287" y="4549"/>
                </a:lnTo>
                <a:lnTo>
                  <a:pt x="8133" y="4251"/>
                </a:lnTo>
                <a:lnTo>
                  <a:pt x="8037" y="4121"/>
                </a:lnTo>
                <a:lnTo>
                  <a:pt x="9669" y="2513"/>
                </a:lnTo>
                <a:lnTo>
                  <a:pt x="9740" y="2406"/>
                </a:lnTo>
                <a:lnTo>
                  <a:pt x="9740" y="2156"/>
                </a:lnTo>
                <a:lnTo>
                  <a:pt x="9669" y="2049"/>
                </a:lnTo>
                <a:lnTo>
                  <a:pt x="9561" y="1965"/>
                </a:lnTo>
                <a:lnTo>
                  <a:pt x="9311" y="1965"/>
                </a:lnTo>
                <a:lnTo>
                  <a:pt x="9204" y="2049"/>
                </a:lnTo>
                <a:lnTo>
                  <a:pt x="7597" y="3668"/>
                </a:lnTo>
                <a:lnTo>
                  <a:pt x="7323" y="3478"/>
                </a:lnTo>
                <a:lnTo>
                  <a:pt x="6692" y="3275"/>
                </a:lnTo>
                <a:lnTo>
                  <a:pt x="6347" y="3251"/>
                </a:lnTo>
                <a:lnTo>
                  <a:pt x="4061" y="3251"/>
                </a:lnTo>
                <a:lnTo>
                  <a:pt x="3715" y="3275"/>
                </a:lnTo>
                <a:lnTo>
                  <a:pt x="3084" y="3478"/>
                </a:lnTo>
                <a:lnTo>
                  <a:pt x="2810" y="3668"/>
                </a:lnTo>
                <a:lnTo>
                  <a:pt x="1203" y="2049"/>
                </a:lnTo>
                <a:lnTo>
                  <a:pt x="1096" y="1965"/>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0" name="Google Shape;3000;p173"/>
          <p:cNvSpPr/>
          <p:nvPr/>
        </p:nvSpPr>
        <p:spPr>
          <a:xfrm>
            <a:off x="13158344" y="5725599"/>
            <a:ext cx="424824" cy="565780"/>
          </a:xfrm>
          <a:custGeom>
            <a:rect b="b" l="l" r="r" t="t"/>
            <a:pathLst>
              <a:path extrusionOk="0" h="10420" w="7824">
                <a:moveTo>
                  <a:pt x="2608" y="2608"/>
                </a:moveTo>
                <a:lnTo>
                  <a:pt x="2608" y="3251"/>
                </a:lnTo>
                <a:lnTo>
                  <a:pt x="1965" y="3251"/>
                </a:lnTo>
                <a:lnTo>
                  <a:pt x="1965" y="2608"/>
                </a:lnTo>
                <a:close/>
                <a:moveTo>
                  <a:pt x="5871" y="2608"/>
                </a:moveTo>
                <a:lnTo>
                  <a:pt x="5871" y="3251"/>
                </a:lnTo>
                <a:lnTo>
                  <a:pt x="5216" y="3251"/>
                </a:lnTo>
                <a:lnTo>
                  <a:pt x="5216" y="2608"/>
                </a:lnTo>
                <a:close/>
                <a:moveTo>
                  <a:pt x="1799" y="1953"/>
                </a:moveTo>
                <a:lnTo>
                  <a:pt x="1691" y="1965"/>
                </a:lnTo>
                <a:lnTo>
                  <a:pt x="1525" y="2037"/>
                </a:lnTo>
                <a:lnTo>
                  <a:pt x="1394" y="2168"/>
                </a:lnTo>
                <a:lnTo>
                  <a:pt x="1310" y="2346"/>
                </a:lnTo>
                <a:lnTo>
                  <a:pt x="1310" y="2442"/>
                </a:lnTo>
                <a:lnTo>
                  <a:pt x="1310" y="3418"/>
                </a:lnTo>
                <a:lnTo>
                  <a:pt x="1310" y="3513"/>
                </a:lnTo>
                <a:lnTo>
                  <a:pt x="1394" y="3692"/>
                </a:lnTo>
                <a:lnTo>
                  <a:pt x="1525" y="3823"/>
                </a:lnTo>
                <a:lnTo>
                  <a:pt x="1691" y="3894"/>
                </a:lnTo>
                <a:lnTo>
                  <a:pt x="1799" y="3906"/>
                </a:lnTo>
                <a:lnTo>
                  <a:pt x="2775" y="3906"/>
                </a:lnTo>
                <a:lnTo>
                  <a:pt x="2870" y="3894"/>
                </a:lnTo>
                <a:lnTo>
                  <a:pt x="3049" y="3823"/>
                </a:lnTo>
                <a:lnTo>
                  <a:pt x="3180" y="3692"/>
                </a:lnTo>
                <a:lnTo>
                  <a:pt x="3251" y="3513"/>
                </a:lnTo>
                <a:lnTo>
                  <a:pt x="3263" y="3418"/>
                </a:lnTo>
                <a:lnTo>
                  <a:pt x="3263" y="2442"/>
                </a:lnTo>
                <a:lnTo>
                  <a:pt x="3251" y="2346"/>
                </a:lnTo>
                <a:lnTo>
                  <a:pt x="3180" y="2168"/>
                </a:lnTo>
                <a:lnTo>
                  <a:pt x="3049" y="2037"/>
                </a:lnTo>
                <a:lnTo>
                  <a:pt x="2870" y="1965"/>
                </a:lnTo>
                <a:lnTo>
                  <a:pt x="2775" y="1953"/>
                </a:lnTo>
                <a:close/>
                <a:moveTo>
                  <a:pt x="5049" y="1953"/>
                </a:moveTo>
                <a:lnTo>
                  <a:pt x="4954" y="1965"/>
                </a:lnTo>
                <a:lnTo>
                  <a:pt x="4775" y="2037"/>
                </a:lnTo>
                <a:lnTo>
                  <a:pt x="4644" y="2168"/>
                </a:lnTo>
                <a:lnTo>
                  <a:pt x="4573" y="2346"/>
                </a:lnTo>
                <a:lnTo>
                  <a:pt x="4561" y="2442"/>
                </a:lnTo>
                <a:lnTo>
                  <a:pt x="4561" y="3418"/>
                </a:lnTo>
                <a:lnTo>
                  <a:pt x="4573" y="3513"/>
                </a:lnTo>
                <a:lnTo>
                  <a:pt x="4644" y="3692"/>
                </a:lnTo>
                <a:lnTo>
                  <a:pt x="4775" y="3823"/>
                </a:lnTo>
                <a:lnTo>
                  <a:pt x="4954" y="3894"/>
                </a:lnTo>
                <a:lnTo>
                  <a:pt x="5049" y="3906"/>
                </a:lnTo>
                <a:lnTo>
                  <a:pt x="6025" y="3906"/>
                </a:lnTo>
                <a:lnTo>
                  <a:pt x="6133" y="3894"/>
                </a:lnTo>
                <a:lnTo>
                  <a:pt x="6299" y="3823"/>
                </a:lnTo>
                <a:lnTo>
                  <a:pt x="6430" y="3692"/>
                </a:lnTo>
                <a:lnTo>
                  <a:pt x="6514" y="3513"/>
                </a:lnTo>
                <a:lnTo>
                  <a:pt x="6514" y="3418"/>
                </a:lnTo>
                <a:lnTo>
                  <a:pt x="6514" y="2442"/>
                </a:lnTo>
                <a:lnTo>
                  <a:pt x="6514" y="2346"/>
                </a:lnTo>
                <a:lnTo>
                  <a:pt x="6430" y="2168"/>
                </a:lnTo>
                <a:lnTo>
                  <a:pt x="6299" y="2037"/>
                </a:lnTo>
                <a:lnTo>
                  <a:pt x="6133" y="1965"/>
                </a:lnTo>
                <a:lnTo>
                  <a:pt x="6025" y="1953"/>
                </a:lnTo>
                <a:close/>
                <a:moveTo>
                  <a:pt x="2608" y="5204"/>
                </a:moveTo>
                <a:lnTo>
                  <a:pt x="2608" y="5859"/>
                </a:lnTo>
                <a:lnTo>
                  <a:pt x="1965" y="5859"/>
                </a:lnTo>
                <a:lnTo>
                  <a:pt x="1965" y="5204"/>
                </a:lnTo>
                <a:close/>
                <a:moveTo>
                  <a:pt x="5871" y="5204"/>
                </a:moveTo>
                <a:lnTo>
                  <a:pt x="5871" y="5859"/>
                </a:lnTo>
                <a:lnTo>
                  <a:pt x="5216" y="5859"/>
                </a:lnTo>
                <a:lnTo>
                  <a:pt x="5216" y="5204"/>
                </a:lnTo>
                <a:close/>
                <a:moveTo>
                  <a:pt x="1691" y="4561"/>
                </a:moveTo>
                <a:lnTo>
                  <a:pt x="1525" y="4644"/>
                </a:lnTo>
                <a:lnTo>
                  <a:pt x="1394" y="4775"/>
                </a:lnTo>
                <a:lnTo>
                  <a:pt x="1310" y="4942"/>
                </a:lnTo>
                <a:lnTo>
                  <a:pt x="1310" y="5049"/>
                </a:lnTo>
                <a:lnTo>
                  <a:pt x="1310" y="6026"/>
                </a:lnTo>
                <a:lnTo>
                  <a:pt x="1310" y="6121"/>
                </a:lnTo>
                <a:lnTo>
                  <a:pt x="1394" y="6299"/>
                </a:lnTo>
                <a:lnTo>
                  <a:pt x="1525" y="6430"/>
                </a:lnTo>
                <a:lnTo>
                  <a:pt x="1691" y="6502"/>
                </a:lnTo>
                <a:lnTo>
                  <a:pt x="1799" y="6514"/>
                </a:lnTo>
                <a:lnTo>
                  <a:pt x="2775" y="6514"/>
                </a:lnTo>
                <a:lnTo>
                  <a:pt x="2870" y="6502"/>
                </a:lnTo>
                <a:lnTo>
                  <a:pt x="3049" y="6430"/>
                </a:lnTo>
                <a:lnTo>
                  <a:pt x="3180" y="6299"/>
                </a:lnTo>
                <a:lnTo>
                  <a:pt x="3251" y="6121"/>
                </a:lnTo>
                <a:lnTo>
                  <a:pt x="3263" y="6026"/>
                </a:lnTo>
                <a:lnTo>
                  <a:pt x="3263" y="5049"/>
                </a:lnTo>
                <a:lnTo>
                  <a:pt x="3251" y="4942"/>
                </a:lnTo>
                <a:lnTo>
                  <a:pt x="3180" y="4775"/>
                </a:lnTo>
                <a:lnTo>
                  <a:pt x="3049" y="4644"/>
                </a:lnTo>
                <a:lnTo>
                  <a:pt x="2870" y="4561"/>
                </a:lnTo>
                <a:close/>
                <a:moveTo>
                  <a:pt x="4954" y="4561"/>
                </a:moveTo>
                <a:lnTo>
                  <a:pt x="4775" y="4644"/>
                </a:lnTo>
                <a:lnTo>
                  <a:pt x="4644" y="4775"/>
                </a:lnTo>
                <a:lnTo>
                  <a:pt x="4573" y="4942"/>
                </a:lnTo>
                <a:lnTo>
                  <a:pt x="4561" y="5049"/>
                </a:lnTo>
                <a:lnTo>
                  <a:pt x="4561" y="6026"/>
                </a:lnTo>
                <a:lnTo>
                  <a:pt x="4573" y="6121"/>
                </a:lnTo>
                <a:lnTo>
                  <a:pt x="4644" y="6299"/>
                </a:lnTo>
                <a:lnTo>
                  <a:pt x="4775" y="6430"/>
                </a:lnTo>
                <a:lnTo>
                  <a:pt x="4954" y="6502"/>
                </a:lnTo>
                <a:lnTo>
                  <a:pt x="5049" y="6514"/>
                </a:lnTo>
                <a:lnTo>
                  <a:pt x="6025" y="6514"/>
                </a:lnTo>
                <a:lnTo>
                  <a:pt x="6133" y="6502"/>
                </a:lnTo>
                <a:lnTo>
                  <a:pt x="6299" y="6430"/>
                </a:lnTo>
                <a:lnTo>
                  <a:pt x="6430" y="6299"/>
                </a:lnTo>
                <a:lnTo>
                  <a:pt x="6514" y="6121"/>
                </a:lnTo>
                <a:lnTo>
                  <a:pt x="6514" y="6026"/>
                </a:lnTo>
                <a:lnTo>
                  <a:pt x="6514" y="5049"/>
                </a:lnTo>
                <a:lnTo>
                  <a:pt x="6514" y="4942"/>
                </a:lnTo>
                <a:lnTo>
                  <a:pt x="6430" y="4775"/>
                </a:lnTo>
                <a:lnTo>
                  <a:pt x="6299" y="4644"/>
                </a:lnTo>
                <a:lnTo>
                  <a:pt x="6133" y="4561"/>
                </a:lnTo>
                <a:close/>
                <a:moveTo>
                  <a:pt x="3918" y="7812"/>
                </a:moveTo>
                <a:lnTo>
                  <a:pt x="4049" y="7824"/>
                </a:lnTo>
                <a:lnTo>
                  <a:pt x="4275" y="7919"/>
                </a:lnTo>
                <a:lnTo>
                  <a:pt x="4454" y="8097"/>
                </a:lnTo>
                <a:lnTo>
                  <a:pt x="4549" y="8336"/>
                </a:lnTo>
                <a:lnTo>
                  <a:pt x="4561" y="8466"/>
                </a:lnTo>
                <a:lnTo>
                  <a:pt x="4561" y="9764"/>
                </a:lnTo>
                <a:lnTo>
                  <a:pt x="3263" y="9764"/>
                </a:lnTo>
                <a:lnTo>
                  <a:pt x="3263" y="8466"/>
                </a:lnTo>
                <a:lnTo>
                  <a:pt x="3275" y="8336"/>
                </a:lnTo>
                <a:lnTo>
                  <a:pt x="3370" y="8097"/>
                </a:lnTo>
                <a:lnTo>
                  <a:pt x="3549" y="7919"/>
                </a:lnTo>
                <a:lnTo>
                  <a:pt x="3775" y="7824"/>
                </a:lnTo>
                <a:lnTo>
                  <a:pt x="3918" y="7812"/>
                </a:lnTo>
                <a:close/>
                <a:moveTo>
                  <a:pt x="6645" y="656"/>
                </a:moveTo>
                <a:lnTo>
                  <a:pt x="6883" y="763"/>
                </a:lnTo>
                <a:lnTo>
                  <a:pt x="7061" y="930"/>
                </a:lnTo>
                <a:lnTo>
                  <a:pt x="7157" y="1168"/>
                </a:lnTo>
                <a:lnTo>
                  <a:pt x="7168" y="1299"/>
                </a:lnTo>
                <a:lnTo>
                  <a:pt x="7168" y="9121"/>
                </a:lnTo>
                <a:lnTo>
                  <a:pt x="7157" y="9252"/>
                </a:lnTo>
                <a:lnTo>
                  <a:pt x="7061" y="9479"/>
                </a:lnTo>
                <a:lnTo>
                  <a:pt x="6883" y="9657"/>
                </a:lnTo>
                <a:lnTo>
                  <a:pt x="6645" y="9752"/>
                </a:lnTo>
                <a:lnTo>
                  <a:pt x="6514" y="9764"/>
                </a:lnTo>
                <a:lnTo>
                  <a:pt x="5216" y="9764"/>
                </a:lnTo>
                <a:lnTo>
                  <a:pt x="5216" y="8466"/>
                </a:lnTo>
                <a:lnTo>
                  <a:pt x="5192" y="8205"/>
                </a:lnTo>
                <a:lnTo>
                  <a:pt x="5001" y="7728"/>
                </a:lnTo>
                <a:lnTo>
                  <a:pt x="4644" y="7383"/>
                </a:lnTo>
                <a:lnTo>
                  <a:pt x="4180" y="7181"/>
                </a:lnTo>
                <a:lnTo>
                  <a:pt x="3918" y="7169"/>
                </a:lnTo>
                <a:lnTo>
                  <a:pt x="3644" y="7181"/>
                </a:lnTo>
                <a:lnTo>
                  <a:pt x="3180" y="7383"/>
                </a:lnTo>
                <a:lnTo>
                  <a:pt x="2822" y="7728"/>
                </a:lnTo>
                <a:lnTo>
                  <a:pt x="2632" y="8205"/>
                </a:lnTo>
                <a:lnTo>
                  <a:pt x="2608" y="8466"/>
                </a:lnTo>
                <a:lnTo>
                  <a:pt x="2608" y="9764"/>
                </a:lnTo>
                <a:lnTo>
                  <a:pt x="1310" y="9764"/>
                </a:lnTo>
                <a:lnTo>
                  <a:pt x="1179" y="9752"/>
                </a:lnTo>
                <a:lnTo>
                  <a:pt x="941" y="9657"/>
                </a:lnTo>
                <a:lnTo>
                  <a:pt x="763" y="9479"/>
                </a:lnTo>
                <a:lnTo>
                  <a:pt x="667" y="9252"/>
                </a:lnTo>
                <a:lnTo>
                  <a:pt x="655" y="9121"/>
                </a:lnTo>
                <a:lnTo>
                  <a:pt x="655" y="1299"/>
                </a:lnTo>
                <a:lnTo>
                  <a:pt x="667" y="1168"/>
                </a:lnTo>
                <a:lnTo>
                  <a:pt x="763" y="930"/>
                </a:lnTo>
                <a:lnTo>
                  <a:pt x="941" y="763"/>
                </a:lnTo>
                <a:lnTo>
                  <a:pt x="1179" y="656"/>
                </a:lnTo>
                <a:close/>
                <a:moveTo>
                  <a:pt x="1310" y="1"/>
                </a:moveTo>
                <a:lnTo>
                  <a:pt x="1036" y="13"/>
                </a:lnTo>
                <a:lnTo>
                  <a:pt x="572" y="215"/>
                </a:lnTo>
                <a:lnTo>
                  <a:pt x="227" y="572"/>
                </a:lnTo>
                <a:lnTo>
                  <a:pt x="24" y="1037"/>
                </a:lnTo>
                <a:lnTo>
                  <a:pt x="1" y="1299"/>
                </a:lnTo>
                <a:lnTo>
                  <a:pt x="1" y="9121"/>
                </a:lnTo>
                <a:lnTo>
                  <a:pt x="24" y="9383"/>
                </a:lnTo>
                <a:lnTo>
                  <a:pt x="227" y="9848"/>
                </a:lnTo>
                <a:lnTo>
                  <a:pt x="572" y="10205"/>
                </a:lnTo>
                <a:lnTo>
                  <a:pt x="1036" y="10395"/>
                </a:lnTo>
                <a:lnTo>
                  <a:pt x="1310" y="10419"/>
                </a:lnTo>
                <a:lnTo>
                  <a:pt x="6514" y="10419"/>
                </a:lnTo>
                <a:lnTo>
                  <a:pt x="6787" y="10395"/>
                </a:lnTo>
                <a:lnTo>
                  <a:pt x="7252" y="10205"/>
                </a:lnTo>
                <a:lnTo>
                  <a:pt x="7597" y="9848"/>
                </a:lnTo>
                <a:lnTo>
                  <a:pt x="7800" y="9383"/>
                </a:lnTo>
                <a:lnTo>
                  <a:pt x="7823" y="9121"/>
                </a:lnTo>
                <a:lnTo>
                  <a:pt x="7823" y="1299"/>
                </a:lnTo>
                <a:lnTo>
                  <a:pt x="7800" y="1037"/>
                </a:lnTo>
                <a:lnTo>
                  <a:pt x="7597" y="572"/>
                </a:lnTo>
                <a:lnTo>
                  <a:pt x="7252" y="215"/>
                </a:lnTo>
                <a:lnTo>
                  <a:pt x="6787" y="13"/>
                </a:lnTo>
                <a:lnTo>
                  <a:pt x="6514"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1" name="Google Shape;3001;p173"/>
          <p:cNvSpPr/>
          <p:nvPr/>
        </p:nvSpPr>
        <p:spPr>
          <a:xfrm>
            <a:off x="14166278" y="5725599"/>
            <a:ext cx="565726" cy="565780"/>
          </a:xfrm>
          <a:custGeom>
            <a:rect b="b" l="l" r="r" t="t"/>
            <a:pathLst>
              <a:path extrusionOk="0" h="10420" w="10419">
                <a:moveTo>
                  <a:pt x="5215" y="2275"/>
                </a:moveTo>
                <a:lnTo>
                  <a:pt x="5311" y="2287"/>
                </a:lnTo>
                <a:lnTo>
                  <a:pt x="5489" y="2358"/>
                </a:lnTo>
                <a:lnTo>
                  <a:pt x="5620" y="2489"/>
                </a:lnTo>
                <a:lnTo>
                  <a:pt x="5692" y="2668"/>
                </a:lnTo>
                <a:lnTo>
                  <a:pt x="5704" y="2763"/>
                </a:lnTo>
                <a:lnTo>
                  <a:pt x="5692" y="2870"/>
                </a:lnTo>
                <a:lnTo>
                  <a:pt x="5620" y="3037"/>
                </a:lnTo>
                <a:lnTo>
                  <a:pt x="5489" y="3180"/>
                </a:lnTo>
                <a:lnTo>
                  <a:pt x="5311" y="3251"/>
                </a:lnTo>
                <a:lnTo>
                  <a:pt x="5108" y="3251"/>
                </a:lnTo>
                <a:lnTo>
                  <a:pt x="4942" y="3180"/>
                </a:lnTo>
                <a:lnTo>
                  <a:pt x="4811" y="3037"/>
                </a:lnTo>
                <a:lnTo>
                  <a:pt x="4727" y="2870"/>
                </a:lnTo>
                <a:lnTo>
                  <a:pt x="4727" y="2763"/>
                </a:lnTo>
                <a:lnTo>
                  <a:pt x="4727" y="2668"/>
                </a:lnTo>
                <a:lnTo>
                  <a:pt x="4811" y="2489"/>
                </a:lnTo>
                <a:lnTo>
                  <a:pt x="4942" y="2358"/>
                </a:lnTo>
                <a:lnTo>
                  <a:pt x="5108" y="2287"/>
                </a:lnTo>
                <a:lnTo>
                  <a:pt x="5215" y="2275"/>
                </a:lnTo>
                <a:close/>
                <a:moveTo>
                  <a:pt x="5215" y="703"/>
                </a:moveTo>
                <a:lnTo>
                  <a:pt x="9728" y="3251"/>
                </a:lnTo>
                <a:lnTo>
                  <a:pt x="6251" y="3251"/>
                </a:lnTo>
                <a:lnTo>
                  <a:pt x="6299" y="3144"/>
                </a:lnTo>
                <a:lnTo>
                  <a:pt x="6347" y="2894"/>
                </a:lnTo>
                <a:lnTo>
                  <a:pt x="6358" y="2763"/>
                </a:lnTo>
                <a:lnTo>
                  <a:pt x="6335" y="2537"/>
                </a:lnTo>
                <a:lnTo>
                  <a:pt x="6168" y="2120"/>
                </a:lnTo>
                <a:lnTo>
                  <a:pt x="5858" y="1823"/>
                </a:lnTo>
                <a:lnTo>
                  <a:pt x="5454" y="1644"/>
                </a:lnTo>
                <a:lnTo>
                  <a:pt x="5215" y="1632"/>
                </a:lnTo>
                <a:lnTo>
                  <a:pt x="4977" y="1644"/>
                </a:lnTo>
                <a:lnTo>
                  <a:pt x="4572" y="1823"/>
                </a:lnTo>
                <a:lnTo>
                  <a:pt x="4263" y="2132"/>
                </a:lnTo>
                <a:lnTo>
                  <a:pt x="4096" y="2537"/>
                </a:lnTo>
                <a:lnTo>
                  <a:pt x="4072" y="2763"/>
                </a:lnTo>
                <a:lnTo>
                  <a:pt x="4084" y="2894"/>
                </a:lnTo>
                <a:lnTo>
                  <a:pt x="4132" y="3144"/>
                </a:lnTo>
                <a:lnTo>
                  <a:pt x="4191" y="3251"/>
                </a:lnTo>
                <a:lnTo>
                  <a:pt x="703" y="3251"/>
                </a:lnTo>
                <a:lnTo>
                  <a:pt x="5215" y="703"/>
                </a:lnTo>
                <a:close/>
                <a:moveTo>
                  <a:pt x="5132" y="1"/>
                </a:moveTo>
                <a:lnTo>
                  <a:pt x="5049" y="37"/>
                </a:lnTo>
                <a:lnTo>
                  <a:pt x="322" y="2716"/>
                </a:lnTo>
                <a:lnTo>
                  <a:pt x="191" y="2823"/>
                </a:lnTo>
                <a:lnTo>
                  <a:pt x="24" y="3108"/>
                </a:lnTo>
                <a:lnTo>
                  <a:pt x="0" y="3275"/>
                </a:lnTo>
                <a:lnTo>
                  <a:pt x="12" y="3406"/>
                </a:lnTo>
                <a:lnTo>
                  <a:pt x="107" y="3632"/>
                </a:lnTo>
                <a:lnTo>
                  <a:pt x="286" y="3799"/>
                </a:lnTo>
                <a:lnTo>
                  <a:pt x="512" y="3894"/>
                </a:lnTo>
                <a:lnTo>
                  <a:pt x="643" y="3906"/>
                </a:lnTo>
                <a:lnTo>
                  <a:pt x="9788" y="3906"/>
                </a:lnTo>
                <a:lnTo>
                  <a:pt x="9919" y="3894"/>
                </a:lnTo>
                <a:lnTo>
                  <a:pt x="10145" y="3799"/>
                </a:lnTo>
                <a:lnTo>
                  <a:pt x="10323" y="3632"/>
                </a:lnTo>
                <a:lnTo>
                  <a:pt x="10419" y="3406"/>
                </a:lnTo>
                <a:lnTo>
                  <a:pt x="10419" y="3275"/>
                </a:lnTo>
                <a:lnTo>
                  <a:pt x="10407" y="3108"/>
                </a:lnTo>
                <a:lnTo>
                  <a:pt x="10228" y="2823"/>
                </a:lnTo>
                <a:lnTo>
                  <a:pt x="10097" y="2716"/>
                </a:lnTo>
                <a:lnTo>
                  <a:pt x="5370" y="37"/>
                </a:lnTo>
                <a:lnTo>
                  <a:pt x="5287" y="1"/>
                </a:lnTo>
                <a:close/>
                <a:moveTo>
                  <a:pt x="1310" y="4561"/>
                </a:moveTo>
                <a:lnTo>
                  <a:pt x="1310" y="7169"/>
                </a:lnTo>
                <a:lnTo>
                  <a:pt x="1179" y="7181"/>
                </a:lnTo>
                <a:lnTo>
                  <a:pt x="1000" y="7359"/>
                </a:lnTo>
                <a:lnTo>
                  <a:pt x="988" y="7490"/>
                </a:lnTo>
                <a:lnTo>
                  <a:pt x="1000" y="7621"/>
                </a:lnTo>
                <a:lnTo>
                  <a:pt x="1179" y="7800"/>
                </a:lnTo>
                <a:lnTo>
                  <a:pt x="1310" y="7812"/>
                </a:lnTo>
                <a:lnTo>
                  <a:pt x="9121" y="7812"/>
                </a:lnTo>
                <a:lnTo>
                  <a:pt x="9252" y="7800"/>
                </a:lnTo>
                <a:lnTo>
                  <a:pt x="9430" y="7621"/>
                </a:lnTo>
                <a:lnTo>
                  <a:pt x="9454" y="7490"/>
                </a:lnTo>
                <a:lnTo>
                  <a:pt x="9430" y="7359"/>
                </a:lnTo>
                <a:lnTo>
                  <a:pt x="9252" y="7181"/>
                </a:lnTo>
                <a:lnTo>
                  <a:pt x="9121" y="7169"/>
                </a:lnTo>
                <a:lnTo>
                  <a:pt x="9121" y="4561"/>
                </a:lnTo>
                <a:lnTo>
                  <a:pt x="8478" y="4561"/>
                </a:lnTo>
                <a:lnTo>
                  <a:pt x="8478" y="7169"/>
                </a:lnTo>
                <a:lnTo>
                  <a:pt x="6847" y="7169"/>
                </a:lnTo>
                <a:lnTo>
                  <a:pt x="6847" y="4561"/>
                </a:lnTo>
                <a:lnTo>
                  <a:pt x="6192" y="4561"/>
                </a:lnTo>
                <a:lnTo>
                  <a:pt x="6192" y="7169"/>
                </a:lnTo>
                <a:lnTo>
                  <a:pt x="4239" y="7169"/>
                </a:lnTo>
                <a:lnTo>
                  <a:pt x="4239" y="4561"/>
                </a:lnTo>
                <a:lnTo>
                  <a:pt x="3584" y="4561"/>
                </a:lnTo>
                <a:lnTo>
                  <a:pt x="3584" y="7169"/>
                </a:lnTo>
                <a:lnTo>
                  <a:pt x="1965" y="7169"/>
                </a:lnTo>
                <a:lnTo>
                  <a:pt x="1965" y="4561"/>
                </a:lnTo>
                <a:close/>
                <a:moveTo>
                  <a:pt x="822" y="8466"/>
                </a:moveTo>
                <a:lnTo>
                  <a:pt x="691" y="8478"/>
                </a:lnTo>
                <a:lnTo>
                  <a:pt x="512" y="8657"/>
                </a:lnTo>
                <a:lnTo>
                  <a:pt x="488" y="8788"/>
                </a:lnTo>
                <a:lnTo>
                  <a:pt x="512" y="8919"/>
                </a:lnTo>
                <a:lnTo>
                  <a:pt x="691" y="9098"/>
                </a:lnTo>
                <a:lnTo>
                  <a:pt x="822" y="9121"/>
                </a:lnTo>
                <a:lnTo>
                  <a:pt x="9609" y="9121"/>
                </a:lnTo>
                <a:lnTo>
                  <a:pt x="9740" y="9098"/>
                </a:lnTo>
                <a:lnTo>
                  <a:pt x="9919" y="8919"/>
                </a:lnTo>
                <a:lnTo>
                  <a:pt x="9930" y="8788"/>
                </a:lnTo>
                <a:lnTo>
                  <a:pt x="9919" y="8657"/>
                </a:lnTo>
                <a:lnTo>
                  <a:pt x="9740" y="8478"/>
                </a:lnTo>
                <a:lnTo>
                  <a:pt x="9609" y="8466"/>
                </a:lnTo>
                <a:close/>
                <a:moveTo>
                  <a:pt x="334" y="9764"/>
                </a:moveTo>
                <a:lnTo>
                  <a:pt x="203" y="9788"/>
                </a:lnTo>
                <a:lnTo>
                  <a:pt x="24" y="9967"/>
                </a:lnTo>
                <a:lnTo>
                  <a:pt x="0" y="10098"/>
                </a:lnTo>
                <a:lnTo>
                  <a:pt x="24" y="10229"/>
                </a:lnTo>
                <a:lnTo>
                  <a:pt x="203" y="10395"/>
                </a:lnTo>
                <a:lnTo>
                  <a:pt x="334" y="10419"/>
                </a:lnTo>
                <a:lnTo>
                  <a:pt x="10097" y="10419"/>
                </a:lnTo>
                <a:lnTo>
                  <a:pt x="10228" y="10395"/>
                </a:lnTo>
                <a:lnTo>
                  <a:pt x="10407" y="10229"/>
                </a:lnTo>
                <a:lnTo>
                  <a:pt x="10419" y="10098"/>
                </a:lnTo>
                <a:lnTo>
                  <a:pt x="10407" y="9967"/>
                </a:lnTo>
                <a:lnTo>
                  <a:pt x="10228" y="9788"/>
                </a:lnTo>
                <a:lnTo>
                  <a:pt x="10097" y="9764"/>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2" name="Google Shape;3002;p173"/>
          <p:cNvSpPr/>
          <p:nvPr/>
        </p:nvSpPr>
        <p:spPr>
          <a:xfrm>
            <a:off x="15245288" y="5730160"/>
            <a:ext cx="565726" cy="561219"/>
          </a:xfrm>
          <a:custGeom>
            <a:rect b="b" l="l" r="r" t="t"/>
            <a:pathLst>
              <a:path extrusionOk="0" h="10336" w="10419">
                <a:moveTo>
                  <a:pt x="10098" y="3810"/>
                </a:moveTo>
                <a:lnTo>
                  <a:pt x="9967" y="3822"/>
                </a:lnTo>
                <a:lnTo>
                  <a:pt x="9788" y="4013"/>
                </a:lnTo>
                <a:lnTo>
                  <a:pt x="9764" y="4132"/>
                </a:lnTo>
                <a:lnTo>
                  <a:pt x="9764" y="5430"/>
                </a:lnTo>
                <a:lnTo>
                  <a:pt x="9788" y="5572"/>
                </a:lnTo>
                <a:lnTo>
                  <a:pt x="9967" y="5739"/>
                </a:lnTo>
                <a:lnTo>
                  <a:pt x="10098" y="5763"/>
                </a:lnTo>
                <a:lnTo>
                  <a:pt x="10217" y="5739"/>
                </a:lnTo>
                <a:lnTo>
                  <a:pt x="10395" y="5572"/>
                </a:lnTo>
                <a:lnTo>
                  <a:pt x="10419" y="5430"/>
                </a:lnTo>
                <a:lnTo>
                  <a:pt x="10419" y="4132"/>
                </a:lnTo>
                <a:lnTo>
                  <a:pt x="10395" y="4013"/>
                </a:lnTo>
                <a:lnTo>
                  <a:pt x="10217" y="3822"/>
                </a:lnTo>
                <a:lnTo>
                  <a:pt x="10098" y="3810"/>
                </a:lnTo>
                <a:close/>
                <a:moveTo>
                  <a:pt x="3906" y="3108"/>
                </a:moveTo>
                <a:lnTo>
                  <a:pt x="3906" y="6489"/>
                </a:lnTo>
                <a:lnTo>
                  <a:pt x="3727" y="6465"/>
                </a:lnTo>
                <a:lnTo>
                  <a:pt x="3549" y="6465"/>
                </a:lnTo>
                <a:lnTo>
                  <a:pt x="2942" y="6406"/>
                </a:lnTo>
                <a:lnTo>
                  <a:pt x="1167" y="6406"/>
                </a:lnTo>
                <a:lnTo>
                  <a:pt x="929" y="6311"/>
                </a:lnTo>
                <a:lnTo>
                  <a:pt x="751" y="6132"/>
                </a:lnTo>
                <a:lnTo>
                  <a:pt x="655" y="5894"/>
                </a:lnTo>
                <a:lnTo>
                  <a:pt x="644" y="5763"/>
                </a:lnTo>
                <a:lnTo>
                  <a:pt x="644" y="3810"/>
                </a:lnTo>
                <a:lnTo>
                  <a:pt x="655" y="3679"/>
                </a:lnTo>
                <a:lnTo>
                  <a:pt x="751" y="3441"/>
                </a:lnTo>
                <a:lnTo>
                  <a:pt x="929" y="3263"/>
                </a:lnTo>
                <a:lnTo>
                  <a:pt x="1167" y="3167"/>
                </a:lnTo>
                <a:lnTo>
                  <a:pt x="1298" y="3155"/>
                </a:lnTo>
                <a:lnTo>
                  <a:pt x="2942" y="3155"/>
                </a:lnTo>
                <a:lnTo>
                  <a:pt x="3549" y="3144"/>
                </a:lnTo>
                <a:lnTo>
                  <a:pt x="3727" y="3132"/>
                </a:lnTo>
                <a:lnTo>
                  <a:pt x="3906" y="3108"/>
                </a:lnTo>
                <a:close/>
                <a:moveTo>
                  <a:pt x="8264" y="643"/>
                </a:moveTo>
                <a:lnTo>
                  <a:pt x="8407" y="679"/>
                </a:lnTo>
                <a:lnTo>
                  <a:pt x="8454" y="762"/>
                </a:lnTo>
                <a:lnTo>
                  <a:pt x="8466" y="810"/>
                </a:lnTo>
                <a:lnTo>
                  <a:pt x="8466" y="822"/>
                </a:lnTo>
                <a:lnTo>
                  <a:pt x="8466" y="8787"/>
                </a:lnTo>
                <a:lnTo>
                  <a:pt x="8454" y="8835"/>
                </a:lnTo>
                <a:lnTo>
                  <a:pt x="8407" y="8918"/>
                </a:lnTo>
                <a:lnTo>
                  <a:pt x="8311" y="8954"/>
                </a:lnTo>
                <a:lnTo>
                  <a:pt x="8228" y="8930"/>
                </a:lnTo>
                <a:lnTo>
                  <a:pt x="8181" y="8894"/>
                </a:lnTo>
                <a:lnTo>
                  <a:pt x="7704" y="8382"/>
                </a:lnTo>
                <a:lnTo>
                  <a:pt x="7371" y="8049"/>
                </a:lnTo>
                <a:lnTo>
                  <a:pt x="6645" y="7478"/>
                </a:lnTo>
                <a:lnTo>
                  <a:pt x="5859" y="7037"/>
                </a:lnTo>
                <a:lnTo>
                  <a:pt x="5001" y="6716"/>
                </a:lnTo>
                <a:lnTo>
                  <a:pt x="4561" y="6596"/>
                </a:lnTo>
                <a:lnTo>
                  <a:pt x="4561" y="3001"/>
                </a:lnTo>
                <a:lnTo>
                  <a:pt x="5001" y="2893"/>
                </a:lnTo>
                <a:lnTo>
                  <a:pt x="5859" y="2560"/>
                </a:lnTo>
                <a:lnTo>
                  <a:pt x="6645" y="2108"/>
                </a:lnTo>
                <a:lnTo>
                  <a:pt x="7371" y="1548"/>
                </a:lnTo>
                <a:lnTo>
                  <a:pt x="7704" y="1215"/>
                </a:lnTo>
                <a:lnTo>
                  <a:pt x="8181" y="703"/>
                </a:lnTo>
                <a:lnTo>
                  <a:pt x="8264" y="643"/>
                </a:lnTo>
                <a:close/>
                <a:moveTo>
                  <a:pt x="2918" y="7085"/>
                </a:moveTo>
                <a:lnTo>
                  <a:pt x="3251" y="7097"/>
                </a:lnTo>
                <a:lnTo>
                  <a:pt x="3251" y="9192"/>
                </a:lnTo>
                <a:lnTo>
                  <a:pt x="3251" y="9299"/>
                </a:lnTo>
                <a:lnTo>
                  <a:pt x="3168" y="9466"/>
                </a:lnTo>
                <a:lnTo>
                  <a:pt x="3037" y="9597"/>
                </a:lnTo>
                <a:lnTo>
                  <a:pt x="2870" y="9680"/>
                </a:lnTo>
                <a:lnTo>
                  <a:pt x="2334" y="9680"/>
                </a:lnTo>
                <a:lnTo>
                  <a:pt x="2168" y="9597"/>
                </a:lnTo>
                <a:lnTo>
                  <a:pt x="2037" y="9466"/>
                </a:lnTo>
                <a:lnTo>
                  <a:pt x="1953" y="9299"/>
                </a:lnTo>
                <a:lnTo>
                  <a:pt x="1953" y="9192"/>
                </a:lnTo>
                <a:lnTo>
                  <a:pt x="1953" y="7085"/>
                </a:lnTo>
                <a:close/>
                <a:moveTo>
                  <a:pt x="8252" y="0"/>
                </a:moveTo>
                <a:lnTo>
                  <a:pt x="8014" y="48"/>
                </a:lnTo>
                <a:lnTo>
                  <a:pt x="7788" y="167"/>
                </a:lnTo>
                <a:lnTo>
                  <a:pt x="7692" y="262"/>
                </a:lnTo>
                <a:lnTo>
                  <a:pt x="7692" y="250"/>
                </a:lnTo>
                <a:lnTo>
                  <a:pt x="7216" y="762"/>
                </a:lnTo>
                <a:lnTo>
                  <a:pt x="6847" y="1143"/>
                </a:lnTo>
                <a:lnTo>
                  <a:pt x="6002" y="1750"/>
                </a:lnTo>
                <a:lnTo>
                  <a:pt x="5049" y="2191"/>
                </a:lnTo>
                <a:lnTo>
                  <a:pt x="4037" y="2441"/>
                </a:lnTo>
                <a:lnTo>
                  <a:pt x="3513" y="2489"/>
                </a:lnTo>
                <a:lnTo>
                  <a:pt x="2918" y="2501"/>
                </a:lnTo>
                <a:lnTo>
                  <a:pt x="1298" y="2501"/>
                </a:lnTo>
                <a:lnTo>
                  <a:pt x="1036" y="2524"/>
                </a:lnTo>
                <a:lnTo>
                  <a:pt x="560" y="2727"/>
                </a:lnTo>
                <a:lnTo>
                  <a:pt x="215" y="3084"/>
                </a:lnTo>
                <a:lnTo>
                  <a:pt x="12" y="3548"/>
                </a:lnTo>
                <a:lnTo>
                  <a:pt x="1" y="3798"/>
                </a:lnTo>
                <a:lnTo>
                  <a:pt x="1" y="5751"/>
                </a:lnTo>
                <a:lnTo>
                  <a:pt x="12" y="6025"/>
                </a:lnTo>
                <a:lnTo>
                  <a:pt x="215" y="6501"/>
                </a:lnTo>
                <a:lnTo>
                  <a:pt x="560" y="6858"/>
                </a:lnTo>
                <a:lnTo>
                  <a:pt x="1036" y="7061"/>
                </a:lnTo>
                <a:lnTo>
                  <a:pt x="1298" y="7073"/>
                </a:lnTo>
                <a:lnTo>
                  <a:pt x="1298" y="9192"/>
                </a:lnTo>
                <a:lnTo>
                  <a:pt x="1310" y="9430"/>
                </a:lnTo>
                <a:lnTo>
                  <a:pt x="1489" y="9835"/>
                </a:lnTo>
                <a:lnTo>
                  <a:pt x="1798" y="10145"/>
                </a:lnTo>
                <a:lnTo>
                  <a:pt x="2203" y="10323"/>
                </a:lnTo>
                <a:lnTo>
                  <a:pt x="2441" y="10335"/>
                </a:lnTo>
                <a:lnTo>
                  <a:pt x="2763" y="10335"/>
                </a:lnTo>
                <a:lnTo>
                  <a:pt x="3001" y="10323"/>
                </a:lnTo>
                <a:lnTo>
                  <a:pt x="3406" y="10145"/>
                </a:lnTo>
                <a:lnTo>
                  <a:pt x="3715" y="9835"/>
                </a:lnTo>
                <a:lnTo>
                  <a:pt x="3894" y="9430"/>
                </a:lnTo>
                <a:lnTo>
                  <a:pt x="3906" y="9192"/>
                </a:lnTo>
                <a:lnTo>
                  <a:pt x="3906" y="7144"/>
                </a:lnTo>
                <a:lnTo>
                  <a:pt x="4370" y="7216"/>
                </a:lnTo>
                <a:lnTo>
                  <a:pt x="5275" y="7501"/>
                </a:lnTo>
                <a:lnTo>
                  <a:pt x="6121" y="7930"/>
                </a:lnTo>
                <a:lnTo>
                  <a:pt x="6883" y="8490"/>
                </a:lnTo>
                <a:lnTo>
                  <a:pt x="7228" y="8835"/>
                </a:lnTo>
                <a:lnTo>
                  <a:pt x="7692" y="9347"/>
                </a:lnTo>
                <a:lnTo>
                  <a:pt x="7788" y="9442"/>
                </a:lnTo>
                <a:lnTo>
                  <a:pt x="8014" y="9561"/>
                </a:lnTo>
                <a:lnTo>
                  <a:pt x="8252" y="9597"/>
                </a:lnTo>
                <a:lnTo>
                  <a:pt x="8490" y="9573"/>
                </a:lnTo>
                <a:lnTo>
                  <a:pt x="8704" y="9490"/>
                </a:lnTo>
                <a:lnTo>
                  <a:pt x="8895" y="9347"/>
                </a:lnTo>
                <a:lnTo>
                  <a:pt x="9026" y="9156"/>
                </a:lnTo>
                <a:lnTo>
                  <a:pt x="9109" y="8918"/>
                </a:lnTo>
                <a:lnTo>
                  <a:pt x="9109" y="8787"/>
                </a:lnTo>
                <a:lnTo>
                  <a:pt x="9109" y="810"/>
                </a:lnTo>
                <a:lnTo>
                  <a:pt x="9109" y="679"/>
                </a:lnTo>
                <a:lnTo>
                  <a:pt x="9026" y="441"/>
                </a:lnTo>
                <a:lnTo>
                  <a:pt x="8895" y="250"/>
                </a:lnTo>
                <a:lnTo>
                  <a:pt x="8704" y="107"/>
                </a:lnTo>
                <a:lnTo>
                  <a:pt x="8490" y="24"/>
                </a:lnTo>
                <a:lnTo>
                  <a:pt x="825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3" name="Google Shape;3003;p173"/>
          <p:cNvSpPr/>
          <p:nvPr/>
        </p:nvSpPr>
        <p:spPr>
          <a:xfrm>
            <a:off x="8850016" y="6749063"/>
            <a:ext cx="424118" cy="565726"/>
          </a:xfrm>
          <a:custGeom>
            <a:rect b="b" l="l" r="r" t="t"/>
            <a:pathLst>
              <a:path extrusionOk="0" h="10419" w="7811">
                <a:moveTo>
                  <a:pt x="6501" y="643"/>
                </a:moveTo>
                <a:lnTo>
                  <a:pt x="6644" y="655"/>
                </a:lnTo>
                <a:lnTo>
                  <a:pt x="6870" y="750"/>
                </a:lnTo>
                <a:lnTo>
                  <a:pt x="7049" y="929"/>
                </a:lnTo>
                <a:lnTo>
                  <a:pt x="7144" y="1167"/>
                </a:lnTo>
                <a:lnTo>
                  <a:pt x="7156" y="1298"/>
                </a:lnTo>
                <a:lnTo>
                  <a:pt x="7156" y="2596"/>
                </a:lnTo>
                <a:lnTo>
                  <a:pt x="643" y="2596"/>
                </a:lnTo>
                <a:lnTo>
                  <a:pt x="643" y="1298"/>
                </a:lnTo>
                <a:lnTo>
                  <a:pt x="655" y="1167"/>
                </a:lnTo>
                <a:lnTo>
                  <a:pt x="750" y="929"/>
                </a:lnTo>
                <a:lnTo>
                  <a:pt x="929" y="750"/>
                </a:lnTo>
                <a:lnTo>
                  <a:pt x="1167" y="655"/>
                </a:lnTo>
                <a:lnTo>
                  <a:pt x="1298" y="643"/>
                </a:lnTo>
                <a:close/>
                <a:moveTo>
                  <a:pt x="1941" y="4060"/>
                </a:moveTo>
                <a:lnTo>
                  <a:pt x="1846" y="4072"/>
                </a:lnTo>
                <a:lnTo>
                  <a:pt x="1667" y="4144"/>
                </a:lnTo>
                <a:lnTo>
                  <a:pt x="1536" y="4275"/>
                </a:lnTo>
                <a:lnTo>
                  <a:pt x="1465" y="4453"/>
                </a:lnTo>
                <a:lnTo>
                  <a:pt x="1453" y="4549"/>
                </a:lnTo>
                <a:lnTo>
                  <a:pt x="1465" y="4656"/>
                </a:lnTo>
                <a:lnTo>
                  <a:pt x="1536" y="4822"/>
                </a:lnTo>
                <a:lnTo>
                  <a:pt x="1667" y="4965"/>
                </a:lnTo>
                <a:lnTo>
                  <a:pt x="1846" y="5037"/>
                </a:lnTo>
                <a:lnTo>
                  <a:pt x="2048" y="5037"/>
                </a:lnTo>
                <a:lnTo>
                  <a:pt x="2227" y="4965"/>
                </a:lnTo>
                <a:lnTo>
                  <a:pt x="2358" y="4822"/>
                </a:lnTo>
                <a:lnTo>
                  <a:pt x="2429" y="4656"/>
                </a:lnTo>
                <a:lnTo>
                  <a:pt x="2429" y="4549"/>
                </a:lnTo>
                <a:lnTo>
                  <a:pt x="2429" y="4453"/>
                </a:lnTo>
                <a:lnTo>
                  <a:pt x="2358" y="4275"/>
                </a:lnTo>
                <a:lnTo>
                  <a:pt x="2227" y="4144"/>
                </a:lnTo>
                <a:lnTo>
                  <a:pt x="2048" y="4072"/>
                </a:lnTo>
                <a:lnTo>
                  <a:pt x="1941" y="4060"/>
                </a:lnTo>
                <a:close/>
                <a:moveTo>
                  <a:pt x="3894" y="4060"/>
                </a:moveTo>
                <a:lnTo>
                  <a:pt x="3798" y="4072"/>
                </a:lnTo>
                <a:lnTo>
                  <a:pt x="3620" y="4144"/>
                </a:lnTo>
                <a:lnTo>
                  <a:pt x="3489" y="4275"/>
                </a:lnTo>
                <a:lnTo>
                  <a:pt x="3417" y="4453"/>
                </a:lnTo>
                <a:lnTo>
                  <a:pt x="3405" y="4549"/>
                </a:lnTo>
                <a:lnTo>
                  <a:pt x="3417" y="4656"/>
                </a:lnTo>
                <a:lnTo>
                  <a:pt x="3489" y="4822"/>
                </a:lnTo>
                <a:lnTo>
                  <a:pt x="3620" y="4965"/>
                </a:lnTo>
                <a:lnTo>
                  <a:pt x="3798" y="5037"/>
                </a:lnTo>
                <a:lnTo>
                  <a:pt x="4001" y="5037"/>
                </a:lnTo>
                <a:lnTo>
                  <a:pt x="4179" y="4965"/>
                </a:lnTo>
                <a:lnTo>
                  <a:pt x="4310" y="4822"/>
                </a:lnTo>
                <a:lnTo>
                  <a:pt x="4382" y="4656"/>
                </a:lnTo>
                <a:lnTo>
                  <a:pt x="4382" y="4549"/>
                </a:lnTo>
                <a:lnTo>
                  <a:pt x="4382" y="4453"/>
                </a:lnTo>
                <a:lnTo>
                  <a:pt x="4310" y="4275"/>
                </a:lnTo>
                <a:lnTo>
                  <a:pt x="4179" y="4144"/>
                </a:lnTo>
                <a:lnTo>
                  <a:pt x="4001" y="4072"/>
                </a:lnTo>
                <a:lnTo>
                  <a:pt x="3894" y="4060"/>
                </a:lnTo>
                <a:close/>
                <a:moveTo>
                  <a:pt x="5846" y="4060"/>
                </a:moveTo>
                <a:lnTo>
                  <a:pt x="5751" y="4072"/>
                </a:lnTo>
                <a:lnTo>
                  <a:pt x="5572" y="4144"/>
                </a:lnTo>
                <a:lnTo>
                  <a:pt x="5441" y="4275"/>
                </a:lnTo>
                <a:lnTo>
                  <a:pt x="5370" y="4453"/>
                </a:lnTo>
                <a:lnTo>
                  <a:pt x="5358" y="4549"/>
                </a:lnTo>
                <a:lnTo>
                  <a:pt x="5370" y="4656"/>
                </a:lnTo>
                <a:lnTo>
                  <a:pt x="5441" y="4822"/>
                </a:lnTo>
                <a:lnTo>
                  <a:pt x="5572" y="4965"/>
                </a:lnTo>
                <a:lnTo>
                  <a:pt x="5751" y="5037"/>
                </a:lnTo>
                <a:lnTo>
                  <a:pt x="5953" y="5037"/>
                </a:lnTo>
                <a:lnTo>
                  <a:pt x="6132" y="4965"/>
                </a:lnTo>
                <a:lnTo>
                  <a:pt x="6263" y="4822"/>
                </a:lnTo>
                <a:lnTo>
                  <a:pt x="6334" y="4656"/>
                </a:lnTo>
                <a:lnTo>
                  <a:pt x="6334" y="4549"/>
                </a:lnTo>
                <a:lnTo>
                  <a:pt x="6334" y="4453"/>
                </a:lnTo>
                <a:lnTo>
                  <a:pt x="6263" y="4275"/>
                </a:lnTo>
                <a:lnTo>
                  <a:pt x="6132" y="4144"/>
                </a:lnTo>
                <a:lnTo>
                  <a:pt x="5953" y="4072"/>
                </a:lnTo>
                <a:lnTo>
                  <a:pt x="5846" y="4060"/>
                </a:lnTo>
                <a:close/>
                <a:moveTo>
                  <a:pt x="1941" y="6013"/>
                </a:moveTo>
                <a:lnTo>
                  <a:pt x="1846" y="6025"/>
                </a:lnTo>
                <a:lnTo>
                  <a:pt x="1667" y="6096"/>
                </a:lnTo>
                <a:lnTo>
                  <a:pt x="1536" y="6227"/>
                </a:lnTo>
                <a:lnTo>
                  <a:pt x="1465" y="6406"/>
                </a:lnTo>
                <a:lnTo>
                  <a:pt x="1453" y="6501"/>
                </a:lnTo>
                <a:lnTo>
                  <a:pt x="1465" y="6608"/>
                </a:lnTo>
                <a:lnTo>
                  <a:pt x="1536" y="6775"/>
                </a:lnTo>
                <a:lnTo>
                  <a:pt x="1667" y="6918"/>
                </a:lnTo>
                <a:lnTo>
                  <a:pt x="1846" y="6989"/>
                </a:lnTo>
                <a:lnTo>
                  <a:pt x="2048" y="6989"/>
                </a:lnTo>
                <a:lnTo>
                  <a:pt x="2227" y="6918"/>
                </a:lnTo>
                <a:lnTo>
                  <a:pt x="2358" y="6775"/>
                </a:lnTo>
                <a:lnTo>
                  <a:pt x="2429" y="6608"/>
                </a:lnTo>
                <a:lnTo>
                  <a:pt x="2429" y="6501"/>
                </a:lnTo>
                <a:lnTo>
                  <a:pt x="2429" y="6406"/>
                </a:lnTo>
                <a:lnTo>
                  <a:pt x="2358" y="6227"/>
                </a:lnTo>
                <a:lnTo>
                  <a:pt x="2227" y="6096"/>
                </a:lnTo>
                <a:lnTo>
                  <a:pt x="2048" y="6025"/>
                </a:lnTo>
                <a:lnTo>
                  <a:pt x="1941" y="6013"/>
                </a:lnTo>
                <a:close/>
                <a:moveTo>
                  <a:pt x="3894" y="6013"/>
                </a:moveTo>
                <a:lnTo>
                  <a:pt x="3798" y="6025"/>
                </a:lnTo>
                <a:lnTo>
                  <a:pt x="3620" y="6096"/>
                </a:lnTo>
                <a:lnTo>
                  <a:pt x="3489" y="6227"/>
                </a:lnTo>
                <a:lnTo>
                  <a:pt x="3417" y="6406"/>
                </a:lnTo>
                <a:lnTo>
                  <a:pt x="3405" y="6501"/>
                </a:lnTo>
                <a:lnTo>
                  <a:pt x="3417" y="6608"/>
                </a:lnTo>
                <a:lnTo>
                  <a:pt x="3489" y="6775"/>
                </a:lnTo>
                <a:lnTo>
                  <a:pt x="3620" y="6918"/>
                </a:lnTo>
                <a:lnTo>
                  <a:pt x="3798" y="6989"/>
                </a:lnTo>
                <a:lnTo>
                  <a:pt x="4001" y="6989"/>
                </a:lnTo>
                <a:lnTo>
                  <a:pt x="4179" y="6918"/>
                </a:lnTo>
                <a:lnTo>
                  <a:pt x="4310" y="6775"/>
                </a:lnTo>
                <a:lnTo>
                  <a:pt x="4382" y="6608"/>
                </a:lnTo>
                <a:lnTo>
                  <a:pt x="4382" y="6501"/>
                </a:lnTo>
                <a:lnTo>
                  <a:pt x="4382" y="6406"/>
                </a:lnTo>
                <a:lnTo>
                  <a:pt x="4310" y="6227"/>
                </a:lnTo>
                <a:lnTo>
                  <a:pt x="4179" y="6096"/>
                </a:lnTo>
                <a:lnTo>
                  <a:pt x="4001" y="6025"/>
                </a:lnTo>
                <a:lnTo>
                  <a:pt x="3894" y="6013"/>
                </a:lnTo>
                <a:close/>
                <a:moveTo>
                  <a:pt x="5846" y="6013"/>
                </a:moveTo>
                <a:lnTo>
                  <a:pt x="5751" y="6025"/>
                </a:lnTo>
                <a:lnTo>
                  <a:pt x="5572" y="6096"/>
                </a:lnTo>
                <a:lnTo>
                  <a:pt x="5441" y="6227"/>
                </a:lnTo>
                <a:lnTo>
                  <a:pt x="5370" y="6406"/>
                </a:lnTo>
                <a:lnTo>
                  <a:pt x="5358" y="6501"/>
                </a:lnTo>
                <a:lnTo>
                  <a:pt x="5370" y="6608"/>
                </a:lnTo>
                <a:lnTo>
                  <a:pt x="5441" y="6775"/>
                </a:lnTo>
                <a:lnTo>
                  <a:pt x="5572" y="6918"/>
                </a:lnTo>
                <a:lnTo>
                  <a:pt x="5751" y="6989"/>
                </a:lnTo>
                <a:lnTo>
                  <a:pt x="5953" y="6989"/>
                </a:lnTo>
                <a:lnTo>
                  <a:pt x="6132" y="6918"/>
                </a:lnTo>
                <a:lnTo>
                  <a:pt x="6263" y="6775"/>
                </a:lnTo>
                <a:lnTo>
                  <a:pt x="6334" y="6608"/>
                </a:lnTo>
                <a:lnTo>
                  <a:pt x="6334" y="6501"/>
                </a:lnTo>
                <a:lnTo>
                  <a:pt x="6334" y="6406"/>
                </a:lnTo>
                <a:lnTo>
                  <a:pt x="6263" y="6227"/>
                </a:lnTo>
                <a:lnTo>
                  <a:pt x="6132" y="6096"/>
                </a:lnTo>
                <a:lnTo>
                  <a:pt x="5953" y="6025"/>
                </a:lnTo>
                <a:lnTo>
                  <a:pt x="5846" y="6013"/>
                </a:lnTo>
                <a:close/>
                <a:moveTo>
                  <a:pt x="1619" y="8132"/>
                </a:moveTo>
                <a:lnTo>
                  <a:pt x="1488" y="8156"/>
                </a:lnTo>
                <a:lnTo>
                  <a:pt x="1310" y="8335"/>
                </a:lnTo>
                <a:lnTo>
                  <a:pt x="1298" y="8466"/>
                </a:lnTo>
                <a:lnTo>
                  <a:pt x="1310" y="8585"/>
                </a:lnTo>
                <a:lnTo>
                  <a:pt x="1488" y="8764"/>
                </a:lnTo>
                <a:lnTo>
                  <a:pt x="1619" y="8787"/>
                </a:lnTo>
                <a:lnTo>
                  <a:pt x="4227" y="8787"/>
                </a:lnTo>
                <a:lnTo>
                  <a:pt x="4358" y="8764"/>
                </a:lnTo>
                <a:lnTo>
                  <a:pt x="4537" y="8585"/>
                </a:lnTo>
                <a:lnTo>
                  <a:pt x="4548" y="8466"/>
                </a:lnTo>
                <a:lnTo>
                  <a:pt x="4537" y="8335"/>
                </a:lnTo>
                <a:lnTo>
                  <a:pt x="4358" y="8156"/>
                </a:lnTo>
                <a:lnTo>
                  <a:pt x="4227" y="8132"/>
                </a:lnTo>
                <a:close/>
                <a:moveTo>
                  <a:pt x="5846" y="7966"/>
                </a:moveTo>
                <a:lnTo>
                  <a:pt x="5751" y="7978"/>
                </a:lnTo>
                <a:lnTo>
                  <a:pt x="5572" y="8049"/>
                </a:lnTo>
                <a:lnTo>
                  <a:pt x="5441" y="8180"/>
                </a:lnTo>
                <a:lnTo>
                  <a:pt x="5370" y="8359"/>
                </a:lnTo>
                <a:lnTo>
                  <a:pt x="5358" y="8454"/>
                </a:lnTo>
                <a:lnTo>
                  <a:pt x="5370" y="8561"/>
                </a:lnTo>
                <a:lnTo>
                  <a:pt x="5441" y="8728"/>
                </a:lnTo>
                <a:lnTo>
                  <a:pt x="5572" y="8871"/>
                </a:lnTo>
                <a:lnTo>
                  <a:pt x="5751" y="8942"/>
                </a:lnTo>
                <a:lnTo>
                  <a:pt x="5953" y="8942"/>
                </a:lnTo>
                <a:lnTo>
                  <a:pt x="6132" y="8871"/>
                </a:lnTo>
                <a:lnTo>
                  <a:pt x="6263" y="8728"/>
                </a:lnTo>
                <a:lnTo>
                  <a:pt x="6334" y="8561"/>
                </a:lnTo>
                <a:lnTo>
                  <a:pt x="6334" y="8454"/>
                </a:lnTo>
                <a:lnTo>
                  <a:pt x="6334" y="8359"/>
                </a:lnTo>
                <a:lnTo>
                  <a:pt x="6263" y="8180"/>
                </a:lnTo>
                <a:lnTo>
                  <a:pt x="6132" y="8049"/>
                </a:lnTo>
                <a:lnTo>
                  <a:pt x="5953" y="7978"/>
                </a:lnTo>
                <a:lnTo>
                  <a:pt x="5846" y="7966"/>
                </a:lnTo>
                <a:close/>
                <a:moveTo>
                  <a:pt x="7156" y="3251"/>
                </a:moveTo>
                <a:lnTo>
                  <a:pt x="7156" y="9109"/>
                </a:lnTo>
                <a:lnTo>
                  <a:pt x="7144" y="9240"/>
                </a:lnTo>
                <a:lnTo>
                  <a:pt x="7049" y="9478"/>
                </a:lnTo>
                <a:lnTo>
                  <a:pt x="6870" y="9657"/>
                </a:lnTo>
                <a:lnTo>
                  <a:pt x="6644" y="9752"/>
                </a:lnTo>
                <a:lnTo>
                  <a:pt x="6501" y="9764"/>
                </a:lnTo>
                <a:lnTo>
                  <a:pt x="1298" y="9764"/>
                </a:lnTo>
                <a:lnTo>
                  <a:pt x="1167" y="9752"/>
                </a:lnTo>
                <a:lnTo>
                  <a:pt x="929" y="9657"/>
                </a:lnTo>
                <a:lnTo>
                  <a:pt x="750" y="9478"/>
                </a:lnTo>
                <a:lnTo>
                  <a:pt x="655" y="9240"/>
                </a:lnTo>
                <a:lnTo>
                  <a:pt x="643" y="9109"/>
                </a:lnTo>
                <a:lnTo>
                  <a:pt x="643" y="3251"/>
                </a:lnTo>
                <a:close/>
                <a:moveTo>
                  <a:pt x="1298" y="0"/>
                </a:moveTo>
                <a:lnTo>
                  <a:pt x="1036" y="12"/>
                </a:lnTo>
                <a:lnTo>
                  <a:pt x="560" y="214"/>
                </a:lnTo>
                <a:lnTo>
                  <a:pt x="214" y="560"/>
                </a:lnTo>
                <a:lnTo>
                  <a:pt x="12" y="1036"/>
                </a:lnTo>
                <a:lnTo>
                  <a:pt x="0" y="1298"/>
                </a:lnTo>
                <a:lnTo>
                  <a:pt x="0" y="9109"/>
                </a:lnTo>
                <a:lnTo>
                  <a:pt x="12" y="9383"/>
                </a:lnTo>
                <a:lnTo>
                  <a:pt x="214" y="9847"/>
                </a:lnTo>
                <a:lnTo>
                  <a:pt x="560" y="10192"/>
                </a:lnTo>
                <a:lnTo>
                  <a:pt x="1036" y="10395"/>
                </a:lnTo>
                <a:lnTo>
                  <a:pt x="1298" y="10419"/>
                </a:lnTo>
                <a:lnTo>
                  <a:pt x="6501" y="10419"/>
                </a:lnTo>
                <a:lnTo>
                  <a:pt x="6775" y="10395"/>
                </a:lnTo>
                <a:lnTo>
                  <a:pt x="7239" y="10192"/>
                </a:lnTo>
                <a:lnTo>
                  <a:pt x="7597" y="9847"/>
                </a:lnTo>
                <a:lnTo>
                  <a:pt x="7787" y="9383"/>
                </a:lnTo>
                <a:lnTo>
                  <a:pt x="7811" y="9109"/>
                </a:lnTo>
                <a:lnTo>
                  <a:pt x="7811" y="1298"/>
                </a:lnTo>
                <a:lnTo>
                  <a:pt x="7787" y="1036"/>
                </a:lnTo>
                <a:lnTo>
                  <a:pt x="7597" y="560"/>
                </a:lnTo>
                <a:lnTo>
                  <a:pt x="7239" y="214"/>
                </a:lnTo>
                <a:lnTo>
                  <a:pt x="6775" y="12"/>
                </a:lnTo>
                <a:lnTo>
                  <a:pt x="6501"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4" name="Google Shape;3004;p173"/>
          <p:cNvSpPr/>
          <p:nvPr/>
        </p:nvSpPr>
        <p:spPr>
          <a:xfrm>
            <a:off x="2242657" y="6749063"/>
            <a:ext cx="565726" cy="565726"/>
          </a:xfrm>
          <a:custGeom>
            <a:rect b="b" l="l" r="r" t="t"/>
            <a:pathLst>
              <a:path extrusionOk="0" h="10419" w="10419">
                <a:moveTo>
                  <a:pt x="7811" y="905"/>
                </a:moveTo>
                <a:lnTo>
                  <a:pt x="8085" y="1858"/>
                </a:lnTo>
                <a:lnTo>
                  <a:pt x="7049" y="2905"/>
                </a:lnTo>
                <a:lnTo>
                  <a:pt x="6882" y="1929"/>
                </a:lnTo>
                <a:lnTo>
                  <a:pt x="6882" y="1846"/>
                </a:lnTo>
                <a:lnTo>
                  <a:pt x="6930" y="1691"/>
                </a:lnTo>
                <a:lnTo>
                  <a:pt x="6989" y="1631"/>
                </a:lnTo>
                <a:lnTo>
                  <a:pt x="7811" y="905"/>
                </a:lnTo>
                <a:close/>
                <a:moveTo>
                  <a:pt x="8549" y="2322"/>
                </a:moveTo>
                <a:lnTo>
                  <a:pt x="9502" y="2608"/>
                </a:lnTo>
                <a:lnTo>
                  <a:pt x="8775" y="3417"/>
                </a:lnTo>
                <a:lnTo>
                  <a:pt x="8716" y="3477"/>
                </a:lnTo>
                <a:lnTo>
                  <a:pt x="8561" y="3525"/>
                </a:lnTo>
                <a:lnTo>
                  <a:pt x="8478" y="3525"/>
                </a:lnTo>
                <a:lnTo>
                  <a:pt x="7513" y="3358"/>
                </a:lnTo>
                <a:lnTo>
                  <a:pt x="8549" y="2322"/>
                </a:lnTo>
                <a:close/>
                <a:moveTo>
                  <a:pt x="7894" y="119"/>
                </a:moveTo>
                <a:lnTo>
                  <a:pt x="7656" y="167"/>
                </a:lnTo>
                <a:lnTo>
                  <a:pt x="7549" y="250"/>
                </a:lnTo>
                <a:lnTo>
                  <a:pt x="6561" y="1143"/>
                </a:lnTo>
                <a:lnTo>
                  <a:pt x="6465" y="1227"/>
                </a:lnTo>
                <a:lnTo>
                  <a:pt x="6334" y="1429"/>
                </a:lnTo>
                <a:lnTo>
                  <a:pt x="6251" y="1667"/>
                </a:lnTo>
                <a:lnTo>
                  <a:pt x="6227" y="1905"/>
                </a:lnTo>
                <a:lnTo>
                  <a:pt x="6239" y="2036"/>
                </a:lnTo>
                <a:lnTo>
                  <a:pt x="6477" y="3465"/>
                </a:lnTo>
                <a:lnTo>
                  <a:pt x="4977" y="4977"/>
                </a:lnTo>
                <a:lnTo>
                  <a:pt x="4894" y="5084"/>
                </a:lnTo>
                <a:lnTo>
                  <a:pt x="4894" y="5334"/>
                </a:lnTo>
                <a:lnTo>
                  <a:pt x="4977" y="5430"/>
                </a:lnTo>
                <a:lnTo>
                  <a:pt x="5072" y="5513"/>
                </a:lnTo>
                <a:lnTo>
                  <a:pt x="5322" y="5513"/>
                </a:lnTo>
                <a:lnTo>
                  <a:pt x="5430" y="5430"/>
                </a:lnTo>
                <a:lnTo>
                  <a:pt x="6942" y="3929"/>
                </a:lnTo>
                <a:lnTo>
                  <a:pt x="8371" y="4168"/>
                </a:lnTo>
                <a:lnTo>
                  <a:pt x="8502" y="4179"/>
                </a:lnTo>
                <a:lnTo>
                  <a:pt x="8740" y="4156"/>
                </a:lnTo>
                <a:lnTo>
                  <a:pt x="8978" y="4072"/>
                </a:lnTo>
                <a:lnTo>
                  <a:pt x="9180" y="3941"/>
                </a:lnTo>
                <a:lnTo>
                  <a:pt x="9264" y="3846"/>
                </a:lnTo>
                <a:lnTo>
                  <a:pt x="10157" y="2846"/>
                </a:lnTo>
                <a:lnTo>
                  <a:pt x="10240" y="2739"/>
                </a:lnTo>
                <a:lnTo>
                  <a:pt x="10288" y="2501"/>
                </a:lnTo>
                <a:lnTo>
                  <a:pt x="10228" y="2274"/>
                </a:lnTo>
                <a:lnTo>
                  <a:pt x="10061" y="2096"/>
                </a:lnTo>
                <a:lnTo>
                  <a:pt x="9942" y="2048"/>
                </a:lnTo>
                <a:lnTo>
                  <a:pt x="8716" y="1691"/>
                </a:lnTo>
                <a:lnTo>
                  <a:pt x="8359" y="476"/>
                </a:lnTo>
                <a:lnTo>
                  <a:pt x="8311" y="345"/>
                </a:lnTo>
                <a:lnTo>
                  <a:pt x="8132" y="179"/>
                </a:lnTo>
                <a:lnTo>
                  <a:pt x="7894" y="119"/>
                </a:lnTo>
                <a:close/>
                <a:moveTo>
                  <a:pt x="5203" y="1929"/>
                </a:moveTo>
                <a:lnTo>
                  <a:pt x="4870" y="1941"/>
                </a:lnTo>
                <a:lnTo>
                  <a:pt x="4227" y="2072"/>
                </a:lnTo>
                <a:lnTo>
                  <a:pt x="3644" y="2310"/>
                </a:lnTo>
                <a:lnTo>
                  <a:pt x="3132" y="2667"/>
                </a:lnTo>
                <a:lnTo>
                  <a:pt x="2679" y="3108"/>
                </a:lnTo>
                <a:lnTo>
                  <a:pt x="2334" y="3620"/>
                </a:lnTo>
                <a:lnTo>
                  <a:pt x="2084" y="4203"/>
                </a:lnTo>
                <a:lnTo>
                  <a:pt x="1953" y="4846"/>
                </a:lnTo>
                <a:lnTo>
                  <a:pt x="1941" y="5191"/>
                </a:lnTo>
                <a:lnTo>
                  <a:pt x="1953" y="5525"/>
                </a:lnTo>
                <a:lnTo>
                  <a:pt x="2084" y="6168"/>
                </a:lnTo>
                <a:lnTo>
                  <a:pt x="2334" y="6751"/>
                </a:lnTo>
                <a:lnTo>
                  <a:pt x="2679" y="7275"/>
                </a:lnTo>
                <a:lnTo>
                  <a:pt x="3132" y="7716"/>
                </a:lnTo>
                <a:lnTo>
                  <a:pt x="3644" y="8073"/>
                </a:lnTo>
                <a:lnTo>
                  <a:pt x="4227" y="8323"/>
                </a:lnTo>
                <a:lnTo>
                  <a:pt x="4870" y="8454"/>
                </a:lnTo>
                <a:lnTo>
                  <a:pt x="5203" y="8466"/>
                </a:lnTo>
                <a:lnTo>
                  <a:pt x="5537" y="8454"/>
                </a:lnTo>
                <a:lnTo>
                  <a:pt x="6168" y="8323"/>
                </a:lnTo>
                <a:lnTo>
                  <a:pt x="6763" y="8073"/>
                </a:lnTo>
                <a:lnTo>
                  <a:pt x="7275" y="7716"/>
                </a:lnTo>
                <a:lnTo>
                  <a:pt x="7716" y="7275"/>
                </a:lnTo>
                <a:lnTo>
                  <a:pt x="8073" y="6751"/>
                </a:lnTo>
                <a:lnTo>
                  <a:pt x="8311" y="6168"/>
                </a:lnTo>
                <a:lnTo>
                  <a:pt x="8442" y="5525"/>
                </a:lnTo>
                <a:lnTo>
                  <a:pt x="8454" y="5191"/>
                </a:lnTo>
                <a:lnTo>
                  <a:pt x="8454" y="5013"/>
                </a:lnTo>
                <a:lnTo>
                  <a:pt x="8442" y="4822"/>
                </a:lnTo>
                <a:lnTo>
                  <a:pt x="8359" y="4822"/>
                </a:lnTo>
                <a:lnTo>
                  <a:pt x="8275" y="4810"/>
                </a:lnTo>
                <a:lnTo>
                  <a:pt x="7763" y="4727"/>
                </a:lnTo>
                <a:lnTo>
                  <a:pt x="7763" y="4727"/>
                </a:lnTo>
                <a:lnTo>
                  <a:pt x="7799" y="4953"/>
                </a:lnTo>
                <a:lnTo>
                  <a:pt x="7811" y="5191"/>
                </a:lnTo>
                <a:lnTo>
                  <a:pt x="7799" y="5453"/>
                </a:lnTo>
                <a:lnTo>
                  <a:pt x="7692" y="5977"/>
                </a:lnTo>
                <a:lnTo>
                  <a:pt x="7489" y="6442"/>
                </a:lnTo>
                <a:lnTo>
                  <a:pt x="7204" y="6858"/>
                </a:lnTo>
                <a:lnTo>
                  <a:pt x="6846" y="7216"/>
                </a:lnTo>
                <a:lnTo>
                  <a:pt x="6418" y="7501"/>
                </a:lnTo>
                <a:lnTo>
                  <a:pt x="5953" y="7692"/>
                </a:lnTo>
                <a:lnTo>
                  <a:pt x="5453" y="7799"/>
                </a:lnTo>
                <a:lnTo>
                  <a:pt x="5180" y="7811"/>
                </a:lnTo>
                <a:lnTo>
                  <a:pt x="4918" y="7799"/>
                </a:lnTo>
                <a:lnTo>
                  <a:pt x="4417" y="7692"/>
                </a:lnTo>
                <a:lnTo>
                  <a:pt x="3953" y="7489"/>
                </a:lnTo>
                <a:lnTo>
                  <a:pt x="3536" y="7204"/>
                </a:lnTo>
                <a:lnTo>
                  <a:pt x="3179" y="6847"/>
                </a:lnTo>
                <a:lnTo>
                  <a:pt x="2893" y="6430"/>
                </a:lnTo>
                <a:lnTo>
                  <a:pt x="2691" y="5954"/>
                </a:lnTo>
                <a:lnTo>
                  <a:pt x="2584" y="5453"/>
                </a:lnTo>
                <a:lnTo>
                  <a:pt x="2584" y="5191"/>
                </a:lnTo>
                <a:lnTo>
                  <a:pt x="2584" y="4918"/>
                </a:lnTo>
                <a:lnTo>
                  <a:pt x="2691" y="4418"/>
                </a:lnTo>
                <a:lnTo>
                  <a:pt x="2893" y="3953"/>
                </a:lnTo>
                <a:lnTo>
                  <a:pt x="3179" y="3536"/>
                </a:lnTo>
                <a:lnTo>
                  <a:pt x="3536" y="3179"/>
                </a:lnTo>
                <a:lnTo>
                  <a:pt x="3953" y="2893"/>
                </a:lnTo>
                <a:lnTo>
                  <a:pt x="4417" y="2703"/>
                </a:lnTo>
                <a:lnTo>
                  <a:pt x="4918" y="2596"/>
                </a:lnTo>
                <a:lnTo>
                  <a:pt x="5180" y="2584"/>
                </a:lnTo>
                <a:lnTo>
                  <a:pt x="5453" y="2596"/>
                </a:lnTo>
                <a:lnTo>
                  <a:pt x="5680" y="2643"/>
                </a:lnTo>
                <a:lnTo>
                  <a:pt x="5596" y="2131"/>
                </a:lnTo>
                <a:lnTo>
                  <a:pt x="5584" y="2048"/>
                </a:lnTo>
                <a:lnTo>
                  <a:pt x="5584" y="1965"/>
                </a:lnTo>
                <a:lnTo>
                  <a:pt x="5394" y="1941"/>
                </a:lnTo>
                <a:lnTo>
                  <a:pt x="5203" y="1929"/>
                </a:lnTo>
                <a:close/>
                <a:moveTo>
                  <a:pt x="5203" y="0"/>
                </a:moveTo>
                <a:lnTo>
                  <a:pt x="4668" y="12"/>
                </a:lnTo>
                <a:lnTo>
                  <a:pt x="3655" y="226"/>
                </a:lnTo>
                <a:lnTo>
                  <a:pt x="2715" y="619"/>
                </a:lnTo>
                <a:lnTo>
                  <a:pt x="1881" y="1179"/>
                </a:lnTo>
                <a:lnTo>
                  <a:pt x="1179" y="1881"/>
                </a:lnTo>
                <a:lnTo>
                  <a:pt x="619" y="2715"/>
                </a:lnTo>
                <a:lnTo>
                  <a:pt x="226" y="3656"/>
                </a:lnTo>
                <a:lnTo>
                  <a:pt x="12" y="4668"/>
                </a:lnTo>
                <a:lnTo>
                  <a:pt x="0" y="5203"/>
                </a:lnTo>
                <a:lnTo>
                  <a:pt x="12" y="5739"/>
                </a:lnTo>
                <a:lnTo>
                  <a:pt x="226" y="6763"/>
                </a:lnTo>
                <a:lnTo>
                  <a:pt x="619" y="7692"/>
                </a:lnTo>
                <a:lnTo>
                  <a:pt x="1179" y="8525"/>
                </a:lnTo>
                <a:lnTo>
                  <a:pt x="1881" y="9228"/>
                </a:lnTo>
                <a:lnTo>
                  <a:pt x="2715" y="9787"/>
                </a:lnTo>
                <a:lnTo>
                  <a:pt x="3655" y="10192"/>
                </a:lnTo>
                <a:lnTo>
                  <a:pt x="4668" y="10395"/>
                </a:lnTo>
                <a:lnTo>
                  <a:pt x="5203" y="10419"/>
                </a:lnTo>
                <a:lnTo>
                  <a:pt x="5739" y="10395"/>
                </a:lnTo>
                <a:lnTo>
                  <a:pt x="6751" y="10192"/>
                </a:lnTo>
                <a:lnTo>
                  <a:pt x="7692" y="9787"/>
                </a:lnTo>
                <a:lnTo>
                  <a:pt x="8525" y="9228"/>
                </a:lnTo>
                <a:lnTo>
                  <a:pt x="9228" y="8525"/>
                </a:lnTo>
                <a:lnTo>
                  <a:pt x="9787" y="7692"/>
                </a:lnTo>
                <a:lnTo>
                  <a:pt x="10180" y="6763"/>
                </a:lnTo>
                <a:lnTo>
                  <a:pt x="10395" y="5739"/>
                </a:lnTo>
                <a:lnTo>
                  <a:pt x="10418" y="5203"/>
                </a:lnTo>
                <a:lnTo>
                  <a:pt x="10407" y="4834"/>
                </a:lnTo>
                <a:lnTo>
                  <a:pt x="10299" y="4120"/>
                </a:lnTo>
                <a:lnTo>
                  <a:pt x="10216" y="3775"/>
                </a:lnTo>
                <a:lnTo>
                  <a:pt x="9752" y="4287"/>
                </a:lnTo>
                <a:lnTo>
                  <a:pt x="9716" y="4322"/>
                </a:lnTo>
                <a:lnTo>
                  <a:pt x="9680" y="4358"/>
                </a:lnTo>
                <a:lnTo>
                  <a:pt x="9752" y="4775"/>
                </a:lnTo>
                <a:lnTo>
                  <a:pt x="9764" y="5203"/>
                </a:lnTo>
                <a:lnTo>
                  <a:pt x="9740" y="5668"/>
                </a:lnTo>
                <a:lnTo>
                  <a:pt x="9561" y="6561"/>
                </a:lnTo>
                <a:lnTo>
                  <a:pt x="9216" y="7382"/>
                </a:lnTo>
                <a:lnTo>
                  <a:pt x="8728" y="8109"/>
                </a:lnTo>
                <a:lnTo>
                  <a:pt x="8109" y="8728"/>
                </a:lnTo>
                <a:lnTo>
                  <a:pt x="7382" y="9216"/>
                </a:lnTo>
                <a:lnTo>
                  <a:pt x="6561" y="9561"/>
                </a:lnTo>
                <a:lnTo>
                  <a:pt x="5668" y="9740"/>
                </a:lnTo>
                <a:lnTo>
                  <a:pt x="5203" y="9764"/>
                </a:lnTo>
                <a:lnTo>
                  <a:pt x="4739" y="9740"/>
                </a:lnTo>
                <a:lnTo>
                  <a:pt x="3846" y="9561"/>
                </a:lnTo>
                <a:lnTo>
                  <a:pt x="3024" y="9216"/>
                </a:lnTo>
                <a:lnTo>
                  <a:pt x="2298" y="8728"/>
                </a:lnTo>
                <a:lnTo>
                  <a:pt x="1679" y="8109"/>
                </a:lnTo>
                <a:lnTo>
                  <a:pt x="1191" y="7382"/>
                </a:lnTo>
                <a:lnTo>
                  <a:pt x="845" y="6561"/>
                </a:lnTo>
                <a:lnTo>
                  <a:pt x="667" y="5668"/>
                </a:lnTo>
                <a:lnTo>
                  <a:pt x="643" y="5203"/>
                </a:lnTo>
                <a:lnTo>
                  <a:pt x="667" y="4739"/>
                </a:lnTo>
                <a:lnTo>
                  <a:pt x="845" y="3846"/>
                </a:lnTo>
                <a:lnTo>
                  <a:pt x="1191" y="3024"/>
                </a:lnTo>
                <a:lnTo>
                  <a:pt x="1679" y="2298"/>
                </a:lnTo>
                <a:lnTo>
                  <a:pt x="2298" y="1679"/>
                </a:lnTo>
                <a:lnTo>
                  <a:pt x="3024" y="1191"/>
                </a:lnTo>
                <a:lnTo>
                  <a:pt x="3846" y="846"/>
                </a:lnTo>
                <a:lnTo>
                  <a:pt x="4739" y="667"/>
                </a:lnTo>
                <a:lnTo>
                  <a:pt x="5203" y="643"/>
                </a:lnTo>
                <a:lnTo>
                  <a:pt x="5632" y="655"/>
                </a:lnTo>
                <a:lnTo>
                  <a:pt x="6049" y="726"/>
                </a:lnTo>
                <a:lnTo>
                  <a:pt x="6084" y="691"/>
                </a:lnTo>
                <a:lnTo>
                  <a:pt x="6120" y="655"/>
                </a:lnTo>
                <a:lnTo>
                  <a:pt x="6632" y="191"/>
                </a:lnTo>
                <a:lnTo>
                  <a:pt x="6287" y="107"/>
                </a:lnTo>
                <a:lnTo>
                  <a:pt x="557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5" name="Google Shape;3005;p173"/>
          <p:cNvSpPr/>
          <p:nvPr/>
        </p:nvSpPr>
        <p:spPr>
          <a:xfrm>
            <a:off x="3331386" y="6748412"/>
            <a:ext cx="565726" cy="565726"/>
          </a:xfrm>
          <a:custGeom>
            <a:rect b="b" l="l" r="r" t="t"/>
            <a:pathLst>
              <a:path extrusionOk="0" h="10419" w="10419">
                <a:moveTo>
                  <a:pt x="5203" y="1941"/>
                </a:moveTo>
                <a:lnTo>
                  <a:pt x="4870" y="1953"/>
                </a:lnTo>
                <a:lnTo>
                  <a:pt x="4239" y="2084"/>
                </a:lnTo>
                <a:lnTo>
                  <a:pt x="3655" y="2334"/>
                </a:lnTo>
                <a:lnTo>
                  <a:pt x="3132" y="2691"/>
                </a:lnTo>
                <a:lnTo>
                  <a:pt x="2691" y="3132"/>
                </a:lnTo>
                <a:lnTo>
                  <a:pt x="2334" y="3644"/>
                </a:lnTo>
                <a:lnTo>
                  <a:pt x="2084" y="4227"/>
                </a:lnTo>
                <a:lnTo>
                  <a:pt x="1953" y="4870"/>
                </a:lnTo>
                <a:lnTo>
                  <a:pt x="1941" y="5192"/>
                </a:lnTo>
                <a:lnTo>
                  <a:pt x="1953" y="5299"/>
                </a:lnTo>
                <a:lnTo>
                  <a:pt x="1965" y="5370"/>
                </a:lnTo>
                <a:lnTo>
                  <a:pt x="2608" y="5120"/>
                </a:lnTo>
                <a:lnTo>
                  <a:pt x="2631" y="4858"/>
                </a:lnTo>
                <a:lnTo>
                  <a:pt x="2739" y="4370"/>
                </a:lnTo>
                <a:lnTo>
                  <a:pt x="2941" y="3918"/>
                </a:lnTo>
                <a:lnTo>
                  <a:pt x="3227" y="3525"/>
                </a:lnTo>
                <a:lnTo>
                  <a:pt x="3572" y="3179"/>
                </a:lnTo>
                <a:lnTo>
                  <a:pt x="3977" y="2905"/>
                </a:lnTo>
                <a:lnTo>
                  <a:pt x="4441" y="2715"/>
                </a:lnTo>
                <a:lnTo>
                  <a:pt x="4953" y="2620"/>
                </a:lnTo>
                <a:lnTo>
                  <a:pt x="5215" y="2608"/>
                </a:lnTo>
                <a:lnTo>
                  <a:pt x="5477" y="2620"/>
                </a:lnTo>
                <a:lnTo>
                  <a:pt x="5989" y="2727"/>
                </a:lnTo>
                <a:lnTo>
                  <a:pt x="6454" y="2929"/>
                </a:lnTo>
                <a:lnTo>
                  <a:pt x="6870" y="3215"/>
                </a:lnTo>
                <a:lnTo>
                  <a:pt x="7227" y="3572"/>
                </a:lnTo>
                <a:lnTo>
                  <a:pt x="7513" y="3989"/>
                </a:lnTo>
                <a:lnTo>
                  <a:pt x="7704" y="4453"/>
                </a:lnTo>
                <a:lnTo>
                  <a:pt x="7811" y="4953"/>
                </a:lnTo>
                <a:lnTo>
                  <a:pt x="7823" y="5215"/>
                </a:lnTo>
                <a:lnTo>
                  <a:pt x="7811" y="5477"/>
                </a:lnTo>
                <a:lnTo>
                  <a:pt x="7716" y="5977"/>
                </a:lnTo>
                <a:lnTo>
                  <a:pt x="7525" y="6442"/>
                </a:lnTo>
                <a:lnTo>
                  <a:pt x="7251" y="6847"/>
                </a:lnTo>
                <a:lnTo>
                  <a:pt x="6906" y="7204"/>
                </a:lnTo>
                <a:lnTo>
                  <a:pt x="6501" y="7478"/>
                </a:lnTo>
                <a:lnTo>
                  <a:pt x="6049" y="7692"/>
                </a:lnTo>
                <a:lnTo>
                  <a:pt x="5561" y="7799"/>
                </a:lnTo>
                <a:lnTo>
                  <a:pt x="5299" y="7823"/>
                </a:lnTo>
                <a:lnTo>
                  <a:pt x="5060" y="8466"/>
                </a:lnTo>
                <a:lnTo>
                  <a:pt x="5203" y="8466"/>
                </a:lnTo>
                <a:lnTo>
                  <a:pt x="5537" y="8454"/>
                </a:lnTo>
                <a:lnTo>
                  <a:pt x="6180" y="8323"/>
                </a:lnTo>
                <a:lnTo>
                  <a:pt x="6763" y="8073"/>
                </a:lnTo>
                <a:lnTo>
                  <a:pt x="7287" y="7716"/>
                </a:lnTo>
                <a:lnTo>
                  <a:pt x="7728" y="7275"/>
                </a:lnTo>
                <a:lnTo>
                  <a:pt x="8085" y="6751"/>
                </a:lnTo>
                <a:lnTo>
                  <a:pt x="8335" y="6156"/>
                </a:lnTo>
                <a:lnTo>
                  <a:pt x="8466" y="5525"/>
                </a:lnTo>
                <a:lnTo>
                  <a:pt x="8478" y="5192"/>
                </a:lnTo>
                <a:lnTo>
                  <a:pt x="8466" y="4870"/>
                </a:lnTo>
                <a:lnTo>
                  <a:pt x="8323" y="4227"/>
                </a:lnTo>
                <a:lnTo>
                  <a:pt x="8073" y="3644"/>
                </a:lnTo>
                <a:lnTo>
                  <a:pt x="7716" y="3132"/>
                </a:lnTo>
                <a:lnTo>
                  <a:pt x="7275" y="2679"/>
                </a:lnTo>
                <a:lnTo>
                  <a:pt x="6751" y="2334"/>
                </a:lnTo>
                <a:lnTo>
                  <a:pt x="6168" y="2084"/>
                </a:lnTo>
                <a:lnTo>
                  <a:pt x="5525" y="1953"/>
                </a:lnTo>
                <a:lnTo>
                  <a:pt x="5203" y="1941"/>
                </a:lnTo>
                <a:close/>
                <a:moveTo>
                  <a:pt x="4667" y="5751"/>
                </a:moveTo>
                <a:lnTo>
                  <a:pt x="3572" y="8692"/>
                </a:lnTo>
                <a:lnTo>
                  <a:pt x="3096" y="7513"/>
                </a:lnTo>
                <a:lnTo>
                  <a:pt x="3036" y="7394"/>
                </a:lnTo>
                <a:lnTo>
                  <a:pt x="2917" y="7335"/>
                </a:lnTo>
                <a:lnTo>
                  <a:pt x="1738" y="6847"/>
                </a:lnTo>
                <a:lnTo>
                  <a:pt x="4667" y="5751"/>
                </a:lnTo>
                <a:close/>
                <a:moveTo>
                  <a:pt x="5191" y="4882"/>
                </a:moveTo>
                <a:lnTo>
                  <a:pt x="5108" y="4894"/>
                </a:lnTo>
                <a:lnTo>
                  <a:pt x="726" y="6525"/>
                </a:lnTo>
                <a:lnTo>
                  <a:pt x="643" y="6561"/>
                </a:lnTo>
                <a:lnTo>
                  <a:pt x="536" y="6728"/>
                </a:lnTo>
                <a:lnTo>
                  <a:pt x="524" y="6823"/>
                </a:lnTo>
                <a:lnTo>
                  <a:pt x="524" y="6918"/>
                </a:lnTo>
                <a:lnTo>
                  <a:pt x="631" y="7073"/>
                </a:lnTo>
                <a:lnTo>
                  <a:pt x="714" y="7109"/>
                </a:lnTo>
                <a:lnTo>
                  <a:pt x="2227" y="7752"/>
                </a:lnTo>
                <a:lnTo>
                  <a:pt x="107" y="9871"/>
                </a:lnTo>
                <a:lnTo>
                  <a:pt x="24" y="9978"/>
                </a:lnTo>
                <a:lnTo>
                  <a:pt x="24" y="10228"/>
                </a:lnTo>
                <a:lnTo>
                  <a:pt x="107" y="10323"/>
                </a:lnTo>
                <a:lnTo>
                  <a:pt x="202" y="10407"/>
                </a:lnTo>
                <a:lnTo>
                  <a:pt x="453" y="10407"/>
                </a:lnTo>
                <a:lnTo>
                  <a:pt x="560" y="10323"/>
                </a:lnTo>
                <a:lnTo>
                  <a:pt x="2679" y="8204"/>
                </a:lnTo>
                <a:lnTo>
                  <a:pt x="3298" y="9716"/>
                </a:lnTo>
                <a:lnTo>
                  <a:pt x="3346" y="9799"/>
                </a:lnTo>
                <a:lnTo>
                  <a:pt x="3513" y="9895"/>
                </a:lnTo>
                <a:lnTo>
                  <a:pt x="3703" y="9895"/>
                </a:lnTo>
                <a:lnTo>
                  <a:pt x="3870" y="9788"/>
                </a:lnTo>
                <a:lnTo>
                  <a:pt x="3905" y="9704"/>
                </a:lnTo>
                <a:lnTo>
                  <a:pt x="3917" y="9704"/>
                </a:lnTo>
                <a:lnTo>
                  <a:pt x="5525" y="5323"/>
                </a:lnTo>
                <a:lnTo>
                  <a:pt x="5549" y="5239"/>
                </a:lnTo>
                <a:lnTo>
                  <a:pt x="5513" y="5061"/>
                </a:lnTo>
                <a:lnTo>
                  <a:pt x="5453" y="4989"/>
                </a:lnTo>
                <a:lnTo>
                  <a:pt x="5370" y="4930"/>
                </a:lnTo>
                <a:lnTo>
                  <a:pt x="5191" y="4882"/>
                </a:lnTo>
                <a:close/>
                <a:moveTo>
                  <a:pt x="5215" y="0"/>
                </a:moveTo>
                <a:lnTo>
                  <a:pt x="4679" y="24"/>
                </a:lnTo>
                <a:lnTo>
                  <a:pt x="3655" y="238"/>
                </a:lnTo>
                <a:lnTo>
                  <a:pt x="2727" y="631"/>
                </a:lnTo>
                <a:lnTo>
                  <a:pt x="1893" y="1191"/>
                </a:lnTo>
                <a:lnTo>
                  <a:pt x="1191" y="1893"/>
                </a:lnTo>
                <a:lnTo>
                  <a:pt x="631" y="2727"/>
                </a:lnTo>
                <a:lnTo>
                  <a:pt x="226" y="3668"/>
                </a:lnTo>
                <a:lnTo>
                  <a:pt x="24" y="4680"/>
                </a:lnTo>
                <a:lnTo>
                  <a:pt x="0" y="5215"/>
                </a:lnTo>
                <a:lnTo>
                  <a:pt x="24" y="5715"/>
                </a:lnTo>
                <a:lnTo>
                  <a:pt x="95" y="6192"/>
                </a:lnTo>
                <a:lnTo>
                  <a:pt x="179" y="6108"/>
                </a:lnTo>
                <a:lnTo>
                  <a:pt x="381" y="5966"/>
                </a:lnTo>
                <a:lnTo>
                  <a:pt x="500" y="5918"/>
                </a:lnTo>
                <a:lnTo>
                  <a:pt x="703" y="5835"/>
                </a:lnTo>
                <a:lnTo>
                  <a:pt x="667" y="5537"/>
                </a:lnTo>
                <a:lnTo>
                  <a:pt x="655" y="5215"/>
                </a:lnTo>
                <a:lnTo>
                  <a:pt x="679" y="4751"/>
                </a:lnTo>
                <a:lnTo>
                  <a:pt x="857" y="3858"/>
                </a:lnTo>
                <a:lnTo>
                  <a:pt x="1203" y="3036"/>
                </a:lnTo>
                <a:lnTo>
                  <a:pt x="1691" y="2310"/>
                </a:lnTo>
                <a:lnTo>
                  <a:pt x="2310" y="1691"/>
                </a:lnTo>
                <a:lnTo>
                  <a:pt x="3036" y="1203"/>
                </a:lnTo>
                <a:lnTo>
                  <a:pt x="3858" y="858"/>
                </a:lnTo>
                <a:lnTo>
                  <a:pt x="4751" y="679"/>
                </a:lnTo>
                <a:lnTo>
                  <a:pt x="5215" y="655"/>
                </a:lnTo>
                <a:lnTo>
                  <a:pt x="5680" y="679"/>
                </a:lnTo>
                <a:lnTo>
                  <a:pt x="6573" y="858"/>
                </a:lnTo>
                <a:lnTo>
                  <a:pt x="7394" y="1203"/>
                </a:lnTo>
                <a:lnTo>
                  <a:pt x="8120" y="1691"/>
                </a:lnTo>
                <a:lnTo>
                  <a:pt x="8740" y="2310"/>
                </a:lnTo>
                <a:lnTo>
                  <a:pt x="9228" y="3036"/>
                </a:lnTo>
                <a:lnTo>
                  <a:pt x="9573" y="3858"/>
                </a:lnTo>
                <a:lnTo>
                  <a:pt x="9752" y="4751"/>
                </a:lnTo>
                <a:lnTo>
                  <a:pt x="9775" y="5215"/>
                </a:lnTo>
                <a:lnTo>
                  <a:pt x="9752" y="5680"/>
                </a:lnTo>
                <a:lnTo>
                  <a:pt x="9573" y="6573"/>
                </a:lnTo>
                <a:lnTo>
                  <a:pt x="9228" y="7394"/>
                </a:lnTo>
                <a:lnTo>
                  <a:pt x="8740" y="8121"/>
                </a:lnTo>
                <a:lnTo>
                  <a:pt x="8120" y="8740"/>
                </a:lnTo>
                <a:lnTo>
                  <a:pt x="7394" y="9228"/>
                </a:lnTo>
                <a:lnTo>
                  <a:pt x="6573" y="9573"/>
                </a:lnTo>
                <a:lnTo>
                  <a:pt x="5680" y="9764"/>
                </a:lnTo>
                <a:lnTo>
                  <a:pt x="5215" y="9776"/>
                </a:lnTo>
                <a:lnTo>
                  <a:pt x="4894" y="9764"/>
                </a:lnTo>
                <a:lnTo>
                  <a:pt x="4584" y="9728"/>
                </a:lnTo>
                <a:lnTo>
                  <a:pt x="4513" y="9930"/>
                </a:lnTo>
                <a:lnTo>
                  <a:pt x="4406" y="10157"/>
                </a:lnTo>
                <a:lnTo>
                  <a:pt x="4239" y="10335"/>
                </a:lnTo>
                <a:lnTo>
                  <a:pt x="4715" y="10407"/>
                </a:lnTo>
                <a:lnTo>
                  <a:pt x="5215" y="10419"/>
                </a:lnTo>
                <a:lnTo>
                  <a:pt x="5751" y="10407"/>
                </a:lnTo>
                <a:lnTo>
                  <a:pt x="6763" y="10192"/>
                </a:lnTo>
                <a:lnTo>
                  <a:pt x="7704" y="9799"/>
                </a:lnTo>
                <a:lnTo>
                  <a:pt x="8537" y="9240"/>
                </a:lnTo>
                <a:lnTo>
                  <a:pt x="9240" y="8537"/>
                </a:lnTo>
                <a:lnTo>
                  <a:pt x="9799" y="7704"/>
                </a:lnTo>
                <a:lnTo>
                  <a:pt x="10192" y="6763"/>
                </a:lnTo>
                <a:lnTo>
                  <a:pt x="10407" y="5751"/>
                </a:lnTo>
                <a:lnTo>
                  <a:pt x="10418" y="5215"/>
                </a:lnTo>
                <a:lnTo>
                  <a:pt x="10407" y="4680"/>
                </a:lnTo>
                <a:lnTo>
                  <a:pt x="10192" y="3668"/>
                </a:lnTo>
                <a:lnTo>
                  <a:pt x="9799" y="2727"/>
                </a:lnTo>
                <a:lnTo>
                  <a:pt x="9240" y="1893"/>
                </a:lnTo>
                <a:lnTo>
                  <a:pt x="8537" y="1191"/>
                </a:lnTo>
                <a:lnTo>
                  <a:pt x="7704" y="631"/>
                </a:lnTo>
                <a:lnTo>
                  <a:pt x="6763" y="238"/>
                </a:lnTo>
                <a:lnTo>
                  <a:pt x="5751" y="24"/>
                </a:lnTo>
                <a:lnTo>
                  <a:pt x="521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6" name="Google Shape;3006;p173"/>
          <p:cNvSpPr/>
          <p:nvPr/>
        </p:nvSpPr>
        <p:spPr>
          <a:xfrm>
            <a:off x="4350288" y="6749063"/>
            <a:ext cx="707334" cy="565726"/>
          </a:xfrm>
          <a:custGeom>
            <a:rect b="b" l="l" r="r" t="t"/>
            <a:pathLst>
              <a:path extrusionOk="0" h="10419" w="13027">
                <a:moveTo>
                  <a:pt x="9085" y="4870"/>
                </a:moveTo>
                <a:lnTo>
                  <a:pt x="9002" y="4906"/>
                </a:lnTo>
                <a:lnTo>
                  <a:pt x="8906" y="4953"/>
                </a:lnTo>
                <a:lnTo>
                  <a:pt x="8847" y="5025"/>
                </a:lnTo>
                <a:lnTo>
                  <a:pt x="8811" y="5108"/>
                </a:lnTo>
                <a:lnTo>
                  <a:pt x="8799" y="5203"/>
                </a:lnTo>
                <a:lnTo>
                  <a:pt x="8811" y="5334"/>
                </a:lnTo>
                <a:lnTo>
                  <a:pt x="8894" y="5430"/>
                </a:lnTo>
                <a:lnTo>
                  <a:pt x="8990" y="5513"/>
                </a:lnTo>
                <a:lnTo>
                  <a:pt x="9121" y="5525"/>
                </a:lnTo>
                <a:lnTo>
                  <a:pt x="9216" y="5513"/>
                </a:lnTo>
                <a:lnTo>
                  <a:pt x="9299" y="5477"/>
                </a:lnTo>
                <a:lnTo>
                  <a:pt x="9383" y="5418"/>
                </a:lnTo>
                <a:lnTo>
                  <a:pt x="9418" y="5322"/>
                </a:lnTo>
                <a:lnTo>
                  <a:pt x="9442" y="5227"/>
                </a:lnTo>
                <a:lnTo>
                  <a:pt x="9442" y="5144"/>
                </a:lnTo>
                <a:lnTo>
                  <a:pt x="9418" y="5049"/>
                </a:lnTo>
                <a:lnTo>
                  <a:pt x="9347" y="4977"/>
                </a:lnTo>
                <a:lnTo>
                  <a:pt x="9275" y="4918"/>
                </a:lnTo>
                <a:lnTo>
                  <a:pt x="9180" y="4882"/>
                </a:lnTo>
                <a:lnTo>
                  <a:pt x="9085" y="4870"/>
                </a:lnTo>
                <a:close/>
                <a:moveTo>
                  <a:pt x="7466" y="5203"/>
                </a:moveTo>
                <a:lnTo>
                  <a:pt x="7370" y="5227"/>
                </a:lnTo>
                <a:lnTo>
                  <a:pt x="7275" y="5275"/>
                </a:lnTo>
                <a:lnTo>
                  <a:pt x="7227" y="5346"/>
                </a:lnTo>
                <a:lnTo>
                  <a:pt x="7180" y="5430"/>
                </a:lnTo>
                <a:lnTo>
                  <a:pt x="7168" y="5525"/>
                </a:lnTo>
                <a:lnTo>
                  <a:pt x="7180" y="5656"/>
                </a:lnTo>
                <a:lnTo>
                  <a:pt x="7263" y="5763"/>
                </a:lnTo>
                <a:lnTo>
                  <a:pt x="7370" y="5834"/>
                </a:lnTo>
                <a:lnTo>
                  <a:pt x="7489" y="5858"/>
                </a:lnTo>
                <a:lnTo>
                  <a:pt x="7585" y="5846"/>
                </a:lnTo>
                <a:lnTo>
                  <a:pt x="7680" y="5799"/>
                </a:lnTo>
                <a:lnTo>
                  <a:pt x="7751" y="5739"/>
                </a:lnTo>
                <a:lnTo>
                  <a:pt x="7799" y="5656"/>
                </a:lnTo>
                <a:lnTo>
                  <a:pt x="7811" y="5549"/>
                </a:lnTo>
                <a:lnTo>
                  <a:pt x="7811" y="5465"/>
                </a:lnTo>
                <a:lnTo>
                  <a:pt x="7787" y="5370"/>
                </a:lnTo>
                <a:lnTo>
                  <a:pt x="7728" y="5299"/>
                </a:lnTo>
                <a:lnTo>
                  <a:pt x="7644" y="5239"/>
                </a:lnTo>
                <a:lnTo>
                  <a:pt x="7561" y="5215"/>
                </a:lnTo>
                <a:lnTo>
                  <a:pt x="7466" y="5203"/>
                </a:lnTo>
                <a:close/>
                <a:moveTo>
                  <a:pt x="10716" y="5203"/>
                </a:moveTo>
                <a:lnTo>
                  <a:pt x="10621" y="5227"/>
                </a:lnTo>
                <a:lnTo>
                  <a:pt x="10538" y="5275"/>
                </a:lnTo>
                <a:lnTo>
                  <a:pt x="10478" y="5346"/>
                </a:lnTo>
                <a:lnTo>
                  <a:pt x="10430" y="5430"/>
                </a:lnTo>
                <a:lnTo>
                  <a:pt x="10430" y="5525"/>
                </a:lnTo>
                <a:lnTo>
                  <a:pt x="10442" y="5656"/>
                </a:lnTo>
                <a:lnTo>
                  <a:pt x="10526" y="5763"/>
                </a:lnTo>
                <a:lnTo>
                  <a:pt x="10621" y="5834"/>
                </a:lnTo>
                <a:lnTo>
                  <a:pt x="10752" y="5858"/>
                </a:lnTo>
                <a:lnTo>
                  <a:pt x="10847" y="5846"/>
                </a:lnTo>
                <a:lnTo>
                  <a:pt x="10930" y="5799"/>
                </a:lnTo>
                <a:lnTo>
                  <a:pt x="11002" y="5739"/>
                </a:lnTo>
                <a:lnTo>
                  <a:pt x="11050" y="5656"/>
                </a:lnTo>
                <a:lnTo>
                  <a:pt x="11073" y="5549"/>
                </a:lnTo>
                <a:lnTo>
                  <a:pt x="11073" y="5465"/>
                </a:lnTo>
                <a:lnTo>
                  <a:pt x="11038" y="5370"/>
                </a:lnTo>
                <a:lnTo>
                  <a:pt x="10978" y="5299"/>
                </a:lnTo>
                <a:lnTo>
                  <a:pt x="10907" y="5239"/>
                </a:lnTo>
                <a:lnTo>
                  <a:pt x="10811" y="5215"/>
                </a:lnTo>
                <a:lnTo>
                  <a:pt x="10716" y="5203"/>
                </a:lnTo>
                <a:close/>
                <a:moveTo>
                  <a:pt x="9442" y="4239"/>
                </a:moveTo>
                <a:lnTo>
                  <a:pt x="10145" y="4334"/>
                </a:lnTo>
                <a:lnTo>
                  <a:pt x="10811" y="4560"/>
                </a:lnTo>
                <a:lnTo>
                  <a:pt x="11395" y="4906"/>
                </a:lnTo>
                <a:lnTo>
                  <a:pt x="11633" y="5132"/>
                </a:lnTo>
                <a:lnTo>
                  <a:pt x="11800" y="5311"/>
                </a:lnTo>
                <a:lnTo>
                  <a:pt x="11931" y="5537"/>
                </a:lnTo>
                <a:lnTo>
                  <a:pt x="12026" y="5763"/>
                </a:lnTo>
                <a:lnTo>
                  <a:pt x="12050" y="6013"/>
                </a:lnTo>
                <a:lnTo>
                  <a:pt x="12050" y="6525"/>
                </a:lnTo>
                <a:lnTo>
                  <a:pt x="11966" y="6513"/>
                </a:lnTo>
                <a:lnTo>
                  <a:pt x="11883" y="6501"/>
                </a:lnTo>
                <a:lnTo>
                  <a:pt x="6358" y="6501"/>
                </a:lnTo>
                <a:lnTo>
                  <a:pt x="6275" y="6513"/>
                </a:lnTo>
                <a:lnTo>
                  <a:pt x="6192" y="6525"/>
                </a:lnTo>
                <a:lnTo>
                  <a:pt x="6192" y="6013"/>
                </a:lnTo>
                <a:lnTo>
                  <a:pt x="6215" y="5763"/>
                </a:lnTo>
                <a:lnTo>
                  <a:pt x="6299" y="5537"/>
                </a:lnTo>
                <a:lnTo>
                  <a:pt x="6418" y="5311"/>
                </a:lnTo>
                <a:lnTo>
                  <a:pt x="6596" y="5132"/>
                </a:lnTo>
                <a:lnTo>
                  <a:pt x="6823" y="4918"/>
                </a:lnTo>
                <a:lnTo>
                  <a:pt x="7370" y="4584"/>
                </a:lnTo>
                <a:lnTo>
                  <a:pt x="8013" y="4358"/>
                </a:lnTo>
                <a:lnTo>
                  <a:pt x="8716" y="4239"/>
                </a:lnTo>
                <a:close/>
                <a:moveTo>
                  <a:pt x="11883" y="7156"/>
                </a:moveTo>
                <a:lnTo>
                  <a:pt x="11978" y="7168"/>
                </a:lnTo>
                <a:lnTo>
                  <a:pt x="12157" y="7239"/>
                </a:lnTo>
                <a:lnTo>
                  <a:pt x="12216" y="7299"/>
                </a:lnTo>
                <a:lnTo>
                  <a:pt x="12288" y="7370"/>
                </a:lnTo>
                <a:lnTo>
                  <a:pt x="12371" y="7549"/>
                </a:lnTo>
                <a:lnTo>
                  <a:pt x="12371" y="7644"/>
                </a:lnTo>
                <a:lnTo>
                  <a:pt x="12371" y="7740"/>
                </a:lnTo>
                <a:lnTo>
                  <a:pt x="12288" y="7906"/>
                </a:lnTo>
                <a:lnTo>
                  <a:pt x="12216" y="7978"/>
                </a:lnTo>
                <a:lnTo>
                  <a:pt x="12157" y="8049"/>
                </a:lnTo>
                <a:lnTo>
                  <a:pt x="11990" y="8132"/>
                </a:lnTo>
                <a:lnTo>
                  <a:pt x="6251" y="8132"/>
                </a:lnTo>
                <a:lnTo>
                  <a:pt x="6084" y="8049"/>
                </a:lnTo>
                <a:lnTo>
                  <a:pt x="6013" y="7978"/>
                </a:lnTo>
                <a:lnTo>
                  <a:pt x="5942" y="7906"/>
                </a:lnTo>
                <a:lnTo>
                  <a:pt x="5870" y="7740"/>
                </a:lnTo>
                <a:lnTo>
                  <a:pt x="5870" y="7644"/>
                </a:lnTo>
                <a:lnTo>
                  <a:pt x="5870" y="7549"/>
                </a:lnTo>
                <a:lnTo>
                  <a:pt x="5942" y="7370"/>
                </a:lnTo>
                <a:lnTo>
                  <a:pt x="6013" y="7299"/>
                </a:lnTo>
                <a:lnTo>
                  <a:pt x="6084" y="7239"/>
                </a:lnTo>
                <a:lnTo>
                  <a:pt x="6251" y="7168"/>
                </a:lnTo>
                <a:lnTo>
                  <a:pt x="6358" y="7156"/>
                </a:lnTo>
                <a:close/>
                <a:moveTo>
                  <a:pt x="12050" y="8764"/>
                </a:moveTo>
                <a:lnTo>
                  <a:pt x="12050" y="9359"/>
                </a:lnTo>
                <a:lnTo>
                  <a:pt x="12050" y="9430"/>
                </a:lnTo>
                <a:lnTo>
                  <a:pt x="11990" y="9585"/>
                </a:lnTo>
                <a:lnTo>
                  <a:pt x="11931" y="9645"/>
                </a:lnTo>
                <a:lnTo>
                  <a:pt x="11871" y="9692"/>
                </a:lnTo>
                <a:lnTo>
                  <a:pt x="11728" y="9752"/>
                </a:lnTo>
                <a:lnTo>
                  <a:pt x="11645" y="9764"/>
                </a:lnTo>
                <a:lnTo>
                  <a:pt x="6596" y="9764"/>
                </a:lnTo>
                <a:lnTo>
                  <a:pt x="6513" y="9752"/>
                </a:lnTo>
                <a:lnTo>
                  <a:pt x="6370" y="9692"/>
                </a:lnTo>
                <a:lnTo>
                  <a:pt x="6311" y="9645"/>
                </a:lnTo>
                <a:lnTo>
                  <a:pt x="6263" y="9585"/>
                </a:lnTo>
                <a:lnTo>
                  <a:pt x="6192" y="9430"/>
                </a:lnTo>
                <a:lnTo>
                  <a:pt x="6192" y="9359"/>
                </a:lnTo>
                <a:lnTo>
                  <a:pt x="6192" y="8764"/>
                </a:lnTo>
                <a:lnTo>
                  <a:pt x="6275" y="8775"/>
                </a:lnTo>
                <a:lnTo>
                  <a:pt x="6358" y="8787"/>
                </a:lnTo>
                <a:lnTo>
                  <a:pt x="11895" y="8787"/>
                </a:lnTo>
                <a:lnTo>
                  <a:pt x="11966" y="8775"/>
                </a:lnTo>
                <a:lnTo>
                  <a:pt x="12050" y="8764"/>
                </a:lnTo>
                <a:close/>
                <a:moveTo>
                  <a:pt x="4703" y="0"/>
                </a:moveTo>
                <a:lnTo>
                  <a:pt x="4501" y="72"/>
                </a:lnTo>
                <a:lnTo>
                  <a:pt x="4417" y="131"/>
                </a:lnTo>
                <a:lnTo>
                  <a:pt x="4334" y="203"/>
                </a:lnTo>
                <a:lnTo>
                  <a:pt x="4215" y="381"/>
                </a:lnTo>
                <a:lnTo>
                  <a:pt x="4179" y="488"/>
                </a:lnTo>
                <a:lnTo>
                  <a:pt x="3655" y="2596"/>
                </a:lnTo>
                <a:lnTo>
                  <a:pt x="333" y="2596"/>
                </a:lnTo>
                <a:lnTo>
                  <a:pt x="202" y="2620"/>
                </a:lnTo>
                <a:lnTo>
                  <a:pt x="95" y="2691"/>
                </a:lnTo>
                <a:lnTo>
                  <a:pt x="24" y="2798"/>
                </a:lnTo>
                <a:lnTo>
                  <a:pt x="0" y="2929"/>
                </a:lnTo>
                <a:lnTo>
                  <a:pt x="24" y="3048"/>
                </a:lnTo>
                <a:lnTo>
                  <a:pt x="95" y="3155"/>
                </a:lnTo>
                <a:lnTo>
                  <a:pt x="202" y="3227"/>
                </a:lnTo>
                <a:lnTo>
                  <a:pt x="333" y="3251"/>
                </a:lnTo>
                <a:lnTo>
                  <a:pt x="655" y="3251"/>
                </a:lnTo>
                <a:lnTo>
                  <a:pt x="1310" y="9811"/>
                </a:lnTo>
                <a:lnTo>
                  <a:pt x="1322" y="9930"/>
                </a:lnTo>
                <a:lnTo>
                  <a:pt x="1429" y="10145"/>
                </a:lnTo>
                <a:lnTo>
                  <a:pt x="1512" y="10240"/>
                </a:lnTo>
                <a:lnTo>
                  <a:pt x="1607" y="10311"/>
                </a:lnTo>
                <a:lnTo>
                  <a:pt x="1834" y="10407"/>
                </a:lnTo>
                <a:lnTo>
                  <a:pt x="4560" y="10407"/>
                </a:lnTo>
                <a:lnTo>
                  <a:pt x="4691" y="10395"/>
                </a:lnTo>
                <a:lnTo>
                  <a:pt x="4787" y="10311"/>
                </a:lnTo>
                <a:lnTo>
                  <a:pt x="4870" y="10216"/>
                </a:lnTo>
                <a:lnTo>
                  <a:pt x="4882" y="10085"/>
                </a:lnTo>
                <a:lnTo>
                  <a:pt x="4870" y="9966"/>
                </a:lnTo>
                <a:lnTo>
                  <a:pt x="4787" y="9859"/>
                </a:lnTo>
                <a:lnTo>
                  <a:pt x="4691" y="9776"/>
                </a:lnTo>
                <a:lnTo>
                  <a:pt x="4560" y="9764"/>
                </a:lnTo>
                <a:lnTo>
                  <a:pt x="1953" y="9740"/>
                </a:lnTo>
                <a:lnTo>
                  <a:pt x="1298" y="3251"/>
                </a:lnTo>
                <a:lnTo>
                  <a:pt x="6835" y="3251"/>
                </a:lnTo>
                <a:lnTo>
                  <a:pt x="6966" y="3239"/>
                </a:lnTo>
                <a:lnTo>
                  <a:pt x="7073" y="3155"/>
                </a:lnTo>
                <a:lnTo>
                  <a:pt x="7144" y="3048"/>
                </a:lnTo>
                <a:lnTo>
                  <a:pt x="7168" y="2929"/>
                </a:lnTo>
                <a:lnTo>
                  <a:pt x="7144" y="2798"/>
                </a:lnTo>
                <a:lnTo>
                  <a:pt x="7073" y="2703"/>
                </a:lnTo>
                <a:lnTo>
                  <a:pt x="6966" y="2620"/>
                </a:lnTo>
                <a:lnTo>
                  <a:pt x="6835" y="2608"/>
                </a:lnTo>
                <a:lnTo>
                  <a:pt x="4322" y="2608"/>
                </a:lnTo>
                <a:lnTo>
                  <a:pt x="4810" y="655"/>
                </a:lnTo>
                <a:lnTo>
                  <a:pt x="5537" y="655"/>
                </a:lnTo>
                <a:lnTo>
                  <a:pt x="5668" y="631"/>
                </a:lnTo>
                <a:lnTo>
                  <a:pt x="5763" y="560"/>
                </a:lnTo>
                <a:lnTo>
                  <a:pt x="5846" y="453"/>
                </a:lnTo>
                <a:lnTo>
                  <a:pt x="5858" y="322"/>
                </a:lnTo>
                <a:lnTo>
                  <a:pt x="5846" y="191"/>
                </a:lnTo>
                <a:lnTo>
                  <a:pt x="5763" y="95"/>
                </a:lnTo>
                <a:lnTo>
                  <a:pt x="5668" y="12"/>
                </a:lnTo>
                <a:lnTo>
                  <a:pt x="5537" y="0"/>
                </a:lnTo>
                <a:close/>
                <a:moveTo>
                  <a:pt x="9121" y="3572"/>
                </a:moveTo>
                <a:lnTo>
                  <a:pt x="8716" y="3584"/>
                </a:lnTo>
                <a:lnTo>
                  <a:pt x="7918" y="3727"/>
                </a:lnTo>
                <a:lnTo>
                  <a:pt x="7156" y="4001"/>
                </a:lnTo>
                <a:lnTo>
                  <a:pt x="6465" y="4418"/>
                </a:lnTo>
                <a:lnTo>
                  <a:pt x="6144" y="4668"/>
                </a:lnTo>
                <a:lnTo>
                  <a:pt x="6001" y="4799"/>
                </a:lnTo>
                <a:lnTo>
                  <a:pt x="5787" y="5108"/>
                </a:lnTo>
                <a:lnTo>
                  <a:pt x="5703" y="5275"/>
                </a:lnTo>
                <a:lnTo>
                  <a:pt x="5620" y="5453"/>
                </a:lnTo>
                <a:lnTo>
                  <a:pt x="5549" y="5823"/>
                </a:lnTo>
                <a:lnTo>
                  <a:pt x="5537" y="6013"/>
                </a:lnTo>
                <a:lnTo>
                  <a:pt x="5537" y="6835"/>
                </a:lnTo>
                <a:lnTo>
                  <a:pt x="5549" y="6847"/>
                </a:lnTo>
                <a:lnTo>
                  <a:pt x="5394" y="7013"/>
                </a:lnTo>
                <a:lnTo>
                  <a:pt x="5227" y="7418"/>
                </a:lnTo>
                <a:lnTo>
                  <a:pt x="5215" y="7644"/>
                </a:lnTo>
                <a:lnTo>
                  <a:pt x="5227" y="7871"/>
                </a:lnTo>
                <a:lnTo>
                  <a:pt x="5394" y="8275"/>
                </a:lnTo>
                <a:lnTo>
                  <a:pt x="5549" y="8442"/>
                </a:lnTo>
                <a:lnTo>
                  <a:pt x="5537" y="8454"/>
                </a:lnTo>
                <a:lnTo>
                  <a:pt x="5537" y="9359"/>
                </a:lnTo>
                <a:lnTo>
                  <a:pt x="5549" y="9561"/>
                </a:lnTo>
                <a:lnTo>
                  <a:pt x="5715" y="9942"/>
                </a:lnTo>
                <a:lnTo>
                  <a:pt x="5846" y="10109"/>
                </a:lnTo>
                <a:lnTo>
                  <a:pt x="6001" y="10240"/>
                </a:lnTo>
                <a:lnTo>
                  <a:pt x="6382" y="10395"/>
                </a:lnTo>
                <a:lnTo>
                  <a:pt x="6596" y="10419"/>
                </a:lnTo>
                <a:lnTo>
                  <a:pt x="11645" y="10419"/>
                </a:lnTo>
                <a:lnTo>
                  <a:pt x="11847" y="10395"/>
                </a:lnTo>
                <a:lnTo>
                  <a:pt x="12228" y="10240"/>
                </a:lnTo>
                <a:lnTo>
                  <a:pt x="12395" y="10109"/>
                </a:lnTo>
                <a:lnTo>
                  <a:pt x="12526" y="9942"/>
                </a:lnTo>
                <a:lnTo>
                  <a:pt x="12681" y="9561"/>
                </a:lnTo>
                <a:lnTo>
                  <a:pt x="12705" y="9359"/>
                </a:lnTo>
                <a:lnTo>
                  <a:pt x="12705" y="8442"/>
                </a:lnTo>
                <a:lnTo>
                  <a:pt x="12847" y="8275"/>
                </a:lnTo>
                <a:lnTo>
                  <a:pt x="13014" y="7871"/>
                </a:lnTo>
                <a:lnTo>
                  <a:pt x="13026" y="7644"/>
                </a:lnTo>
                <a:lnTo>
                  <a:pt x="13014" y="7418"/>
                </a:lnTo>
                <a:lnTo>
                  <a:pt x="12847" y="7013"/>
                </a:lnTo>
                <a:lnTo>
                  <a:pt x="12705" y="6847"/>
                </a:lnTo>
                <a:lnTo>
                  <a:pt x="12705" y="6013"/>
                </a:lnTo>
                <a:lnTo>
                  <a:pt x="12693" y="5823"/>
                </a:lnTo>
                <a:lnTo>
                  <a:pt x="12609" y="5453"/>
                </a:lnTo>
                <a:lnTo>
                  <a:pt x="12538" y="5275"/>
                </a:lnTo>
                <a:lnTo>
                  <a:pt x="12455" y="5108"/>
                </a:lnTo>
                <a:lnTo>
                  <a:pt x="12240" y="4799"/>
                </a:lnTo>
                <a:lnTo>
                  <a:pt x="12097" y="4668"/>
                </a:lnTo>
                <a:lnTo>
                  <a:pt x="11776" y="4418"/>
                </a:lnTo>
                <a:lnTo>
                  <a:pt x="11085" y="4001"/>
                </a:lnTo>
                <a:lnTo>
                  <a:pt x="10323" y="3727"/>
                </a:lnTo>
                <a:lnTo>
                  <a:pt x="9525" y="3584"/>
                </a:lnTo>
                <a:lnTo>
                  <a:pt x="9121" y="3572"/>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7" name="Google Shape;3007;p173"/>
          <p:cNvSpPr/>
          <p:nvPr/>
        </p:nvSpPr>
        <p:spPr>
          <a:xfrm>
            <a:off x="5510744" y="6748412"/>
            <a:ext cx="565780" cy="566377"/>
          </a:xfrm>
          <a:custGeom>
            <a:rect b="b" l="l" r="r" t="t"/>
            <a:pathLst>
              <a:path extrusionOk="0" h="10431" w="10420">
                <a:moveTo>
                  <a:pt x="5216" y="1024"/>
                </a:moveTo>
                <a:lnTo>
                  <a:pt x="5764" y="2691"/>
                </a:lnTo>
                <a:lnTo>
                  <a:pt x="5811" y="2834"/>
                </a:lnTo>
                <a:lnTo>
                  <a:pt x="5978" y="3036"/>
                </a:lnTo>
                <a:lnTo>
                  <a:pt x="6097" y="3096"/>
                </a:lnTo>
                <a:lnTo>
                  <a:pt x="6216" y="3144"/>
                </a:lnTo>
                <a:lnTo>
                  <a:pt x="6478" y="3167"/>
                </a:lnTo>
                <a:lnTo>
                  <a:pt x="6597" y="3132"/>
                </a:lnTo>
                <a:lnTo>
                  <a:pt x="7704" y="2727"/>
                </a:lnTo>
                <a:lnTo>
                  <a:pt x="7300" y="3822"/>
                </a:lnTo>
                <a:lnTo>
                  <a:pt x="7264" y="3953"/>
                </a:lnTo>
                <a:lnTo>
                  <a:pt x="7276" y="4215"/>
                </a:lnTo>
                <a:lnTo>
                  <a:pt x="7323" y="4334"/>
                </a:lnTo>
                <a:lnTo>
                  <a:pt x="7395" y="4453"/>
                </a:lnTo>
                <a:lnTo>
                  <a:pt x="7597" y="4620"/>
                </a:lnTo>
                <a:lnTo>
                  <a:pt x="7716" y="4668"/>
                </a:lnTo>
                <a:lnTo>
                  <a:pt x="9407" y="5215"/>
                </a:lnTo>
                <a:lnTo>
                  <a:pt x="7788" y="5739"/>
                </a:lnTo>
                <a:lnTo>
                  <a:pt x="7657" y="5799"/>
                </a:lnTo>
                <a:lnTo>
                  <a:pt x="7442" y="5989"/>
                </a:lnTo>
                <a:lnTo>
                  <a:pt x="7383" y="6120"/>
                </a:lnTo>
                <a:lnTo>
                  <a:pt x="7335" y="6251"/>
                </a:lnTo>
                <a:lnTo>
                  <a:pt x="7347" y="6537"/>
                </a:lnTo>
                <a:lnTo>
                  <a:pt x="7407" y="6668"/>
                </a:lnTo>
                <a:lnTo>
                  <a:pt x="8240" y="8252"/>
                </a:lnTo>
                <a:lnTo>
                  <a:pt x="6657" y="7418"/>
                </a:lnTo>
                <a:lnTo>
                  <a:pt x="6526" y="7359"/>
                </a:lnTo>
                <a:lnTo>
                  <a:pt x="6240" y="7347"/>
                </a:lnTo>
                <a:lnTo>
                  <a:pt x="6109" y="7394"/>
                </a:lnTo>
                <a:lnTo>
                  <a:pt x="5978" y="7454"/>
                </a:lnTo>
                <a:lnTo>
                  <a:pt x="5787" y="7656"/>
                </a:lnTo>
                <a:lnTo>
                  <a:pt x="5728" y="7799"/>
                </a:lnTo>
                <a:lnTo>
                  <a:pt x="5204" y="9407"/>
                </a:lnTo>
                <a:lnTo>
                  <a:pt x="4680" y="7799"/>
                </a:lnTo>
                <a:lnTo>
                  <a:pt x="4632" y="7656"/>
                </a:lnTo>
                <a:lnTo>
                  <a:pt x="4442" y="7454"/>
                </a:lnTo>
                <a:lnTo>
                  <a:pt x="4311" y="7394"/>
                </a:lnTo>
                <a:lnTo>
                  <a:pt x="4168" y="7347"/>
                </a:lnTo>
                <a:lnTo>
                  <a:pt x="3894" y="7359"/>
                </a:lnTo>
                <a:lnTo>
                  <a:pt x="3763" y="7418"/>
                </a:lnTo>
                <a:lnTo>
                  <a:pt x="2180" y="8252"/>
                </a:lnTo>
                <a:lnTo>
                  <a:pt x="2989" y="6668"/>
                </a:lnTo>
                <a:lnTo>
                  <a:pt x="3061" y="6537"/>
                </a:lnTo>
                <a:lnTo>
                  <a:pt x="3085" y="6251"/>
                </a:lnTo>
                <a:lnTo>
                  <a:pt x="3037" y="6120"/>
                </a:lnTo>
                <a:lnTo>
                  <a:pt x="2977" y="5989"/>
                </a:lnTo>
                <a:lnTo>
                  <a:pt x="2763" y="5799"/>
                </a:lnTo>
                <a:lnTo>
                  <a:pt x="2632" y="5739"/>
                </a:lnTo>
                <a:lnTo>
                  <a:pt x="1013" y="5215"/>
                </a:lnTo>
                <a:lnTo>
                  <a:pt x="2561" y="4715"/>
                </a:lnTo>
                <a:lnTo>
                  <a:pt x="2704" y="4656"/>
                </a:lnTo>
                <a:lnTo>
                  <a:pt x="2918" y="4441"/>
                </a:lnTo>
                <a:lnTo>
                  <a:pt x="2977" y="4310"/>
                </a:lnTo>
                <a:lnTo>
                  <a:pt x="3025" y="4156"/>
                </a:lnTo>
                <a:lnTo>
                  <a:pt x="2977" y="3858"/>
                </a:lnTo>
                <a:lnTo>
                  <a:pt x="2906" y="3727"/>
                </a:lnTo>
                <a:lnTo>
                  <a:pt x="1120" y="1131"/>
                </a:lnTo>
                <a:lnTo>
                  <a:pt x="3728" y="2905"/>
                </a:lnTo>
                <a:lnTo>
                  <a:pt x="3858" y="2989"/>
                </a:lnTo>
                <a:lnTo>
                  <a:pt x="4156" y="3025"/>
                </a:lnTo>
                <a:lnTo>
                  <a:pt x="4299" y="2989"/>
                </a:lnTo>
                <a:lnTo>
                  <a:pt x="4442" y="2929"/>
                </a:lnTo>
                <a:lnTo>
                  <a:pt x="4656" y="2715"/>
                </a:lnTo>
                <a:lnTo>
                  <a:pt x="4704" y="2572"/>
                </a:lnTo>
                <a:lnTo>
                  <a:pt x="5216" y="1024"/>
                </a:lnTo>
                <a:close/>
                <a:moveTo>
                  <a:pt x="525" y="0"/>
                </a:moveTo>
                <a:lnTo>
                  <a:pt x="358" y="24"/>
                </a:lnTo>
                <a:lnTo>
                  <a:pt x="203" y="96"/>
                </a:lnTo>
                <a:lnTo>
                  <a:pt x="144" y="155"/>
                </a:lnTo>
                <a:lnTo>
                  <a:pt x="84" y="215"/>
                </a:lnTo>
                <a:lnTo>
                  <a:pt x="13" y="369"/>
                </a:lnTo>
                <a:lnTo>
                  <a:pt x="1" y="536"/>
                </a:lnTo>
                <a:lnTo>
                  <a:pt x="36" y="691"/>
                </a:lnTo>
                <a:lnTo>
                  <a:pt x="84" y="774"/>
                </a:lnTo>
                <a:lnTo>
                  <a:pt x="2358" y="4096"/>
                </a:lnTo>
                <a:lnTo>
                  <a:pt x="334" y="4751"/>
                </a:lnTo>
                <a:lnTo>
                  <a:pt x="191" y="4822"/>
                </a:lnTo>
                <a:lnTo>
                  <a:pt x="13" y="5061"/>
                </a:lnTo>
                <a:lnTo>
                  <a:pt x="1" y="5215"/>
                </a:lnTo>
                <a:lnTo>
                  <a:pt x="13" y="5370"/>
                </a:lnTo>
                <a:lnTo>
                  <a:pt x="191" y="5620"/>
                </a:lnTo>
                <a:lnTo>
                  <a:pt x="334" y="5680"/>
                </a:lnTo>
                <a:lnTo>
                  <a:pt x="2430" y="6358"/>
                </a:lnTo>
                <a:lnTo>
                  <a:pt x="1358" y="8406"/>
                </a:lnTo>
                <a:lnTo>
                  <a:pt x="1299" y="8549"/>
                </a:lnTo>
                <a:lnTo>
                  <a:pt x="1346" y="8847"/>
                </a:lnTo>
                <a:lnTo>
                  <a:pt x="1441" y="8966"/>
                </a:lnTo>
                <a:lnTo>
                  <a:pt x="1572" y="9073"/>
                </a:lnTo>
                <a:lnTo>
                  <a:pt x="1870" y="9121"/>
                </a:lnTo>
                <a:lnTo>
                  <a:pt x="2013" y="9073"/>
                </a:lnTo>
                <a:lnTo>
                  <a:pt x="4061" y="7990"/>
                </a:lnTo>
                <a:lnTo>
                  <a:pt x="4740" y="10085"/>
                </a:lnTo>
                <a:lnTo>
                  <a:pt x="4811" y="10228"/>
                </a:lnTo>
                <a:lnTo>
                  <a:pt x="5049" y="10407"/>
                </a:lnTo>
                <a:lnTo>
                  <a:pt x="5204" y="10431"/>
                </a:lnTo>
                <a:lnTo>
                  <a:pt x="5359" y="10407"/>
                </a:lnTo>
                <a:lnTo>
                  <a:pt x="5609" y="10228"/>
                </a:lnTo>
                <a:lnTo>
                  <a:pt x="5668" y="10085"/>
                </a:lnTo>
                <a:lnTo>
                  <a:pt x="6347" y="7990"/>
                </a:lnTo>
                <a:lnTo>
                  <a:pt x="8395" y="9073"/>
                </a:lnTo>
                <a:lnTo>
                  <a:pt x="8550" y="9121"/>
                </a:lnTo>
                <a:lnTo>
                  <a:pt x="8847" y="9073"/>
                </a:lnTo>
                <a:lnTo>
                  <a:pt x="8955" y="8966"/>
                </a:lnTo>
                <a:lnTo>
                  <a:pt x="9062" y="8847"/>
                </a:lnTo>
                <a:lnTo>
                  <a:pt x="9121" y="8549"/>
                </a:lnTo>
                <a:lnTo>
                  <a:pt x="9062" y="8406"/>
                </a:lnTo>
                <a:lnTo>
                  <a:pt x="7978" y="6358"/>
                </a:lnTo>
                <a:lnTo>
                  <a:pt x="10086" y="5680"/>
                </a:lnTo>
                <a:lnTo>
                  <a:pt x="10229" y="5620"/>
                </a:lnTo>
                <a:lnTo>
                  <a:pt x="10407" y="5370"/>
                </a:lnTo>
                <a:lnTo>
                  <a:pt x="10419" y="5215"/>
                </a:lnTo>
                <a:lnTo>
                  <a:pt x="10407" y="5061"/>
                </a:lnTo>
                <a:lnTo>
                  <a:pt x="10229" y="4822"/>
                </a:lnTo>
                <a:lnTo>
                  <a:pt x="10086" y="4751"/>
                </a:lnTo>
                <a:lnTo>
                  <a:pt x="7919" y="4049"/>
                </a:lnTo>
                <a:lnTo>
                  <a:pt x="8443" y="2620"/>
                </a:lnTo>
                <a:lnTo>
                  <a:pt x="8466" y="2477"/>
                </a:lnTo>
                <a:lnTo>
                  <a:pt x="8407" y="2215"/>
                </a:lnTo>
                <a:lnTo>
                  <a:pt x="8300" y="2108"/>
                </a:lnTo>
                <a:lnTo>
                  <a:pt x="8204" y="2012"/>
                </a:lnTo>
                <a:lnTo>
                  <a:pt x="7942" y="1953"/>
                </a:lnTo>
                <a:lnTo>
                  <a:pt x="7812" y="1989"/>
                </a:lnTo>
                <a:lnTo>
                  <a:pt x="6371" y="2513"/>
                </a:lnTo>
                <a:lnTo>
                  <a:pt x="5668" y="346"/>
                </a:lnTo>
                <a:lnTo>
                  <a:pt x="5609" y="203"/>
                </a:lnTo>
                <a:lnTo>
                  <a:pt x="5359" y="24"/>
                </a:lnTo>
                <a:lnTo>
                  <a:pt x="5204" y="12"/>
                </a:lnTo>
                <a:lnTo>
                  <a:pt x="5049" y="24"/>
                </a:lnTo>
                <a:lnTo>
                  <a:pt x="4811" y="203"/>
                </a:lnTo>
                <a:lnTo>
                  <a:pt x="4740" y="346"/>
                </a:lnTo>
                <a:lnTo>
                  <a:pt x="4085" y="2370"/>
                </a:lnTo>
                <a:lnTo>
                  <a:pt x="763" y="96"/>
                </a:lnTo>
                <a:lnTo>
                  <a:pt x="691" y="48"/>
                </a:lnTo>
                <a:lnTo>
                  <a:pt x="52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8" name="Google Shape;3008;p173"/>
          <p:cNvSpPr/>
          <p:nvPr/>
        </p:nvSpPr>
        <p:spPr>
          <a:xfrm>
            <a:off x="6564560" y="6749063"/>
            <a:ext cx="636204" cy="565726"/>
          </a:xfrm>
          <a:custGeom>
            <a:rect b="b" l="l" r="r" t="t"/>
            <a:pathLst>
              <a:path extrusionOk="0" h="10419" w="11717">
                <a:moveTo>
                  <a:pt x="4882" y="1298"/>
                </a:moveTo>
                <a:lnTo>
                  <a:pt x="4751" y="1310"/>
                </a:lnTo>
                <a:lnTo>
                  <a:pt x="4585" y="1488"/>
                </a:lnTo>
                <a:lnTo>
                  <a:pt x="4561" y="1619"/>
                </a:lnTo>
                <a:lnTo>
                  <a:pt x="4585" y="1750"/>
                </a:lnTo>
                <a:lnTo>
                  <a:pt x="4751" y="1929"/>
                </a:lnTo>
                <a:lnTo>
                  <a:pt x="4882" y="1953"/>
                </a:lnTo>
                <a:lnTo>
                  <a:pt x="6835" y="1953"/>
                </a:lnTo>
                <a:lnTo>
                  <a:pt x="6966" y="1929"/>
                </a:lnTo>
                <a:lnTo>
                  <a:pt x="7145" y="1750"/>
                </a:lnTo>
                <a:lnTo>
                  <a:pt x="7169" y="1619"/>
                </a:lnTo>
                <a:lnTo>
                  <a:pt x="7145" y="1488"/>
                </a:lnTo>
                <a:lnTo>
                  <a:pt x="6966" y="1310"/>
                </a:lnTo>
                <a:lnTo>
                  <a:pt x="6835" y="1298"/>
                </a:lnTo>
                <a:close/>
                <a:moveTo>
                  <a:pt x="5859" y="643"/>
                </a:moveTo>
                <a:lnTo>
                  <a:pt x="6335" y="655"/>
                </a:lnTo>
                <a:lnTo>
                  <a:pt x="7157" y="715"/>
                </a:lnTo>
                <a:lnTo>
                  <a:pt x="7847" y="834"/>
                </a:lnTo>
                <a:lnTo>
                  <a:pt x="8419" y="988"/>
                </a:lnTo>
                <a:lnTo>
                  <a:pt x="9086" y="1274"/>
                </a:lnTo>
                <a:lnTo>
                  <a:pt x="9609" y="1655"/>
                </a:lnTo>
                <a:lnTo>
                  <a:pt x="9740" y="1822"/>
                </a:lnTo>
                <a:lnTo>
                  <a:pt x="9764" y="1846"/>
                </a:lnTo>
                <a:lnTo>
                  <a:pt x="9776" y="1929"/>
                </a:lnTo>
                <a:lnTo>
                  <a:pt x="9776" y="2596"/>
                </a:lnTo>
                <a:lnTo>
                  <a:pt x="1953" y="2596"/>
                </a:lnTo>
                <a:lnTo>
                  <a:pt x="1953" y="1929"/>
                </a:lnTo>
                <a:lnTo>
                  <a:pt x="1965" y="1858"/>
                </a:lnTo>
                <a:lnTo>
                  <a:pt x="1977" y="1834"/>
                </a:lnTo>
                <a:lnTo>
                  <a:pt x="2132" y="1667"/>
                </a:lnTo>
                <a:lnTo>
                  <a:pt x="2704" y="1274"/>
                </a:lnTo>
                <a:lnTo>
                  <a:pt x="3394" y="1000"/>
                </a:lnTo>
                <a:lnTo>
                  <a:pt x="3966" y="834"/>
                </a:lnTo>
                <a:lnTo>
                  <a:pt x="4632" y="715"/>
                </a:lnTo>
                <a:lnTo>
                  <a:pt x="5418" y="655"/>
                </a:lnTo>
                <a:lnTo>
                  <a:pt x="5859" y="643"/>
                </a:lnTo>
                <a:close/>
                <a:moveTo>
                  <a:pt x="334" y="2596"/>
                </a:moveTo>
                <a:lnTo>
                  <a:pt x="203" y="2620"/>
                </a:lnTo>
                <a:lnTo>
                  <a:pt x="25" y="2798"/>
                </a:lnTo>
                <a:lnTo>
                  <a:pt x="1" y="2929"/>
                </a:lnTo>
                <a:lnTo>
                  <a:pt x="1" y="4882"/>
                </a:lnTo>
                <a:lnTo>
                  <a:pt x="25" y="5013"/>
                </a:lnTo>
                <a:lnTo>
                  <a:pt x="203" y="5191"/>
                </a:lnTo>
                <a:lnTo>
                  <a:pt x="334" y="5203"/>
                </a:lnTo>
                <a:lnTo>
                  <a:pt x="453" y="5191"/>
                </a:lnTo>
                <a:lnTo>
                  <a:pt x="632" y="5013"/>
                </a:lnTo>
                <a:lnTo>
                  <a:pt x="656" y="4882"/>
                </a:lnTo>
                <a:lnTo>
                  <a:pt x="656" y="2929"/>
                </a:lnTo>
                <a:lnTo>
                  <a:pt x="632" y="2798"/>
                </a:lnTo>
                <a:lnTo>
                  <a:pt x="453" y="2620"/>
                </a:lnTo>
                <a:lnTo>
                  <a:pt x="334" y="2596"/>
                </a:lnTo>
                <a:close/>
                <a:moveTo>
                  <a:pt x="5537" y="3251"/>
                </a:moveTo>
                <a:lnTo>
                  <a:pt x="5537" y="5203"/>
                </a:lnTo>
                <a:lnTo>
                  <a:pt x="1953" y="5203"/>
                </a:lnTo>
                <a:lnTo>
                  <a:pt x="1953" y="3251"/>
                </a:lnTo>
                <a:close/>
                <a:moveTo>
                  <a:pt x="9764" y="3251"/>
                </a:moveTo>
                <a:lnTo>
                  <a:pt x="9764" y="5203"/>
                </a:lnTo>
                <a:lnTo>
                  <a:pt x="6192" y="5203"/>
                </a:lnTo>
                <a:lnTo>
                  <a:pt x="6192" y="3251"/>
                </a:lnTo>
                <a:close/>
                <a:moveTo>
                  <a:pt x="11395" y="2596"/>
                </a:moveTo>
                <a:lnTo>
                  <a:pt x="11264" y="2620"/>
                </a:lnTo>
                <a:lnTo>
                  <a:pt x="11086" y="2798"/>
                </a:lnTo>
                <a:lnTo>
                  <a:pt x="11074" y="2929"/>
                </a:lnTo>
                <a:lnTo>
                  <a:pt x="11074" y="4882"/>
                </a:lnTo>
                <a:lnTo>
                  <a:pt x="11086" y="5013"/>
                </a:lnTo>
                <a:lnTo>
                  <a:pt x="11264" y="5180"/>
                </a:lnTo>
                <a:lnTo>
                  <a:pt x="11395" y="5203"/>
                </a:lnTo>
                <a:lnTo>
                  <a:pt x="11526" y="5180"/>
                </a:lnTo>
                <a:lnTo>
                  <a:pt x="11705" y="5013"/>
                </a:lnTo>
                <a:lnTo>
                  <a:pt x="11717" y="4882"/>
                </a:lnTo>
                <a:lnTo>
                  <a:pt x="11717" y="2929"/>
                </a:lnTo>
                <a:lnTo>
                  <a:pt x="11705" y="2798"/>
                </a:lnTo>
                <a:lnTo>
                  <a:pt x="11526" y="2620"/>
                </a:lnTo>
                <a:lnTo>
                  <a:pt x="11395" y="2596"/>
                </a:lnTo>
                <a:close/>
                <a:moveTo>
                  <a:pt x="3263" y="6668"/>
                </a:moveTo>
                <a:lnTo>
                  <a:pt x="3156" y="6680"/>
                </a:lnTo>
                <a:lnTo>
                  <a:pt x="2989" y="6751"/>
                </a:lnTo>
                <a:lnTo>
                  <a:pt x="2846" y="6882"/>
                </a:lnTo>
                <a:lnTo>
                  <a:pt x="2775" y="7061"/>
                </a:lnTo>
                <a:lnTo>
                  <a:pt x="2775" y="7156"/>
                </a:lnTo>
                <a:lnTo>
                  <a:pt x="2775" y="7263"/>
                </a:lnTo>
                <a:lnTo>
                  <a:pt x="2846" y="7430"/>
                </a:lnTo>
                <a:lnTo>
                  <a:pt x="2989" y="7561"/>
                </a:lnTo>
                <a:lnTo>
                  <a:pt x="3156" y="7644"/>
                </a:lnTo>
                <a:lnTo>
                  <a:pt x="3358" y="7644"/>
                </a:lnTo>
                <a:lnTo>
                  <a:pt x="3537" y="7561"/>
                </a:lnTo>
                <a:lnTo>
                  <a:pt x="3668" y="7430"/>
                </a:lnTo>
                <a:lnTo>
                  <a:pt x="3739" y="7263"/>
                </a:lnTo>
                <a:lnTo>
                  <a:pt x="3751" y="7156"/>
                </a:lnTo>
                <a:lnTo>
                  <a:pt x="3739" y="7061"/>
                </a:lnTo>
                <a:lnTo>
                  <a:pt x="3668" y="6882"/>
                </a:lnTo>
                <a:lnTo>
                  <a:pt x="3537" y="6751"/>
                </a:lnTo>
                <a:lnTo>
                  <a:pt x="3358" y="6680"/>
                </a:lnTo>
                <a:lnTo>
                  <a:pt x="3263" y="6668"/>
                </a:lnTo>
                <a:close/>
                <a:moveTo>
                  <a:pt x="8466" y="6668"/>
                </a:moveTo>
                <a:lnTo>
                  <a:pt x="8371" y="6680"/>
                </a:lnTo>
                <a:lnTo>
                  <a:pt x="8193" y="6751"/>
                </a:lnTo>
                <a:lnTo>
                  <a:pt x="8062" y="6882"/>
                </a:lnTo>
                <a:lnTo>
                  <a:pt x="7990" y="7061"/>
                </a:lnTo>
                <a:lnTo>
                  <a:pt x="7978" y="7156"/>
                </a:lnTo>
                <a:lnTo>
                  <a:pt x="7990" y="7251"/>
                </a:lnTo>
                <a:lnTo>
                  <a:pt x="8062" y="7430"/>
                </a:lnTo>
                <a:lnTo>
                  <a:pt x="8193" y="7561"/>
                </a:lnTo>
                <a:lnTo>
                  <a:pt x="8371" y="7632"/>
                </a:lnTo>
                <a:lnTo>
                  <a:pt x="8466" y="7644"/>
                </a:lnTo>
                <a:lnTo>
                  <a:pt x="8562" y="7632"/>
                </a:lnTo>
                <a:lnTo>
                  <a:pt x="8740" y="7561"/>
                </a:lnTo>
                <a:lnTo>
                  <a:pt x="8871" y="7430"/>
                </a:lnTo>
                <a:lnTo>
                  <a:pt x="8943" y="7251"/>
                </a:lnTo>
                <a:lnTo>
                  <a:pt x="8955" y="7156"/>
                </a:lnTo>
                <a:lnTo>
                  <a:pt x="8943" y="7061"/>
                </a:lnTo>
                <a:lnTo>
                  <a:pt x="8871" y="6882"/>
                </a:lnTo>
                <a:lnTo>
                  <a:pt x="8740" y="6751"/>
                </a:lnTo>
                <a:lnTo>
                  <a:pt x="8562" y="6680"/>
                </a:lnTo>
                <a:lnTo>
                  <a:pt x="8466" y="6668"/>
                </a:lnTo>
                <a:close/>
                <a:moveTo>
                  <a:pt x="9764" y="5858"/>
                </a:moveTo>
                <a:lnTo>
                  <a:pt x="9764" y="7811"/>
                </a:lnTo>
                <a:lnTo>
                  <a:pt x="9764" y="7942"/>
                </a:lnTo>
                <a:lnTo>
                  <a:pt x="9657" y="8180"/>
                </a:lnTo>
                <a:lnTo>
                  <a:pt x="9490" y="8347"/>
                </a:lnTo>
                <a:lnTo>
                  <a:pt x="9252" y="8454"/>
                </a:lnTo>
                <a:lnTo>
                  <a:pt x="9121" y="8466"/>
                </a:lnTo>
                <a:lnTo>
                  <a:pt x="2608" y="8466"/>
                </a:lnTo>
                <a:lnTo>
                  <a:pt x="2477" y="8454"/>
                </a:lnTo>
                <a:lnTo>
                  <a:pt x="2239" y="8347"/>
                </a:lnTo>
                <a:lnTo>
                  <a:pt x="2061" y="8180"/>
                </a:lnTo>
                <a:lnTo>
                  <a:pt x="1965" y="7942"/>
                </a:lnTo>
                <a:lnTo>
                  <a:pt x="1953" y="7811"/>
                </a:lnTo>
                <a:lnTo>
                  <a:pt x="1953" y="5858"/>
                </a:lnTo>
                <a:close/>
                <a:moveTo>
                  <a:pt x="5394" y="0"/>
                </a:moveTo>
                <a:lnTo>
                  <a:pt x="4561" y="72"/>
                </a:lnTo>
                <a:lnTo>
                  <a:pt x="3823" y="203"/>
                </a:lnTo>
                <a:lnTo>
                  <a:pt x="3192" y="381"/>
                </a:lnTo>
                <a:lnTo>
                  <a:pt x="2644" y="584"/>
                </a:lnTo>
                <a:lnTo>
                  <a:pt x="2203" y="822"/>
                </a:lnTo>
                <a:lnTo>
                  <a:pt x="1691" y="1179"/>
                </a:lnTo>
                <a:lnTo>
                  <a:pt x="1477" y="1417"/>
                </a:lnTo>
                <a:lnTo>
                  <a:pt x="1465" y="1417"/>
                </a:lnTo>
                <a:lnTo>
                  <a:pt x="1382" y="1548"/>
                </a:lnTo>
                <a:lnTo>
                  <a:pt x="1310" y="1810"/>
                </a:lnTo>
                <a:lnTo>
                  <a:pt x="1299" y="1929"/>
                </a:lnTo>
                <a:lnTo>
                  <a:pt x="1299" y="7811"/>
                </a:lnTo>
                <a:lnTo>
                  <a:pt x="1310" y="7990"/>
                </a:lnTo>
                <a:lnTo>
                  <a:pt x="1406" y="8323"/>
                </a:lnTo>
                <a:lnTo>
                  <a:pt x="1572" y="8609"/>
                </a:lnTo>
                <a:lnTo>
                  <a:pt x="1811" y="8847"/>
                </a:lnTo>
                <a:lnTo>
                  <a:pt x="1953" y="8942"/>
                </a:lnTo>
                <a:lnTo>
                  <a:pt x="1953" y="10085"/>
                </a:lnTo>
                <a:lnTo>
                  <a:pt x="1977" y="10216"/>
                </a:lnTo>
                <a:lnTo>
                  <a:pt x="2156" y="10395"/>
                </a:lnTo>
                <a:lnTo>
                  <a:pt x="2275" y="10419"/>
                </a:lnTo>
                <a:lnTo>
                  <a:pt x="2406" y="10395"/>
                </a:lnTo>
                <a:lnTo>
                  <a:pt x="2584" y="10216"/>
                </a:lnTo>
                <a:lnTo>
                  <a:pt x="2608" y="10085"/>
                </a:lnTo>
                <a:lnTo>
                  <a:pt x="2608" y="9109"/>
                </a:lnTo>
                <a:lnTo>
                  <a:pt x="9121" y="9109"/>
                </a:lnTo>
                <a:lnTo>
                  <a:pt x="9121" y="10085"/>
                </a:lnTo>
                <a:lnTo>
                  <a:pt x="9133" y="10216"/>
                </a:lnTo>
                <a:lnTo>
                  <a:pt x="9312" y="10395"/>
                </a:lnTo>
                <a:lnTo>
                  <a:pt x="9443" y="10419"/>
                </a:lnTo>
                <a:lnTo>
                  <a:pt x="9574" y="10395"/>
                </a:lnTo>
                <a:lnTo>
                  <a:pt x="9752" y="10216"/>
                </a:lnTo>
                <a:lnTo>
                  <a:pt x="9776" y="10085"/>
                </a:lnTo>
                <a:lnTo>
                  <a:pt x="9776" y="8942"/>
                </a:lnTo>
                <a:lnTo>
                  <a:pt x="9907" y="8847"/>
                </a:lnTo>
                <a:lnTo>
                  <a:pt x="10145" y="8609"/>
                </a:lnTo>
                <a:lnTo>
                  <a:pt x="10324" y="8323"/>
                </a:lnTo>
                <a:lnTo>
                  <a:pt x="10419" y="7990"/>
                </a:lnTo>
                <a:lnTo>
                  <a:pt x="10419" y="7811"/>
                </a:lnTo>
                <a:lnTo>
                  <a:pt x="10419" y="1929"/>
                </a:lnTo>
                <a:lnTo>
                  <a:pt x="10419" y="1810"/>
                </a:lnTo>
                <a:lnTo>
                  <a:pt x="10348" y="1548"/>
                </a:lnTo>
                <a:lnTo>
                  <a:pt x="10264" y="1429"/>
                </a:lnTo>
                <a:lnTo>
                  <a:pt x="10062" y="1191"/>
                </a:lnTo>
                <a:lnTo>
                  <a:pt x="9586" y="822"/>
                </a:lnTo>
                <a:lnTo>
                  <a:pt x="9157" y="584"/>
                </a:lnTo>
                <a:lnTo>
                  <a:pt x="8621" y="381"/>
                </a:lnTo>
                <a:lnTo>
                  <a:pt x="7990" y="203"/>
                </a:lnTo>
                <a:lnTo>
                  <a:pt x="7240" y="72"/>
                </a:lnTo>
                <a:lnTo>
                  <a:pt x="6359"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09" name="Google Shape;3009;p173"/>
          <p:cNvSpPr/>
          <p:nvPr/>
        </p:nvSpPr>
        <p:spPr>
          <a:xfrm>
            <a:off x="7689505" y="6749063"/>
            <a:ext cx="565726" cy="565726"/>
          </a:xfrm>
          <a:custGeom>
            <a:rect b="b" l="l" r="r" t="t"/>
            <a:pathLst>
              <a:path extrusionOk="0" h="10419" w="10419">
                <a:moveTo>
                  <a:pt x="4882" y="2596"/>
                </a:moveTo>
                <a:lnTo>
                  <a:pt x="4751" y="2620"/>
                </a:lnTo>
                <a:lnTo>
                  <a:pt x="4585" y="2798"/>
                </a:lnTo>
                <a:lnTo>
                  <a:pt x="4561" y="2929"/>
                </a:lnTo>
                <a:lnTo>
                  <a:pt x="4585" y="3048"/>
                </a:lnTo>
                <a:lnTo>
                  <a:pt x="4751" y="3215"/>
                </a:lnTo>
                <a:lnTo>
                  <a:pt x="4882" y="3227"/>
                </a:lnTo>
                <a:lnTo>
                  <a:pt x="5013" y="3215"/>
                </a:lnTo>
                <a:lnTo>
                  <a:pt x="5192" y="3048"/>
                </a:lnTo>
                <a:lnTo>
                  <a:pt x="5216" y="2929"/>
                </a:lnTo>
                <a:lnTo>
                  <a:pt x="5192" y="2798"/>
                </a:lnTo>
                <a:lnTo>
                  <a:pt x="5013" y="2620"/>
                </a:lnTo>
                <a:lnTo>
                  <a:pt x="4882" y="2596"/>
                </a:lnTo>
                <a:close/>
                <a:moveTo>
                  <a:pt x="1239" y="2620"/>
                </a:moveTo>
                <a:lnTo>
                  <a:pt x="1417" y="2703"/>
                </a:lnTo>
                <a:lnTo>
                  <a:pt x="1548" y="2834"/>
                </a:lnTo>
                <a:lnTo>
                  <a:pt x="1620" y="3001"/>
                </a:lnTo>
                <a:lnTo>
                  <a:pt x="1632" y="3108"/>
                </a:lnTo>
                <a:lnTo>
                  <a:pt x="1632" y="3763"/>
                </a:lnTo>
                <a:lnTo>
                  <a:pt x="1644" y="3917"/>
                </a:lnTo>
                <a:lnTo>
                  <a:pt x="1763" y="4215"/>
                </a:lnTo>
                <a:lnTo>
                  <a:pt x="1989" y="4441"/>
                </a:lnTo>
                <a:lnTo>
                  <a:pt x="2275" y="4560"/>
                </a:lnTo>
                <a:lnTo>
                  <a:pt x="2441" y="4572"/>
                </a:lnTo>
                <a:lnTo>
                  <a:pt x="3263" y="4549"/>
                </a:lnTo>
                <a:lnTo>
                  <a:pt x="3263" y="5525"/>
                </a:lnTo>
                <a:lnTo>
                  <a:pt x="2263" y="5525"/>
                </a:lnTo>
                <a:lnTo>
                  <a:pt x="1906" y="5453"/>
                </a:lnTo>
                <a:lnTo>
                  <a:pt x="1584" y="5311"/>
                </a:lnTo>
                <a:lnTo>
                  <a:pt x="1298" y="5120"/>
                </a:lnTo>
                <a:lnTo>
                  <a:pt x="1060" y="4882"/>
                </a:lnTo>
                <a:lnTo>
                  <a:pt x="870" y="4596"/>
                </a:lnTo>
                <a:lnTo>
                  <a:pt x="727" y="4287"/>
                </a:lnTo>
                <a:lnTo>
                  <a:pt x="655" y="3941"/>
                </a:lnTo>
                <a:lnTo>
                  <a:pt x="655" y="3763"/>
                </a:lnTo>
                <a:lnTo>
                  <a:pt x="655" y="3108"/>
                </a:lnTo>
                <a:lnTo>
                  <a:pt x="655" y="3001"/>
                </a:lnTo>
                <a:lnTo>
                  <a:pt x="739" y="2834"/>
                </a:lnTo>
                <a:lnTo>
                  <a:pt x="870" y="2703"/>
                </a:lnTo>
                <a:lnTo>
                  <a:pt x="1048" y="2620"/>
                </a:lnTo>
                <a:close/>
                <a:moveTo>
                  <a:pt x="5537" y="7156"/>
                </a:moveTo>
                <a:lnTo>
                  <a:pt x="5406" y="7180"/>
                </a:lnTo>
                <a:lnTo>
                  <a:pt x="5227" y="7347"/>
                </a:lnTo>
                <a:lnTo>
                  <a:pt x="5216" y="7478"/>
                </a:lnTo>
                <a:lnTo>
                  <a:pt x="5227" y="7609"/>
                </a:lnTo>
                <a:lnTo>
                  <a:pt x="5406" y="7775"/>
                </a:lnTo>
                <a:lnTo>
                  <a:pt x="5537" y="7787"/>
                </a:lnTo>
                <a:lnTo>
                  <a:pt x="5668" y="7775"/>
                </a:lnTo>
                <a:lnTo>
                  <a:pt x="5847" y="7597"/>
                </a:lnTo>
                <a:lnTo>
                  <a:pt x="5870" y="7478"/>
                </a:lnTo>
                <a:lnTo>
                  <a:pt x="5847" y="7359"/>
                </a:lnTo>
                <a:lnTo>
                  <a:pt x="5668" y="7180"/>
                </a:lnTo>
                <a:lnTo>
                  <a:pt x="5537" y="7156"/>
                </a:lnTo>
                <a:close/>
                <a:moveTo>
                  <a:pt x="9383" y="4918"/>
                </a:moveTo>
                <a:lnTo>
                  <a:pt x="9562" y="4989"/>
                </a:lnTo>
                <a:lnTo>
                  <a:pt x="9693" y="5108"/>
                </a:lnTo>
                <a:lnTo>
                  <a:pt x="9764" y="5263"/>
                </a:lnTo>
                <a:lnTo>
                  <a:pt x="9776" y="5370"/>
                </a:lnTo>
                <a:lnTo>
                  <a:pt x="9776" y="6013"/>
                </a:lnTo>
                <a:lnTo>
                  <a:pt x="9764" y="6204"/>
                </a:lnTo>
                <a:lnTo>
                  <a:pt x="9693" y="6549"/>
                </a:lnTo>
                <a:lnTo>
                  <a:pt x="9562" y="6870"/>
                </a:lnTo>
                <a:lnTo>
                  <a:pt x="9359" y="7156"/>
                </a:lnTo>
                <a:lnTo>
                  <a:pt x="9121" y="7406"/>
                </a:lnTo>
                <a:lnTo>
                  <a:pt x="8835" y="7597"/>
                </a:lnTo>
                <a:lnTo>
                  <a:pt x="8514" y="7728"/>
                </a:lnTo>
                <a:lnTo>
                  <a:pt x="8168" y="7799"/>
                </a:lnTo>
                <a:lnTo>
                  <a:pt x="7978" y="7811"/>
                </a:lnTo>
                <a:lnTo>
                  <a:pt x="7168" y="7811"/>
                </a:lnTo>
                <a:lnTo>
                  <a:pt x="7168" y="6847"/>
                </a:lnTo>
                <a:lnTo>
                  <a:pt x="7978" y="6847"/>
                </a:lnTo>
                <a:lnTo>
                  <a:pt x="8145" y="6835"/>
                </a:lnTo>
                <a:lnTo>
                  <a:pt x="8442" y="6716"/>
                </a:lnTo>
                <a:lnTo>
                  <a:pt x="8657" y="6489"/>
                </a:lnTo>
                <a:lnTo>
                  <a:pt x="8788" y="6204"/>
                </a:lnTo>
                <a:lnTo>
                  <a:pt x="8800" y="6037"/>
                </a:lnTo>
                <a:lnTo>
                  <a:pt x="8800" y="5382"/>
                </a:lnTo>
                <a:lnTo>
                  <a:pt x="8800" y="5287"/>
                </a:lnTo>
                <a:lnTo>
                  <a:pt x="8871" y="5120"/>
                </a:lnTo>
                <a:lnTo>
                  <a:pt x="9014" y="4989"/>
                </a:lnTo>
                <a:lnTo>
                  <a:pt x="9181" y="4918"/>
                </a:lnTo>
                <a:close/>
                <a:moveTo>
                  <a:pt x="5216" y="667"/>
                </a:moveTo>
                <a:lnTo>
                  <a:pt x="5478" y="679"/>
                </a:lnTo>
                <a:lnTo>
                  <a:pt x="5942" y="881"/>
                </a:lnTo>
                <a:lnTo>
                  <a:pt x="6299" y="1227"/>
                </a:lnTo>
                <a:lnTo>
                  <a:pt x="6502" y="1691"/>
                </a:lnTo>
                <a:lnTo>
                  <a:pt x="6513" y="1953"/>
                </a:lnTo>
                <a:lnTo>
                  <a:pt x="6513" y="9764"/>
                </a:lnTo>
                <a:lnTo>
                  <a:pt x="3906" y="9764"/>
                </a:lnTo>
                <a:lnTo>
                  <a:pt x="3906" y="1953"/>
                </a:lnTo>
                <a:lnTo>
                  <a:pt x="3930" y="1679"/>
                </a:lnTo>
                <a:lnTo>
                  <a:pt x="4120" y="1227"/>
                </a:lnTo>
                <a:lnTo>
                  <a:pt x="4477" y="869"/>
                </a:lnTo>
                <a:lnTo>
                  <a:pt x="4942" y="679"/>
                </a:lnTo>
                <a:lnTo>
                  <a:pt x="5216" y="667"/>
                </a:lnTo>
                <a:close/>
                <a:moveTo>
                  <a:pt x="5108" y="0"/>
                </a:moveTo>
                <a:lnTo>
                  <a:pt x="4727" y="48"/>
                </a:lnTo>
                <a:lnTo>
                  <a:pt x="4346" y="191"/>
                </a:lnTo>
                <a:lnTo>
                  <a:pt x="4001" y="393"/>
                </a:lnTo>
                <a:lnTo>
                  <a:pt x="3846" y="536"/>
                </a:lnTo>
                <a:lnTo>
                  <a:pt x="3715" y="679"/>
                </a:lnTo>
                <a:lnTo>
                  <a:pt x="3489" y="1000"/>
                </a:lnTo>
                <a:lnTo>
                  <a:pt x="3346" y="1358"/>
                </a:lnTo>
                <a:lnTo>
                  <a:pt x="3263" y="1750"/>
                </a:lnTo>
                <a:lnTo>
                  <a:pt x="3251" y="1953"/>
                </a:lnTo>
                <a:lnTo>
                  <a:pt x="3251" y="3906"/>
                </a:lnTo>
                <a:lnTo>
                  <a:pt x="2441" y="3906"/>
                </a:lnTo>
                <a:lnTo>
                  <a:pt x="2382" y="3894"/>
                </a:lnTo>
                <a:lnTo>
                  <a:pt x="2287" y="3798"/>
                </a:lnTo>
                <a:lnTo>
                  <a:pt x="2275" y="3739"/>
                </a:lnTo>
                <a:lnTo>
                  <a:pt x="2275" y="3155"/>
                </a:lnTo>
                <a:lnTo>
                  <a:pt x="2263" y="2941"/>
                </a:lnTo>
                <a:lnTo>
                  <a:pt x="2132" y="2548"/>
                </a:lnTo>
                <a:lnTo>
                  <a:pt x="1882" y="2227"/>
                </a:lnTo>
                <a:lnTo>
                  <a:pt x="1536" y="2012"/>
                </a:lnTo>
                <a:lnTo>
                  <a:pt x="1334" y="1965"/>
                </a:lnTo>
                <a:lnTo>
                  <a:pt x="1084" y="1941"/>
                </a:lnTo>
                <a:lnTo>
                  <a:pt x="608" y="2072"/>
                </a:lnTo>
                <a:lnTo>
                  <a:pt x="405" y="2215"/>
                </a:lnTo>
                <a:lnTo>
                  <a:pt x="227" y="2393"/>
                </a:lnTo>
                <a:lnTo>
                  <a:pt x="12" y="2834"/>
                </a:lnTo>
                <a:lnTo>
                  <a:pt x="0" y="3084"/>
                </a:lnTo>
                <a:lnTo>
                  <a:pt x="0" y="3739"/>
                </a:lnTo>
                <a:lnTo>
                  <a:pt x="12" y="3989"/>
                </a:lnTo>
                <a:lnTo>
                  <a:pt x="108" y="4465"/>
                </a:lnTo>
                <a:lnTo>
                  <a:pt x="286" y="4906"/>
                </a:lnTo>
                <a:lnTo>
                  <a:pt x="548" y="5287"/>
                </a:lnTo>
                <a:lnTo>
                  <a:pt x="882" y="5620"/>
                </a:lnTo>
                <a:lnTo>
                  <a:pt x="1274" y="5870"/>
                </a:lnTo>
                <a:lnTo>
                  <a:pt x="1715" y="6061"/>
                </a:lnTo>
                <a:lnTo>
                  <a:pt x="2191" y="6156"/>
                </a:lnTo>
                <a:lnTo>
                  <a:pt x="2441" y="6168"/>
                </a:lnTo>
                <a:lnTo>
                  <a:pt x="3251" y="6180"/>
                </a:lnTo>
                <a:lnTo>
                  <a:pt x="3251" y="10085"/>
                </a:lnTo>
                <a:lnTo>
                  <a:pt x="3275" y="10216"/>
                </a:lnTo>
                <a:lnTo>
                  <a:pt x="3453" y="10395"/>
                </a:lnTo>
                <a:lnTo>
                  <a:pt x="3584" y="10419"/>
                </a:lnTo>
                <a:lnTo>
                  <a:pt x="6835" y="10419"/>
                </a:lnTo>
                <a:lnTo>
                  <a:pt x="6966" y="10395"/>
                </a:lnTo>
                <a:lnTo>
                  <a:pt x="7144" y="10216"/>
                </a:lnTo>
                <a:lnTo>
                  <a:pt x="7168" y="10085"/>
                </a:lnTo>
                <a:lnTo>
                  <a:pt x="7168" y="8478"/>
                </a:lnTo>
                <a:lnTo>
                  <a:pt x="7978" y="8478"/>
                </a:lnTo>
                <a:lnTo>
                  <a:pt x="8228" y="8466"/>
                </a:lnTo>
                <a:lnTo>
                  <a:pt x="8704" y="8371"/>
                </a:lnTo>
                <a:lnTo>
                  <a:pt x="9145" y="8192"/>
                </a:lnTo>
                <a:lnTo>
                  <a:pt x="9538" y="7930"/>
                </a:lnTo>
                <a:lnTo>
                  <a:pt x="9871" y="7597"/>
                </a:lnTo>
                <a:lnTo>
                  <a:pt x="10133" y="7204"/>
                </a:lnTo>
                <a:lnTo>
                  <a:pt x="10312" y="6763"/>
                </a:lnTo>
                <a:lnTo>
                  <a:pt x="10407" y="6287"/>
                </a:lnTo>
                <a:lnTo>
                  <a:pt x="10419" y="6037"/>
                </a:lnTo>
                <a:lnTo>
                  <a:pt x="10419" y="5382"/>
                </a:lnTo>
                <a:lnTo>
                  <a:pt x="10395" y="5120"/>
                </a:lnTo>
                <a:lnTo>
                  <a:pt x="10193" y="4680"/>
                </a:lnTo>
                <a:lnTo>
                  <a:pt x="10014" y="4501"/>
                </a:lnTo>
                <a:lnTo>
                  <a:pt x="9812" y="4358"/>
                </a:lnTo>
                <a:lnTo>
                  <a:pt x="9335" y="4227"/>
                </a:lnTo>
                <a:lnTo>
                  <a:pt x="9085" y="4251"/>
                </a:lnTo>
                <a:lnTo>
                  <a:pt x="8883" y="4298"/>
                </a:lnTo>
                <a:lnTo>
                  <a:pt x="8538" y="4513"/>
                </a:lnTo>
                <a:lnTo>
                  <a:pt x="8288" y="4834"/>
                </a:lnTo>
                <a:lnTo>
                  <a:pt x="8157" y="5215"/>
                </a:lnTo>
                <a:lnTo>
                  <a:pt x="8145" y="5430"/>
                </a:lnTo>
                <a:lnTo>
                  <a:pt x="8145" y="6025"/>
                </a:lnTo>
                <a:lnTo>
                  <a:pt x="8133" y="6084"/>
                </a:lnTo>
                <a:lnTo>
                  <a:pt x="8037" y="6168"/>
                </a:lnTo>
                <a:lnTo>
                  <a:pt x="7978" y="6180"/>
                </a:lnTo>
                <a:lnTo>
                  <a:pt x="7168" y="6180"/>
                </a:lnTo>
                <a:lnTo>
                  <a:pt x="7168" y="2060"/>
                </a:lnTo>
                <a:lnTo>
                  <a:pt x="7156" y="1870"/>
                </a:lnTo>
                <a:lnTo>
                  <a:pt x="7085" y="1488"/>
                </a:lnTo>
                <a:lnTo>
                  <a:pt x="6954" y="1131"/>
                </a:lnTo>
                <a:lnTo>
                  <a:pt x="6752" y="810"/>
                </a:lnTo>
                <a:lnTo>
                  <a:pt x="6502" y="524"/>
                </a:lnTo>
                <a:lnTo>
                  <a:pt x="6216" y="286"/>
                </a:lnTo>
                <a:lnTo>
                  <a:pt x="5882" y="119"/>
                </a:lnTo>
                <a:lnTo>
                  <a:pt x="5513" y="12"/>
                </a:lnTo>
                <a:lnTo>
                  <a:pt x="5311"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0" name="Google Shape;3010;p173"/>
          <p:cNvSpPr/>
          <p:nvPr/>
        </p:nvSpPr>
        <p:spPr>
          <a:xfrm>
            <a:off x="1152625" y="6749063"/>
            <a:ext cx="565726" cy="565726"/>
          </a:xfrm>
          <a:custGeom>
            <a:rect b="b" l="l" r="r" t="t"/>
            <a:pathLst>
              <a:path extrusionOk="0" h="10419" w="10419">
                <a:moveTo>
                  <a:pt x="5215" y="4549"/>
                </a:moveTo>
                <a:lnTo>
                  <a:pt x="5346" y="4560"/>
                </a:lnTo>
                <a:lnTo>
                  <a:pt x="5585" y="4656"/>
                </a:lnTo>
                <a:lnTo>
                  <a:pt x="5751" y="4834"/>
                </a:lnTo>
                <a:lnTo>
                  <a:pt x="5858" y="5072"/>
                </a:lnTo>
                <a:lnTo>
                  <a:pt x="5870" y="5203"/>
                </a:lnTo>
                <a:lnTo>
                  <a:pt x="5858" y="5334"/>
                </a:lnTo>
                <a:lnTo>
                  <a:pt x="5751" y="5573"/>
                </a:lnTo>
                <a:lnTo>
                  <a:pt x="5585" y="5751"/>
                </a:lnTo>
                <a:lnTo>
                  <a:pt x="5346" y="5846"/>
                </a:lnTo>
                <a:lnTo>
                  <a:pt x="5215" y="5858"/>
                </a:lnTo>
                <a:lnTo>
                  <a:pt x="5084" y="5846"/>
                </a:lnTo>
                <a:lnTo>
                  <a:pt x="4846" y="5751"/>
                </a:lnTo>
                <a:lnTo>
                  <a:pt x="4668" y="5573"/>
                </a:lnTo>
                <a:lnTo>
                  <a:pt x="4573" y="5334"/>
                </a:lnTo>
                <a:lnTo>
                  <a:pt x="4561" y="5203"/>
                </a:lnTo>
                <a:lnTo>
                  <a:pt x="4573" y="5072"/>
                </a:lnTo>
                <a:lnTo>
                  <a:pt x="4668" y="4834"/>
                </a:lnTo>
                <a:lnTo>
                  <a:pt x="4846" y="4656"/>
                </a:lnTo>
                <a:lnTo>
                  <a:pt x="5084" y="4560"/>
                </a:lnTo>
                <a:lnTo>
                  <a:pt x="5215" y="4549"/>
                </a:lnTo>
                <a:close/>
                <a:moveTo>
                  <a:pt x="5215" y="3906"/>
                </a:moveTo>
                <a:lnTo>
                  <a:pt x="4942" y="3917"/>
                </a:lnTo>
                <a:lnTo>
                  <a:pt x="4477" y="4120"/>
                </a:lnTo>
                <a:lnTo>
                  <a:pt x="4132" y="4477"/>
                </a:lnTo>
                <a:lnTo>
                  <a:pt x="3930" y="4941"/>
                </a:lnTo>
                <a:lnTo>
                  <a:pt x="3906" y="5203"/>
                </a:lnTo>
                <a:lnTo>
                  <a:pt x="3930" y="5465"/>
                </a:lnTo>
                <a:lnTo>
                  <a:pt x="4132" y="5942"/>
                </a:lnTo>
                <a:lnTo>
                  <a:pt x="4477" y="6287"/>
                </a:lnTo>
                <a:lnTo>
                  <a:pt x="4942" y="6489"/>
                </a:lnTo>
                <a:lnTo>
                  <a:pt x="5215" y="6513"/>
                </a:lnTo>
                <a:lnTo>
                  <a:pt x="5477" y="6489"/>
                </a:lnTo>
                <a:lnTo>
                  <a:pt x="5942" y="6287"/>
                </a:lnTo>
                <a:lnTo>
                  <a:pt x="6299" y="5942"/>
                </a:lnTo>
                <a:lnTo>
                  <a:pt x="6501" y="5465"/>
                </a:lnTo>
                <a:lnTo>
                  <a:pt x="6513" y="5203"/>
                </a:lnTo>
                <a:lnTo>
                  <a:pt x="6501" y="4941"/>
                </a:lnTo>
                <a:lnTo>
                  <a:pt x="6299" y="4477"/>
                </a:lnTo>
                <a:lnTo>
                  <a:pt x="5942" y="4120"/>
                </a:lnTo>
                <a:lnTo>
                  <a:pt x="5477" y="3917"/>
                </a:lnTo>
                <a:lnTo>
                  <a:pt x="5215" y="3906"/>
                </a:lnTo>
                <a:close/>
                <a:moveTo>
                  <a:pt x="5215" y="2596"/>
                </a:moveTo>
                <a:lnTo>
                  <a:pt x="5477" y="2608"/>
                </a:lnTo>
                <a:lnTo>
                  <a:pt x="5989" y="2715"/>
                </a:lnTo>
                <a:lnTo>
                  <a:pt x="6454" y="2905"/>
                </a:lnTo>
                <a:lnTo>
                  <a:pt x="6871" y="3191"/>
                </a:lnTo>
                <a:lnTo>
                  <a:pt x="7228" y="3548"/>
                </a:lnTo>
                <a:lnTo>
                  <a:pt x="7502" y="3965"/>
                </a:lnTo>
                <a:lnTo>
                  <a:pt x="7704" y="4429"/>
                </a:lnTo>
                <a:lnTo>
                  <a:pt x="7811" y="4941"/>
                </a:lnTo>
                <a:lnTo>
                  <a:pt x="7823" y="5203"/>
                </a:lnTo>
                <a:lnTo>
                  <a:pt x="7811" y="5477"/>
                </a:lnTo>
                <a:lnTo>
                  <a:pt x="7704" y="5977"/>
                </a:lnTo>
                <a:lnTo>
                  <a:pt x="7502" y="6454"/>
                </a:lnTo>
                <a:lnTo>
                  <a:pt x="7228" y="6870"/>
                </a:lnTo>
                <a:lnTo>
                  <a:pt x="6871" y="7216"/>
                </a:lnTo>
                <a:lnTo>
                  <a:pt x="6454" y="7501"/>
                </a:lnTo>
                <a:lnTo>
                  <a:pt x="5989" y="7692"/>
                </a:lnTo>
                <a:lnTo>
                  <a:pt x="5477" y="7799"/>
                </a:lnTo>
                <a:lnTo>
                  <a:pt x="5215" y="7811"/>
                </a:lnTo>
                <a:lnTo>
                  <a:pt x="4942" y="7799"/>
                </a:lnTo>
                <a:lnTo>
                  <a:pt x="4442" y="7692"/>
                </a:lnTo>
                <a:lnTo>
                  <a:pt x="3965" y="7501"/>
                </a:lnTo>
                <a:lnTo>
                  <a:pt x="3549" y="7216"/>
                </a:lnTo>
                <a:lnTo>
                  <a:pt x="3203" y="6870"/>
                </a:lnTo>
                <a:lnTo>
                  <a:pt x="2917" y="6454"/>
                </a:lnTo>
                <a:lnTo>
                  <a:pt x="2727" y="5977"/>
                </a:lnTo>
                <a:lnTo>
                  <a:pt x="2620" y="5477"/>
                </a:lnTo>
                <a:lnTo>
                  <a:pt x="2608" y="5203"/>
                </a:lnTo>
                <a:lnTo>
                  <a:pt x="2620" y="4941"/>
                </a:lnTo>
                <a:lnTo>
                  <a:pt x="2727" y="4429"/>
                </a:lnTo>
                <a:lnTo>
                  <a:pt x="2917" y="3965"/>
                </a:lnTo>
                <a:lnTo>
                  <a:pt x="3203" y="3548"/>
                </a:lnTo>
                <a:lnTo>
                  <a:pt x="3549" y="3191"/>
                </a:lnTo>
                <a:lnTo>
                  <a:pt x="3965" y="2905"/>
                </a:lnTo>
                <a:lnTo>
                  <a:pt x="4442" y="2715"/>
                </a:lnTo>
                <a:lnTo>
                  <a:pt x="4942" y="2608"/>
                </a:lnTo>
                <a:lnTo>
                  <a:pt x="5215" y="2596"/>
                </a:lnTo>
                <a:close/>
                <a:moveTo>
                  <a:pt x="5215" y="1953"/>
                </a:moveTo>
                <a:lnTo>
                  <a:pt x="4882" y="1965"/>
                </a:lnTo>
                <a:lnTo>
                  <a:pt x="4239" y="2096"/>
                </a:lnTo>
                <a:lnTo>
                  <a:pt x="3656" y="2334"/>
                </a:lnTo>
                <a:lnTo>
                  <a:pt x="3132" y="2691"/>
                </a:lnTo>
                <a:lnTo>
                  <a:pt x="2691" y="3132"/>
                </a:lnTo>
                <a:lnTo>
                  <a:pt x="2346" y="3644"/>
                </a:lnTo>
                <a:lnTo>
                  <a:pt x="2096" y="4239"/>
                </a:lnTo>
                <a:lnTo>
                  <a:pt x="1965" y="4870"/>
                </a:lnTo>
                <a:lnTo>
                  <a:pt x="1953" y="5203"/>
                </a:lnTo>
                <a:lnTo>
                  <a:pt x="1965" y="5537"/>
                </a:lnTo>
                <a:lnTo>
                  <a:pt x="2096" y="6180"/>
                </a:lnTo>
                <a:lnTo>
                  <a:pt x="2346" y="6763"/>
                </a:lnTo>
                <a:lnTo>
                  <a:pt x="2691" y="7275"/>
                </a:lnTo>
                <a:lnTo>
                  <a:pt x="3132" y="7728"/>
                </a:lnTo>
                <a:lnTo>
                  <a:pt x="3656" y="8073"/>
                </a:lnTo>
                <a:lnTo>
                  <a:pt x="4239" y="8323"/>
                </a:lnTo>
                <a:lnTo>
                  <a:pt x="4882" y="8454"/>
                </a:lnTo>
                <a:lnTo>
                  <a:pt x="5215" y="8466"/>
                </a:lnTo>
                <a:lnTo>
                  <a:pt x="5549" y="8454"/>
                </a:lnTo>
                <a:lnTo>
                  <a:pt x="6180" y="8323"/>
                </a:lnTo>
                <a:lnTo>
                  <a:pt x="6763" y="8073"/>
                </a:lnTo>
                <a:lnTo>
                  <a:pt x="7287" y="7728"/>
                </a:lnTo>
                <a:lnTo>
                  <a:pt x="7728" y="7275"/>
                </a:lnTo>
                <a:lnTo>
                  <a:pt x="8085" y="6763"/>
                </a:lnTo>
                <a:lnTo>
                  <a:pt x="8323" y="6180"/>
                </a:lnTo>
                <a:lnTo>
                  <a:pt x="8454" y="5537"/>
                </a:lnTo>
                <a:lnTo>
                  <a:pt x="8466" y="5203"/>
                </a:lnTo>
                <a:lnTo>
                  <a:pt x="8454" y="4870"/>
                </a:lnTo>
                <a:lnTo>
                  <a:pt x="8323" y="4239"/>
                </a:lnTo>
                <a:lnTo>
                  <a:pt x="8085" y="3644"/>
                </a:lnTo>
                <a:lnTo>
                  <a:pt x="7728" y="3132"/>
                </a:lnTo>
                <a:lnTo>
                  <a:pt x="7287" y="2691"/>
                </a:lnTo>
                <a:lnTo>
                  <a:pt x="6763" y="2334"/>
                </a:lnTo>
                <a:lnTo>
                  <a:pt x="6180" y="2096"/>
                </a:lnTo>
                <a:lnTo>
                  <a:pt x="5549" y="1965"/>
                </a:lnTo>
                <a:lnTo>
                  <a:pt x="5215" y="1953"/>
                </a:lnTo>
                <a:close/>
                <a:moveTo>
                  <a:pt x="5215" y="643"/>
                </a:moveTo>
                <a:lnTo>
                  <a:pt x="5680" y="667"/>
                </a:lnTo>
                <a:lnTo>
                  <a:pt x="6573" y="846"/>
                </a:lnTo>
                <a:lnTo>
                  <a:pt x="7394" y="1191"/>
                </a:lnTo>
                <a:lnTo>
                  <a:pt x="8121" y="1679"/>
                </a:lnTo>
                <a:lnTo>
                  <a:pt x="8740" y="2298"/>
                </a:lnTo>
                <a:lnTo>
                  <a:pt x="9228" y="3024"/>
                </a:lnTo>
                <a:lnTo>
                  <a:pt x="9573" y="3846"/>
                </a:lnTo>
                <a:lnTo>
                  <a:pt x="9752" y="4739"/>
                </a:lnTo>
                <a:lnTo>
                  <a:pt x="9776" y="5203"/>
                </a:lnTo>
                <a:lnTo>
                  <a:pt x="9752" y="5668"/>
                </a:lnTo>
                <a:lnTo>
                  <a:pt x="9573" y="6561"/>
                </a:lnTo>
                <a:lnTo>
                  <a:pt x="9228" y="7382"/>
                </a:lnTo>
                <a:lnTo>
                  <a:pt x="8740" y="8109"/>
                </a:lnTo>
                <a:lnTo>
                  <a:pt x="8121" y="8728"/>
                </a:lnTo>
                <a:lnTo>
                  <a:pt x="7394" y="9216"/>
                </a:lnTo>
                <a:lnTo>
                  <a:pt x="6573" y="9561"/>
                </a:lnTo>
                <a:lnTo>
                  <a:pt x="5680" y="9752"/>
                </a:lnTo>
                <a:lnTo>
                  <a:pt x="5215" y="9764"/>
                </a:lnTo>
                <a:lnTo>
                  <a:pt x="4739" y="9752"/>
                </a:lnTo>
                <a:lnTo>
                  <a:pt x="3858" y="9561"/>
                </a:lnTo>
                <a:lnTo>
                  <a:pt x="3037" y="9216"/>
                </a:lnTo>
                <a:lnTo>
                  <a:pt x="2310" y="8728"/>
                </a:lnTo>
                <a:lnTo>
                  <a:pt x="1691" y="8109"/>
                </a:lnTo>
                <a:lnTo>
                  <a:pt x="1203" y="7382"/>
                </a:lnTo>
                <a:lnTo>
                  <a:pt x="858" y="6561"/>
                </a:lnTo>
                <a:lnTo>
                  <a:pt x="667" y="5668"/>
                </a:lnTo>
                <a:lnTo>
                  <a:pt x="655" y="5203"/>
                </a:lnTo>
                <a:lnTo>
                  <a:pt x="667" y="4739"/>
                </a:lnTo>
                <a:lnTo>
                  <a:pt x="858" y="3846"/>
                </a:lnTo>
                <a:lnTo>
                  <a:pt x="1203" y="3024"/>
                </a:lnTo>
                <a:lnTo>
                  <a:pt x="1691" y="2298"/>
                </a:lnTo>
                <a:lnTo>
                  <a:pt x="2310" y="1679"/>
                </a:lnTo>
                <a:lnTo>
                  <a:pt x="3037" y="1191"/>
                </a:lnTo>
                <a:lnTo>
                  <a:pt x="3858" y="846"/>
                </a:lnTo>
                <a:lnTo>
                  <a:pt x="4739" y="667"/>
                </a:lnTo>
                <a:lnTo>
                  <a:pt x="5215" y="643"/>
                </a:lnTo>
                <a:close/>
                <a:moveTo>
                  <a:pt x="5215" y="0"/>
                </a:moveTo>
                <a:lnTo>
                  <a:pt x="4680" y="12"/>
                </a:lnTo>
                <a:lnTo>
                  <a:pt x="3656" y="226"/>
                </a:lnTo>
                <a:lnTo>
                  <a:pt x="2727" y="619"/>
                </a:lnTo>
                <a:lnTo>
                  <a:pt x="1893" y="1179"/>
                </a:lnTo>
                <a:lnTo>
                  <a:pt x="1191" y="1881"/>
                </a:lnTo>
                <a:lnTo>
                  <a:pt x="619" y="2715"/>
                </a:lnTo>
                <a:lnTo>
                  <a:pt x="227" y="3656"/>
                </a:lnTo>
                <a:lnTo>
                  <a:pt x="24" y="4668"/>
                </a:lnTo>
                <a:lnTo>
                  <a:pt x="0" y="5203"/>
                </a:lnTo>
                <a:lnTo>
                  <a:pt x="24" y="5739"/>
                </a:lnTo>
                <a:lnTo>
                  <a:pt x="227" y="6763"/>
                </a:lnTo>
                <a:lnTo>
                  <a:pt x="619" y="7692"/>
                </a:lnTo>
                <a:lnTo>
                  <a:pt x="1191" y="8525"/>
                </a:lnTo>
                <a:lnTo>
                  <a:pt x="1893" y="9228"/>
                </a:lnTo>
                <a:lnTo>
                  <a:pt x="2727" y="9787"/>
                </a:lnTo>
                <a:lnTo>
                  <a:pt x="3656" y="10192"/>
                </a:lnTo>
                <a:lnTo>
                  <a:pt x="4680" y="10395"/>
                </a:lnTo>
                <a:lnTo>
                  <a:pt x="5215" y="10419"/>
                </a:lnTo>
                <a:lnTo>
                  <a:pt x="5751" y="10395"/>
                </a:lnTo>
                <a:lnTo>
                  <a:pt x="6763" y="10192"/>
                </a:lnTo>
                <a:lnTo>
                  <a:pt x="7704" y="9787"/>
                </a:lnTo>
                <a:lnTo>
                  <a:pt x="8526" y="9228"/>
                </a:lnTo>
                <a:lnTo>
                  <a:pt x="9240" y="8525"/>
                </a:lnTo>
                <a:lnTo>
                  <a:pt x="9800" y="7692"/>
                </a:lnTo>
                <a:lnTo>
                  <a:pt x="10192" y="6763"/>
                </a:lnTo>
                <a:lnTo>
                  <a:pt x="10407" y="5739"/>
                </a:lnTo>
                <a:lnTo>
                  <a:pt x="10419" y="5203"/>
                </a:lnTo>
                <a:lnTo>
                  <a:pt x="10407" y="4668"/>
                </a:lnTo>
                <a:lnTo>
                  <a:pt x="10192" y="3656"/>
                </a:lnTo>
                <a:lnTo>
                  <a:pt x="9800" y="2715"/>
                </a:lnTo>
                <a:lnTo>
                  <a:pt x="9240" y="1881"/>
                </a:lnTo>
                <a:lnTo>
                  <a:pt x="8526" y="1179"/>
                </a:lnTo>
                <a:lnTo>
                  <a:pt x="7704" y="619"/>
                </a:lnTo>
                <a:lnTo>
                  <a:pt x="6763" y="226"/>
                </a:lnTo>
                <a:lnTo>
                  <a:pt x="5751" y="12"/>
                </a:lnTo>
                <a:lnTo>
                  <a:pt x="521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1" name="Google Shape;3011;p173"/>
          <p:cNvSpPr/>
          <p:nvPr/>
        </p:nvSpPr>
        <p:spPr>
          <a:xfrm>
            <a:off x="9903832" y="6749063"/>
            <a:ext cx="495247" cy="565726"/>
          </a:xfrm>
          <a:custGeom>
            <a:rect b="b" l="l" r="r" t="t"/>
            <a:pathLst>
              <a:path extrusionOk="0" h="10419" w="9121">
                <a:moveTo>
                  <a:pt x="7942" y="1953"/>
                </a:moveTo>
                <a:lnTo>
                  <a:pt x="8180" y="2060"/>
                </a:lnTo>
                <a:lnTo>
                  <a:pt x="8359" y="2239"/>
                </a:lnTo>
                <a:lnTo>
                  <a:pt x="8454" y="2465"/>
                </a:lnTo>
                <a:lnTo>
                  <a:pt x="8466" y="2596"/>
                </a:lnTo>
                <a:lnTo>
                  <a:pt x="8466" y="3251"/>
                </a:lnTo>
                <a:lnTo>
                  <a:pt x="655" y="3251"/>
                </a:lnTo>
                <a:lnTo>
                  <a:pt x="655" y="2596"/>
                </a:lnTo>
                <a:lnTo>
                  <a:pt x="655" y="2465"/>
                </a:lnTo>
                <a:lnTo>
                  <a:pt x="762" y="2239"/>
                </a:lnTo>
                <a:lnTo>
                  <a:pt x="941" y="2060"/>
                </a:lnTo>
                <a:lnTo>
                  <a:pt x="1167" y="1953"/>
                </a:lnTo>
                <a:close/>
                <a:moveTo>
                  <a:pt x="6394" y="5215"/>
                </a:moveTo>
                <a:lnTo>
                  <a:pt x="6287" y="5299"/>
                </a:lnTo>
                <a:lnTo>
                  <a:pt x="4239" y="7347"/>
                </a:lnTo>
                <a:lnTo>
                  <a:pt x="3167" y="6275"/>
                </a:lnTo>
                <a:lnTo>
                  <a:pt x="3060" y="6192"/>
                </a:lnTo>
                <a:lnTo>
                  <a:pt x="2810" y="6192"/>
                </a:lnTo>
                <a:lnTo>
                  <a:pt x="2703" y="6275"/>
                </a:lnTo>
                <a:lnTo>
                  <a:pt x="2620" y="6382"/>
                </a:lnTo>
                <a:lnTo>
                  <a:pt x="2620" y="6632"/>
                </a:lnTo>
                <a:lnTo>
                  <a:pt x="2703" y="6739"/>
                </a:lnTo>
                <a:lnTo>
                  <a:pt x="4001" y="8037"/>
                </a:lnTo>
                <a:lnTo>
                  <a:pt x="4108" y="8121"/>
                </a:lnTo>
                <a:lnTo>
                  <a:pt x="4358" y="8121"/>
                </a:lnTo>
                <a:lnTo>
                  <a:pt x="4465" y="8037"/>
                </a:lnTo>
                <a:lnTo>
                  <a:pt x="6739" y="5763"/>
                </a:lnTo>
                <a:lnTo>
                  <a:pt x="6823" y="5656"/>
                </a:lnTo>
                <a:lnTo>
                  <a:pt x="6823" y="5406"/>
                </a:lnTo>
                <a:lnTo>
                  <a:pt x="6739" y="5299"/>
                </a:lnTo>
                <a:lnTo>
                  <a:pt x="6644" y="5215"/>
                </a:lnTo>
                <a:close/>
                <a:moveTo>
                  <a:pt x="8466" y="3906"/>
                </a:moveTo>
                <a:lnTo>
                  <a:pt x="8466" y="9109"/>
                </a:lnTo>
                <a:lnTo>
                  <a:pt x="8454" y="9240"/>
                </a:lnTo>
                <a:lnTo>
                  <a:pt x="8359" y="9478"/>
                </a:lnTo>
                <a:lnTo>
                  <a:pt x="8180" y="9657"/>
                </a:lnTo>
                <a:lnTo>
                  <a:pt x="7954" y="9752"/>
                </a:lnTo>
                <a:lnTo>
                  <a:pt x="7811" y="9764"/>
                </a:lnTo>
                <a:lnTo>
                  <a:pt x="1310" y="9764"/>
                </a:lnTo>
                <a:lnTo>
                  <a:pt x="1167" y="9752"/>
                </a:lnTo>
                <a:lnTo>
                  <a:pt x="941" y="9657"/>
                </a:lnTo>
                <a:lnTo>
                  <a:pt x="762" y="9478"/>
                </a:lnTo>
                <a:lnTo>
                  <a:pt x="667" y="9240"/>
                </a:lnTo>
                <a:lnTo>
                  <a:pt x="655" y="9109"/>
                </a:lnTo>
                <a:lnTo>
                  <a:pt x="655" y="3906"/>
                </a:lnTo>
                <a:close/>
                <a:moveTo>
                  <a:pt x="2286" y="0"/>
                </a:moveTo>
                <a:lnTo>
                  <a:pt x="2155" y="12"/>
                </a:lnTo>
                <a:lnTo>
                  <a:pt x="1977" y="191"/>
                </a:lnTo>
                <a:lnTo>
                  <a:pt x="1953" y="322"/>
                </a:lnTo>
                <a:lnTo>
                  <a:pt x="1953" y="1298"/>
                </a:lnTo>
                <a:lnTo>
                  <a:pt x="1310" y="1298"/>
                </a:lnTo>
                <a:lnTo>
                  <a:pt x="1036" y="1322"/>
                </a:lnTo>
                <a:lnTo>
                  <a:pt x="572" y="1512"/>
                </a:lnTo>
                <a:lnTo>
                  <a:pt x="214" y="1870"/>
                </a:lnTo>
                <a:lnTo>
                  <a:pt x="24" y="2334"/>
                </a:lnTo>
                <a:lnTo>
                  <a:pt x="0" y="2596"/>
                </a:lnTo>
                <a:lnTo>
                  <a:pt x="0" y="9109"/>
                </a:lnTo>
                <a:lnTo>
                  <a:pt x="24" y="9383"/>
                </a:lnTo>
                <a:lnTo>
                  <a:pt x="214" y="9847"/>
                </a:lnTo>
                <a:lnTo>
                  <a:pt x="572" y="10192"/>
                </a:lnTo>
                <a:lnTo>
                  <a:pt x="1036" y="10395"/>
                </a:lnTo>
                <a:lnTo>
                  <a:pt x="1310" y="10419"/>
                </a:lnTo>
                <a:lnTo>
                  <a:pt x="7811" y="10419"/>
                </a:lnTo>
                <a:lnTo>
                  <a:pt x="8085" y="10395"/>
                </a:lnTo>
                <a:lnTo>
                  <a:pt x="8549" y="10192"/>
                </a:lnTo>
                <a:lnTo>
                  <a:pt x="8906" y="9847"/>
                </a:lnTo>
                <a:lnTo>
                  <a:pt x="9097" y="9383"/>
                </a:lnTo>
                <a:lnTo>
                  <a:pt x="9121" y="9109"/>
                </a:lnTo>
                <a:lnTo>
                  <a:pt x="9121" y="2596"/>
                </a:lnTo>
                <a:lnTo>
                  <a:pt x="9097" y="2334"/>
                </a:lnTo>
                <a:lnTo>
                  <a:pt x="8906" y="1870"/>
                </a:lnTo>
                <a:lnTo>
                  <a:pt x="8549" y="1512"/>
                </a:lnTo>
                <a:lnTo>
                  <a:pt x="8085" y="1322"/>
                </a:lnTo>
                <a:lnTo>
                  <a:pt x="7811" y="1298"/>
                </a:lnTo>
                <a:lnTo>
                  <a:pt x="7168" y="1298"/>
                </a:lnTo>
                <a:lnTo>
                  <a:pt x="7168" y="322"/>
                </a:lnTo>
                <a:lnTo>
                  <a:pt x="7144" y="191"/>
                </a:lnTo>
                <a:lnTo>
                  <a:pt x="6965" y="12"/>
                </a:lnTo>
                <a:lnTo>
                  <a:pt x="6835" y="0"/>
                </a:lnTo>
                <a:lnTo>
                  <a:pt x="6704" y="12"/>
                </a:lnTo>
                <a:lnTo>
                  <a:pt x="6525" y="191"/>
                </a:lnTo>
                <a:lnTo>
                  <a:pt x="6513" y="322"/>
                </a:lnTo>
                <a:lnTo>
                  <a:pt x="6513" y="1298"/>
                </a:lnTo>
                <a:lnTo>
                  <a:pt x="2608" y="1298"/>
                </a:lnTo>
                <a:lnTo>
                  <a:pt x="2608" y="322"/>
                </a:lnTo>
                <a:lnTo>
                  <a:pt x="2584" y="191"/>
                </a:lnTo>
                <a:lnTo>
                  <a:pt x="2417" y="12"/>
                </a:lnTo>
                <a:lnTo>
                  <a:pt x="2286"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2" name="Google Shape;3012;p173"/>
          <p:cNvSpPr/>
          <p:nvPr/>
        </p:nvSpPr>
        <p:spPr>
          <a:xfrm>
            <a:off x="10957647" y="6749063"/>
            <a:ext cx="566377" cy="565726"/>
          </a:xfrm>
          <a:custGeom>
            <a:rect b="b" l="l" r="r" t="t"/>
            <a:pathLst>
              <a:path extrusionOk="0" h="10419" w="10431">
                <a:moveTo>
                  <a:pt x="4489" y="893"/>
                </a:moveTo>
                <a:lnTo>
                  <a:pt x="4906" y="1346"/>
                </a:lnTo>
                <a:lnTo>
                  <a:pt x="5263" y="1798"/>
                </a:lnTo>
                <a:lnTo>
                  <a:pt x="5751" y="2453"/>
                </a:lnTo>
                <a:lnTo>
                  <a:pt x="6287" y="1822"/>
                </a:lnTo>
                <a:lnTo>
                  <a:pt x="6394" y="1703"/>
                </a:lnTo>
                <a:lnTo>
                  <a:pt x="6501" y="1572"/>
                </a:lnTo>
                <a:lnTo>
                  <a:pt x="6727" y="1858"/>
                </a:lnTo>
                <a:lnTo>
                  <a:pt x="7096" y="2453"/>
                </a:lnTo>
                <a:lnTo>
                  <a:pt x="7346" y="3001"/>
                </a:lnTo>
                <a:lnTo>
                  <a:pt x="7477" y="3429"/>
                </a:lnTo>
                <a:lnTo>
                  <a:pt x="7489" y="3572"/>
                </a:lnTo>
                <a:lnTo>
                  <a:pt x="7489" y="3810"/>
                </a:lnTo>
                <a:lnTo>
                  <a:pt x="7394" y="4251"/>
                </a:lnTo>
                <a:lnTo>
                  <a:pt x="7216" y="4668"/>
                </a:lnTo>
                <a:lnTo>
                  <a:pt x="6977" y="5025"/>
                </a:lnTo>
                <a:lnTo>
                  <a:pt x="6668" y="5334"/>
                </a:lnTo>
                <a:lnTo>
                  <a:pt x="6299" y="5584"/>
                </a:lnTo>
                <a:lnTo>
                  <a:pt x="5894" y="5751"/>
                </a:lnTo>
                <a:lnTo>
                  <a:pt x="5453" y="5846"/>
                </a:lnTo>
                <a:lnTo>
                  <a:pt x="5215" y="5858"/>
                </a:lnTo>
                <a:lnTo>
                  <a:pt x="4977" y="5846"/>
                </a:lnTo>
                <a:lnTo>
                  <a:pt x="4537" y="5751"/>
                </a:lnTo>
                <a:lnTo>
                  <a:pt x="4132" y="5584"/>
                </a:lnTo>
                <a:lnTo>
                  <a:pt x="3763" y="5334"/>
                </a:lnTo>
                <a:lnTo>
                  <a:pt x="3453" y="5025"/>
                </a:lnTo>
                <a:lnTo>
                  <a:pt x="3215" y="4668"/>
                </a:lnTo>
                <a:lnTo>
                  <a:pt x="3036" y="4251"/>
                </a:lnTo>
                <a:lnTo>
                  <a:pt x="2941" y="3810"/>
                </a:lnTo>
                <a:lnTo>
                  <a:pt x="2941" y="3572"/>
                </a:lnTo>
                <a:lnTo>
                  <a:pt x="2953" y="3346"/>
                </a:lnTo>
                <a:lnTo>
                  <a:pt x="3167" y="2751"/>
                </a:lnTo>
                <a:lnTo>
                  <a:pt x="3560" y="2048"/>
                </a:lnTo>
                <a:lnTo>
                  <a:pt x="4132" y="1286"/>
                </a:lnTo>
                <a:lnTo>
                  <a:pt x="4489" y="893"/>
                </a:lnTo>
                <a:close/>
                <a:moveTo>
                  <a:pt x="4489" y="0"/>
                </a:moveTo>
                <a:lnTo>
                  <a:pt x="4013" y="441"/>
                </a:lnTo>
                <a:lnTo>
                  <a:pt x="3215" y="1393"/>
                </a:lnTo>
                <a:lnTo>
                  <a:pt x="2631" y="2358"/>
                </a:lnTo>
                <a:lnTo>
                  <a:pt x="2369" y="3013"/>
                </a:lnTo>
                <a:lnTo>
                  <a:pt x="2286" y="3405"/>
                </a:lnTo>
                <a:lnTo>
                  <a:pt x="2286" y="3572"/>
                </a:lnTo>
                <a:lnTo>
                  <a:pt x="2298" y="3882"/>
                </a:lnTo>
                <a:lnTo>
                  <a:pt x="2417" y="4453"/>
                </a:lnTo>
                <a:lnTo>
                  <a:pt x="2631" y="4977"/>
                </a:lnTo>
                <a:lnTo>
                  <a:pt x="2953" y="5442"/>
                </a:lnTo>
                <a:lnTo>
                  <a:pt x="3346" y="5846"/>
                </a:lnTo>
                <a:lnTo>
                  <a:pt x="3822" y="6156"/>
                </a:lnTo>
                <a:lnTo>
                  <a:pt x="4346" y="6382"/>
                </a:lnTo>
                <a:lnTo>
                  <a:pt x="4918" y="6501"/>
                </a:lnTo>
                <a:lnTo>
                  <a:pt x="5215" y="6513"/>
                </a:lnTo>
                <a:lnTo>
                  <a:pt x="5513" y="6501"/>
                </a:lnTo>
                <a:lnTo>
                  <a:pt x="6084" y="6382"/>
                </a:lnTo>
                <a:lnTo>
                  <a:pt x="6608" y="6156"/>
                </a:lnTo>
                <a:lnTo>
                  <a:pt x="7085" y="5846"/>
                </a:lnTo>
                <a:lnTo>
                  <a:pt x="7477" y="5442"/>
                </a:lnTo>
                <a:lnTo>
                  <a:pt x="7799" y="4977"/>
                </a:lnTo>
                <a:lnTo>
                  <a:pt x="8013" y="4453"/>
                </a:lnTo>
                <a:lnTo>
                  <a:pt x="8132" y="3882"/>
                </a:lnTo>
                <a:lnTo>
                  <a:pt x="8144" y="3572"/>
                </a:lnTo>
                <a:lnTo>
                  <a:pt x="8120" y="3298"/>
                </a:lnTo>
                <a:lnTo>
                  <a:pt x="7894" y="2584"/>
                </a:lnTo>
                <a:lnTo>
                  <a:pt x="7454" y="1774"/>
                </a:lnTo>
                <a:lnTo>
                  <a:pt x="6870" y="988"/>
                </a:lnTo>
                <a:lnTo>
                  <a:pt x="6513" y="643"/>
                </a:lnTo>
                <a:lnTo>
                  <a:pt x="6120" y="1024"/>
                </a:lnTo>
                <a:lnTo>
                  <a:pt x="5787" y="1405"/>
                </a:lnTo>
                <a:lnTo>
                  <a:pt x="5501" y="1048"/>
                </a:lnTo>
                <a:lnTo>
                  <a:pt x="4846" y="334"/>
                </a:lnTo>
                <a:lnTo>
                  <a:pt x="4489" y="0"/>
                </a:lnTo>
                <a:close/>
                <a:moveTo>
                  <a:pt x="322" y="6156"/>
                </a:moveTo>
                <a:lnTo>
                  <a:pt x="83" y="6263"/>
                </a:lnTo>
                <a:lnTo>
                  <a:pt x="24" y="6382"/>
                </a:lnTo>
                <a:lnTo>
                  <a:pt x="0" y="6501"/>
                </a:lnTo>
                <a:lnTo>
                  <a:pt x="107" y="6727"/>
                </a:lnTo>
                <a:lnTo>
                  <a:pt x="226" y="6799"/>
                </a:lnTo>
                <a:lnTo>
                  <a:pt x="4275" y="8299"/>
                </a:lnTo>
                <a:lnTo>
                  <a:pt x="226" y="9787"/>
                </a:lnTo>
                <a:lnTo>
                  <a:pt x="107" y="9847"/>
                </a:lnTo>
                <a:lnTo>
                  <a:pt x="0" y="10073"/>
                </a:lnTo>
                <a:lnTo>
                  <a:pt x="24" y="10204"/>
                </a:lnTo>
                <a:lnTo>
                  <a:pt x="71" y="10288"/>
                </a:lnTo>
                <a:lnTo>
                  <a:pt x="238" y="10407"/>
                </a:lnTo>
                <a:lnTo>
                  <a:pt x="333" y="10419"/>
                </a:lnTo>
                <a:lnTo>
                  <a:pt x="393" y="10407"/>
                </a:lnTo>
                <a:lnTo>
                  <a:pt x="441" y="10395"/>
                </a:lnTo>
                <a:lnTo>
                  <a:pt x="5215" y="8644"/>
                </a:lnTo>
                <a:lnTo>
                  <a:pt x="9990" y="10395"/>
                </a:lnTo>
                <a:lnTo>
                  <a:pt x="10037" y="10407"/>
                </a:lnTo>
                <a:lnTo>
                  <a:pt x="10097" y="10419"/>
                </a:lnTo>
                <a:lnTo>
                  <a:pt x="10192" y="10407"/>
                </a:lnTo>
                <a:lnTo>
                  <a:pt x="10359" y="10288"/>
                </a:lnTo>
                <a:lnTo>
                  <a:pt x="10407" y="10204"/>
                </a:lnTo>
                <a:lnTo>
                  <a:pt x="10430" y="10073"/>
                </a:lnTo>
                <a:lnTo>
                  <a:pt x="10335" y="9835"/>
                </a:lnTo>
                <a:lnTo>
                  <a:pt x="10216" y="9764"/>
                </a:lnTo>
                <a:lnTo>
                  <a:pt x="6168" y="8299"/>
                </a:lnTo>
                <a:lnTo>
                  <a:pt x="10216" y="6811"/>
                </a:lnTo>
                <a:lnTo>
                  <a:pt x="10335" y="6751"/>
                </a:lnTo>
                <a:lnTo>
                  <a:pt x="10430" y="6525"/>
                </a:lnTo>
                <a:lnTo>
                  <a:pt x="10407" y="6394"/>
                </a:lnTo>
                <a:lnTo>
                  <a:pt x="10347" y="6275"/>
                </a:lnTo>
                <a:lnTo>
                  <a:pt x="10121" y="6168"/>
                </a:lnTo>
                <a:lnTo>
                  <a:pt x="9990" y="6204"/>
                </a:lnTo>
                <a:lnTo>
                  <a:pt x="5215" y="7954"/>
                </a:lnTo>
                <a:lnTo>
                  <a:pt x="441" y="6180"/>
                </a:lnTo>
                <a:lnTo>
                  <a:pt x="322" y="615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3" name="Google Shape;3013;p173"/>
          <p:cNvSpPr/>
          <p:nvPr/>
        </p:nvSpPr>
        <p:spPr>
          <a:xfrm>
            <a:off x="12046973" y="6783977"/>
            <a:ext cx="565780" cy="495247"/>
          </a:xfrm>
          <a:custGeom>
            <a:rect b="b" l="l" r="r" t="t"/>
            <a:pathLst>
              <a:path extrusionOk="0" h="9121" w="10420">
                <a:moveTo>
                  <a:pt x="7181" y="655"/>
                </a:moveTo>
                <a:lnTo>
                  <a:pt x="7335" y="667"/>
                </a:lnTo>
                <a:lnTo>
                  <a:pt x="7633" y="762"/>
                </a:lnTo>
                <a:lnTo>
                  <a:pt x="7883" y="941"/>
                </a:lnTo>
                <a:lnTo>
                  <a:pt x="8062" y="1203"/>
                </a:lnTo>
                <a:lnTo>
                  <a:pt x="8109" y="1346"/>
                </a:lnTo>
                <a:lnTo>
                  <a:pt x="8693" y="3274"/>
                </a:lnTo>
                <a:lnTo>
                  <a:pt x="8586" y="3263"/>
                </a:lnTo>
                <a:lnTo>
                  <a:pt x="1846" y="3263"/>
                </a:lnTo>
                <a:lnTo>
                  <a:pt x="1739" y="3274"/>
                </a:lnTo>
                <a:lnTo>
                  <a:pt x="1739" y="3274"/>
                </a:lnTo>
                <a:lnTo>
                  <a:pt x="2323" y="1346"/>
                </a:lnTo>
                <a:lnTo>
                  <a:pt x="2370" y="1203"/>
                </a:lnTo>
                <a:lnTo>
                  <a:pt x="2549" y="941"/>
                </a:lnTo>
                <a:lnTo>
                  <a:pt x="2799" y="762"/>
                </a:lnTo>
                <a:lnTo>
                  <a:pt x="3097" y="667"/>
                </a:lnTo>
                <a:lnTo>
                  <a:pt x="3251" y="655"/>
                </a:lnTo>
                <a:close/>
                <a:moveTo>
                  <a:pt x="2120" y="4882"/>
                </a:moveTo>
                <a:lnTo>
                  <a:pt x="2025" y="4894"/>
                </a:lnTo>
                <a:lnTo>
                  <a:pt x="1846" y="4965"/>
                </a:lnTo>
                <a:lnTo>
                  <a:pt x="1715" y="5096"/>
                </a:lnTo>
                <a:lnTo>
                  <a:pt x="1644" y="5275"/>
                </a:lnTo>
                <a:lnTo>
                  <a:pt x="1632" y="5370"/>
                </a:lnTo>
                <a:lnTo>
                  <a:pt x="1644" y="5477"/>
                </a:lnTo>
                <a:lnTo>
                  <a:pt x="1715" y="5644"/>
                </a:lnTo>
                <a:lnTo>
                  <a:pt x="1846" y="5787"/>
                </a:lnTo>
                <a:lnTo>
                  <a:pt x="2025" y="5858"/>
                </a:lnTo>
                <a:lnTo>
                  <a:pt x="2227" y="5858"/>
                </a:lnTo>
                <a:lnTo>
                  <a:pt x="2394" y="5787"/>
                </a:lnTo>
                <a:lnTo>
                  <a:pt x="2525" y="5644"/>
                </a:lnTo>
                <a:lnTo>
                  <a:pt x="2608" y="5477"/>
                </a:lnTo>
                <a:lnTo>
                  <a:pt x="2608" y="5370"/>
                </a:lnTo>
                <a:lnTo>
                  <a:pt x="2608" y="5275"/>
                </a:lnTo>
                <a:lnTo>
                  <a:pt x="2525" y="5096"/>
                </a:lnTo>
                <a:lnTo>
                  <a:pt x="2394" y="4965"/>
                </a:lnTo>
                <a:lnTo>
                  <a:pt x="2227" y="4894"/>
                </a:lnTo>
                <a:lnTo>
                  <a:pt x="2120" y="4882"/>
                </a:lnTo>
                <a:close/>
                <a:moveTo>
                  <a:pt x="8312" y="4882"/>
                </a:moveTo>
                <a:lnTo>
                  <a:pt x="8205" y="4894"/>
                </a:lnTo>
                <a:lnTo>
                  <a:pt x="8038" y="4965"/>
                </a:lnTo>
                <a:lnTo>
                  <a:pt x="7907" y="5096"/>
                </a:lnTo>
                <a:lnTo>
                  <a:pt x="7824" y="5275"/>
                </a:lnTo>
                <a:lnTo>
                  <a:pt x="7824" y="5370"/>
                </a:lnTo>
                <a:lnTo>
                  <a:pt x="7824" y="5477"/>
                </a:lnTo>
                <a:lnTo>
                  <a:pt x="7907" y="5644"/>
                </a:lnTo>
                <a:lnTo>
                  <a:pt x="8038" y="5787"/>
                </a:lnTo>
                <a:lnTo>
                  <a:pt x="8205" y="5858"/>
                </a:lnTo>
                <a:lnTo>
                  <a:pt x="8407" y="5858"/>
                </a:lnTo>
                <a:lnTo>
                  <a:pt x="8586" y="5787"/>
                </a:lnTo>
                <a:lnTo>
                  <a:pt x="8717" y="5644"/>
                </a:lnTo>
                <a:lnTo>
                  <a:pt x="8788" y="5477"/>
                </a:lnTo>
                <a:lnTo>
                  <a:pt x="8800" y="5370"/>
                </a:lnTo>
                <a:lnTo>
                  <a:pt x="8788" y="5275"/>
                </a:lnTo>
                <a:lnTo>
                  <a:pt x="8717" y="5096"/>
                </a:lnTo>
                <a:lnTo>
                  <a:pt x="8586" y="4965"/>
                </a:lnTo>
                <a:lnTo>
                  <a:pt x="8407" y="4894"/>
                </a:lnTo>
                <a:lnTo>
                  <a:pt x="8312" y="4882"/>
                </a:lnTo>
                <a:close/>
                <a:moveTo>
                  <a:pt x="8479" y="3906"/>
                </a:moveTo>
                <a:lnTo>
                  <a:pt x="8693" y="3929"/>
                </a:lnTo>
                <a:lnTo>
                  <a:pt x="8907" y="3989"/>
                </a:lnTo>
                <a:lnTo>
                  <a:pt x="8919" y="3989"/>
                </a:lnTo>
                <a:lnTo>
                  <a:pt x="9098" y="4060"/>
                </a:lnTo>
                <a:lnTo>
                  <a:pt x="9407" y="4298"/>
                </a:lnTo>
                <a:lnTo>
                  <a:pt x="9633" y="4620"/>
                </a:lnTo>
                <a:lnTo>
                  <a:pt x="9764" y="5001"/>
                </a:lnTo>
                <a:lnTo>
                  <a:pt x="9776" y="5215"/>
                </a:lnTo>
                <a:lnTo>
                  <a:pt x="9776" y="7168"/>
                </a:lnTo>
                <a:lnTo>
                  <a:pt x="656" y="7168"/>
                </a:lnTo>
                <a:lnTo>
                  <a:pt x="656" y="5215"/>
                </a:lnTo>
                <a:lnTo>
                  <a:pt x="668" y="5001"/>
                </a:lnTo>
                <a:lnTo>
                  <a:pt x="799" y="4620"/>
                </a:lnTo>
                <a:lnTo>
                  <a:pt x="1025" y="4298"/>
                </a:lnTo>
                <a:lnTo>
                  <a:pt x="1334" y="4060"/>
                </a:lnTo>
                <a:lnTo>
                  <a:pt x="1525" y="3989"/>
                </a:lnTo>
                <a:lnTo>
                  <a:pt x="1537" y="3989"/>
                </a:lnTo>
                <a:lnTo>
                  <a:pt x="1739" y="3929"/>
                </a:lnTo>
                <a:lnTo>
                  <a:pt x="1966" y="3906"/>
                </a:lnTo>
                <a:close/>
                <a:moveTo>
                  <a:pt x="3251" y="0"/>
                </a:moveTo>
                <a:lnTo>
                  <a:pt x="2989" y="12"/>
                </a:lnTo>
                <a:lnTo>
                  <a:pt x="2501" y="179"/>
                </a:lnTo>
                <a:lnTo>
                  <a:pt x="2085" y="488"/>
                </a:lnTo>
                <a:lnTo>
                  <a:pt x="1787" y="905"/>
                </a:lnTo>
                <a:lnTo>
                  <a:pt x="1692" y="1167"/>
                </a:lnTo>
                <a:lnTo>
                  <a:pt x="989" y="3513"/>
                </a:lnTo>
                <a:lnTo>
                  <a:pt x="775" y="3655"/>
                </a:lnTo>
                <a:lnTo>
                  <a:pt x="418" y="4001"/>
                </a:lnTo>
                <a:lnTo>
                  <a:pt x="156" y="4441"/>
                </a:lnTo>
                <a:lnTo>
                  <a:pt x="13" y="4941"/>
                </a:lnTo>
                <a:lnTo>
                  <a:pt x="1" y="5215"/>
                </a:lnTo>
                <a:lnTo>
                  <a:pt x="1" y="8799"/>
                </a:lnTo>
                <a:lnTo>
                  <a:pt x="25" y="8918"/>
                </a:lnTo>
                <a:lnTo>
                  <a:pt x="203" y="9097"/>
                </a:lnTo>
                <a:lnTo>
                  <a:pt x="334" y="9121"/>
                </a:lnTo>
                <a:lnTo>
                  <a:pt x="465" y="9097"/>
                </a:lnTo>
                <a:lnTo>
                  <a:pt x="632" y="8918"/>
                </a:lnTo>
                <a:lnTo>
                  <a:pt x="656" y="8799"/>
                </a:lnTo>
                <a:lnTo>
                  <a:pt x="656" y="7823"/>
                </a:lnTo>
                <a:lnTo>
                  <a:pt x="9776" y="7823"/>
                </a:lnTo>
                <a:lnTo>
                  <a:pt x="9776" y="8799"/>
                </a:lnTo>
                <a:lnTo>
                  <a:pt x="9788" y="8918"/>
                </a:lnTo>
                <a:lnTo>
                  <a:pt x="9967" y="9097"/>
                </a:lnTo>
                <a:lnTo>
                  <a:pt x="10098" y="9121"/>
                </a:lnTo>
                <a:lnTo>
                  <a:pt x="10229" y="9097"/>
                </a:lnTo>
                <a:lnTo>
                  <a:pt x="10407" y="8918"/>
                </a:lnTo>
                <a:lnTo>
                  <a:pt x="10419" y="8799"/>
                </a:lnTo>
                <a:lnTo>
                  <a:pt x="10419" y="5215"/>
                </a:lnTo>
                <a:lnTo>
                  <a:pt x="10407" y="4941"/>
                </a:lnTo>
                <a:lnTo>
                  <a:pt x="10276" y="4441"/>
                </a:lnTo>
                <a:lnTo>
                  <a:pt x="10014" y="4001"/>
                </a:lnTo>
                <a:lnTo>
                  <a:pt x="9657" y="3655"/>
                </a:lnTo>
                <a:lnTo>
                  <a:pt x="9443" y="3513"/>
                </a:lnTo>
                <a:lnTo>
                  <a:pt x="8740" y="1167"/>
                </a:lnTo>
                <a:lnTo>
                  <a:pt x="8645" y="917"/>
                </a:lnTo>
                <a:lnTo>
                  <a:pt x="8348" y="488"/>
                </a:lnTo>
                <a:lnTo>
                  <a:pt x="7931" y="179"/>
                </a:lnTo>
                <a:lnTo>
                  <a:pt x="7443" y="12"/>
                </a:lnTo>
                <a:lnTo>
                  <a:pt x="7181"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4" name="Google Shape;3014;p173"/>
          <p:cNvSpPr/>
          <p:nvPr/>
        </p:nvSpPr>
        <p:spPr>
          <a:xfrm>
            <a:off x="13106001" y="6757425"/>
            <a:ext cx="636204" cy="556712"/>
          </a:xfrm>
          <a:custGeom>
            <a:rect b="b" l="l" r="r" t="t"/>
            <a:pathLst>
              <a:path extrusionOk="0" h="10253" w="11717">
                <a:moveTo>
                  <a:pt x="5620" y="656"/>
                </a:moveTo>
                <a:lnTo>
                  <a:pt x="5930" y="680"/>
                </a:lnTo>
                <a:lnTo>
                  <a:pt x="6215" y="799"/>
                </a:lnTo>
                <a:lnTo>
                  <a:pt x="6454" y="989"/>
                </a:lnTo>
                <a:lnTo>
                  <a:pt x="6537" y="1120"/>
                </a:lnTo>
                <a:lnTo>
                  <a:pt x="7525" y="2716"/>
                </a:lnTo>
                <a:lnTo>
                  <a:pt x="7382" y="2728"/>
                </a:lnTo>
                <a:lnTo>
                  <a:pt x="7239" y="2763"/>
                </a:lnTo>
                <a:lnTo>
                  <a:pt x="1441" y="4323"/>
                </a:lnTo>
                <a:lnTo>
                  <a:pt x="1298" y="4359"/>
                </a:lnTo>
                <a:lnTo>
                  <a:pt x="1167" y="4418"/>
                </a:lnTo>
                <a:lnTo>
                  <a:pt x="1227" y="2549"/>
                </a:lnTo>
                <a:lnTo>
                  <a:pt x="1238" y="2394"/>
                </a:lnTo>
                <a:lnTo>
                  <a:pt x="1346" y="2097"/>
                </a:lnTo>
                <a:lnTo>
                  <a:pt x="1536" y="1858"/>
                </a:lnTo>
                <a:lnTo>
                  <a:pt x="1798" y="1680"/>
                </a:lnTo>
                <a:lnTo>
                  <a:pt x="1941" y="1632"/>
                </a:lnTo>
                <a:lnTo>
                  <a:pt x="5453" y="692"/>
                </a:lnTo>
                <a:lnTo>
                  <a:pt x="5620" y="656"/>
                </a:lnTo>
                <a:close/>
                <a:moveTo>
                  <a:pt x="7668" y="4252"/>
                </a:moveTo>
                <a:lnTo>
                  <a:pt x="7585" y="4275"/>
                </a:lnTo>
                <a:lnTo>
                  <a:pt x="7489" y="4311"/>
                </a:lnTo>
                <a:lnTo>
                  <a:pt x="7347" y="4418"/>
                </a:lnTo>
                <a:lnTo>
                  <a:pt x="7263" y="4573"/>
                </a:lnTo>
                <a:lnTo>
                  <a:pt x="7239" y="4752"/>
                </a:lnTo>
                <a:lnTo>
                  <a:pt x="7251" y="4847"/>
                </a:lnTo>
                <a:lnTo>
                  <a:pt x="7287" y="4930"/>
                </a:lnTo>
                <a:lnTo>
                  <a:pt x="7394" y="5073"/>
                </a:lnTo>
                <a:lnTo>
                  <a:pt x="7549" y="5168"/>
                </a:lnTo>
                <a:lnTo>
                  <a:pt x="7728" y="5192"/>
                </a:lnTo>
                <a:lnTo>
                  <a:pt x="7823" y="5168"/>
                </a:lnTo>
                <a:lnTo>
                  <a:pt x="7906" y="5145"/>
                </a:lnTo>
                <a:lnTo>
                  <a:pt x="8049" y="5026"/>
                </a:lnTo>
                <a:lnTo>
                  <a:pt x="8144" y="4871"/>
                </a:lnTo>
                <a:lnTo>
                  <a:pt x="8168" y="4692"/>
                </a:lnTo>
                <a:lnTo>
                  <a:pt x="8156" y="4609"/>
                </a:lnTo>
                <a:lnTo>
                  <a:pt x="8121" y="4514"/>
                </a:lnTo>
                <a:lnTo>
                  <a:pt x="8013" y="4371"/>
                </a:lnTo>
                <a:lnTo>
                  <a:pt x="7859" y="4287"/>
                </a:lnTo>
                <a:lnTo>
                  <a:pt x="7668" y="4252"/>
                </a:lnTo>
                <a:close/>
                <a:moveTo>
                  <a:pt x="1989" y="5788"/>
                </a:moveTo>
                <a:lnTo>
                  <a:pt x="1893" y="5800"/>
                </a:lnTo>
                <a:lnTo>
                  <a:pt x="1810" y="5835"/>
                </a:lnTo>
                <a:lnTo>
                  <a:pt x="1655" y="5942"/>
                </a:lnTo>
                <a:lnTo>
                  <a:pt x="1572" y="6097"/>
                </a:lnTo>
                <a:lnTo>
                  <a:pt x="1548" y="6276"/>
                </a:lnTo>
                <a:lnTo>
                  <a:pt x="1572" y="6371"/>
                </a:lnTo>
                <a:lnTo>
                  <a:pt x="1596" y="6454"/>
                </a:lnTo>
                <a:lnTo>
                  <a:pt x="1715" y="6597"/>
                </a:lnTo>
                <a:lnTo>
                  <a:pt x="1870" y="6693"/>
                </a:lnTo>
                <a:lnTo>
                  <a:pt x="2048" y="6716"/>
                </a:lnTo>
                <a:lnTo>
                  <a:pt x="2143" y="6693"/>
                </a:lnTo>
                <a:lnTo>
                  <a:pt x="2227" y="6669"/>
                </a:lnTo>
                <a:lnTo>
                  <a:pt x="2370" y="6550"/>
                </a:lnTo>
                <a:lnTo>
                  <a:pt x="2465" y="6395"/>
                </a:lnTo>
                <a:lnTo>
                  <a:pt x="2489" y="6216"/>
                </a:lnTo>
                <a:lnTo>
                  <a:pt x="2465" y="6121"/>
                </a:lnTo>
                <a:lnTo>
                  <a:pt x="2465" y="6133"/>
                </a:lnTo>
                <a:lnTo>
                  <a:pt x="2429" y="6038"/>
                </a:lnTo>
                <a:lnTo>
                  <a:pt x="2322" y="5895"/>
                </a:lnTo>
                <a:lnTo>
                  <a:pt x="2167" y="5811"/>
                </a:lnTo>
                <a:lnTo>
                  <a:pt x="1989" y="5788"/>
                </a:lnTo>
                <a:close/>
                <a:moveTo>
                  <a:pt x="7668" y="3347"/>
                </a:moveTo>
                <a:lnTo>
                  <a:pt x="8168" y="3418"/>
                </a:lnTo>
                <a:lnTo>
                  <a:pt x="8609" y="3668"/>
                </a:lnTo>
                <a:lnTo>
                  <a:pt x="8918" y="4061"/>
                </a:lnTo>
                <a:lnTo>
                  <a:pt x="9002" y="4323"/>
                </a:lnTo>
                <a:lnTo>
                  <a:pt x="9442" y="5966"/>
                </a:lnTo>
                <a:lnTo>
                  <a:pt x="1131" y="8217"/>
                </a:lnTo>
                <a:lnTo>
                  <a:pt x="691" y="6538"/>
                </a:lnTo>
                <a:lnTo>
                  <a:pt x="631" y="6288"/>
                </a:lnTo>
                <a:lnTo>
                  <a:pt x="703" y="5776"/>
                </a:lnTo>
                <a:lnTo>
                  <a:pt x="953" y="5347"/>
                </a:lnTo>
                <a:lnTo>
                  <a:pt x="1358" y="5037"/>
                </a:lnTo>
                <a:lnTo>
                  <a:pt x="1608" y="4942"/>
                </a:lnTo>
                <a:lnTo>
                  <a:pt x="7406" y="3394"/>
                </a:lnTo>
                <a:lnTo>
                  <a:pt x="7668" y="3347"/>
                </a:lnTo>
                <a:close/>
                <a:moveTo>
                  <a:pt x="5549" y="1"/>
                </a:moveTo>
                <a:lnTo>
                  <a:pt x="5287" y="49"/>
                </a:lnTo>
                <a:lnTo>
                  <a:pt x="1774" y="1013"/>
                </a:lnTo>
                <a:lnTo>
                  <a:pt x="1524" y="1084"/>
                </a:lnTo>
                <a:lnTo>
                  <a:pt x="1096" y="1382"/>
                </a:lnTo>
                <a:lnTo>
                  <a:pt x="774" y="1775"/>
                </a:lnTo>
                <a:lnTo>
                  <a:pt x="595" y="2263"/>
                </a:lnTo>
                <a:lnTo>
                  <a:pt x="572" y="2525"/>
                </a:lnTo>
                <a:lnTo>
                  <a:pt x="500" y="4883"/>
                </a:lnTo>
                <a:lnTo>
                  <a:pt x="345" y="5073"/>
                </a:lnTo>
                <a:lnTo>
                  <a:pt x="119" y="5502"/>
                </a:lnTo>
                <a:lnTo>
                  <a:pt x="0" y="5966"/>
                </a:lnTo>
                <a:lnTo>
                  <a:pt x="12" y="6454"/>
                </a:lnTo>
                <a:lnTo>
                  <a:pt x="60" y="6704"/>
                </a:lnTo>
                <a:lnTo>
                  <a:pt x="917" y="9907"/>
                </a:lnTo>
                <a:lnTo>
                  <a:pt x="965" y="10026"/>
                </a:lnTo>
                <a:lnTo>
                  <a:pt x="1179" y="10145"/>
                </a:lnTo>
                <a:lnTo>
                  <a:pt x="1298" y="10122"/>
                </a:lnTo>
                <a:lnTo>
                  <a:pt x="1417" y="10074"/>
                </a:lnTo>
                <a:lnTo>
                  <a:pt x="1536" y="9860"/>
                </a:lnTo>
                <a:lnTo>
                  <a:pt x="1512" y="9753"/>
                </a:lnTo>
                <a:lnTo>
                  <a:pt x="1274" y="8848"/>
                </a:lnTo>
                <a:lnTo>
                  <a:pt x="9657" y="6609"/>
                </a:lnTo>
                <a:lnTo>
                  <a:pt x="9895" y="7502"/>
                </a:lnTo>
                <a:lnTo>
                  <a:pt x="9942" y="7621"/>
                </a:lnTo>
                <a:lnTo>
                  <a:pt x="10145" y="7740"/>
                </a:lnTo>
                <a:lnTo>
                  <a:pt x="10276" y="7728"/>
                </a:lnTo>
                <a:lnTo>
                  <a:pt x="10383" y="7681"/>
                </a:lnTo>
                <a:lnTo>
                  <a:pt x="10502" y="7466"/>
                </a:lnTo>
                <a:lnTo>
                  <a:pt x="10490" y="7347"/>
                </a:lnTo>
                <a:lnTo>
                  <a:pt x="9633" y="4144"/>
                </a:lnTo>
                <a:lnTo>
                  <a:pt x="9549" y="3906"/>
                </a:lnTo>
                <a:lnTo>
                  <a:pt x="9311" y="3478"/>
                </a:lnTo>
                <a:lnTo>
                  <a:pt x="8966" y="3121"/>
                </a:lnTo>
                <a:lnTo>
                  <a:pt x="8561" y="2870"/>
                </a:lnTo>
                <a:lnTo>
                  <a:pt x="8335" y="2787"/>
                </a:lnTo>
                <a:lnTo>
                  <a:pt x="7097" y="787"/>
                </a:lnTo>
                <a:lnTo>
                  <a:pt x="6942" y="561"/>
                </a:lnTo>
                <a:lnTo>
                  <a:pt x="6549" y="227"/>
                </a:lnTo>
                <a:lnTo>
                  <a:pt x="6073" y="37"/>
                </a:lnTo>
                <a:lnTo>
                  <a:pt x="5549" y="1"/>
                </a:lnTo>
                <a:close/>
                <a:moveTo>
                  <a:pt x="9716" y="8312"/>
                </a:moveTo>
                <a:lnTo>
                  <a:pt x="9383" y="8371"/>
                </a:lnTo>
                <a:lnTo>
                  <a:pt x="9073" y="8490"/>
                </a:lnTo>
                <a:lnTo>
                  <a:pt x="8799" y="8657"/>
                </a:lnTo>
                <a:lnTo>
                  <a:pt x="8549" y="8871"/>
                </a:lnTo>
                <a:lnTo>
                  <a:pt x="8347" y="9122"/>
                </a:lnTo>
                <a:lnTo>
                  <a:pt x="8192" y="9407"/>
                </a:lnTo>
                <a:lnTo>
                  <a:pt x="8085" y="9717"/>
                </a:lnTo>
                <a:lnTo>
                  <a:pt x="8061" y="9884"/>
                </a:lnTo>
                <a:lnTo>
                  <a:pt x="8061" y="10015"/>
                </a:lnTo>
                <a:lnTo>
                  <a:pt x="8204" y="10217"/>
                </a:lnTo>
                <a:lnTo>
                  <a:pt x="8335" y="10253"/>
                </a:lnTo>
                <a:lnTo>
                  <a:pt x="8466" y="10253"/>
                </a:lnTo>
                <a:lnTo>
                  <a:pt x="8668" y="10110"/>
                </a:lnTo>
                <a:lnTo>
                  <a:pt x="8704" y="9979"/>
                </a:lnTo>
                <a:lnTo>
                  <a:pt x="8752" y="9764"/>
                </a:lnTo>
                <a:lnTo>
                  <a:pt x="8954" y="9395"/>
                </a:lnTo>
                <a:lnTo>
                  <a:pt x="9264" y="9122"/>
                </a:lnTo>
                <a:lnTo>
                  <a:pt x="9657" y="8967"/>
                </a:lnTo>
                <a:lnTo>
                  <a:pt x="9883" y="8955"/>
                </a:lnTo>
                <a:lnTo>
                  <a:pt x="10109" y="8967"/>
                </a:lnTo>
                <a:lnTo>
                  <a:pt x="10502" y="9122"/>
                </a:lnTo>
                <a:lnTo>
                  <a:pt x="10811" y="9395"/>
                </a:lnTo>
                <a:lnTo>
                  <a:pt x="11014" y="9764"/>
                </a:lnTo>
                <a:lnTo>
                  <a:pt x="11050" y="9979"/>
                </a:lnTo>
                <a:lnTo>
                  <a:pt x="11097" y="10110"/>
                </a:lnTo>
                <a:lnTo>
                  <a:pt x="11300" y="10253"/>
                </a:lnTo>
                <a:lnTo>
                  <a:pt x="11431" y="10253"/>
                </a:lnTo>
                <a:lnTo>
                  <a:pt x="11562" y="10217"/>
                </a:lnTo>
                <a:lnTo>
                  <a:pt x="11716" y="10015"/>
                </a:lnTo>
                <a:lnTo>
                  <a:pt x="11716" y="9884"/>
                </a:lnTo>
                <a:lnTo>
                  <a:pt x="11681" y="9717"/>
                </a:lnTo>
                <a:lnTo>
                  <a:pt x="11574" y="9407"/>
                </a:lnTo>
                <a:lnTo>
                  <a:pt x="11419" y="9122"/>
                </a:lnTo>
                <a:lnTo>
                  <a:pt x="11216" y="8871"/>
                </a:lnTo>
                <a:lnTo>
                  <a:pt x="10978" y="8657"/>
                </a:lnTo>
                <a:lnTo>
                  <a:pt x="10692" y="8490"/>
                </a:lnTo>
                <a:lnTo>
                  <a:pt x="10383" y="8371"/>
                </a:lnTo>
                <a:lnTo>
                  <a:pt x="10061" y="8312"/>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5" name="Google Shape;3015;p173"/>
          <p:cNvSpPr/>
          <p:nvPr/>
        </p:nvSpPr>
        <p:spPr>
          <a:xfrm>
            <a:off x="14155255" y="6748412"/>
            <a:ext cx="707334" cy="566377"/>
          </a:xfrm>
          <a:custGeom>
            <a:rect b="b" l="l" r="r" t="t"/>
            <a:pathLst>
              <a:path extrusionOk="0" h="10431" w="13027">
                <a:moveTo>
                  <a:pt x="10895" y="3263"/>
                </a:moveTo>
                <a:lnTo>
                  <a:pt x="10979" y="3322"/>
                </a:lnTo>
                <a:lnTo>
                  <a:pt x="11062" y="3417"/>
                </a:lnTo>
                <a:lnTo>
                  <a:pt x="11074" y="3668"/>
                </a:lnTo>
                <a:lnTo>
                  <a:pt x="10991" y="3775"/>
                </a:lnTo>
                <a:lnTo>
                  <a:pt x="10264" y="4525"/>
                </a:lnTo>
                <a:lnTo>
                  <a:pt x="9538" y="3775"/>
                </a:lnTo>
                <a:lnTo>
                  <a:pt x="9467" y="3668"/>
                </a:lnTo>
                <a:lnTo>
                  <a:pt x="9467" y="3417"/>
                </a:lnTo>
                <a:lnTo>
                  <a:pt x="9562" y="3322"/>
                </a:lnTo>
                <a:lnTo>
                  <a:pt x="9645" y="3275"/>
                </a:lnTo>
                <a:lnTo>
                  <a:pt x="9848" y="3287"/>
                </a:lnTo>
                <a:lnTo>
                  <a:pt x="9943" y="3358"/>
                </a:lnTo>
                <a:lnTo>
                  <a:pt x="10276" y="3703"/>
                </a:lnTo>
                <a:lnTo>
                  <a:pt x="10586" y="3358"/>
                </a:lnTo>
                <a:lnTo>
                  <a:pt x="10681" y="3287"/>
                </a:lnTo>
                <a:lnTo>
                  <a:pt x="10895" y="3263"/>
                </a:lnTo>
                <a:close/>
                <a:moveTo>
                  <a:pt x="9550" y="2620"/>
                </a:moveTo>
                <a:lnTo>
                  <a:pt x="9264" y="2727"/>
                </a:lnTo>
                <a:lnTo>
                  <a:pt x="9133" y="2822"/>
                </a:lnTo>
                <a:lnTo>
                  <a:pt x="9133" y="2834"/>
                </a:lnTo>
                <a:lnTo>
                  <a:pt x="8990" y="2977"/>
                </a:lnTo>
                <a:lnTo>
                  <a:pt x="8824" y="3322"/>
                </a:lnTo>
                <a:lnTo>
                  <a:pt x="8800" y="3703"/>
                </a:lnTo>
                <a:lnTo>
                  <a:pt x="8943" y="4072"/>
                </a:lnTo>
                <a:lnTo>
                  <a:pt x="9074" y="4227"/>
                </a:lnTo>
                <a:lnTo>
                  <a:pt x="9931" y="5108"/>
                </a:lnTo>
                <a:lnTo>
                  <a:pt x="10002" y="5180"/>
                </a:lnTo>
                <a:lnTo>
                  <a:pt x="10181" y="5251"/>
                </a:lnTo>
                <a:lnTo>
                  <a:pt x="10360" y="5239"/>
                </a:lnTo>
                <a:lnTo>
                  <a:pt x="10526" y="5180"/>
                </a:lnTo>
                <a:lnTo>
                  <a:pt x="10598" y="5120"/>
                </a:lnTo>
                <a:lnTo>
                  <a:pt x="11467" y="4227"/>
                </a:lnTo>
                <a:lnTo>
                  <a:pt x="11586" y="4072"/>
                </a:lnTo>
                <a:lnTo>
                  <a:pt x="11729" y="3703"/>
                </a:lnTo>
                <a:lnTo>
                  <a:pt x="11705" y="3322"/>
                </a:lnTo>
                <a:lnTo>
                  <a:pt x="11550" y="2977"/>
                </a:lnTo>
                <a:lnTo>
                  <a:pt x="11396" y="2822"/>
                </a:lnTo>
                <a:lnTo>
                  <a:pt x="11265" y="2727"/>
                </a:lnTo>
                <a:lnTo>
                  <a:pt x="10979" y="2620"/>
                </a:lnTo>
                <a:lnTo>
                  <a:pt x="10669" y="2620"/>
                </a:lnTo>
                <a:lnTo>
                  <a:pt x="10383" y="2703"/>
                </a:lnTo>
                <a:lnTo>
                  <a:pt x="10253" y="2786"/>
                </a:lnTo>
                <a:lnTo>
                  <a:pt x="10122" y="2703"/>
                </a:lnTo>
                <a:lnTo>
                  <a:pt x="9848" y="2620"/>
                </a:lnTo>
                <a:close/>
                <a:moveTo>
                  <a:pt x="4097" y="4001"/>
                </a:moveTo>
                <a:lnTo>
                  <a:pt x="5930" y="4525"/>
                </a:lnTo>
                <a:lnTo>
                  <a:pt x="6038" y="4561"/>
                </a:lnTo>
                <a:lnTo>
                  <a:pt x="6204" y="4692"/>
                </a:lnTo>
                <a:lnTo>
                  <a:pt x="6299" y="4882"/>
                </a:lnTo>
                <a:lnTo>
                  <a:pt x="6311" y="5108"/>
                </a:lnTo>
                <a:lnTo>
                  <a:pt x="6288" y="5215"/>
                </a:lnTo>
                <a:lnTo>
                  <a:pt x="6288" y="5203"/>
                </a:lnTo>
                <a:lnTo>
                  <a:pt x="6252" y="5275"/>
                </a:lnTo>
                <a:lnTo>
                  <a:pt x="6145" y="5406"/>
                </a:lnTo>
                <a:lnTo>
                  <a:pt x="5978" y="5489"/>
                </a:lnTo>
                <a:lnTo>
                  <a:pt x="5787" y="5501"/>
                </a:lnTo>
                <a:lnTo>
                  <a:pt x="5680" y="5489"/>
                </a:lnTo>
                <a:lnTo>
                  <a:pt x="4787" y="5215"/>
                </a:lnTo>
                <a:lnTo>
                  <a:pt x="4597" y="6120"/>
                </a:lnTo>
                <a:lnTo>
                  <a:pt x="4561" y="6216"/>
                </a:lnTo>
                <a:lnTo>
                  <a:pt x="4442" y="6370"/>
                </a:lnTo>
                <a:lnTo>
                  <a:pt x="4216" y="6501"/>
                </a:lnTo>
                <a:lnTo>
                  <a:pt x="4049" y="6501"/>
                </a:lnTo>
                <a:lnTo>
                  <a:pt x="3942" y="6478"/>
                </a:lnTo>
                <a:lnTo>
                  <a:pt x="3763" y="6347"/>
                </a:lnTo>
                <a:lnTo>
                  <a:pt x="3656" y="6168"/>
                </a:lnTo>
                <a:lnTo>
                  <a:pt x="3620" y="5954"/>
                </a:lnTo>
                <a:lnTo>
                  <a:pt x="3632" y="5846"/>
                </a:lnTo>
                <a:lnTo>
                  <a:pt x="4097" y="4001"/>
                </a:lnTo>
                <a:close/>
                <a:moveTo>
                  <a:pt x="3787" y="3239"/>
                </a:moveTo>
                <a:lnTo>
                  <a:pt x="3597" y="3346"/>
                </a:lnTo>
                <a:lnTo>
                  <a:pt x="3561" y="3453"/>
                </a:lnTo>
                <a:lnTo>
                  <a:pt x="3001" y="5692"/>
                </a:lnTo>
                <a:lnTo>
                  <a:pt x="2966" y="5930"/>
                </a:lnTo>
                <a:lnTo>
                  <a:pt x="3049" y="6406"/>
                </a:lnTo>
                <a:lnTo>
                  <a:pt x="3299" y="6799"/>
                </a:lnTo>
                <a:lnTo>
                  <a:pt x="3692" y="7073"/>
                </a:lnTo>
                <a:lnTo>
                  <a:pt x="3930" y="7144"/>
                </a:lnTo>
                <a:lnTo>
                  <a:pt x="4121" y="7168"/>
                </a:lnTo>
                <a:lnTo>
                  <a:pt x="4478" y="7097"/>
                </a:lnTo>
                <a:lnTo>
                  <a:pt x="4799" y="6930"/>
                </a:lnTo>
                <a:lnTo>
                  <a:pt x="5049" y="6668"/>
                </a:lnTo>
                <a:lnTo>
                  <a:pt x="5145" y="6501"/>
                </a:lnTo>
                <a:lnTo>
                  <a:pt x="5192" y="6394"/>
                </a:lnTo>
                <a:lnTo>
                  <a:pt x="5228" y="6275"/>
                </a:lnTo>
                <a:lnTo>
                  <a:pt x="5275" y="6037"/>
                </a:lnTo>
                <a:lnTo>
                  <a:pt x="5502" y="6108"/>
                </a:lnTo>
                <a:lnTo>
                  <a:pt x="5645" y="6144"/>
                </a:lnTo>
                <a:lnTo>
                  <a:pt x="5799" y="6156"/>
                </a:lnTo>
                <a:lnTo>
                  <a:pt x="5966" y="6144"/>
                </a:lnTo>
                <a:lnTo>
                  <a:pt x="6311" y="6061"/>
                </a:lnTo>
                <a:lnTo>
                  <a:pt x="6609" y="5870"/>
                </a:lnTo>
                <a:lnTo>
                  <a:pt x="6835" y="5596"/>
                </a:lnTo>
                <a:lnTo>
                  <a:pt x="6907" y="5430"/>
                </a:lnTo>
                <a:lnTo>
                  <a:pt x="6966" y="5180"/>
                </a:lnTo>
                <a:lnTo>
                  <a:pt x="6919" y="4703"/>
                </a:lnTo>
                <a:lnTo>
                  <a:pt x="6704" y="4275"/>
                </a:lnTo>
                <a:lnTo>
                  <a:pt x="6347" y="3965"/>
                </a:lnTo>
                <a:lnTo>
                  <a:pt x="6109" y="3870"/>
                </a:lnTo>
                <a:lnTo>
                  <a:pt x="3894" y="3263"/>
                </a:lnTo>
                <a:lnTo>
                  <a:pt x="3787" y="3239"/>
                </a:lnTo>
                <a:close/>
                <a:moveTo>
                  <a:pt x="6240" y="6323"/>
                </a:moveTo>
                <a:lnTo>
                  <a:pt x="6121" y="6370"/>
                </a:lnTo>
                <a:lnTo>
                  <a:pt x="5145" y="6930"/>
                </a:lnTo>
                <a:lnTo>
                  <a:pt x="5037" y="7013"/>
                </a:lnTo>
                <a:lnTo>
                  <a:pt x="4966" y="7192"/>
                </a:lnTo>
                <a:lnTo>
                  <a:pt x="4990" y="7323"/>
                </a:lnTo>
                <a:lnTo>
                  <a:pt x="5025" y="7382"/>
                </a:lnTo>
                <a:lnTo>
                  <a:pt x="5097" y="7478"/>
                </a:lnTo>
                <a:lnTo>
                  <a:pt x="5347" y="7549"/>
                </a:lnTo>
                <a:lnTo>
                  <a:pt x="5466" y="7501"/>
                </a:lnTo>
                <a:lnTo>
                  <a:pt x="6442" y="6930"/>
                </a:lnTo>
                <a:lnTo>
                  <a:pt x="6550" y="6847"/>
                </a:lnTo>
                <a:lnTo>
                  <a:pt x="6621" y="6608"/>
                </a:lnTo>
                <a:lnTo>
                  <a:pt x="6561" y="6489"/>
                </a:lnTo>
                <a:lnTo>
                  <a:pt x="6490" y="6382"/>
                </a:lnTo>
                <a:lnTo>
                  <a:pt x="6240" y="6323"/>
                </a:lnTo>
                <a:close/>
                <a:moveTo>
                  <a:pt x="5097" y="655"/>
                </a:moveTo>
                <a:lnTo>
                  <a:pt x="5275" y="703"/>
                </a:lnTo>
                <a:lnTo>
                  <a:pt x="5430" y="822"/>
                </a:lnTo>
                <a:lnTo>
                  <a:pt x="5490" y="905"/>
                </a:lnTo>
                <a:lnTo>
                  <a:pt x="8871" y="6775"/>
                </a:lnTo>
                <a:lnTo>
                  <a:pt x="8919" y="6870"/>
                </a:lnTo>
                <a:lnTo>
                  <a:pt x="8943" y="7049"/>
                </a:lnTo>
                <a:lnTo>
                  <a:pt x="8895" y="7240"/>
                </a:lnTo>
                <a:lnTo>
                  <a:pt x="8788" y="7382"/>
                </a:lnTo>
                <a:lnTo>
                  <a:pt x="8705" y="7442"/>
                </a:lnTo>
                <a:lnTo>
                  <a:pt x="4775" y="9704"/>
                </a:lnTo>
                <a:lnTo>
                  <a:pt x="4680" y="9752"/>
                </a:lnTo>
                <a:lnTo>
                  <a:pt x="4502" y="9776"/>
                </a:lnTo>
                <a:lnTo>
                  <a:pt x="4323" y="9728"/>
                </a:lnTo>
                <a:lnTo>
                  <a:pt x="4168" y="9609"/>
                </a:lnTo>
                <a:lnTo>
                  <a:pt x="4121" y="9538"/>
                </a:lnTo>
                <a:lnTo>
                  <a:pt x="727" y="3644"/>
                </a:lnTo>
                <a:lnTo>
                  <a:pt x="715" y="3644"/>
                </a:lnTo>
                <a:lnTo>
                  <a:pt x="679" y="3548"/>
                </a:lnTo>
                <a:lnTo>
                  <a:pt x="656" y="3370"/>
                </a:lnTo>
                <a:lnTo>
                  <a:pt x="703" y="3191"/>
                </a:lnTo>
                <a:lnTo>
                  <a:pt x="822" y="3036"/>
                </a:lnTo>
                <a:lnTo>
                  <a:pt x="906" y="2989"/>
                </a:lnTo>
                <a:lnTo>
                  <a:pt x="4823" y="727"/>
                </a:lnTo>
                <a:lnTo>
                  <a:pt x="4906" y="679"/>
                </a:lnTo>
                <a:lnTo>
                  <a:pt x="5097" y="655"/>
                </a:lnTo>
                <a:close/>
                <a:moveTo>
                  <a:pt x="5145" y="0"/>
                </a:moveTo>
                <a:lnTo>
                  <a:pt x="4704" y="60"/>
                </a:lnTo>
                <a:lnTo>
                  <a:pt x="4502" y="155"/>
                </a:lnTo>
                <a:lnTo>
                  <a:pt x="572" y="2429"/>
                </a:lnTo>
                <a:lnTo>
                  <a:pt x="382" y="2548"/>
                </a:lnTo>
                <a:lnTo>
                  <a:pt x="120" y="2905"/>
                </a:lnTo>
                <a:lnTo>
                  <a:pt x="1" y="3322"/>
                </a:lnTo>
                <a:lnTo>
                  <a:pt x="48" y="3751"/>
                </a:lnTo>
                <a:lnTo>
                  <a:pt x="156" y="3965"/>
                </a:lnTo>
                <a:lnTo>
                  <a:pt x="156" y="3977"/>
                </a:lnTo>
                <a:lnTo>
                  <a:pt x="167" y="3977"/>
                </a:lnTo>
                <a:lnTo>
                  <a:pt x="3549" y="9859"/>
                </a:lnTo>
                <a:lnTo>
                  <a:pt x="3561" y="9859"/>
                </a:lnTo>
                <a:lnTo>
                  <a:pt x="3561" y="9871"/>
                </a:lnTo>
                <a:lnTo>
                  <a:pt x="3692" y="10061"/>
                </a:lnTo>
                <a:lnTo>
                  <a:pt x="4037" y="10323"/>
                </a:lnTo>
                <a:lnTo>
                  <a:pt x="4454" y="10431"/>
                </a:lnTo>
                <a:lnTo>
                  <a:pt x="4883" y="10383"/>
                </a:lnTo>
                <a:lnTo>
                  <a:pt x="5097" y="10276"/>
                </a:lnTo>
                <a:lnTo>
                  <a:pt x="5109" y="10276"/>
                </a:lnTo>
                <a:lnTo>
                  <a:pt x="9026" y="8013"/>
                </a:lnTo>
                <a:lnTo>
                  <a:pt x="9038" y="7990"/>
                </a:lnTo>
                <a:lnTo>
                  <a:pt x="9229" y="7859"/>
                </a:lnTo>
                <a:lnTo>
                  <a:pt x="9490" y="7513"/>
                </a:lnTo>
                <a:lnTo>
                  <a:pt x="9598" y="7109"/>
                </a:lnTo>
                <a:lnTo>
                  <a:pt x="9550" y="6668"/>
                </a:lnTo>
                <a:lnTo>
                  <a:pt x="9443" y="6466"/>
                </a:lnTo>
                <a:lnTo>
                  <a:pt x="6049" y="572"/>
                </a:lnTo>
                <a:lnTo>
                  <a:pt x="5918" y="381"/>
                </a:lnTo>
                <a:lnTo>
                  <a:pt x="5561" y="119"/>
                </a:lnTo>
                <a:lnTo>
                  <a:pt x="5145" y="0"/>
                </a:lnTo>
                <a:close/>
                <a:moveTo>
                  <a:pt x="7335" y="1286"/>
                </a:moveTo>
                <a:lnTo>
                  <a:pt x="7276" y="1298"/>
                </a:lnTo>
                <a:lnTo>
                  <a:pt x="7228" y="1310"/>
                </a:lnTo>
                <a:lnTo>
                  <a:pt x="7597" y="1941"/>
                </a:lnTo>
                <a:lnTo>
                  <a:pt x="11896" y="1941"/>
                </a:lnTo>
                <a:lnTo>
                  <a:pt x="11991" y="1953"/>
                </a:lnTo>
                <a:lnTo>
                  <a:pt x="12170" y="2024"/>
                </a:lnTo>
                <a:lnTo>
                  <a:pt x="12300" y="2167"/>
                </a:lnTo>
                <a:lnTo>
                  <a:pt x="12372" y="2334"/>
                </a:lnTo>
                <a:lnTo>
                  <a:pt x="12384" y="2429"/>
                </a:lnTo>
                <a:lnTo>
                  <a:pt x="12384" y="9288"/>
                </a:lnTo>
                <a:lnTo>
                  <a:pt x="12372" y="9383"/>
                </a:lnTo>
                <a:lnTo>
                  <a:pt x="12300" y="9561"/>
                </a:lnTo>
                <a:lnTo>
                  <a:pt x="12170" y="9692"/>
                </a:lnTo>
                <a:lnTo>
                  <a:pt x="11991" y="9764"/>
                </a:lnTo>
                <a:lnTo>
                  <a:pt x="11896" y="9776"/>
                </a:lnTo>
                <a:lnTo>
                  <a:pt x="7276" y="9776"/>
                </a:lnTo>
                <a:lnTo>
                  <a:pt x="6609" y="10145"/>
                </a:lnTo>
                <a:lnTo>
                  <a:pt x="6764" y="10264"/>
                </a:lnTo>
                <a:lnTo>
                  <a:pt x="7133" y="10407"/>
                </a:lnTo>
                <a:lnTo>
                  <a:pt x="7335" y="10431"/>
                </a:lnTo>
                <a:lnTo>
                  <a:pt x="11884" y="10431"/>
                </a:lnTo>
                <a:lnTo>
                  <a:pt x="12122" y="10407"/>
                </a:lnTo>
                <a:lnTo>
                  <a:pt x="12527" y="10240"/>
                </a:lnTo>
                <a:lnTo>
                  <a:pt x="12836" y="9930"/>
                </a:lnTo>
                <a:lnTo>
                  <a:pt x="13015" y="9514"/>
                </a:lnTo>
                <a:lnTo>
                  <a:pt x="13027" y="9288"/>
                </a:lnTo>
                <a:lnTo>
                  <a:pt x="13027" y="2429"/>
                </a:lnTo>
                <a:lnTo>
                  <a:pt x="13015" y="2203"/>
                </a:lnTo>
                <a:lnTo>
                  <a:pt x="12836" y="1798"/>
                </a:lnTo>
                <a:lnTo>
                  <a:pt x="12527" y="1489"/>
                </a:lnTo>
                <a:lnTo>
                  <a:pt x="12122" y="1310"/>
                </a:lnTo>
                <a:lnTo>
                  <a:pt x="11884" y="128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6" name="Google Shape;3016;p173"/>
          <p:cNvSpPr/>
          <p:nvPr/>
        </p:nvSpPr>
        <p:spPr>
          <a:xfrm>
            <a:off x="15244636" y="6748412"/>
            <a:ext cx="707334" cy="566377"/>
          </a:xfrm>
          <a:custGeom>
            <a:rect b="b" l="l" r="r" t="t"/>
            <a:pathLst>
              <a:path extrusionOk="0" h="10431" w="13027">
                <a:moveTo>
                  <a:pt x="5097" y="655"/>
                </a:moveTo>
                <a:lnTo>
                  <a:pt x="5275" y="703"/>
                </a:lnTo>
                <a:lnTo>
                  <a:pt x="5430" y="822"/>
                </a:lnTo>
                <a:lnTo>
                  <a:pt x="5490" y="905"/>
                </a:lnTo>
                <a:lnTo>
                  <a:pt x="8883" y="6775"/>
                </a:lnTo>
                <a:lnTo>
                  <a:pt x="8919" y="6870"/>
                </a:lnTo>
                <a:lnTo>
                  <a:pt x="8943" y="7049"/>
                </a:lnTo>
                <a:lnTo>
                  <a:pt x="8895" y="7240"/>
                </a:lnTo>
                <a:lnTo>
                  <a:pt x="8788" y="7382"/>
                </a:lnTo>
                <a:lnTo>
                  <a:pt x="8705" y="7442"/>
                </a:lnTo>
                <a:lnTo>
                  <a:pt x="4775" y="9716"/>
                </a:lnTo>
                <a:lnTo>
                  <a:pt x="4775" y="9704"/>
                </a:lnTo>
                <a:lnTo>
                  <a:pt x="4692" y="9752"/>
                </a:lnTo>
                <a:lnTo>
                  <a:pt x="4501" y="9776"/>
                </a:lnTo>
                <a:lnTo>
                  <a:pt x="4323" y="9728"/>
                </a:lnTo>
                <a:lnTo>
                  <a:pt x="4168" y="9609"/>
                </a:lnTo>
                <a:lnTo>
                  <a:pt x="4120" y="9538"/>
                </a:lnTo>
                <a:lnTo>
                  <a:pt x="727" y="3644"/>
                </a:lnTo>
                <a:lnTo>
                  <a:pt x="679" y="3548"/>
                </a:lnTo>
                <a:lnTo>
                  <a:pt x="656" y="3370"/>
                </a:lnTo>
                <a:lnTo>
                  <a:pt x="715" y="3191"/>
                </a:lnTo>
                <a:lnTo>
                  <a:pt x="822" y="3036"/>
                </a:lnTo>
                <a:lnTo>
                  <a:pt x="906" y="2989"/>
                </a:lnTo>
                <a:lnTo>
                  <a:pt x="4823" y="727"/>
                </a:lnTo>
                <a:lnTo>
                  <a:pt x="4906" y="679"/>
                </a:lnTo>
                <a:lnTo>
                  <a:pt x="5097" y="655"/>
                </a:lnTo>
                <a:close/>
                <a:moveTo>
                  <a:pt x="5144" y="0"/>
                </a:moveTo>
                <a:lnTo>
                  <a:pt x="4704" y="60"/>
                </a:lnTo>
                <a:lnTo>
                  <a:pt x="4501" y="155"/>
                </a:lnTo>
                <a:lnTo>
                  <a:pt x="572" y="2429"/>
                </a:lnTo>
                <a:lnTo>
                  <a:pt x="382" y="2548"/>
                </a:lnTo>
                <a:lnTo>
                  <a:pt x="120" y="2905"/>
                </a:lnTo>
                <a:lnTo>
                  <a:pt x="1" y="3322"/>
                </a:lnTo>
                <a:lnTo>
                  <a:pt x="48" y="3751"/>
                </a:lnTo>
                <a:lnTo>
                  <a:pt x="155" y="3965"/>
                </a:lnTo>
                <a:lnTo>
                  <a:pt x="155" y="3977"/>
                </a:lnTo>
                <a:lnTo>
                  <a:pt x="167" y="3977"/>
                </a:lnTo>
                <a:lnTo>
                  <a:pt x="3561" y="9859"/>
                </a:lnTo>
                <a:lnTo>
                  <a:pt x="3561" y="9871"/>
                </a:lnTo>
                <a:lnTo>
                  <a:pt x="3692" y="10061"/>
                </a:lnTo>
                <a:lnTo>
                  <a:pt x="4037" y="10323"/>
                </a:lnTo>
                <a:lnTo>
                  <a:pt x="4454" y="10431"/>
                </a:lnTo>
                <a:lnTo>
                  <a:pt x="4894" y="10383"/>
                </a:lnTo>
                <a:lnTo>
                  <a:pt x="5097" y="10276"/>
                </a:lnTo>
                <a:lnTo>
                  <a:pt x="5109" y="10276"/>
                </a:lnTo>
                <a:lnTo>
                  <a:pt x="9026" y="8013"/>
                </a:lnTo>
                <a:lnTo>
                  <a:pt x="9038" y="7990"/>
                </a:lnTo>
                <a:lnTo>
                  <a:pt x="9228" y="7859"/>
                </a:lnTo>
                <a:lnTo>
                  <a:pt x="9490" y="7513"/>
                </a:lnTo>
                <a:lnTo>
                  <a:pt x="9598" y="7109"/>
                </a:lnTo>
                <a:lnTo>
                  <a:pt x="9550" y="6668"/>
                </a:lnTo>
                <a:lnTo>
                  <a:pt x="9443" y="6466"/>
                </a:lnTo>
                <a:lnTo>
                  <a:pt x="6049" y="572"/>
                </a:lnTo>
                <a:lnTo>
                  <a:pt x="5918" y="381"/>
                </a:lnTo>
                <a:lnTo>
                  <a:pt x="5561" y="119"/>
                </a:lnTo>
                <a:lnTo>
                  <a:pt x="5144" y="0"/>
                </a:lnTo>
                <a:close/>
                <a:moveTo>
                  <a:pt x="7335" y="1286"/>
                </a:moveTo>
                <a:lnTo>
                  <a:pt x="7276" y="1298"/>
                </a:lnTo>
                <a:lnTo>
                  <a:pt x="7228" y="1310"/>
                </a:lnTo>
                <a:lnTo>
                  <a:pt x="7597" y="1941"/>
                </a:lnTo>
                <a:lnTo>
                  <a:pt x="11896" y="1941"/>
                </a:lnTo>
                <a:lnTo>
                  <a:pt x="11991" y="1953"/>
                </a:lnTo>
                <a:lnTo>
                  <a:pt x="12169" y="2024"/>
                </a:lnTo>
                <a:lnTo>
                  <a:pt x="12300" y="2167"/>
                </a:lnTo>
                <a:lnTo>
                  <a:pt x="12372" y="2334"/>
                </a:lnTo>
                <a:lnTo>
                  <a:pt x="12384" y="2429"/>
                </a:lnTo>
                <a:lnTo>
                  <a:pt x="12384" y="9288"/>
                </a:lnTo>
                <a:lnTo>
                  <a:pt x="12372" y="9383"/>
                </a:lnTo>
                <a:lnTo>
                  <a:pt x="12300" y="9561"/>
                </a:lnTo>
                <a:lnTo>
                  <a:pt x="12169" y="9692"/>
                </a:lnTo>
                <a:lnTo>
                  <a:pt x="11991" y="9764"/>
                </a:lnTo>
                <a:lnTo>
                  <a:pt x="11896" y="9776"/>
                </a:lnTo>
                <a:lnTo>
                  <a:pt x="7276" y="9776"/>
                </a:lnTo>
                <a:lnTo>
                  <a:pt x="6597" y="10145"/>
                </a:lnTo>
                <a:lnTo>
                  <a:pt x="6752" y="10276"/>
                </a:lnTo>
                <a:lnTo>
                  <a:pt x="7133" y="10419"/>
                </a:lnTo>
                <a:lnTo>
                  <a:pt x="7335" y="10431"/>
                </a:lnTo>
                <a:lnTo>
                  <a:pt x="11884" y="10431"/>
                </a:lnTo>
                <a:lnTo>
                  <a:pt x="12122" y="10407"/>
                </a:lnTo>
                <a:lnTo>
                  <a:pt x="12527" y="10240"/>
                </a:lnTo>
                <a:lnTo>
                  <a:pt x="12836" y="9930"/>
                </a:lnTo>
                <a:lnTo>
                  <a:pt x="13015" y="9514"/>
                </a:lnTo>
                <a:lnTo>
                  <a:pt x="13027" y="9288"/>
                </a:lnTo>
                <a:lnTo>
                  <a:pt x="13027" y="2429"/>
                </a:lnTo>
                <a:lnTo>
                  <a:pt x="13015" y="2203"/>
                </a:lnTo>
                <a:lnTo>
                  <a:pt x="12836" y="1798"/>
                </a:lnTo>
                <a:lnTo>
                  <a:pt x="12527" y="1489"/>
                </a:lnTo>
                <a:lnTo>
                  <a:pt x="12122" y="1310"/>
                </a:lnTo>
                <a:lnTo>
                  <a:pt x="11884" y="128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7" name="Google Shape;3017;p173"/>
          <p:cNvSpPr/>
          <p:nvPr/>
        </p:nvSpPr>
        <p:spPr>
          <a:xfrm>
            <a:off x="8773728" y="7702324"/>
            <a:ext cx="565726" cy="495302"/>
          </a:xfrm>
          <a:custGeom>
            <a:rect b="b" l="l" r="r" t="t"/>
            <a:pathLst>
              <a:path extrusionOk="0" h="9122" w="10419">
                <a:moveTo>
                  <a:pt x="9311" y="1965"/>
                </a:moveTo>
                <a:lnTo>
                  <a:pt x="9216" y="2048"/>
                </a:lnTo>
                <a:lnTo>
                  <a:pt x="6513" y="4751"/>
                </a:lnTo>
                <a:lnTo>
                  <a:pt x="4787" y="3025"/>
                </a:lnTo>
                <a:lnTo>
                  <a:pt x="4679" y="2941"/>
                </a:lnTo>
                <a:lnTo>
                  <a:pt x="4429" y="2941"/>
                </a:lnTo>
                <a:lnTo>
                  <a:pt x="4322" y="3025"/>
                </a:lnTo>
                <a:lnTo>
                  <a:pt x="2048" y="5299"/>
                </a:lnTo>
                <a:lnTo>
                  <a:pt x="1965" y="5406"/>
                </a:lnTo>
                <a:lnTo>
                  <a:pt x="1965" y="5656"/>
                </a:lnTo>
                <a:lnTo>
                  <a:pt x="2048" y="5763"/>
                </a:lnTo>
                <a:lnTo>
                  <a:pt x="2155" y="5847"/>
                </a:lnTo>
                <a:lnTo>
                  <a:pt x="2405" y="5847"/>
                </a:lnTo>
                <a:lnTo>
                  <a:pt x="2512" y="5763"/>
                </a:lnTo>
                <a:lnTo>
                  <a:pt x="4537" y="3715"/>
                </a:lnTo>
                <a:lnTo>
                  <a:pt x="6275" y="5442"/>
                </a:lnTo>
                <a:lnTo>
                  <a:pt x="6382" y="5513"/>
                </a:lnTo>
                <a:lnTo>
                  <a:pt x="6632" y="5513"/>
                </a:lnTo>
                <a:lnTo>
                  <a:pt x="6739" y="5442"/>
                </a:lnTo>
                <a:lnTo>
                  <a:pt x="9668" y="2513"/>
                </a:lnTo>
                <a:lnTo>
                  <a:pt x="9752" y="2406"/>
                </a:lnTo>
                <a:lnTo>
                  <a:pt x="9752" y="2156"/>
                </a:lnTo>
                <a:lnTo>
                  <a:pt x="9668" y="2048"/>
                </a:lnTo>
                <a:lnTo>
                  <a:pt x="9561" y="1965"/>
                </a:lnTo>
                <a:close/>
                <a:moveTo>
                  <a:pt x="322" y="0"/>
                </a:moveTo>
                <a:lnTo>
                  <a:pt x="191" y="24"/>
                </a:lnTo>
                <a:lnTo>
                  <a:pt x="12" y="191"/>
                </a:lnTo>
                <a:lnTo>
                  <a:pt x="0" y="322"/>
                </a:lnTo>
                <a:lnTo>
                  <a:pt x="0" y="7490"/>
                </a:lnTo>
                <a:lnTo>
                  <a:pt x="0" y="7657"/>
                </a:lnTo>
                <a:lnTo>
                  <a:pt x="71" y="7978"/>
                </a:lnTo>
                <a:lnTo>
                  <a:pt x="191" y="8264"/>
                </a:lnTo>
                <a:lnTo>
                  <a:pt x="369" y="8526"/>
                </a:lnTo>
                <a:lnTo>
                  <a:pt x="583" y="8752"/>
                </a:lnTo>
                <a:lnTo>
                  <a:pt x="845" y="8919"/>
                </a:lnTo>
                <a:lnTo>
                  <a:pt x="1143" y="9050"/>
                </a:lnTo>
                <a:lnTo>
                  <a:pt x="1453" y="9109"/>
                </a:lnTo>
                <a:lnTo>
                  <a:pt x="1631" y="9121"/>
                </a:lnTo>
                <a:lnTo>
                  <a:pt x="10097" y="9121"/>
                </a:lnTo>
                <a:lnTo>
                  <a:pt x="10216" y="9097"/>
                </a:lnTo>
                <a:lnTo>
                  <a:pt x="10395" y="8919"/>
                </a:lnTo>
                <a:lnTo>
                  <a:pt x="10418" y="8788"/>
                </a:lnTo>
                <a:lnTo>
                  <a:pt x="10395" y="8657"/>
                </a:lnTo>
                <a:lnTo>
                  <a:pt x="10216" y="8478"/>
                </a:lnTo>
                <a:lnTo>
                  <a:pt x="10097" y="8466"/>
                </a:lnTo>
                <a:lnTo>
                  <a:pt x="1619" y="8466"/>
                </a:lnTo>
                <a:lnTo>
                  <a:pt x="1429" y="8454"/>
                </a:lnTo>
                <a:lnTo>
                  <a:pt x="1072" y="8299"/>
                </a:lnTo>
                <a:lnTo>
                  <a:pt x="810" y="8038"/>
                </a:lnTo>
                <a:lnTo>
                  <a:pt x="667" y="7692"/>
                </a:lnTo>
                <a:lnTo>
                  <a:pt x="655" y="7490"/>
                </a:lnTo>
                <a:lnTo>
                  <a:pt x="655" y="322"/>
                </a:lnTo>
                <a:lnTo>
                  <a:pt x="631" y="191"/>
                </a:lnTo>
                <a:lnTo>
                  <a:pt x="453" y="24"/>
                </a:lnTo>
                <a:lnTo>
                  <a:pt x="32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8" name="Google Shape;3018;p173"/>
          <p:cNvSpPr/>
          <p:nvPr/>
        </p:nvSpPr>
        <p:spPr>
          <a:xfrm>
            <a:off x="2266548" y="7666759"/>
            <a:ext cx="634303" cy="565726"/>
          </a:xfrm>
          <a:custGeom>
            <a:rect b="b" l="l" r="r" t="t"/>
            <a:pathLst>
              <a:path extrusionOk="0" h="10419" w="11682">
                <a:moveTo>
                  <a:pt x="11026" y="1310"/>
                </a:moveTo>
                <a:lnTo>
                  <a:pt x="9931" y="5216"/>
                </a:lnTo>
                <a:lnTo>
                  <a:pt x="3061" y="5216"/>
                </a:lnTo>
                <a:lnTo>
                  <a:pt x="2191" y="1310"/>
                </a:lnTo>
                <a:close/>
                <a:moveTo>
                  <a:pt x="334" y="1"/>
                </a:moveTo>
                <a:lnTo>
                  <a:pt x="203" y="24"/>
                </a:lnTo>
                <a:lnTo>
                  <a:pt x="24" y="203"/>
                </a:lnTo>
                <a:lnTo>
                  <a:pt x="1" y="334"/>
                </a:lnTo>
                <a:lnTo>
                  <a:pt x="24" y="465"/>
                </a:lnTo>
                <a:lnTo>
                  <a:pt x="203" y="644"/>
                </a:lnTo>
                <a:lnTo>
                  <a:pt x="334" y="655"/>
                </a:lnTo>
                <a:lnTo>
                  <a:pt x="1370" y="655"/>
                </a:lnTo>
                <a:lnTo>
                  <a:pt x="2942" y="7561"/>
                </a:lnTo>
                <a:lnTo>
                  <a:pt x="2977" y="7669"/>
                </a:lnTo>
                <a:lnTo>
                  <a:pt x="3144" y="7811"/>
                </a:lnTo>
                <a:lnTo>
                  <a:pt x="3263" y="7823"/>
                </a:lnTo>
                <a:lnTo>
                  <a:pt x="10098" y="7823"/>
                </a:lnTo>
                <a:lnTo>
                  <a:pt x="10229" y="7800"/>
                </a:lnTo>
                <a:lnTo>
                  <a:pt x="10407" y="7621"/>
                </a:lnTo>
                <a:lnTo>
                  <a:pt x="10419" y="7490"/>
                </a:lnTo>
                <a:lnTo>
                  <a:pt x="10407" y="7359"/>
                </a:lnTo>
                <a:lnTo>
                  <a:pt x="10229" y="7192"/>
                </a:lnTo>
                <a:lnTo>
                  <a:pt x="10098" y="7168"/>
                </a:lnTo>
                <a:lnTo>
                  <a:pt x="3525" y="7168"/>
                </a:lnTo>
                <a:lnTo>
                  <a:pt x="3227" y="5871"/>
                </a:lnTo>
                <a:lnTo>
                  <a:pt x="9931" y="5871"/>
                </a:lnTo>
                <a:lnTo>
                  <a:pt x="10038" y="5859"/>
                </a:lnTo>
                <a:lnTo>
                  <a:pt x="10240" y="5787"/>
                </a:lnTo>
                <a:lnTo>
                  <a:pt x="10407" y="5668"/>
                </a:lnTo>
                <a:lnTo>
                  <a:pt x="10526" y="5490"/>
                </a:lnTo>
                <a:lnTo>
                  <a:pt x="10550" y="5394"/>
                </a:lnTo>
                <a:lnTo>
                  <a:pt x="11657" y="1489"/>
                </a:lnTo>
                <a:lnTo>
                  <a:pt x="11681" y="1322"/>
                </a:lnTo>
                <a:lnTo>
                  <a:pt x="11622" y="1036"/>
                </a:lnTo>
                <a:lnTo>
                  <a:pt x="11443" y="798"/>
                </a:lnTo>
                <a:lnTo>
                  <a:pt x="11181" y="667"/>
                </a:lnTo>
                <a:lnTo>
                  <a:pt x="11026" y="655"/>
                </a:lnTo>
                <a:lnTo>
                  <a:pt x="2037" y="655"/>
                </a:lnTo>
                <a:lnTo>
                  <a:pt x="1953" y="263"/>
                </a:lnTo>
                <a:lnTo>
                  <a:pt x="1918" y="155"/>
                </a:lnTo>
                <a:lnTo>
                  <a:pt x="1739" y="13"/>
                </a:lnTo>
                <a:lnTo>
                  <a:pt x="1632" y="1"/>
                </a:lnTo>
                <a:close/>
                <a:moveTo>
                  <a:pt x="3847" y="8800"/>
                </a:moveTo>
                <a:lnTo>
                  <a:pt x="4025" y="8871"/>
                </a:lnTo>
                <a:lnTo>
                  <a:pt x="4156" y="9014"/>
                </a:lnTo>
                <a:lnTo>
                  <a:pt x="4228" y="9181"/>
                </a:lnTo>
                <a:lnTo>
                  <a:pt x="4239" y="9288"/>
                </a:lnTo>
                <a:lnTo>
                  <a:pt x="4228" y="9383"/>
                </a:lnTo>
                <a:lnTo>
                  <a:pt x="4156" y="9562"/>
                </a:lnTo>
                <a:lnTo>
                  <a:pt x="4025" y="9693"/>
                </a:lnTo>
                <a:lnTo>
                  <a:pt x="3847" y="9764"/>
                </a:lnTo>
                <a:lnTo>
                  <a:pt x="3751" y="9776"/>
                </a:lnTo>
                <a:lnTo>
                  <a:pt x="3644" y="9764"/>
                </a:lnTo>
                <a:lnTo>
                  <a:pt x="3477" y="9693"/>
                </a:lnTo>
                <a:lnTo>
                  <a:pt x="3346" y="9562"/>
                </a:lnTo>
                <a:lnTo>
                  <a:pt x="3263" y="9383"/>
                </a:lnTo>
                <a:lnTo>
                  <a:pt x="3263" y="9288"/>
                </a:lnTo>
                <a:lnTo>
                  <a:pt x="3263" y="9181"/>
                </a:lnTo>
                <a:lnTo>
                  <a:pt x="3346" y="9014"/>
                </a:lnTo>
                <a:lnTo>
                  <a:pt x="3477" y="8871"/>
                </a:lnTo>
                <a:lnTo>
                  <a:pt x="3644" y="8800"/>
                </a:lnTo>
                <a:close/>
                <a:moveTo>
                  <a:pt x="9383" y="8800"/>
                </a:moveTo>
                <a:lnTo>
                  <a:pt x="9562" y="8871"/>
                </a:lnTo>
                <a:lnTo>
                  <a:pt x="9693" y="9014"/>
                </a:lnTo>
                <a:lnTo>
                  <a:pt x="9764" y="9181"/>
                </a:lnTo>
                <a:lnTo>
                  <a:pt x="9764" y="9288"/>
                </a:lnTo>
                <a:lnTo>
                  <a:pt x="9764" y="9383"/>
                </a:lnTo>
                <a:lnTo>
                  <a:pt x="9693" y="9562"/>
                </a:lnTo>
                <a:lnTo>
                  <a:pt x="9562" y="9693"/>
                </a:lnTo>
                <a:lnTo>
                  <a:pt x="9383" y="9764"/>
                </a:lnTo>
                <a:lnTo>
                  <a:pt x="9276" y="9776"/>
                </a:lnTo>
                <a:lnTo>
                  <a:pt x="9181" y="9764"/>
                </a:lnTo>
                <a:lnTo>
                  <a:pt x="9002" y="9693"/>
                </a:lnTo>
                <a:lnTo>
                  <a:pt x="8871" y="9562"/>
                </a:lnTo>
                <a:lnTo>
                  <a:pt x="8800" y="9383"/>
                </a:lnTo>
                <a:lnTo>
                  <a:pt x="8800" y="9288"/>
                </a:lnTo>
                <a:lnTo>
                  <a:pt x="8800" y="9181"/>
                </a:lnTo>
                <a:lnTo>
                  <a:pt x="8871" y="9014"/>
                </a:lnTo>
                <a:lnTo>
                  <a:pt x="9002" y="8871"/>
                </a:lnTo>
                <a:lnTo>
                  <a:pt x="9181" y="8800"/>
                </a:lnTo>
                <a:close/>
                <a:moveTo>
                  <a:pt x="3751" y="8145"/>
                </a:moveTo>
                <a:lnTo>
                  <a:pt x="3513" y="8157"/>
                </a:lnTo>
                <a:lnTo>
                  <a:pt x="3108" y="8335"/>
                </a:lnTo>
                <a:lnTo>
                  <a:pt x="2799" y="8645"/>
                </a:lnTo>
                <a:lnTo>
                  <a:pt x="2620" y="9050"/>
                </a:lnTo>
                <a:lnTo>
                  <a:pt x="2608" y="9288"/>
                </a:lnTo>
                <a:lnTo>
                  <a:pt x="2620" y="9514"/>
                </a:lnTo>
                <a:lnTo>
                  <a:pt x="2799" y="9931"/>
                </a:lnTo>
                <a:lnTo>
                  <a:pt x="3108" y="10228"/>
                </a:lnTo>
                <a:lnTo>
                  <a:pt x="3513" y="10407"/>
                </a:lnTo>
                <a:lnTo>
                  <a:pt x="3751" y="10419"/>
                </a:lnTo>
                <a:lnTo>
                  <a:pt x="3977" y="10407"/>
                </a:lnTo>
                <a:lnTo>
                  <a:pt x="4394" y="10228"/>
                </a:lnTo>
                <a:lnTo>
                  <a:pt x="4704" y="9931"/>
                </a:lnTo>
                <a:lnTo>
                  <a:pt x="4870" y="9514"/>
                </a:lnTo>
                <a:lnTo>
                  <a:pt x="4894" y="9288"/>
                </a:lnTo>
                <a:lnTo>
                  <a:pt x="4870" y="9050"/>
                </a:lnTo>
                <a:lnTo>
                  <a:pt x="4704" y="8645"/>
                </a:lnTo>
                <a:lnTo>
                  <a:pt x="4394" y="8335"/>
                </a:lnTo>
                <a:lnTo>
                  <a:pt x="3977" y="8157"/>
                </a:lnTo>
                <a:lnTo>
                  <a:pt x="3751" y="8145"/>
                </a:lnTo>
                <a:close/>
                <a:moveTo>
                  <a:pt x="9276" y="8145"/>
                </a:moveTo>
                <a:lnTo>
                  <a:pt x="9050" y="8157"/>
                </a:lnTo>
                <a:lnTo>
                  <a:pt x="8645" y="8335"/>
                </a:lnTo>
                <a:lnTo>
                  <a:pt x="8335" y="8645"/>
                </a:lnTo>
                <a:lnTo>
                  <a:pt x="8157" y="9050"/>
                </a:lnTo>
                <a:lnTo>
                  <a:pt x="8145" y="9288"/>
                </a:lnTo>
                <a:lnTo>
                  <a:pt x="8157" y="9514"/>
                </a:lnTo>
                <a:lnTo>
                  <a:pt x="8335" y="9931"/>
                </a:lnTo>
                <a:lnTo>
                  <a:pt x="8645" y="10228"/>
                </a:lnTo>
                <a:lnTo>
                  <a:pt x="9050" y="10407"/>
                </a:lnTo>
                <a:lnTo>
                  <a:pt x="9276" y="10419"/>
                </a:lnTo>
                <a:lnTo>
                  <a:pt x="9514" y="10407"/>
                </a:lnTo>
                <a:lnTo>
                  <a:pt x="9919" y="10228"/>
                </a:lnTo>
                <a:lnTo>
                  <a:pt x="10229" y="9919"/>
                </a:lnTo>
                <a:lnTo>
                  <a:pt x="10407" y="9514"/>
                </a:lnTo>
                <a:lnTo>
                  <a:pt x="10419" y="9288"/>
                </a:lnTo>
                <a:lnTo>
                  <a:pt x="10407" y="9050"/>
                </a:lnTo>
                <a:lnTo>
                  <a:pt x="10229" y="8645"/>
                </a:lnTo>
                <a:lnTo>
                  <a:pt x="9919" y="8335"/>
                </a:lnTo>
                <a:lnTo>
                  <a:pt x="9514" y="8157"/>
                </a:lnTo>
                <a:lnTo>
                  <a:pt x="9276" y="8145"/>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19" name="Google Shape;3019;p173"/>
          <p:cNvSpPr/>
          <p:nvPr/>
        </p:nvSpPr>
        <p:spPr>
          <a:xfrm>
            <a:off x="3380471" y="7666759"/>
            <a:ext cx="565780" cy="565726"/>
          </a:xfrm>
          <a:custGeom>
            <a:rect b="b" l="l" r="r" t="t"/>
            <a:pathLst>
              <a:path extrusionOk="0" h="10419" w="10420">
                <a:moveTo>
                  <a:pt x="5538" y="655"/>
                </a:moveTo>
                <a:lnTo>
                  <a:pt x="5669" y="667"/>
                </a:lnTo>
                <a:lnTo>
                  <a:pt x="5847" y="846"/>
                </a:lnTo>
                <a:lnTo>
                  <a:pt x="5871" y="977"/>
                </a:lnTo>
                <a:lnTo>
                  <a:pt x="5871" y="1632"/>
                </a:lnTo>
                <a:lnTo>
                  <a:pt x="5847" y="1763"/>
                </a:lnTo>
                <a:lnTo>
                  <a:pt x="5669" y="1941"/>
                </a:lnTo>
                <a:lnTo>
                  <a:pt x="5538" y="1953"/>
                </a:lnTo>
                <a:lnTo>
                  <a:pt x="1632" y="1953"/>
                </a:lnTo>
                <a:lnTo>
                  <a:pt x="1501" y="1941"/>
                </a:lnTo>
                <a:lnTo>
                  <a:pt x="1323" y="1763"/>
                </a:lnTo>
                <a:lnTo>
                  <a:pt x="1311" y="1632"/>
                </a:lnTo>
                <a:lnTo>
                  <a:pt x="1311" y="977"/>
                </a:lnTo>
                <a:lnTo>
                  <a:pt x="1323" y="846"/>
                </a:lnTo>
                <a:lnTo>
                  <a:pt x="1501" y="667"/>
                </a:lnTo>
                <a:lnTo>
                  <a:pt x="1632" y="655"/>
                </a:lnTo>
                <a:close/>
                <a:moveTo>
                  <a:pt x="2180" y="4728"/>
                </a:moveTo>
                <a:lnTo>
                  <a:pt x="2013" y="4799"/>
                </a:lnTo>
                <a:lnTo>
                  <a:pt x="1882" y="4942"/>
                </a:lnTo>
                <a:lnTo>
                  <a:pt x="1799" y="5109"/>
                </a:lnTo>
                <a:lnTo>
                  <a:pt x="1799" y="5216"/>
                </a:lnTo>
                <a:lnTo>
                  <a:pt x="1799" y="5311"/>
                </a:lnTo>
                <a:lnTo>
                  <a:pt x="1882" y="5490"/>
                </a:lnTo>
                <a:lnTo>
                  <a:pt x="2013" y="5621"/>
                </a:lnTo>
                <a:lnTo>
                  <a:pt x="2180" y="5692"/>
                </a:lnTo>
                <a:lnTo>
                  <a:pt x="2287" y="5704"/>
                </a:lnTo>
                <a:lnTo>
                  <a:pt x="2382" y="5692"/>
                </a:lnTo>
                <a:lnTo>
                  <a:pt x="2561" y="5621"/>
                </a:lnTo>
                <a:lnTo>
                  <a:pt x="2692" y="5490"/>
                </a:lnTo>
                <a:lnTo>
                  <a:pt x="2763" y="5311"/>
                </a:lnTo>
                <a:lnTo>
                  <a:pt x="2775" y="5216"/>
                </a:lnTo>
                <a:lnTo>
                  <a:pt x="2763" y="5109"/>
                </a:lnTo>
                <a:lnTo>
                  <a:pt x="2692" y="4942"/>
                </a:lnTo>
                <a:lnTo>
                  <a:pt x="2561" y="4799"/>
                </a:lnTo>
                <a:lnTo>
                  <a:pt x="2382" y="4728"/>
                </a:lnTo>
                <a:close/>
                <a:moveTo>
                  <a:pt x="4133" y="4728"/>
                </a:moveTo>
                <a:lnTo>
                  <a:pt x="3966" y="4799"/>
                </a:lnTo>
                <a:lnTo>
                  <a:pt x="3835" y="4942"/>
                </a:lnTo>
                <a:lnTo>
                  <a:pt x="3752" y="5109"/>
                </a:lnTo>
                <a:lnTo>
                  <a:pt x="3752" y="5216"/>
                </a:lnTo>
                <a:lnTo>
                  <a:pt x="3752" y="5311"/>
                </a:lnTo>
                <a:lnTo>
                  <a:pt x="3835" y="5490"/>
                </a:lnTo>
                <a:lnTo>
                  <a:pt x="3966" y="5621"/>
                </a:lnTo>
                <a:lnTo>
                  <a:pt x="4133" y="5692"/>
                </a:lnTo>
                <a:lnTo>
                  <a:pt x="4240" y="5704"/>
                </a:lnTo>
                <a:lnTo>
                  <a:pt x="4335" y="5692"/>
                </a:lnTo>
                <a:lnTo>
                  <a:pt x="4514" y="5621"/>
                </a:lnTo>
                <a:lnTo>
                  <a:pt x="4645" y="5490"/>
                </a:lnTo>
                <a:lnTo>
                  <a:pt x="4716" y="5311"/>
                </a:lnTo>
                <a:lnTo>
                  <a:pt x="4728" y="5216"/>
                </a:lnTo>
                <a:lnTo>
                  <a:pt x="4716" y="5109"/>
                </a:lnTo>
                <a:lnTo>
                  <a:pt x="4645" y="4942"/>
                </a:lnTo>
                <a:lnTo>
                  <a:pt x="4514" y="4799"/>
                </a:lnTo>
                <a:lnTo>
                  <a:pt x="4335" y="4728"/>
                </a:lnTo>
                <a:close/>
                <a:moveTo>
                  <a:pt x="6085" y="4728"/>
                </a:moveTo>
                <a:lnTo>
                  <a:pt x="5919" y="4799"/>
                </a:lnTo>
                <a:lnTo>
                  <a:pt x="5788" y="4942"/>
                </a:lnTo>
                <a:lnTo>
                  <a:pt x="5704" y="5109"/>
                </a:lnTo>
                <a:lnTo>
                  <a:pt x="5704" y="5216"/>
                </a:lnTo>
                <a:lnTo>
                  <a:pt x="5704" y="5311"/>
                </a:lnTo>
                <a:lnTo>
                  <a:pt x="5788" y="5490"/>
                </a:lnTo>
                <a:lnTo>
                  <a:pt x="5919" y="5621"/>
                </a:lnTo>
                <a:lnTo>
                  <a:pt x="6085" y="5692"/>
                </a:lnTo>
                <a:lnTo>
                  <a:pt x="6192" y="5704"/>
                </a:lnTo>
                <a:lnTo>
                  <a:pt x="6288" y="5692"/>
                </a:lnTo>
                <a:lnTo>
                  <a:pt x="6466" y="5621"/>
                </a:lnTo>
                <a:lnTo>
                  <a:pt x="6597" y="5490"/>
                </a:lnTo>
                <a:lnTo>
                  <a:pt x="6669" y="5311"/>
                </a:lnTo>
                <a:lnTo>
                  <a:pt x="6681" y="5216"/>
                </a:lnTo>
                <a:lnTo>
                  <a:pt x="6669" y="5109"/>
                </a:lnTo>
                <a:lnTo>
                  <a:pt x="6597" y="4942"/>
                </a:lnTo>
                <a:lnTo>
                  <a:pt x="6466" y="4799"/>
                </a:lnTo>
                <a:lnTo>
                  <a:pt x="6288" y="4728"/>
                </a:lnTo>
                <a:close/>
                <a:moveTo>
                  <a:pt x="8038" y="4728"/>
                </a:moveTo>
                <a:lnTo>
                  <a:pt x="7871" y="4799"/>
                </a:lnTo>
                <a:lnTo>
                  <a:pt x="7740" y="4942"/>
                </a:lnTo>
                <a:lnTo>
                  <a:pt x="7657" y="5109"/>
                </a:lnTo>
                <a:lnTo>
                  <a:pt x="7657" y="5216"/>
                </a:lnTo>
                <a:lnTo>
                  <a:pt x="7657" y="5311"/>
                </a:lnTo>
                <a:lnTo>
                  <a:pt x="7740" y="5490"/>
                </a:lnTo>
                <a:lnTo>
                  <a:pt x="7871" y="5621"/>
                </a:lnTo>
                <a:lnTo>
                  <a:pt x="8038" y="5692"/>
                </a:lnTo>
                <a:lnTo>
                  <a:pt x="8145" y="5704"/>
                </a:lnTo>
                <a:lnTo>
                  <a:pt x="8240" y="5692"/>
                </a:lnTo>
                <a:lnTo>
                  <a:pt x="8419" y="5621"/>
                </a:lnTo>
                <a:lnTo>
                  <a:pt x="8550" y="5490"/>
                </a:lnTo>
                <a:lnTo>
                  <a:pt x="8621" y="5311"/>
                </a:lnTo>
                <a:lnTo>
                  <a:pt x="8633" y="5216"/>
                </a:lnTo>
                <a:lnTo>
                  <a:pt x="8621" y="5109"/>
                </a:lnTo>
                <a:lnTo>
                  <a:pt x="8550" y="4942"/>
                </a:lnTo>
                <a:lnTo>
                  <a:pt x="8419" y="4799"/>
                </a:lnTo>
                <a:lnTo>
                  <a:pt x="8240" y="4728"/>
                </a:lnTo>
                <a:close/>
                <a:moveTo>
                  <a:pt x="3263" y="6347"/>
                </a:moveTo>
                <a:lnTo>
                  <a:pt x="3156" y="6359"/>
                </a:lnTo>
                <a:lnTo>
                  <a:pt x="2990" y="6430"/>
                </a:lnTo>
                <a:lnTo>
                  <a:pt x="2859" y="6561"/>
                </a:lnTo>
                <a:lnTo>
                  <a:pt x="2775" y="6740"/>
                </a:lnTo>
                <a:lnTo>
                  <a:pt x="2775" y="6835"/>
                </a:lnTo>
                <a:lnTo>
                  <a:pt x="2775" y="6942"/>
                </a:lnTo>
                <a:lnTo>
                  <a:pt x="2859" y="7109"/>
                </a:lnTo>
                <a:lnTo>
                  <a:pt x="2990" y="7252"/>
                </a:lnTo>
                <a:lnTo>
                  <a:pt x="3156" y="7323"/>
                </a:lnTo>
                <a:lnTo>
                  <a:pt x="3359" y="7323"/>
                </a:lnTo>
                <a:lnTo>
                  <a:pt x="3537" y="7252"/>
                </a:lnTo>
                <a:lnTo>
                  <a:pt x="3668" y="7109"/>
                </a:lnTo>
                <a:lnTo>
                  <a:pt x="3740" y="6942"/>
                </a:lnTo>
                <a:lnTo>
                  <a:pt x="3752" y="6835"/>
                </a:lnTo>
                <a:lnTo>
                  <a:pt x="3740" y="6740"/>
                </a:lnTo>
                <a:lnTo>
                  <a:pt x="3668" y="6561"/>
                </a:lnTo>
                <a:lnTo>
                  <a:pt x="3537" y="6430"/>
                </a:lnTo>
                <a:lnTo>
                  <a:pt x="3359" y="6359"/>
                </a:lnTo>
                <a:lnTo>
                  <a:pt x="3263" y="6347"/>
                </a:lnTo>
                <a:close/>
                <a:moveTo>
                  <a:pt x="5216" y="6347"/>
                </a:moveTo>
                <a:lnTo>
                  <a:pt x="5109" y="6359"/>
                </a:lnTo>
                <a:lnTo>
                  <a:pt x="4942" y="6430"/>
                </a:lnTo>
                <a:lnTo>
                  <a:pt x="4811" y="6561"/>
                </a:lnTo>
                <a:lnTo>
                  <a:pt x="4728" y="6740"/>
                </a:lnTo>
                <a:lnTo>
                  <a:pt x="4728" y="6835"/>
                </a:lnTo>
                <a:lnTo>
                  <a:pt x="4728" y="6942"/>
                </a:lnTo>
                <a:lnTo>
                  <a:pt x="4811" y="7109"/>
                </a:lnTo>
                <a:lnTo>
                  <a:pt x="4942" y="7252"/>
                </a:lnTo>
                <a:lnTo>
                  <a:pt x="5109" y="7323"/>
                </a:lnTo>
                <a:lnTo>
                  <a:pt x="5311" y="7323"/>
                </a:lnTo>
                <a:lnTo>
                  <a:pt x="5490" y="7252"/>
                </a:lnTo>
                <a:lnTo>
                  <a:pt x="5621" y="7109"/>
                </a:lnTo>
                <a:lnTo>
                  <a:pt x="5692" y="6942"/>
                </a:lnTo>
                <a:lnTo>
                  <a:pt x="5704" y="6835"/>
                </a:lnTo>
                <a:lnTo>
                  <a:pt x="5692" y="6740"/>
                </a:lnTo>
                <a:lnTo>
                  <a:pt x="5621" y="6561"/>
                </a:lnTo>
                <a:lnTo>
                  <a:pt x="5490" y="6430"/>
                </a:lnTo>
                <a:lnTo>
                  <a:pt x="5311" y="6359"/>
                </a:lnTo>
                <a:lnTo>
                  <a:pt x="5216" y="6347"/>
                </a:lnTo>
                <a:close/>
                <a:moveTo>
                  <a:pt x="7169" y="6347"/>
                </a:moveTo>
                <a:lnTo>
                  <a:pt x="7062" y="6359"/>
                </a:lnTo>
                <a:lnTo>
                  <a:pt x="6895" y="6430"/>
                </a:lnTo>
                <a:lnTo>
                  <a:pt x="6764" y="6561"/>
                </a:lnTo>
                <a:lnTo>
                  <a:pt x="6681" y="6740"/>
                </a:lnTo>
                <a:lnTo>
                  <a:pt x="6681" y="6835"/>
                </a:lnTo>
                <a:lnTo>
                  <a:pt x="6681" y="6942"/>
                </a:lnTo>
                <a:lnTo>
                  <a:pt x="6764" y="7109"/>
                </a:lnTo>
                <a:lnTo>
                  <a:pt x="6895" y="7252"/>
                </a:lnTo>
                <a:lnTo>
                  <a:pt x="7062" y="7323"/>
                </a:lnTo>
                <a:lnTo>
                  <a:pt x="7264" y="7323"/>
                </a:lnTo>
                <a:lnTo>
                  <a:pt x="7443" y="7252"/>
                </a:lnTo>
                <a:lnTo>
                  <a:pt x="7574" y="7109"/>
                </a:lnTo>
                <a:lnTo>
                  <a:pt x="7645" y="6942"/>
                </a:lnTo>
                <a:lnTo>
                  <a:pt x="7657" y="6835"/>
                </a:lnTo>
                <a:lnTo>
                  <a:pt x="7645" y="6740"/>
                </a:lnTo>
                <a:lnTo>
                  <a:pt x="7574" y="6561"/>
                </a:lnTo>
                <a:lnTo>
                  <a:pt x="7443" y="6430"/>
                </a:lnTo>
                <a:lnTo>
                  <a:pt x="7264" y="6359"/>
                </a:lnTo>
                <a:lnTo>
                  <a:pt x="7169" y="6347"/>
                </a:lnTo>
                <a:close/>
                <a:moveTo>
                  <a:pt x="8645" y="3906"/>
                </a:moveTo>
                <a:lnTo>
                  <a:pt x="8764" y="3918"/>
                </a:lnTo>
                <a:lnTo>
                  <a:pt x="8979" y="4001"/>
                </a:lnTo>
                <a:lnTo>
                  <a:pt x="9157" y="4144"/>
                </a:lnTo>
                <a:lnTo>
                  <a:pt x="9264" y="4347"/>
                </a:lnTo>
                <a:lnTo>
                  <a:pt x="9288" y="4466"/>
                </a:lnTo>
                <a:lnTo>
                  <a:pt x="9764" y="7823"/>
                </a:lnTo>
                <a:lnTo>
                  <a:pt x="668" y="7823"/>
                </a:lnTo>
                <a:lnTo>
                  <a:pt x="1144" y="4466"/>
                </a:lnTo>
                <a:lnTo>
                  <a:pt x="1168" y="4347"/>
                </a:lnTo>
                <a:lnTo>
                  <a:pt x="1275" y="4144"/>
                </a:lnTo>
                <a:lnTo>
                  <a:pt x="1454" y="4001"/>
                </a:lnTo>
                <a:lnTo>
                  <a:pt x="1668" y="3918"/>
                </a:lnTo>
                <a:lnTo>
                  <a:pt x="1787" y="3906"/>
                </a:lnTo>
                <a:close/>
                <a:moveTo>
                  <a:pt x="9776" y="8466"/>
                </a:moveTo>
                <a:lnTo>
                  <a:pt x="9776" y="9121"/>
                </a:lnTo>
                <a:lnTo>
                  <a:pt x="9764" y="9252"/>
                </a:lnTo>
                <a:lnTo>
                  <a:pt x="9669" y="9490"/>
                </a:lnTo>
                <a:lnTo>
                  <a:pt x="9491" y="9669"/>
                </a:lnTo>
                <a:lnTo>
                  <a:pt x="9253" y="9764"/>
                </a:lnTo>
                <a:lnTo>
                  <a:pt x="9122" y="9776"/>
                </a:lnTo>
                <a:lnTo>
                  <a:pt x="1311" y="9776"/>
                </a:lnTo>
                <a:lnTo>
                  <a:pt x="1180" y="9764"/>
                </a:lnTo>
                <a:lnTo>
                  <a:pt x="942" y="9669"/>
                </a:lnTo>
                <a:lnTo>
                  <a:pt x="763" y="9490"/>
                </a:lnTo>
                <a:lnTo>
                  <a:pt x="668" y="9252"/>
                </a:lnTo>
                <a:lnTo>
                  <a:pt x="656" y="9121"/>
                </a:lnTo>
                <a:lnTo>
                  <a:pt x="656" y="8466"/>
                </a:lnTo>
                <a:close/>
                <a:moveTo>
                  <a:pt x="1632" y="1"/>
                </a:moveTo>
                <a:lnTo>
                  <a:pt x="1430" y="24"/>
                </a:lnTo>
                <a:lnTo>
                  <a:pt x="1084" y="167"/>
                </a:lnTo>
                <a:lnTo>
                  <a:pt x="811" y="429"/>
                </a:lnTo>
                <a:lnTo>
                  <a:pt x="668" y="786"/>
                </a:lnTo>
                <a:lnTo>
                  <a:pt x="656" y="977"/>
                </a:lnTo>
                <a:lnTo>
                  <a:pt x="656" y="1632"/>
                </a:lnTo>
                <a:lnTo>
                  <a:pt x="668" y="1834"/>
                </a:lnTo>
                <a:lnTo>
                  <a:pt x="811" y="2180"/>
                </a:lnTo>
                <a:lnTo>
                  <a:pt x="1084" y="2453"/>
                </a:lnTo>
                <a:lnTo>
                  <a:pt x="1430" y="2596"/>
                </a:lnTo>
                <a:lnTo>
                  <a:pt x="1632" y="2608"/>
                </a:lnTo>
                <a:lnTo>
                  <a:pt x="3263" y="2608"/>
                </a:lnTo>
                <a:lnTo>
                  <a:pt x="3263" y="3263"/>
                </a:lnTo>
                <a:lnTo>
                  <a:pt x="1787" y="3263"/>
                </a:lnTo>
                <a:lnTo>
                  <a:pt x="1549" y="3275"/>
                </a:lnTo>
                <a:lnTo>
                  <a:pt x="1108" y="3442"/>
                </a:lnTo>
                <a:lnTo>
                  <a:pt x="763" y="3739"/>
                </a:lnTo>
                <a:lnTo>
                  <a:pt x="549" y="4144"/>
                </a:lnTo>
                <a:lnTo>
                  <a:pt x="489" y="4382"/>
                </a:lnTo>
                <a:lnTo>
                  <a:pt x="13" y="7728"/>
                </a:lnTo>
                <a:lnTo>
                  <a:pt x="1" y="7823"/>
                </a:lnTo>
                <a:lnTo>
                  <a:pt x="1" y="7907"/>
                </a:lnTo>
                <a:lnTo>
                  <a:pt x="1" y="9121"/>
                </a:lnTo>
                <a:lnTo>
                  <a:pt x="25" y="9383"/>
                </a:lnTo>
                <a:lnTo>
                  <a:pt x="215" y="9859"/>
                </a:lnTo>
                <a:lnTo>
                  <a:pt x="572" y="10205"/>
                </a:lnTo>
                <a:lnTo>
                  <a:pt x="1037" y="10407"/>
                </a:lnTo>
                <a:lnTo>
                  <a:pt x="1311" y="10419"/>
                </a:lnTo>
                <a:lnTo>
                  <a:pt x="9122" y="10419"/>
                </a:lnTo>
                <a:lnTo>
                  <a:pt x="9383" y="10407"/>
                </a:lnTo>
                <a:lnTo>
                  <a:pt x="9848" y="10205"/>
                </a:lnTo>
                <a:lnTo>
                  <a:pt x="10205" y="9859"/>
                </a:lnTo>
                <a:lnTo>
                  <a:pt x="10407" y="9383"/>
                </a:lnTo>
                <a:lnTo>
                  <a:pt x="10419" y="9121"/>
                </a:lnTo>
                <a:lnTo>
                  <a:pt x="10419" y="7907"/>
                </a:lnTo>
                <a:lnTo>
                  <a:pt x="10419" y="7823"/>
                </a:lnTo>
                <a:lnTo>
                  <a:pt x="10407" y="7728"/>
                </a:lnTo>
                <a:lnTo>
                  <a:pt x="9931" y="4382"/>
                </a:lnTo>
                <a:lnTo>
                  <a:pt x="9884" y="4144"/>
                </a:lnTo>
                <a:lnTo>
                  <a:pt x="9657" y="3739"/>
                </a:lnTo>
                <a:lnTo>
                  <a:pt x="9312" y="3442"/>
                </a:lnTo>
                <a:lnTo>
                  <a:pt x="8883" y="3275"/>
                </a:lnTo>
                <a:lnTo>
                  <a:pt x="8645" y="3263"/>
                </a:lnTo>
                <a:lnTo>
                  <a:pt x="3906" y="3263"/>
                </a:lnTo>
                <a:lnTo>
                  <a:pt x="3906" y="2608"/>
                </a:lnTo>
                <a:lnTo>
                  <a:pt x="5538" y="2608"/>
                </a:lnTo>
                <a:lnTo>
                  <a:pt x="5740" y="2596"/>
                </a:lnTo>
                <a:lnTo>
                  <a:pt x="6085" y="2453"/>
                </a:lnTo>
                <a:lnTo>
                  <a:pt x="6359" y="2180"/>
                </a:lnTo>
                <a:lnTo>
                  <a:pt x="6502" y="1834"/>
                </a:lnTo>
                <a:lnTo>
                  <a:pt x="6514" y="1632"/>
                </a:lnTo>
                <a:lnTo>
                  <a:pt x="6514" y="977"/>
                </a:lnTo>
                <a:lnTo>
                  <a:pt x="6502" y="786"/>
                </a:lnTo>
                <a:lnTo>
                  <a:pt x="6359" y="429"/>
                </a:lnTo>
                <a:lnTo>
                  <a:pt x="6085" y="167"/>
                </a:lnTo>
                <a:lnTo>
                  <a:pt x="5740" y="24"/>
                </a:lnTo>
                <a:lnTo>
                  <a:pt x="5538"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0" name="Google Shape;3020;p173"/>
          <p:cNvSpPr/>
          <p:nvPr/>
        </p:nvSpPr>
        <p:spPr>
          <a:xfrm>
            <a:off x="4423970" y="7666759"/>
            <a:ext cx="636855" cy="565726"/>
          </a:xfrm>
          <a:custGeom>
            <a:rect b="b" l="l" r="r" t="t"/>
            <a:pathLst>
              <a:path extrusionOk="0" h="10419" w="11729">
                <a:moveTo>
                  <a:pt x="8788" y="2608"/>
                </a:moveTo>
                <a:lnTo>
                  <a:pt x="8657" y="2632"/>
                </a:lnTo>
                <a:lnTo>
                  <a:pt x="8478" y="2799"/>
                </a:lnTo>
                <a:lnTo>
                  <a:pt x="8466" y="2930"/>
                </a:lnTo>
                <a:lnTo>
                  <a:pt x="8478" y="3061"/>
                </a:lnTo>
                <a:lnTo>
                  <a:pt x="8657" y="3239"/>
                </a:lnTo>
                <a:lnTo>
                  <a:pt x="8788" y="3263"/>
                </a:lnTo>
                <a:lnTo>
                  <a:pt x="8919" y="3239"/>
                </a:lnTo>
                <a:lnTo>
                  <a:pt x="9097" y="3061"/>
                </a:lnTo>
                <a:lnTo>
                  <a:pt x="9121" y="2930"/>
                </a:lnTo>
                <a:lnTo>
                  <a:pt x="9097" y="2799"/>
                </a:lnTo>
                <a:lnTo>
                  <a:pt x="8919" y="2632"/>
                </a:lnTo>
                <a:lnTo>
                  <a:pt x="8788" y="2608"/>
                </a:lnTo>
                <a:close/>
                <a:moveTo>
                  <a:pt x="10097" y="2608"/>
                </a:moveTo>
                <a:lnTo>
                  <a:pt x="9966" y="2632"/>
                </a:lnTo>
                <a:lnTo>
                  <a:pt x="9788" y="2799"/>
                </a:lnTo>
                <a:lnTo>
                  <a:pt x="9764" y="2930"/>
                </a:lnTo>
                <a:lnTo>
                  <a:pt x="9788" y="3061"/>
                </a:lnTo>
                <a:lnTo>
                  <a:pt x="9966" y="3239"/>
                </a:lnTo>
                <a:lnTo>
                  <a:pt x="10097" y="3263"/>
                </a:lnTo>
                <a:lnTo>
                  <a:pt x="10228" y="3239"/>
                </a:lnTo>
                <a:lnTo>
                  <a:pt x="10395" y="3061"/>
                </a:lnTo>
                <a:lnTo>
                  <a:pt x="10419" y="2930"/>
                </a:lnTo>
                <a:lnTo>
                  <a:pt x="10395" y="2799"/>
                </a:lnTo>
                <a:lnTo>
                  <a:pt x="10228" y="2632"/>
                </a:lnTo>
                <a:lnTo>
                  <a:pt x="10097" y="2608"/>
                </a:lnTo>
                <a:close/>
                <a:moveTo>
                  <a:pt x="11074" y="655"/>
                </a:moveTo>
                <a:lnTo>
                  <a:pt x="11074" y="3263"/>
                </a:lnTo>
                <a:lnTo>
                  <a:pt x="11062" y="3430"/>
                </a:lnTo>
                <a:lnTo>
                  <a:pt x="11002" y="3739"/>
                </a:lnTo>
                <a:lnTo>
                  <a:pt x="10871" y="4037"/>
                </a:lnTo>
                <a:lnTo>
                  <a:pt x="10705" y="4299"/>
                </a:lnTo>
                <a:lnTo>
                  <a:pt x="10478" y="4513"/>
                </a:lnTo>
                <a:lnTo>
                  <a:pt x="10216" y="4692"/>
                </a:lnTo>
                <a:lnTo>
                  <a:pt x="9931" y="4823"/>
                </a:lnTo>
                <a:lnTo>
                  <a:pt x="9609" y="4882"/>
                </a:lnTo>
                <a:lnTo>
                  <a:pt x="9443" y="4894"/>
                </a:lnTo>
                <a:lnTo>
                  <a:pt x="9276" y="4882"/>
                </a:lnTo>
                <a:lnTo>
                  <a:pt x="8954" y="4823"/>
                </a:lnTo>
                <a:lnTo>
                  <a:pt x="8669" y="4692"/>
                </a:lnTo>
                <a:lnTo>
                  <a:pt x="8407" y="4513"/>
                </a:lnTo>
                <a:lnTo>
                  <a:pt x="8180" y="4299"/>
                </a:lnTo>
                <a:lnTo>
                  <a:pt x="8002" y="4037"/>
                </a:lnTo>
                <a:lnTo>
                  <a:pt x="7883" y="3739"/>
                </a:lnTo>
                <a:lnTo>
                  <a:pt x="7823" y="3430"/>
                </a:lnTo>
                <a:lnTo>
                  <a:pt x="7811" y="3263"/>
                </a:lnTo>
                <a:lnTo>
                  <a:pt x="7811" y="655"/>
                </a:lnTo>
                <a:lnTo>
                  <a:pt x="8895" y="1953"/>
                </a:lnTo>
                <a:lnTo>
                  <a:pt x="9978" y="1953"/>
                </a:lnTo>
                <a:lnTo>
                  <a:pt x="11074" y="655"/>
                </a:lnTo>
                <a:close/>
                <a:moveTo>
                  <a:pt x="7264" y="3906"/>
                </a:moveTo>
                <a:lnTo>
                  <a:pt x="7323" y="4085"/>
                </a:lnTo>
                <a:lnTo>
                  <a:pt x="7478" y="4406"/>
                </a:lnTo>
                <a:lnTo>
                  <a:pt x="7799" y="4847"/>
                </a:lnTo>
                <a:lnTo>
                  <a:pt x="8216" y="5180"/>
                </a:lnTo>
                <a:lnTo>
                  <a:pt x="8538" y="5347"/>
                </a:lnTo>
                <a:lnTo>
                  <a:pt x="8883" y="5466"/>
                </a:lnTo>
                <a:lnTo>
                  <a:pt x="9252" y="5537"/>
                </a:lnTo>
                <a:lnTo>
                  <a:pt x="9443" y="5537"/>
                </a:lnTo>
                <a:lnTo>
                  <a:pt x="9609" y="5525"/>
                </a:lnTo>
                <a:lnTo>
                  <a:pt x="9764" y="5502"/>
                </a:lnTo>
                <a:lnTo>
                  <a:pt x="9764" y="9443"/>
                </a:lnTo>
                <a:lnTo>
                  <a:pt x="9752" y="9574"/>
                </a:lnTo>
                <a:lnTo>
                  <a:pt x="9573" y="9752"/>
                </a:lnTo>
                <a:lnTo>
                  <a:pt x="9443" y="9776"/>
                </a:lnTo>
                <a:lnTo>
                  <a:pt x="9312" y="9752"/>
                </a:lnTo>
                <a:lnTo>
                  <a:pt x="9133" y="9574"/>
                </a:lnTo>
                <a:lnTo>
                  <a:pt x="9121" y="9443"/>
                </a:lnTo>
                <a:lnTo>
                  <a:pt x="9121" y="7180"/>
                </a:lnTo>
                <a:lnTo>
                  <a:pt x="9109" y="7097"/>
                </a:lnTo>
                <a:lnTo>
                  <a:pt x="9026" y="6954"/>
                </a:lnTo>
                <a:lnTo>
                  <a:pt x="8895" y="6871"/>
                </a:lnTo>
                <a:lnTo>
                  <a:pt x="8740" y="6859"/>
                </a:lnTo>
                <a:lnTo>
                  <a:pt x="8657" y="6883"/>
                </a:lnTo>
                <a:lnTo>
                  <a:pt x="6168" y="7990"/>
                </a:lnTo>
                <a:lnTo>
                  <a:pt x="6132" y="7728"/>
                </a:lnTo>
                <a:lnTo>
                  <a:pt x="5942" y="7240"/>
                </a:lnTo>
                <a:lnTo>
                  <a:pt x="5644" y="6811"/>
                </a:lnTo>
                <a:lnTo>
                  <a:pt x="5251" y="6478"/>
                </a:lnTo>
                <a:lnTo>
                  <a:pt x="5013" y="6347"/>
                </a:lnTo>
                <a:lnTo>
                  <a:pt x="4942" y="6323"/>
                </a:lnTo>
                <a:lnTo>
                  <a:pt x="4799" y="6323"/>
                </a:lnTo>
                <a:lnTo>
                  <a:pt x="4668" y="6383"/>
                </a:lnTo>
                <a:lnTo>
                  <a:pt x="4573" y="6490"/>
                </a:lnTo>
                <a:lnTo>
                  <a:pt x="4549" y="6561"/>
                </a:lnTo>
                <a:lnTo>
                  <a:pt x="4537" y="6680"/>
                </a:lnTo>
                <a:lnTo>
                  <a:pt x="4632" y="6871"/>
                </a:lnTo>
                <a:lnTo>
                  <a:pt x="4727" y="6942"/>
                </a:lnTo>
                <a:lnTo>
                  <a:pt x="4894" y="7026"/>
                </a:lnTo>
                <a:lnTo>
                  <a:pt x="5192" y="7252"/>
                </a:lnTo>
                <a:lnTo>
                  <a:pt x="5406" y="7538"/>
                </a:lnTo>
                <a:lnTo>
                  <a:pt x="5525" y="7871"/>
                </a:lnTo>
                <a:lnTo>
                  <a:pt x="5537" y="8061"/>
                </a:lnTo>
                <a:lnTo>
                  <a:pt x="5537" y="9121"/>
                </a:lnTo>
                <a:lnTo>
                  <a:pt x="6513" y="9121"/>
                </a:lnTo>
                <a:lnTo>
                  <a:pt x="6644" y="9133"/>
                </a:lnTo>
                <a:lnTo>
                  <a:pt x="6883" y="9228"/>
                </a:lnTo>
                <a:lnTo>
                  <a:pt x="7049" y="9407"/>
                </a:lnTo>
                <a:lnTo>
                  <a:pt x="7156" y="9645"/>
                </a:lnTo>
                <a:lnTo>
                  <a:pt x="7156" y="9776"/>
                </a:lnTo>
                <a:lnTo>
                  <a:pt x="2930" y="9776"/>
                </a:lnTo>
                <a:lnTo>
                  <a:pt x="2739" y="9764"/>
                </a:lnTo>
                <a:lnTo>
                  <a:pt x="2394" y="9621"/>
                </a:lnTo>
                <a:lnTo>
                  <a:pt x="2120" y="9371"/>
                </a:lnTo>
                <a:lnTo>
                  <a:pt x="1965" y="9038"/>
                </a:lnTo>
                <a:lnTo>
                  <a:pt x="1953" y="8847"/>
                </a:lnTo>
                <a:lnTo>
                  <a:pt x="1965" y="8347"/>
                </a:lnTo>
                <a:lnTo>
                  <a:pt x="2156" y="7383"/>
                </a:lnTo>
                <a:lnTo>
                  <a:pt x="2525" y="6490"/>
                </a:lnTo>
                <a:lnTo>
                  <a:pt x="3049" y="5704"/>
                </a:lnTo>
                <a:lnTo>
                  <a:pt x="3715" y="5037"/>
                </a:lnTo>
                <a:lnTo>
                  <a:pt x="4489" y="4501"/>
                </a:lnTo>
                <a:lnTo>
                  <a:pt x="5370" y="4120"/>
                </a:lnTo>
                <a:lnTo>
                  <a:pt x="6335" y="3930"/>
                </a:lnTo>
                <a:lnTo>
                  <a:pt x="6835" y="3906"/>
                </a:lnTo>
                <a:close/>
                <a:moveTo>
                  <a:pt x="7859" y="1"/>
                </a:moveTo>
                <a:lnTo>
                  <a:pt x="7633" y="24"/>
                </a:lnTo>
                <a:lnTo>
                  <a:pt x="7526" y="72"/>
                </a:lnTo>
                <a:lnTo>
                  <a:pt x="7442" y="120"/>
                </a:lnTo>
                <a:lnTo>
                  <a:pt x="7311" y="239"/>
                </a:lnTo>
                <a:lnTo>
                  <a:pt x="7180" y="489"/>
                </a:lnTo>
                <a:lnTo>
                  <a:pt x="7168" y="691"/>
                </a:lnTo>
                <a:lnTo>
                  <a:pt x="7168" y="3263"/>
                </a:lnTo>
                <a:lnTo>
                  <a:pt x="6442" y="3263"/>
                </a:lnTo>
                <a:lnTo>
                  <a:pt x="5680" y="3370"/>
                </a:lnTo>
                <a:lnTo>
                  <a:pt x="4954" y="3585"/>
                </a:lnTo>
                <a:lnTo>
                  <a:pt x="4275" y="3882"/>
                </a:lnTo>
                <a:lnTo>
                  <a:pt x="3644" y="4275"/>
                </a:lnTo>
                <a:lnTo>
                  <a:pt x="3072" y="4739"/>
                </a:lnTo>
                <a:lnTo>
                  <a:pt x="2572" y="5275"/>
                </a:lnTo>
                <a:lnTo>
                  <a:pt x="2132" y="5871"/>
                </a:lnTo>
                <a:lnTo>
                  <a:pt x="1953" y="6192"/>
                </a:lnTo>
                <a:lnTo>
                  <a:pt x="1953" y="3585"/>
                </a:lnTo>
                <a:lnTo>
                  <a:pt x="1953" y="3418"/>
                </a:lnTo>
                <a:lnTo>
                  <a:pt x="1882" y="3096"/>
                </a:lnTo>
                <a:lnTo>
                  <a:pt x="1763" y="2811"/>
                </a:lnTo>
                <a:lnTo>
                  <a:pt x="1584" y="2549"/>
                </a:lnTo>
                <a:lnTo>
                  <a:pt x="1358" y="2322"/>
                </a:lnTo>
                <a:lnTo>
                  <a:pt x="1096" y="2156"/>
                </a:lnTo>
                <a:lnTo>
                  <a:pt x="810" y="2025"/>
                </a:lnTo>
                <a:lnTo>
                  <a:pt x="489" y="1965"/>
                </a:lnTo>
                <a:lnTo>
                  <a:pt x="322" y="1953"/>
                </a:lnTo>
                <a:lnTo>
                  <a:pt x="191" y="1977"/>
                </a:lnTo>
                <a:lnTo>
                  <a:pt x="12" y="2156"/>
                </a:lnTo>
                <a:lnTo>
                  <a:pt x="0" y="2287"/>
                </a:lnTo>
                <a:lnTo>
                  <a:pt x="12" y="2418"/>
                </a:lnTo>
                <a:lnTo>
                  <a:pt x="191" y="2584"/>
                </a:lnTo>
                <a:lnTo>
                  <a:pt x="322" y="2608"/>
                </a:lnTo>
                <a:lnTo>
                  <a:pt x="524" y="2620"/>
                </a:lnTo>
                <a:lnTo>
                  <a:pt x="870" y="2775"/>
                </a:lnTo>
                <a:lnTo>
                  <a:pt x="1144" y="3037"/>
                </a:lnTo>
                <a:lnTo>
                  <a:pt x="1286" y="3382"/>
                </a:lnTo>
                <a:lnTo>
                  <a:pt x="1298" y="3585"/>
                </a:lnTo>
                <a:lnTo>
                  <a:pt x="1298" y="8800"/>
                </a:lnTo>
                <a:lnTo>
                  <a:pt x="1310" y="8966"/>
                </a:lnTo>
                <a:lnTo>
                  <a:pt x="1370" y="9276"/>
                </a:lnTo>
                <a:lnTo>
                  <a:pt x="1501" y="9574"/>
                </a:lnTo>
                <a:lnTo>
                  <a:pt x="1667" y="9836"/>
                </a:lnTo>
                <a:lnTo>
                  <a:pt x="1894" y="10050"/>
                </a:lnTo>
                <a:lnTo>
                  <a:pt x="2156" y="10228"/>
                </a:lnTo>
                <a:lnTo>
                  <a:pt x="2441" y="10348"/>
                </a:lnTo>
                <a:lnTo>
                  <a:pt x="2763" y="10419"/>
                </a:lnTo>
                <a:lnTo>
                  <a:pt x="7145" y="10419"/>
                </a:lnTo>
                <a:lnTo>
                  <a:pt x="7287" y="10407"/>
                </a:lnTo>
                <a:lnTo>
                  <a:pt x="7526" y="10312"/>
                </a:lnTo>
                <a:lnTo>
                  <a:pt x="7704" y="10121"/>
                </a:lnTo>
                <a:lnTo>
                  <a:pt x="7811" y="9883"/>
                </a:lnTo>
                <a:lnTo>
                  <a:pt x="7811" y="9740"/>
                </a:lnTo>
                <a:lnTo>
                  <a:pt x="7787" y="9502"/>
                </a:lnTo>
                <a:lnTo>
                  <a:pt x="7609" y="9074"/>
                </a:lnTo>
                <a:lnTo>
                  <a:pt x="7299" y="8740"/>
                </a:lnTo>
                <a:lnTo>
                  <a:pt x="6883" y="8526"/>
                </a:lnTo>
                <a:lnTo>
                  <a:pt x="6644" y="8478"/>
                </a:lnTo>
                <a:lnTo>
                  <a:pt x="8466" y="7669"/>
                </a:lnTo>
                <a:lnTo>
                  <a:pt x="8466" y="9443"/>
                </a:lnTo>
                <a:lnTo>
                  <a:pt x="8478" y="9645"/>
                </a:lnTo>
                <a:lnTo>
                  <a:pt x="8633" y="9990"/>
                </a:lnTo>
                <a:lnTo>
                  <a:pt x="8895" y="10264"/>
                </a:lnTo>
                <a:lnTo>
                  <a:pt x="9240" y="10407"/>
                </a:lnTo>
                <a:lnTo>
                  <a:pt x="9443" y="10419"/>
                </a:lnTo>
                <a:lnTo>
                  <a:pt x="9645" y="10407"/>
                </a:lnTo>
                <a:lnTo>
                  <a:pt x="9990" y="10264"/>
                </a:lnTo>
                <a:lnTo>
                  <a:pt x="10252" y="9990"/>
                </a:lnTo>
                <a:lnTo>
                  <a:pt x="10407" y="9645"/>
                </a:lnTo>
                <a:lnTo>
                  <a:pt x="10419" y="9443"/>
                </a:lnTo>
                <a:lnTo>
                  <a:pt x="10419" y="5311"/>
                </a:lnTo>
                <a:lnTo>
                  <a:pt x="10693" y="5156"/>
                </a:lnTo>
                <a:lnTo>
                  <a:pt x="11169" y="4739"/>
                </a:lnTo>
                <a:lnTo>
                  <a:pt x="11514" y="4216"/>
                </a:lnTo>
                <a:lnTo>
                  <a:pt x="11705" y="3596"/>
                </a:lnTo>
                <a:lnTo>
                  <a:pt x="11717" y="3263"/>
                </a:lnTo>
                <a:lnTo>
                  <a:pt x="11717" y="655"/>
                </a:lnTo>
                <a:lnTo>
                  <a:pt x="11729" y="655"/>
                </a:lnTo>
                <a:lnTo>
                  <a:pt x="11717" y="525"/>
                </a:lnTo>
                <a:lnTo>
                  <a:pt x="11610" y="286"/>
                </a:lnTo>
                <a:lnTo>
                  <a:pt x="11443" y="108"/>
                </a:lnTo>
                <a:lnTo>
                  <a:pt x="11205" y="13"/>
                </a:lnTo>
                <a:lnTo>
                  <a:pt x="11074" y="1"/>
                </a:lnTo>
                <a:lnTo>
                  <a:pt x="10931" y="13"/>
                </a:lnTo>
                <a:lnTo>
                  <a:pt x="10669" y="132"/>
                </a:lnTo>
                <a:lnTo>
                  <a:pt x="10574" y="239"/>
                </a:lnTo>
                <a:lnTo>
                  <a:pt x="9681" y="1310"/>
                </a:lnTo>
                <a:lnTo>
                  <a:pt x="9204" y="1310"/>
                </a:lnTo>
                <a:lnTo>
                  <a:pt x="8311" y="239"/>
                </a:lnTo>
                <a:lnTo>
                  <a:pt x="8240" y="155"/>
                </a:lnTo>
                <a:lnTo>
                  <a:pt x="8061" y="48"/>
                </a:lnTo>
                <a:lnTo>
                  <a:pt x="7859"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1" name="Google Shape;3021;p173"/>
          <p:cNvSpPr/>
          <p:nvPr/>
        </p:nvSpPr>
        <p:spPr>
          <a:xfrm>
            <a:off x="5466817" y="7666759"/>
            <a:ext cx="707334" cy="565726"/>
          </a:xfrm>
          <a:custGeom>
            <a:rect b="b" l="l" r="r" t="t"/>
            <a:pathLst>
              <a:path extrusionOk="0" h="10419" w="13027">
                <a:moveTo>
                  <a:pt x="3262" y="3263"/>
                </a:moveTo>
                <a:lnTo>
                  <a:pt x="3524" y="3275"/>
                </a:lnTo>
                <a:lnTo>
                  <a:pt x="3989" y="3477"/>
                </a:lnTo>
                <a:lnTo>
                  <a:pt x="4346" y="3835"/>
                </a:lnTo>
                <a:lnTo>
                  <a:pt x="4548" y="4299"/>
                </a:lnTo>
                <a:lnTo>
                  <a:pt x="4560" y="4561"/>
                </a:lnTo>
                <a:lnTo>
                  <a:pt x="4548" y="4823"/>
                </a:lnTo>
                <a:lnTo>
                  <a:pt x="4346" y="5299"/>
                </a:lnTo>
                <a:lnTo>
                  <a:pt x="4001" y="5644"/>
                </a:lnTo>
                <a:lnTo>
                  <a:pt x="3524" y="5847"/>
                </a:lnTo>
                <a:lnTo>
                  <a:pt x="3262" y="5871"/>
                </a:lnTo>
                <a:lnTo>
                  <a:pt x="3001" y="5847"/>
                </a:lnTo>
                <a:lnTo>
                  <a:pt x="2524" y="5644"/>
                </a:lnTo>
                <a:lnTo>
                  <a:pt x="2179" y="5299"/>
                </a:lnTo>
                <a:lnTo>
                  <a:pt x="1977" y="4823"/>
                </a:lnTo>
                <a:lnTo>
                  <a:pt x="1965" y="4561"/>
                </a:lnTo>
                <a:lnTo>
                  <a:pt x="1977" y="4299"/>
                </a:lnTo>
                <a:lnTo>
                  <a:pt x="2179" y="3835"/>
                </a:lnTo>
                <a:lnTo>
                  <a:pt x="2536" y="3477"/>
                </a:lnTo>
                <a:lnTo>
                  <a:pt x="3001" y="3275"/>
                </a:lnTo>
                <a:lnTo>
                  <a:pt x="3262" y="3263"/>
                </a:lnTo>
                <a:close/>
                <a:moveTo>
                  <a:pt x="3262" y="2608"/>
                </a:moveTo>
                <a:lnTo>
                  <a:pt x="3060" y="2620"/>
                </a:lnTo>
                <a:lnTo>
                  <a:pt x="2667" y="2692"/>
                </a:lnTo>
                <a:lnTo>
                  <a:pt x="2322" y="2834"/>
                </a:lnTo>
                <a:lnTo>
                  <a:pt x="2012" y="3049"/>
                </a:lnTo>
                <a:lnTo>
                  <a:pt x="1750" y="3311"/>
                </a:lnTo>
                <a:lnTo>
                  <a:pt x="1536" y="3620"/>
                </a:lnTo>
                <a:lnTo>
                  <a:pt x="1393" y="3977"/>
                </a:lnTo>
                <a:lnTo>
                  <a:pt x="1310" y="4358"/>
                </a:lnTo>
                <a:lnTo>
                  <a:pt x="1310" y="4561"/>
                </a:lnTo>
                <a:lnTo>
                  <a:pt x="1310" y="4763"/>
                </a:lnTo>
                <a:lnTo>
                  <a:pt x="1393" y="5144"/>
                </a:lnTo>
                <a:lnTo>
                  <a:pt x="1536" y="5490"/>
                </a:lnTo>
                <a:lnTo>
                  <a:pt x="1750" y="5811"/>
                </a:lnTo>
                <a:lnTo>
                  <a:pt x="2012" y="6073"/>
                </a:lnTo>
                <a:lnTo>
                  <a:pt x="2334" y="6287"/>
                </a:lnTo>
                <a:lnTo>
                  <a:pt x="2679" y="6430"/>
                </a:lnTo>
                <a:lnTo>
                  <a:pt x="3060" y="6514"/>
                </a:lnTo>
                <a:lnTo>
                  <a:pt x="3465" y="6514"/>
                </a:lnTo>
                <a:lnTo>
                  <a:pt x="3846" y="6430"/>
                </a:lnTo>
                <a:lnTo>
                  <a:pt x="4191" y="6287"/>
                </a:lnTo>
                <a:lnTo>
                  <a:pt x="4501" y="6073"/>
                </a:lnTo>
                <a:lnTo>
                  <a:pt x="4775" y="5811"/>
                </a:lnTo>
                <a:lnTo>
                  <a:pt x="4977" y="5490"/>
                </a:lnTo>
                <a:lnTo>
                  <a:pt x="5132" y="5144"/>
                </a:lnTo>
                <a:lnTo>
                  <a:pt x="5203" y="4763"/>
                </a:lnTo>
                <a:lnTo>
                  <a:pt x="5215" y="4561"/>
                </a:lnTo>
                <a:lnTo>
                  <a:pt x="5203" y="4358"/>
                </a:lnTo>
                <a:lnTo>
                  <a:pt x="5132" y="3977"/>
                </a:lnTo>
                <a:lnTo>
                  <a:pt x="4989" y="3632"/>
                </a:lnTo>
                <a:lnTo>
                  <a:pt x="4775" y="3323"/>
                </a:lnTo>
                <a:lnTo>
                  <a:pt x="4513" y="3049"/>
                </a:lnTo>
                <a:lnTo>
                  <a:pt x="4203" y="2846"/>
                </a:lnTo>
                <a:lnTo>
                  <a:pt x="3846" y="2692"/>
                </a:lnTo>
                <a:lnTo>
                  <a:pt x="3465" y="2620"/>
                </a:lnTo>
                <a:lnTo>
                  <a:pt x="3262" y="2608"/>
                </a:lnTo>
                <a:close/>
                <a:moveTo>
                  <a:pt x="10752" y="6514"/>
                </a:moveTo>
                <a:lnTo>
                  <a:pt x="10883" y="6537"/>
                </a:lnTo>
                <a:lnTo>
                  <a:pt x="11061" y="6716"/>
                </a:lnTo>
                <a:lnTo>
                  <a:pt x="11073" y="6847"/>
                </a:lnTo>
                <a:lnTo>
                  <a:pt x="11073" y="7823"/>
                </a:lnTo>
                <a:lnTo>
                  <a:pt x="8478" y="7823"/>
                </a:lnTo>
                <a:lnTo>
                  <a:pt x="8478" y="6847"/>
                </a:lnTo>
                <a:lnTo>
                  <a:pt x="8490" y="6716"/>
                </a:lnTo>
                <a:lnTo>
                  <a:pt x="8668" y="6537"/>
                </a:lnTo>
                <a:lnTo>
                  <a:pt x="8799" y="6514"/>
                </a:lnTo>
                <a:close/>
                <a:moveTo>
                  <a:pt x="4239" y="1"/>
                </a:moveTo>
                <a:lnTo>
                  <a:pt x="4036" y="13"/>
                </a:lnTo>
                <a:lnTo>
                  <a:pt x="3691" y="167"/>
                </a:lnTo>
                <a:lnTo>
                  <a:pt x="3429" y="429"/>
                </a:lnTo>
                <a:lnTo>
                  <a:pt x="3274" y="786"/>
                </a:lnTo>
                <a:lnTo>
                  <a:pt x="3262" y="977"/>
                </a:lnTo>
                <a:lnTo>
                  <a:pt x="3262" y="1632"/>
                </a:lnTo>
                <a:lnTo>
                  <a:pt x="3286" y="1763"/>
                </a:lnTo>
                <a:lnTo>
                  <a:pt x="3453" y="1941"/>
                </a:lnTo>
                <a:lnTo>
                  <a:pt x="3584" y="1953"/>
                </a:lnTo>
                <a:lnTo>
                  <a:pt x="3715" y="1941"/>
                </a:lnTo>
                <a:lnTo>
                  <a:pt x="3894" y="1763"/>
                </a:lnTo>
                <a:lnTo>
                  <a:pt x="3917" y="1632"/>
                </a:lnTo>
                <a:lnTo>
                  <a:pt x="3917" y="977"/>
                </a:lnTo>
                <a:lnTo>
                  <a:pt x="3929" y="846"/>
                </a:lnTo>
                <a:lnTo>
                  <a:pt x="4108" y="667"/>
                </a:lnTo>
                <a:lnTo>
                  <a:pt x="4239" y="655"/>
                </a:lnTo>
                <a:lnTo>
                  <a:pt x="12050" y="655"/>
                </a:lnTo>
                <a:lnTo>
                  <a:pt x="12181" y="667"/>
                </a:lnTo>
                <a:lnTo>
                  <a:pt x="12359" y="846"/>
                </a:lnTo>
                <a:lnTo>
                  <a:pt x="12383" y="977"/>
                </a:lnTo>
                <a:lnTo>
                  <a:pt x="12383" y="7490"/>
                </a:lnTo>
                <a:lnTo>
                  <a:pt x="12359" y="7621"/>
                </a:lnTo>
                <a:lnTo>
                  <a:pt x="12181" y="7800"/>
                </a:lnTo>
                <a:lnTo>
                  <a:pt x="12050" y="7811"/>
                </a:lnTo>
                <a:lnTo>
                  <a:pt x="11728" y="7811"/>
                </a:lnTo>
                <a:lnTo>
                  <a:pt x="11728" y="6847"/>
                </a:lnTo>
                <a:lnTo>
                  <a:pt x="11716" y="6645"/>
                </a:lnTo>
                <a:lnTo>
                  <a:pt x="11561" y="6287"/>
                </a:lnTo>
                <a:lnTo>
                  <a:pt x="11300" y="6025"/>
                </a:lnTo>
                <a:lnTo>
                  <a:pt x="10954" y="5883"/>
                </a:lnTo>
                <a:lnTo>
                  <a:pt x="10752" y="5871"/>
                </a:lnTo>
                <a:lnTo>
                  <a:pt x="8799" y="5871"/>
                </a:lnTo>
                <a:lnTo>
                  <a:pt x="8597" y="5883"/>
                </a:lnTo>
                <a:lnTo>
                  <a:pt x="8251" y="6025"/>
                </a:lnTo>
                <a:lnTo>
                  <a:pt x="7989" y="6287"/>
                </a:lnTo>
                <a:lnTo>
                  <a:pt x="7835" y="6645"/>
                </a:lnTo>
                <a:lnTo>
                  <a:pt x="7823" y="6847"/>
                </a:lnTo>
                <a:lnTo>
                  <a:pt x="7823" y="7811"/>
                </a:lnTo>
                <a:lnTo>
                  <a:pt x="7168" y="7811"/>
                </a:lnTo>
                <a:lnTo>
                  <a:pt x="7037" y="7835"/>
                </a:lnTo>
                <a:lnTo>
                  <a:pt x="6858" y="8014"/>
                </a:lnTo>
                <a:lnTo>
                  <a:pt x="6846" y="8145"/>
                </a:lnTo>
                <a:lnTo>
                  <a:pt x="6858" y="8276"/>
                </a:lnTo>
                <a:lnTo>
                  <a:pt x="7037" y="8454"/>
                </a:lnTo>
                <a:lnTo>
                  <a:pt x="7168" y="8466"/>
                </a:lnTo>
                <a:lnTo>
                  <a:pt x="12050" y="8466"/>
                </a:lnTo>
                <a:lnTo>
                  <a:pt x="12252" y="8454"/>
                </a:lnTo>
                <a:lnTo>
                  <a:pt x="12609" y="8312"/>
                </a:lnTo>
                <a:lnTo>
                  <a:pt x="12871" y="8038"/>
                </a:lnTo>
                <a:lnTo>
                  <a:pt x="13014" y="7692"/>
                </a:lnTo>
                <a:lnTo>
                  <a:pt x="13026" y="7490"/>
                </a:lnTo>
                <a:lnTo>
                  <a:pt x="13026" y="977"/>
                </a:lnTo>
                <a:lnTo>
                  <a:pt x="13014" y="786"/>
                </a:lnTo>
                <a:lnTo>
                  <a:pt x="12871" y="429"/>
                </a:lnTo>
                <a:lnTo>
                  <a:pt x="12597" y="167"/>
                </a:lnTo>
                <a:lnTo>
                  <a:pt x="12252" y="13"/>
                </a:lnTo>
                <a:lnTo>
                  <a:pt x="12050" y="1"/>
                </a:lnTo>
                <a:close/>
                <a:moveTo>
                  <a:pt x="4108" y="7823"/>
                </a:moveTo>
                <a:lnTo>
                  <a:pt x="4489" y="7907"/>
                </a:lnTo>
                <a:lnTo>
                  <a:pt x="4846" y="8050"/>
                </a:lnTo>
                <a:lnTo>
                  <a:pt x="5156" y="8264"/>
                </a:lnTo>
                <a:lnTo>
                  <a:pt x="5418" y="8526"/>
                </a:lnTo>
                <a:lnTo>
                  <a:pt x="5632" y="8835"/>
                </a:lnTo>
                <a:lnTo>
                  <a:pt x="5775" y="9193"/>
                </a:lnTo>
                <a:lnTo>
                  <a:pt x="5858" y="9574"/>
                </a:lnTo>
                <a:lnTo>
                  <a:pt x="5870" y="9776"/>
                </a:lnTo>
                <a:lnTo>
                  <a:pt x="655" y="9776"/>
                </a:lnTo>
                <a:lnTo>
                  <a:pt x="667" y="9574"/>
                </a:lnTo>
                <a:lnTo>
                  <a:pt x="738" y="9193"/>
                </a:lnTo>
                <a:lnTo>
                  <a:pt x="893" y="8835"/>
                </a:lnTo>
                <a:lnTo>
                  <a:pt x="1107" y="8526"/>
                </a:lnTo>
                <a:lnTo>
                  <a:pt x="1369" y="8264"/>
                </a:lnTo>
                <a:lnTo>
                  <a:pt x="1679" y="8050"/>
                </a:lnTo>
                <a:lnTo>
                  <a:pt x="2024" y="7907"/>
                </a:lnTo>
                <a:lnTo>
                  <a:pt x="2405" y="7823"/>
                </a:lnTo>
                <a:close/>
                <a:moveTo>
                  <a:pt x="2608" y="7168"/>
                </a:moveTo>
                <a:lnTo>
                  <a:pt x="2346" y="7180"/>
                </a:lnTo>
                <a:lnTo>
                  <a:pt x="1834" y="7276"/>
                </a:lnTo>
                <a:lnTo>
                  <a:pt x="1369" y="7478"/>
                </a:lnTo>
                <a:lnTo>
                  <a:pt x="953" y="7764"/>
                </a:lnTo>
                <a:lnTo>
                  <a:pt x="595" y="8109"/>
                </a:lnTo>
                <a:lnTo>
                  <a:pt x="310" y="8526"/>
                </a:lnTo>
                <a:lnTo>
                  <a:pt x="119" y="8990"/>
                </a:lnTo>
                <a:lnTo>
                  <a:pt x="12" y="9502"/>
                </a:lnTo>
                <a:lnTo>
                  <a:pt x="0" y="9776"/>
                </a:lnTo>
                <a:lnTo>
                  <a:pt x="12" y="9907"/>
                </a:lnTo>
                <a:lnTo>
                  <a:pt x="107" y="10133"/>
                </a:lnTo>
                <a:lnTo>
                  <a:pt x="286" y="10312"/>
                </a:lnTo>
                <a:lnTo>
                  <a:pt x="524" y="10419"/>
                </a:lnTo>
                <a:lnTo>
                  <a:pt x="6001" y="10419"/>
                </a:lnTo>
                <a:lnTo>
                  <a:pt x="6227" y="10312"/>
                </a:lnTo>
                <a:lnTo>
                  <a:pt x="6406" y="10133"/>
                </a:lnTo>
                <a:lnTo>
                  <a:pt x="6513" y="9907"/>
                </a:lnTo>
                <a:lnTo>
                  <a:pt x="6513" y="9776"/>
                </a:lnTo>
                <a:lnTo>
                  <a:pt x="6501" y="9502"/>
                </a:lnTo>
                <a:lnTo>
                  <a:pt x="6406" y="8990"/>
                </a:lnTo>
                <a:lnTo>
                  <a:pt x="6203" y="8526"/>
                </a:lnTo>
                <a:lnTo>
                  <a:pt x="5930" y="8109"/>
                </a:lnTo>
                <a:lnTo>
                  <a:pt x="5572" y="7764"/>
                </a:lnTo>
                <a:lnTo>
                  <a:pt x="5156" y="7478"/>
                </a:lnTo>
                <a:lnTo>
                  <a:pt x="4691" y="7276"/>
                </a:lnTo>
                <a:lnTo>
                  <a:pt x="4179" y="7180"/>
                </a:lnTo>
                <a:lnTo>
                  <a:pt x="3917" y="7168"/>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2" name="Google Shape;3022;p173"/>
          <p:cNvSpPr/>
          <p:nvPr/>
        </p:nvSpPr>
        <p:spPr>
          <a:xfrm>
            <a:off x="6616306" y="7702324"/>
            <a:ext cx="565726" cy="495302"/>
          </a:xfrm>
          <a:custGeom>
            <a:rect b="b" l="l" r="r" t="t"/>
            <a:pathLst>
              <a:path extrusionOk="0" h="9122" w="10419">
                <a:moveTo>
                  <a:pt x="2929" y="1953"/>
                </a:moveTo>
                <a:lnTo>
                  <a:pt x="2798" y="1977"/>
                </a:lnTo>
                <a:lnTo>
                  <a:pt x="2620" y="2144"/>
                </a:lnTo>
                <a:lnTo>
                  <a:pt x="2608" y="2275"/>
                </a:lnTo>
                <a:lnTo>
                  <a:pt x="2620" y="2406"/>
                </a:lnTo>
                <a:lnTo>
                  <a:pt x="2798" y="2584"/>
                </a:lnTo>
                <a:lnTo>
                  <a:pt x="2929" y="2608"/>
                </a:lnTo>
                <a:lnTo>
                  <a:pt x="7490" y="2608"/>
                </a:lnTo>
                <a:lnTo>
                  <a:pt x="7621" y="2584"/>
                </a:lnTo>
                <a:lnTo>
                  <a:pt x="7799" y="2406"/>
                </a:lnTo>
                <a:lnTo>
                  <a:pt x="7811" y="2275"/>
                </a:lnTo>
                <a:lnTo>
                  <a:pt x="7799" y="2144"/>
                </a:lnTo>
                <a:lnTo>
                  <a:pt x="7621" y="1977"/>
                </a:lnTo>
                <a:lnTo>
                  <a:pt x="7490" y="1953"/>
                </a:lnTo>
                <a:close/>
                <a:moveTo>
                  <a:pt x="2929" y="3906"/>
                </a:moveTo>
                <a:lnTo>
                  <a:pt x="2798" y="3930"/>
                </a:lnTo>
                <a:lnTo>
                  <a:pt x="2620" y="4108"/>
                </a:lnTo>
                <a:lnTo>
                  <a:pt x="2608" y="4239"/>
                </a:lnTo>
                <a:lnTo>
                  <a:pt x="2620" y="4358"/>
                </a:lnTo>
                <a:lnTo>
                  <a:pt x="2798" y="4537"/>
                </a:lnTo>
                <a:lnTo>
                  <a:pt x="2929" y="4561"/>
                </a:lnTo>
                <a:lnTo>
                  <a:pt x="6192" y="4561"/>
                </a:lnTo>
                <a:lnTo>
                  <a:pt x="6323" y="4537"/>
                </a:lnTo>
                <a:lnTo>
                  <a:pt x="6489" y="4358"/>
                </a:lnTo>
                <a:lnTo>
                  <a:pt x="6513" y="4239"/>
                </a:lnTo>
                <a:lnTo>
                  <a:pt x="6489" y="4108"/>
                </a:lnTo>
                <a:lnTo>
                  <a:pt x="6323" y="3930"/>
                </a:lnTo>
                <a:lnTo>
                  <a:pt x="6192" y="3906"/>
                </a:lnTo>
                <a:close/>
                <a:moveTo>
                  <a:pt x="2929" y="5859"/>
                </a:moveTo>
                <a:lnTo>
                  <a:pt x="2798" y="5882"/>
                </a:lnTo>
                <a:lnTo>
                  <a:pt x="2620" y="6061"/>
                </a:lnTo>
                <a:lnTo>
                  <a:pt x="2608" y="6192"/>
                </a:lnTo>
                <a:lnTo>
                  <a:pt x="2620" y="6311"/>
                </a:lnTo>
                <a:lnTo>
                  <a:pt x="2798" y="6490"/>
                </a:lnTo>
                <a:lnTo>
                  <a:pt x="2929" y="6513"/>
                </a:lnTo>
                <a:lnTo>
                  <a:pt x="8787" y="6513"/>
                </a:lnTo>
                <a:lnTo>
                  <a:pt x="8918" y="6490"/>
                </a:lnTo>
                <a:lnTo>
                  <a:pt x="9097" y="6311"/>
                </a:lnTo>
                <a:lnTo>
                  <a:pt x="9121" y="6192"/>
                </a:lnTo>
                <a:lnTo>
                  <a:pt x="9097" y="6061"/>
                </a:lnTo>
                <a:lnTo>
                  <a:pt x="8918" y="5882"/>
                </a:lnTo>
                <a:lnTo>
                  <a:pt x="8787" y="5859"/>
                </a:lnTo>
                <a:close/>
                <a:moveTo>
                  <a:pt x="334" y="0"/>
                </a:moveTo>
                <a:lnTo>
                  <a:pt x="203" y="24"/>
                </a:lnTo>
                <a:lnTo>
                  <a:pt x="24" y="191"/>
                </a:lnTo>
                <a:lnTo>
                  <a:pt x="0" y="322"/>
                </a:lnTo>
                <a:lnTo>
                  <a:pt x="0" y="7490"/>
                </a:lnTo>
                <a:lnTo>
                  <a:pt x="12" y="7657"/>
                </a:lnTo>
                <a:lnTo>
                  <a:pt x="72" y="7978"/>
                </a:lnTo>
                <a:lnTo>
                  <a:pt x="191" y="8264"/>
                </a:lnTo>
                <a:lnTo>
                  <a:pt x="369" y="8526"/>
                </a:lnTo>
                <a:lnTo>
                  <a:pt x="596" y="8752"/>
                </a:lnTo>
                <a:lnTo>
                  <a:pt x="858" y="8919"/>
                </a:lnTo>
                <a:lnTo>
                  <a:pt x="1143" y="9050"/>
                </a:lnTo>
                <a:lnTo>
                  <a:pt x="1465" y="9109"/>
                </a:lnTo>
                <a:lnTo>
                  <a:pt x="1631" y="9121"/>
                </a:lnTo>
                <a:lnTo>
                  <a:pt x="10097" y="9121"/>
                </a:lnTo>
                <a:lnTo>
                  <a:pt x="10228" y="9097"/>
                </a:lnTo>
                <a:lnTo>
                  <a:pt x="10407" y="8919"/>
                </a:lnTo>
                <a:lnTo>
                  <a:pt x="10419" y="8788"/>
                </a:lnTo>
                <a:lnTo>
                  <a:pt x="10407" y="8657"/>
                </a:lnTo>
                <a:lnTo>
                  <a:pt x="10228" y="8478"/>
                </a:lnTo>
                <a:lnTo>
                  <a:pt x="10097" y="8466"/>
                </a:lnTo>
                <a:lnTo>
                  <a:pt x="1631" y="8466"/>
                </a:lnTo>
                <a:lnTo>
                  <a:pt x="1429" y="8454"/>
                </a:lnTo>
                <a:lnTo>
                  <a:pt x="1084" y="8299"/>
                </a:lnTo>
                <a:lnTo>
                  <a:pt x="810" y="8038"/>
                </a:lnTo>
                <a:lnTo>
                  <a:pt x="667" y="7692"/>
                </a:lnTo>
                <a:lnTo>
                  <a:pt x="655" y="7490"/>
                </a:lnTo>
                <a:lnTo>
                  <a:pt x="655" y="322"/>
                </a:lnTo>
                <a:lnTo>
                  <a:pt x="631" y="191"/>
                </a:lnTo>
                <a:lnTo>
                  <a:pt x="453" y="24"/>
                </a:lnTo>
                <a:lnTo>
                  <a:pt x="334"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3" name="Google Shape;3023;p173"/>
          <p:cNvSpPr/>
          <p:nvPr/>
        </p:nvSpPr>
        <p:spPr>
          <a:xfrm>
            <a:off x="7695315" y="7702324"/>
            <a:ext cx="565726" cy="495302"/>
          </a:xfrm>
          <a:custGeom>
            <a:rect b="b" l="l" r="r" t="t"/>
            <a:pathLst>
              <a:path extrusionOk="0" h="9122" w="10419">
                <a:moveTo>
                  <a:pt x="2930" y="4561"/>
                </a:moveTo>
                <a:lnTo>
                  <a:pt x="2799" y="4573"/>
                </a:lnTo>
                <a:lnTo>
                  <a:pt x="2620" y="4751"/>
                </a:lnTo>
                <a:lnTo>
                  <a:pt x="2596" y="4882"/>
                </a:lnTo>
                <a:lnTo>
                  <a:pt x="2596" y="6835"/>
                </a:lnTo>
                <a:lnTo>
                  <a:pt x="2620" y="6966"/>
                </a:lnTo>
                <a:lnTo>
                  <a:pt x="2799" y="7145"/>
                </a:lnTo>
                <a:lnTo>
                  <a:pt x="2930" y="7168"/>
                </a:lnTo>
                <a:lnTo>
                  <a:pt x="3061" y="7145"/>
                </a:lnTo>
                <a:lnTo>
                  <a:pt x="3227" y="6966"/>
                </a:lnTo>
                <a:lnTo>
                  <a:pt x="3251" y="6835"/>
                </a:lnTo>
                <a:lnTo>
                  <a:pt x="3251" y="4882"/>
                </a:lnTo>
                <a:lnTo>
                  <a:pt x="3227" y="4751"/>
                </a:lnTo>
                <a:lnTo>
                  <a:pt x="3061" y="4573"/>
                </a:lnTo>
                <a:lnTo>
                  <a:pt x="2930" y="4561"/>
                </a:lnTo>
                <a:close/>
                <a:moveTo>
                  <a:pt x="4882" y="1953"/>
                </a:moveTo>
                <a:lnTo>
                  <a:pt x="4751" y="1977"/>
                </a:lnTo>
                <a:lnTo>
                  <a:pt x="4573" y="2144"/>
                </a:lnTo>
                <a:lnTo>
                  <a:pt x="4549" y="2275"/>
                </a:lnTo>
                <a:lnTo>
                  <a:pt x="4549" y="6835"/>
                </a:lnTo>
                <a:lnTo>
                  <a:pt x="4573" y="6966"/>
                </a:lnTo>
                <a:lnTo>
                  <a:pt x="4751" y="7145"/>
                </a:lnTo>
                <a:lnTo>
                  <a:pt x="4882" y="7168"/>
                </a:lnTo>
                <a:lnTo>
                  <a:pt x="5013" y="7145"/>
                </a:lnTo>
                <a:lnTo>
                  <a:pt x="5180" y="6966"/>
                </a:lnTo>
                <a:lnTo>
                  <a:pt x="5204" y="6835"/>
                </a:lnTo>
                <a:lnTo>
                  <a:pt x="5204" y="2275"/>
                </a:lnTo>
                <a:lnTo>
                  <a:pt x="5180" y="2144"/>
                </a:lnTo>
                <a:lnTo>
                  <a:pt x="5013" y="1977"/>
                </a:lnTo>
                <a:lnTo>
                  <a:pt x="4882" y="1953"/>
                </a:lnTo>
                <a:close/>
                <a:moveTo>
                  <a:pt x="6835" y="3251"/>
                </a:moveTo>
                <a:lnTo>
                  <a:pt x="6704" y="3275"/>
                </a:lnTo>
                <a:lnTo>
                  <a:pt x="6525" y="3453"/>
                </a:lnTo>
                <a:lnTo>
                  <a:pt x="6502" y="3584"/>
                </a:lnTo>
                <a:lnTo>
                  <a:pt x="6502" y="6835"/>
                </a:lnTo>
                <a:lnTo>
                  <a:pt x="6525" y="6966"/>
                </a:lnTo>
                <a:lnTo>
                  <a:pt x="6704" y="7145"/>
                </a:lnTo>
                <a:lnTo>
                  <a:pt x="6835" y="7168"/>
                </a:lnTo>
                <a:lnTo>
                  <a:pt x="6966" y="7145"/>
                </a:lnTo>
                <a:lnTo>
                  <a:pt x="7145" y="6966"/>
                </a:lnTo>
                <a:lnTo>
                  <a:pt x="7157" y="6835"/>
                </a:lnTo>
                <a:lnTo>
                  <a:pt x="7157" y="3584"/>
                </a:lnTo>
                <a:lnTo>
                  <a:pt x="7145" y="3453"/>
                </a:lnTo>
                <a:lnTo>
                  <a:pt x="6966" y="3275"/>
                </a:lnTo>
                <a:lnTo>
                  <a:pt x="6835" y="3251"/>
                </a:lnTo>
                <a:close/>
                <a:moveTo>
                  <a:pt x="8788" y="1298"/>
                </a:moveTo>
                <a:lnTo>
                  <a:pt x="8657" y="1322"/>
                </a:lnTo>
                <a:lnTo>
                  <a:pt x="8478" y="1501"/>
                </a:lnTo>
                <a:lnTo>
                  <a:pt x="8454" y="1632"/>
                </a:lnTo>
                <a:lnTo>
                  <a:pt x="8454" y="6835"/>
                </a:lnTo>
                <a:lnTo>
                  <a:pt x="8478" y="6966"/>
                </a:lnTo>
                <a:lnTo>
                  <a:pt x="8657" y="7145"/>
                </a:lnTo>
                <a:lnTo>
                  <a:pt x="8788" y="7168"/>
                </a:lnTo>
                <a:lnTo>
                  <a:pt x="8919" y="7145"/>
                </a:lnTo>
                <a:lnTo>
                  <a:pt x="9097" y="6966"/>
                </a:lnTo>
                <a:lnTo>
                  <a:pt x="9109" y="6835"/>
                </a:lnTo>
                <a:lnTo>
                  <a:pt x="9109" y="1632"/>
                </a:lnTo>
                <a:lnTo>
                  <a:pt x="9097" y="1501"/>
                </a:lnTo>
                <a:lnTo>
                  <a:pt x="8919" y="1322"/>
                </a:lnTo>
                <a:lnTo>
                  <a:pt x="8788" y="1298"/>
                </a:lnTo>
                <a:close/>
                <a:moveTo>
                  <a:pt x="322" y="0"/>
                </a:moveTo>
                <a:lnTo>
                  <a:pt x="191" y="24"/>
                </a:lnTo>
                <a:lnTo>
                  <a:pt x="12" y="191"/>
                </a:lnTo>
                <a:lnTo>
                  <a:pt x="1" y="322"/>
                </a:lnTo>
                <a:lnTo>
                  <a:pt x="1" y="7490"/>
                </a:lnTo>
                <a:lnTo>
                  <a:pt x="1" y="7657"/>
                </a:lnTo>
                <a:lnTo>
                  <a:pt x="60" y="7978"/>
                </a:lnTo>
                <a:lnTo>
                  <a:pt x="191" y="8264"/>
                </a:lnTo>
                <a:lnTo>
                  <a:pt x="370" y="8526"/>
                </a:lnTo>
                <a:lnTo>
                  <a:pt x="584" y="8752"/>
                </a:lnTo>
                <a:lnTo>
                  <a:pt x="846" y="8919"/>
                </a:lnTo>
                <a:lnTo>
                  <a:pt x="1144" y="9050"/>
                </a:lnTo>
                <a:lnTo>
                  <a:pt x="1453" y="9109"/>
                </a:lnTo>
                <a:lnTo>
                  <a:pt x="1620" y="9121"/>
                </a:lnTo>
                <a:lnTo>
                  <a:pt x="10086" y="9121"/>
                </a:lnTo>
                <a:lnTo>
                  <a:pt x="10217" y="9097"/>
                </a:lnTo>
                <a:lnTo>
                  <a:pt x="10395" y="8919"/>
                </a:lnTo>
                <a:lnTo>
                  <a:pt x="10419" y="8788"/>
                </a:lnTo>
                <a:lnTo>
                  <a:pt x="10395" y="8657"/>
                </a:lnTo>
                <a:lnTo>
                  <a:pt x="10217" y="8478"/>
                </a:lnTo>
                <a:lnTo>
                  <a:pt x="10086" y="8466"/>
                </a:lnTo>
                <a:lnTo>
                  <a:pt x="1620" y="8466"/>
                </a:lnTo>
                <a:lnTo>
                  <a:pt x="1429" y="8454"/>
                </a:lnTo>
                <a:lnTo>
                  <a:pt x="1072" y="8299"/>
                </a:lnTo>
                <a:lnTo>
                  <a:pt x="810" y="8038"/>
                </a:lnTo>
                <a:lnTo>
                  <a:pt x="655" y="7692"/>
                </a:lnTo>
                <a:lnTo>
                  <a:pt x="644" y="7490"/>
                </a:lnTo>
                <a:lnTo>
                  <a:pt x="644" y="322"/>
                </a:lnTo>
                <a:lnTo>
                  <a:pt x="632" y="191"/>
                </a:lnTo>
                <a:lnTo>
                  <a:pt x="453" y="24"/>
                </a:lnTo>
                <a:lnTo>
                  <a:pt x="32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4" name="Google Shape;3024;p173"/>
          <p:cNvSpPr/>
          <p:nvPr/>
        </p:nvSpPr>
        <p:spPr>
          <a:xfrm>
            <a:off x="1152625" y="7666759"/>
            <a:ext cx="707334" cy="565726"/>
          </a:xfrm>
          <a:custGeom>
            <a:rect b="b" l="l" r="r" t="t"/>
            <a:pathLst>
              <a:path extrusionOk="0" h="10419" w="13027">
                <a:moveTo>
                  <a:pt x="334" y="1"/>
                </a:moveTo>
                <a:lnTo>
                  <a:pt x="203" y="24"/>
                </a:lnTo>
                <a:lnTo>
                  <a:pt x="24" y="203"/>
                </a:lnTo>
                <a:lnTo>
                  <a:pt x="0" y="334"/>
                </a:lnTo>
                <a:lnTo>
                  <a:pt x="24" y="465"/>
                </a:lnTo>
                <a:lnTo>
                  <a:pt x="203" y="644"/>
                </a:lnTo>
                <a:lnTo>
                  <a:pt x="334" y="655"/>
                </a:lnTo>
                <a:lnTo>
                  <a:pt x="1370" y="655"/>
                </a:lnTo>
                <a:lnTo>
                  <a:pt x="2941" y="7561"/>
                </a:lnTo>
                <a:lnTo>
                  <a:pt x="2977" y="7669"/>
                </a:lnTo>
                <a:lnTo>
                  <a:pt x="3144" y="7811"/>
                </a:lnTo>
                <a:lnTo>
                  <a:pt x="3263" y="7823"/>
                </a:lnTo>
                <a:lnTo>
                  <a:pt x="6525" y="7823"/>
                </a:lnTo>
                <a:lnTo>
                  <a:pt x="6513" y="7657"/>
                </a:lnTo>
                <a:lnTo>
                  <a:pt x="6513" y="7490"/>
                </a:lnTo>
                <a:lnTo>
                  <a:pt x="6513" y="7335"/>
                </a:lnTo>
                <a:lnTo>
                  <a:pt x="6525" y="7168"/>
                </a:lnTo>
                <a:lnTo>
                  <a:pt x="3513" y="7168"/>
                </a:lnTo>
                <a:lnTo>
                  <a:pt x="3215" y="5871"/>
                </a:lnTo>
                <a:lnTo>
                  <a:pt x="6906" y="5871"/>
                </a:lnTo>
                <a:lnTo>
                  <a:pt x="7097" y="5525"/>
                </a:lnTo>
                <a:lnTo>
                  <a:pt x="7335" y="5216"/>
                </a:lnTo>
                <a:lnTo>
                  <a:pt x="3060" y="5216"/>
                </a:lnTo>
                <a:lnTo>
                  <a:pt x="2191" y="1310"/>
                </a:lnTo>
                <a:lnTo>
                  <a:pt x="11026" y="1310"/>
                </a:lnTo>
                <a:lnTo>
                  <a:pt x="10288" y="3918"/>
                </a:lnTo>
                <a:lnTo>
                  <a:pt x="10621" y="3942"/>
                </a:lnTo>
                <a:lnTo>
                  <a:pt x="10943" y="4013"/>
                </a:lnTo>
                <a:lnTo>
                  <a:pt x="11657" y="1489"/>
                </a:lnTo>
                <a:lnTo>
                  <a:pt x="11681" y="1322"/>
                </a:lnTo>
                <a:lnTo>
                  <a:pt x="11621" y="1036"/>
                </a:lnTo>
                <a:lnTo>
                  <a:pt x="11443" y="798"/>
                </a:lnTo>
                <a:lnTo>
                  <a:pt x="11181" y="667"/>
                </a:lnTo>
                <a:lnTo>
                  <a:pt x="11026" y="655"/>
                </a:lnTo>
                <a:lnTo>
                  <a:pt x="2036" y="655"/>
                </a:lnTo>
                <a:lnTo>
                  <a:pt x="1953" y="263"/>
                </a:lnTo>
                <a:lnTo>
                  <a:pt x="1905" y="155"/>
                </a:lnTo>
                <a:lnTo>
                  <a:pt x="1739" y="13"/>
                </a:lnTo>
                <a:lnTo>
                  <a:pt x="1608" y="1"/>
                </a:lnTo>
                <a:close/>
                <a:moveTo>
                  <a:pt x="11109" y="6525"/>
                </a:moveTo>
                <a:lnTo>
                  <a:pt x="11002" y="6609"/>
                </a:lnTo>
                <a:lnTo>
                  <a:pt x="9764" y="7847"/>
                </a:lnTo>
                <a:lnTo>
                  <a:pt x="9180" y="7264"/>
                </a:lnTo>
                <a:lnTo>
                  <a:pt x="9085" y="7180"/>
                </a:lnTo>
                <a:lnTo>
                  <a:pt x="8835" y="7180"/>
                </a:lnTo>
                <a:lnTo>
                  <a:pt x="8728" y="7264"/>
                </a:lnTo>
                <a:lnTo>
                  <a:pt x="8645" y="7371"/>
                </a:lnTo>
                <a:lnTo>
                  <a:pt x="8645" y="7621"/>
                </a:lnTo>
                <a:lnTo>
                  <a:pt x="8728" y="7728"/>
                </a:lnTo>
                <a:lnTo>
                  <a:pt x="9538" y="8538"/>
                </a:lnTo>
                <a:lnTo>
                  <a:pt x="9645" y="8621"/>
                </a:lnTo>
                <a:lnTo>
                  <a:pt x="9895" y="8621"/>
                </a:lnTo>
                <a:lnTo>
                  <a:pt x="10002" y="8538"/>
                </a:lnTo>
                <a:lnTo>
                  <a:pt x="11467" y="7073"/>
                </a:lnTo>
                <a:lnTo>
                  <a:pt x="11550" y="6966"/>
                </a:lnTo>
                <a:lnTo>
                  <a:pt x="11550" y="6716"/>
                </a:lnTo>
                <a:lnTo>
                  <a:pt x="11467" y="6609"/>
                </a:lnTo>
                <a:lnTo>
                  <a:pt x="11359" y="6525"/>
                </a:lnTo>
                <a:close/>
                <a:moveTo>
                  <a:pt x="3834" y="8800"/>
                </a:moveTo>
                <a:lnTo>
                  <a:pt x="4013" y="8871"/>
                </a:lnTo>
                <a:lnTo>
                  <a:pt x="4144" y="9014"/>
                </a:lnTo>
                <a:lnTo>
                  <a:pt x="4215" y="9181"/>
                </a:lnTo>
                <a:lnTo>
                  <a:pt x="4215" y="9288"/>
                </a:lnTo>
                <a:lnTo>
                  <a:pt x="4215" y="9383"/>
                </a:lnTo>
                <a:lnTo>
                  <a:pt x="4144" y="9562"/>
                </a:lnTo>
                <a:lnTo>
                  <a:pt x="4013" y="9693"/>
                </a:lnTo>
                <a:lnTo>
                  <a:pt x="3834" y="9764"/>
                </a:lnTo>
                <a:lnTo>
                  <a:pt x="3727" y="9776"/>
                </a:lnTo>
                <a:lnTo>
                  <a:pt x="3632" y="9764"/>
                </a:lnTo>
                <a:lnTo>
                  <a:pt x="3465" y="9693"/>
                </a:lnTo>
                <a:lnTo>
                  <a:pt x="3322" y="9562"/>
                </a:lnTo>
                <a:lnTo>
                  <a:pt x="3251" y="9383"/>
                </a:lnTo>
                <a:lnTo>
                  <a:pt x="3239" y="9288"/>
                </a:lnTo>
                <a:lnTo>
                  <a:pt x="3251" y="9181"/>
                </a:lnTo>
                <a:lnTo>
                  <a:pt x="3322" y="9014"/>
                </a:lnTo>
                <a:lnTo>
                  <a:pt x="3465" y="8871"/>
                </a:lnTo>
                <a:lnTo>
                  <a:pt x="3632" y="8800"/>
                </a:lnTo>
                <a:close/>
                <a:moveTo>
                  <a:pt x="10097" y="5216"/>
                </a:moveTo>
                <a:lnTo>
                  <a:pt x="10335" y="5228"/>
                </a:lnTo>
                <a:lnTo>
                  <a:pt x="10776" y="5311"/>
                </a:lnTo>
                <a:lnTo>
                  <a:pt x="11181" y="5490"/>
                </a:lnTo>
                <a:lnTo>
                  <a:pt x="11550" y="5728"/>
                </a:lnTo>
                <a:lnTo>
                  <a:pt x="11859" y="6037"/>
                </a:lnTo>
                <a:lnTo>
                  <a:pt x="12098" y="6406"/>
                </a:lnTo>
                <a:lnTo>
                  <a:pt x="12276" y="6811"/>
                </a:lnTo>
                <a:lnTo>
                  <a:pt x="12371" y="7264"/>
                </a:lnTo>
                <a:lnTo>
                  <a:pt x="12371" y="7490"/>
                </a:lnTo>
                <a:lnTo>
                  <a:pt x="12371" y="7728"/>
                </a:lnTo>
                <a:lnTo>
                  <a:pt x="12276" y="8169"/>
                </a:lnTo>
                <a:lnTo>
                  <a:pt x="12098" y="8585"/>
                </a:lnTo>
                <a:lnTo>
                  <a:pt x="11859" y="8943"/>
                </a:lnTo>
                <a:lnTo>
                  <a:pt x="11550" y="9252"/>
                </a:lnTo>
                <a:lnTo>
                  <a:pt x="11181" y="9502"/>
                </a:lnTo>
                <a:lnTo>
                  <a:pt x="10776" y="9669"/>
                </a:lnTo>
                <a:lnTo>
                  <a:pt x="10335" y="9764"/>
                </a:lnTo>
                <a:lnTo>
                  <a:pt x="10097" y="9776"/>
                </a:lnTo>
                <a:lnTo>
                  <a:pt x="9859" y="9764"/>
                </a:lnTo>
                <a:lnTo>
                  <a:pt x="9419" y="9669"/>
                </a:lnTo>
                <a:lnTo>
                  <a:pt x="9002" y="9502"/>
                </a:lnTo>
                <a:lnTo>
                  <a:pt x="8645" y="9252"/>
                </a:lnTo>
                <a:lnTo>
                  <a:pt x="8335" y="8943"/>
                </a:lnTo>
                <a:lnTo>
                  <a:pt x="8085" y="8585"/>
                </a:lnTo>
                <a:lnTo>
                  <a:pt x="7918" y="8169"/>
                </a:lnTo>
                <a:lnTo>
                  <a:pt x="7823" y="7728"/>
                </a:lnTo>
                <a:lnTo>
                  <a:pt x="7823" y="7490"/>
                </a:lnTo>
                <a:lnTo>
                  <a:pt x="7823" y="7264"/>
                </a:lnTo>
                <a:lnTo>
                  <a:pt x="7918" y="6811"/>
                </a:lnTo>
                <a:lnTo>
                  <a:pt x="8085" y="6406"/>
                </a:lnTo>
                <a:lnTo>
                  <a:pt x="8335" y="6037"/>
                </a:lnTo>
                <a:lnTo>
                  <a:pt x="8645" y="5728"/>
                </a:lnTo>
                <a:lnTo>
                  <a:pt x="9002" y="5490"/>
                </a:lnTo>
                <a:lnTo>
                  <a:pt x="9419" y="5311"/>
                </a:lnTo>
                <a:lnTo>
                  <a:pt x="9859" y="5228"/>
                </a:lnTo>
                <a:lnTo>
                  <a:pt x="10097" y="5216"/>
                </a:lnTo>
                <a:close/>
                <a:moveTo>
                  <a:pt x="3727" y="8145"/>
                </a:moveTo>
                <a:lnTo>
                  <a:pt x="3501" y="8157"/>
                </a:lnTo>
                <a:lnTo>
                  <a:pt x="3096" y="8335"/>
                </a:lnTo>
                <a:lnTo>
                  <a:pt x="2786" y="8645"/>
                </a:lnTo>
                <a:lnTo>
                  <a:pt x="2608" y="9050"/>
                </a:lnTo>
                <a:lnTo>
                  <a:pt x="2584" y="9288"/>
                </a:lnTo>
                <a:lnTo>
                  <a:pt x="2608" y="9514"/>
                </a:lnTo>
                <a:lnTo>
                  <a:pt x="2786" y="9931"/>
                </a:lnTo>
                <a:lnTo>
                  <a:pt x="3096" y="10228"/>
                </a:lnTo>
                <a:lnTo>
                  <a:pt x="3501" y="10407"/>
                </a:lnTo>
                <a:lnTo>
                  <a:pt x="3727" y="10419"/>
                </a:lnTo>
                <a:lnTo>
                  <a:pt x="3965" y="10407"/>
                </a:lnTo>
                <a:lnTo>
                  <a:pt x="4382" y="10228"/>
                </a:lnTo>
                <a:lnTo>
                  <a:pt x="4680" y="9931"/>
                </a:lnTo>
                <a:lnTo>
                  <a:pt x="4858" y="9514"/>
                </a:lnTo>
                <a:lnTo>
                  <a:pt x="4870" y="9288"/>
                </a:lnTo>
                <a:lnTo>
                  <a:pt x="4858" y="9050"/>
                </a:lnTo>
                <a:lnTo>
                  <a:pt x="4680" y="8645"/>
                </a:lnTo>
                <a:lnTo>
                  <a:pt x="4382" y="8335"/>
                </a:lnTo>
                <a:lnTo>
                  <a:pt x="3965" y="8157"/>
                </a:lnTo>
                <a:lnTo>
                  <a:pt x="3727" y="8145"/>
                </a:lnTo>
                <a:close/>
                <a:moveTo>
                  <a:pt x="10097" y="4561"/>
                </a:moveTo>
                <a:lnTo>
                  <a:pt x="9800" y="4573"/>
                </a:lnTo>
                <a:lnTo>
                  <a:pt x="9228" y="4692"/>
                </a:lnTo>
                <a:lnTo>
                  <a:pt x="8692" y="4918"/>
                </a:lnTo>
                <a:lnTo>
                  <a:pt x="8228" y="5228"/>
                </a:lnTo>
                <a:lnTo>
                  <a:pt x="7835" y="5621"/>
                </a:lnTo>
                <a:lnTo>
                  <a:pt x="7513" y="6097"/>
                </a:lnTo>
                <a:lnTo>
                  <a:pt x="7287" y="6621"/>
                </a:lnTo>
                <a:lnTo>
                  <a:pt x="7180" y="7192"/>
                </a:lnTo>
                <a:lnTo>
                  <a:pt x="7168" y="7490"/>
                </a:lnTo>
                <a:lnTo>
                  <a:pt x="7180" y="7800"/>
                </a:lnTo>
                <a:lnTo>
                  <a:pt x="7287" y="8371"/>
                </a:lnTo>
                <a:lnTo>
                  <a:pt x="7513" y="8895"/>
                </a:lnTo>
                <a:lnTo>
                  <a:pt x="7835" y="9359"/>
                </a:lnTo>
                <a:lnTo>
                  <a:pt x="8228" y="9752"/>
                </a:lnTo>
                <a:lnTo>
                  <a:pt x="8692" y="10074"/>
                </a:lnTo>
                <a:lnTo>
                  <a:pt x="9228" y="10300"/>
                </a:lnTo>
                <a:lnTo>
                  <a:pt x="9800" y="10419"/>
                </a:lnTo>
                <a:lnTo>
                  <a:pt x="10395" y="10419"/>
                </a:lnTo>
                <a:lnTo>
                  <a:pt x="10966" y="10300"/>
                </a:lnTo>
                <a:lnTo>
                  <a:pt x="11490" y="10074"/>
                </a:lnTo>
                <a:lnTo>
                  <a:pt x="11967" y="9752"/>
                </a:lnTo>
                <a:lnTo>
                  <a:pt x="12360" y="9359"/>
                </a:lnTo>
                <a:lnTo>
                  <a:pt x="12681" y="8895"/>
                </a:lnTo>
                <a:lnTo>
                  <a:pt x="12895" y="8371"/>
                </a:lnTo>
                <a:lnTo>
                  <a:pt x="13014" y="7800"/>
                </a:lnTo>
                <a:lnTo>
                  <a:pt x="13026" y="7490"/>
                </a:lnTo>
                <a:lnTo>
                  <a:pt x="13014" y="7192"/>
                </a:lnTo>
                <a:lnTo>
                  <a:pt x="12895" y="6621"/>
                </a:lnTo>
                <a:lnTo>
                  <a:pt x="12681" y="6097"/>
                </a:lnTo>
                <a:lnTo>
                  <a:pt x="12360" y="5621"/>
                </a:lnTo>
                <a:lnTo>
                  <a:pt x="11967" y="5228"/>
                </a:lnTo>
                <a:lnTo>
                  <a:pt x="11490" y="4918"/>
                </a:lnTo>
                <a:lnTo>
                  <a:pt x="10966" y="4692"/>
                </a:lnTo>
                <a:lnTo>
                  <a:pt x="10395" y="4573"/>
                </a:lnTo>
                <a:lnTo>
                  <a:pt x="10097" y="456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5" name="Google Shape;3025;p173"/>
          <p:cNvSpPr/>
          <p:nvPr/>
        </p:nvSpPr>
        <p:spPr>
          <a:xfrm>
            <a:off x="9852086" y="7702324"/>
            <a:ext cx="565726" cy="495302"/>
          </a:xfrm>
          <a:custGeom>
            <a:rect b="b" l="l" r="r" t="t"/>
            <a:pathLst>
              <a:path extrusionOk="0" h="9122" w="10419">
                <a:moveTo>
                  <a:pt x="2156" y="2620"/>
                </a:moveTo>
                <a:lnTo>
                  <a:pt x="2048" y="2703"/>
                </a:lnTo>
                <a:lnTo>
                  <a:pt x="1977" y="2810"/>
                </a:lnTo>
                <a:lnTo>
                  <a:pt x="1977" y="3061"/>
                </a:lnTo>
                <a:lnTo>
                  <a:pt x="2048" y="3156"/>
                </a:lnTo>
                <a:lnTo>
                  <a:pt x="4335" y="5442"/>
                </a:lnTo>
                <a:lnTo>
                  <a:pt x="4430" y="5513"/>
                </a:lnTo>
                <a:lnTo>
                  <a:pt x="4680" y="5513"/>
                </a:lnTo>
                <a:lnTo>
                  <a:pt x="4787" y="5442"/>
                </a:lnTo>
                <a:lnTo>
                  <a:pt x="6513" y="3715"/>
                </a:lnTo>
                <a:lnTo>
                  <a:pt x="8657" y="5859"/>
                </a:lnTo>
                <a:lnTo>
                  <a:pt x="6835" y="5859"/>
                </a:lnTo>
                <a:lnTo>
                  <a:pt x="6704" y="5882"/>
                </a:lnTo>
                <a:lnTo>
                  <a:pt x="6537" y="6061"/>
                </a:lnTo>
                <a:lnTo>
                  <a:pt x="6513" y="6192"/>
                </a:lnTo>
                <a:lnTo>
                  <a:pt x="6537" y="6323"/>
                </a:lnTo>
                <a:lnTo>
                  <a:pt x="6716" y="6490"/>
                </a:lnTo>
                <a:lnTo>
                  <a:pt x="6847" y="6513"/>
                </a:lnTo>
                <a:lnTo>
                  <a:pt x="9443" y="6513"/>
                </a:lnTo>
                <a:lnTo>
                  <a:pt x="9574" y="6490"/>
                </a:lnTo>
                <a:lnTo>
                  <a:pt x="9752" y="6323"/>
                </a:lnTo>
                <a:lnTo>
                  <a:pt x="9776" y="6192"/>
                </a:lnTo>
                <a:lnTo>
                  <a:pt x="9776" y="3584"/>
                </a:lnTo>
                <a:lnTo>
                  <a:pt x="9752" y="3453"/>
                </a:lnTo>
                <a:lnTo>
                  <a:pt x="9574" y="3275"/>
                </a:lnTo>
                <a:lnTo>
                  <a:pt x="9443" y="3251"/>
                </a:lnTo>
                <a:lnTo>
                  <a:pt x="9312" y="3275"/>
                </a:lnTo>
                <a:lnTo>
                  <a:pt x="9133" y="3453"/>
                </a:lnTo>
                <a:lnTo>
                  <a:pt x="9121" y="3584"/>
                </a:lnTo>
                <a:lnTo>
                  <a:pt x="9121" y="5406"/>
                </a:lnTo>
                <a:lnTo>
                  <a:pt x="6740" y="3025"/>
                </a:lnTo>
                <a:lnTo>
                  <a:pt x="6644" y="2941"/>
                </a:lnTo>
                <a:lnTo>
                  <a:pt x="6394" y="2941"/>
                </a:lnTo>
                <a:lnTo>
                  <a:pt x="6287" y="3025"/>
                </a:lnTo>
                <a:lnTo>
                  <a:pt x="4561" y="4751"/>
                </a:lnTo>
                <a:lnTo>
                  <a:pt x="2513" y="2703"/>
                </a:lnTo>
                <a:lnTo>
                  <a:pt x="2406" y="2620"/>
                </a:lnTo>
                <a:close/>
                <a:moveTo>
                  <a:pt x="322" y="0"/>
                </a:moveTo>
                <a:lnTo>
                  <a:pt x="191" y="24"/>
                </a:lnTo>
                <a:lnTo>
                  <a:pt x="24" y="191"/>
                </a:lnTo>
                <a:lnTo>
                  <a:pt x="0" y="322"/>
                </a:lnTo>
                <a:lnTo>
                  <a:pt x="0" y="7490"/>
                </a:lnTo>
                <a:lnTo>
                  <a:pt x="0" y="7657"/>
                </a:lnTo>
                <a:lnTo>
                  <a:pt x="72" y="7978"/>
                </a:lnTo>
                <a:lnTo>
                  <a:pt x="191" y="8264"/>
                </a:lnTo>
                <a:lnTo>
                  <a:pt x="370" y="8526"/>
                </a:lnTo>
                <a:lnTo>
                  <a:pt x="596" y="8752"/>
                </a:lnTo>
                <a:lnTo>
                  <a:pt x="846" y="8919"/>
                </a:lnTo>
                <a:lnTo>
                  <a:pt x="1144" y="9050"/>
                </a:lnTo>
                <a:lnTo>
                  <a:pt x="1465" y="9109"/>
                </a:lnTo>
                <a:lnTo>
                  <a:pt x="1632" y="9121"/>
                </a:lnTo>
                <a:lnTo>
                  <a:pt x="10097" y="9121"/>
                </a:lnTo>
                <a:lnTo>
                  <a:pt x="10228" y="9097"/>
                </a:lnTo>
                <a:lnTo>
                  <a:pt x="10407" y="8919"/>
                </a:lnTo>
                <a:lnTo>
                  <a:pt x="10419" y="8788"/>
                </a:lnTo>
                <a:lnTo>
                  <a:pt x="10407" y="8657"/>
                </a:lnTo>
                <a:lnTo>
                  <a:pt x="10228" y="8478"/>
                </a:lnTo>
                <a:lnTo>
                  <a:pt x="10097" y="8466"/>
                </a:lnTo>
                <a:lnTo>
                  <a:pt x="1632" y="8466"/>
                </a:lnTo>
                <a:lnTo>
                  <a:pt x="1429" y="8454"/>
                </a:lnTo>
                <a:lnTo>
                  <a:pt x="1084" y="8299"/>
                </a:lnTo>
                <a:lnTo>
                  <a:pt x="810" y="8038"/>
                </a:lnTo>
                <a:lnTo>
                  <a:pt x="667" y="7692"/>
                </a:lnTo>
                <a:lnTo>
                  <a:pt x="655" y="7490"/>
                </a:lnTo>
                <a:lnTo>
                  <a:pt x="655" y="322"/>
                </a:lnTo>
                <a:lnTo>
                  <a:pt x="632" y="191"/>
                </a:lnTo>
                <a:lnTo>
                  <a:pt x="453" y="24"/>
                </a:lnTo>
                <a:lnTo>
                  <a:pt x="32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6" name="Google Shape;3026;p173"/>
          <p:cNvSpPr/>
          <p:nvPr/>
        </p:nvSpPr>
        <p:spPr>
          <a:xfrm>
            <a:off x="10930444" y="7702324"/>
            <a:ext cx="566432" cy="495302"/>
          </a:xfrm>
          <a:custGeom>
            <a:rect b="b" l="l" r="r" t="t"/>
            <a:pathLst>
              <a:path extrusionOk="0" h="9122" w="10432">
                <a:moveTo>
                  <a:pt x="6847" y="1953"/>
                </a:moveTo>
                <a:lnTo>
                  <a:pt x="6716" y="1977"/>
                </a:lnTo>
                <a:lnTo>
                  <a:pt x="6538" y="2156"/>
                </a:lnTo>
                <a:lnTo>
                  <a:pt x="6514" y="2287"/>
                </a:lnTo>
                <a:lnTo>
                  <a:pt x="6538" y="2406"/>
                </a:lnTo>
                <a:lnTo>
                  <a:pt x="6716" y="2584"/>
                </a:lnTo>
                <a:lnTo>
                  <a:pt x="6847" y="2608"/>
                </a:lnTo>
                <a:lnTo>
                  <a:pt x="8657" y="2608"/>
                </a:lnTo>
                <a:lnTo>
                  <a:pt x="6514" y="4751"/>
                </a:lnTo>
                <a:lnTo>
                  <a:pt x="4787" y="3025"/>
                </a:lnTo>
                <a:lnTo>
                  <a:pt x="4692" y="2953"/>
                </a:lnTo>
                <a:lnTo>
                  <a:pt x="4442" y="2953"/>
                </a:lnTo>
                <a:lnTo>
                  <a:pt x="4335" y="3025"/>
                </a:lnTo>
                <a:lnTo>
                  <a:pt x="2049" y="5311"/>
                </a:lnTo>
                <a:lnTo>
                  <a:pt x="1977" y="5406"/>
                </a:lnTo>
                <a:lnTo>
                  <a:pt x="1977" y="5656"/>
                </a:lnTo>
                <a:lnTo>
                  <a:pt x="2049" y="5763"/>
                </a:lnTo>
                <a:lnTo>
                  <a:pt x="2156" y="5847"/>
                </a:lnTo>
                <a:lnTo>
                  <a:pt x="2406" y="5847"/>
                </a:lnTo>
                <a:lnTo>
                  <a:pt x="2513" y="5763"/>
                </a:lnTo>
                <a:lnTo>
                  <a:pt x="4549" y="3715"/>
                </a:lnTo>
                <a:lnTo>
                  <a:pt x="6288" y="5442"/>
                </a:lnTo>
                <a:lnTo>
                  <a:pt x="6395" y="5525"/>
                </a:lnTo>
                <a:lnTo>
                  <a:pt x="6645" y="5525"/>
                </a:lnTo>
                <a:lnTo>
                  <a:pt x="6752" y="5442"/>
                </a:lnTo>
                <a:lnTo>
                  <a:pt x="9122" y="3061"/>
                </a:lnTo>
                <a:lnTo>
                  <a:pt x="9122" y="4882"/>
                </a:lnTo>
                <a:lnTo>
                  <a:pt x="9145" y="5013"/>
                </a:lnTo>
                <a:lnTo>
                  <a:pt x="9312" y="5192"/>
                </a:lnTo>
                <a:lnTo>
                  <a:pt x="9443" y="5216"/>
                </a:lnTo>
                <a:lnTo>
                  <a:pt x="9574" y="5192"/>
                </a:lnTo>
                <a:lnTo>
                  <a:pt x="9753" y="5013"/>
                </a:lnTo>
                <a:lnTo>
                  <a:pt x="9776" y="4882"/>
                </a:lnTo>
                <a:lnTo>
                  <a:pt x="9776" y="2275"/>
                </a:lnTo>
                <a:lnTo>
                  <a:pt x="9753" y="2144"/>
                </a:lnTo>
                <a:lnTo>
                  <a:pt x="9574" y="1977"/>
                </a:lnTo>
                <a:lnTo>
                  <a:pt x="9443" y="1953"/>
                </a:lnTo>
                <a:close/>
                <a:moveTo>
                  <a:pt x="334" y="0"/>
                </a:moveTo>
                <a:lnTo>
                  <a:pt x="203" y="24"/>
                </a:lnTo>
                <a:lnTo>
                  <a:pt x="25" y="191"/>
                </a:lnTo>
                <a:lnTo>
                  <a:pt x="1" y="322"/>
                </a:lnTo>
                <a:lnTo>
                  <a:pt x="1" y="7490"/>
                </a:lnTo>
                <a:lnTo>
                  <a:pt x="13" y="7657"/>
                </a:lnTo>
                <a:lnTo>
                  <a:pt x="72" y="7978"/>
                </a:lnTo>
                <a:lnTo>
                  <a:pt x="203" y="8264"/>
                </a:lnTo>
                <a:lnTo>
                  <a:pt x="370" y="8526"/>
                </a:lnTo>
                <a:lnTo>
                  <a:pt x="596" y="8752"/>
                </a:lnTo>
                <a:lnTo>
                  <a:pt x="858" y="8919"/>
                </a:lnTo>
                <a:lnTo>
                  <a:pt x="1144" y="9050"/>
                </a:lnTo>
                <a:lnTo>
                  <a:pt x="1465" y="9109"/>
                </a:lnTo>
                <a:lnTo>
                  <a:pt x="1632" y="9121"/>
                </a:lnTo>
                <a:lnTo>
                  <a:pt x="10098" y="9121"/>
                </a:lnTo>
                <a:lnTo>
                  <a:pt x="10229" y="9097"/>
                </a:lnTo>
                <a:lnTo>
                  <a:pt x="10407" y="8919"/>
                </a:lnTo>
                <a:lnTo>
                  <a:pt x="10431" y="8788"/>
                </a:lnTo>
                <a:lnTo>
                  <a:pt x="10407" y="8657"/>
                </a:lnTo>
                <a:lnTo>
                  <a:pt x="10229" y="8478"/>
                </a:lnTo>
                <a:lnTo>
                  <a:pt x="10098" y="8466"/>
                </a:lnTo>
                <a:lnTo>
                  <a:pt x="1632" y="8466"/>
                </a:lnTo>
                <a:lnTo>
                  <a:pt x="1430" y="8454"/>
                </a:lnTo>
                <a:lnTo>
                  <a:pt x="1084" y="8299"/>
                </a:lnTo>
                <a:lnTo>
                  <a:pt x="823" y="8038"/>
                </a:lnTo>
                <a:lnTo>
                  <a:pt x="668" y="7692"/>
                </a:lnTo>
                <a:lnTo>
                  <a:pt x="656" y="7490"/>
                </a:lnTo>
                <a:lnTo>
                  <a:pt x="656" y="322"/>
                </a:lnTo>
                <a:lnTo>
                  <a:pt x="644" y="191"/>
                </a:lnTo>
                <a:lnTo>
                  <a:pt x="465" y="24"/>
                </a:lnTo>
                <a:lnTo>
                  <a:pt x="334"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7" name="Google Shape;3027;p173"/>
          <p:cNvSpPr/>
          <p:nvPr/>
        </p:nvSpPr>
        <p:spPr>
          <a:xfrm>
            <a:off x="12009508" y="7702976"/>
            <a:ext cx="565074" cy="494650"/>
          </a:xfrm>
          <a:custGeom>
            <a:rect b="b" l="l" r="r" t="t"/>
            <a:pathLst>
              <a:path extrusionOk="0" h="9110" w="10407">
                <a:moveTo>
                  <a:pt x="9978" y="0"/>
                </a:moveTo>
                <a:lnTo>
                  <a:pt x="9871" y="72"/>
                </a:lnTo>
                <a:lnTo>
                  <a:pt x="6513" y="3120"/>
                </a:lnTo>
                <a:lnTo>
                  <a:pt x="4132" y="739"/>
                </a:lnTo>
                <a:lnTo>
                  <a:pt x="4037" y="667"/>
                </a:lnTo>
                <a:lnTo>
                  <a:pt x="3810" y="643"/>
                </a:lnTo>
                <a:lnTo>
                  <a:pt x="3715" y="703"/>
                </a:lnTo>
                <a:lnTo>
                  <a:pt x="131" y="3310"/>
                </a:lnTo>
                <a:lnTo>
                  <a:pt x="36" y="3394"/>
                </a:lnTo>
                <a:lnTo>
                  <a:pt x="0" y="3644"/>
                </a:lnTo>
                <a:lnTo>
                  <a:pt x="60" y="3763"/>
                </a:lnTo>
                <a:lnTo>
                  <a:pt x="155" y="3858"/>
                </a:lnTo>
                <a:lnTo>
                  <a:pt x="393" y="3894"/>
                </a:lnTo>
                <a:lnTo>
                  <a:pt x="512" y="3834"/>
                </a:lnTo>
                <a:lnTo>
                  <a:pt x="3870" y="1370"/>
                </a:lnTo>
                <a:lnTo>
                  <a:pt x="6275" y="3799"/>
                </a:lnTo>
                <a:lnTo>
                  <a:pt x="6382" y="3882"/>
                </a:lnTo>
                <a:lnTo>
                  <a:pt x="6620" y="3882"/>
                </a:lnTo>
                <a:lnTo>
                  <a:pt x="6728" y="3811"/>
                </a:lnTo>
                <a:lnTo>
                  <a:pt x="10312" y="560"/>
                </a:lnTo>
                <a:lnTo>
                  <a:pt x="10395" y="453"/>
                </a:lnTo>
                <a:lnTo>
                  <a:pt x="10407" y="203"/>
                </a:lnTo>
                <a:lnTo>
                  <a:pt x="10335" y="96"/>
                </a:lnTo>
                <a:lnTo>
                  <a:pt x="10323" y="96"/>
                </a:lnTo>
                <a:lnTo>
                  <a:pt x="10228" y="12"/>
                </a:lnTo>
                <a:lnTo>
                  <a:pt x="9978" y="0"/>
                </a:lnTo>
                <a:close/>
                <a:moveTo>
                  <a:pt x="1298" y="6501"/>
                </a:moveTo>
                <a:lnTo>
                  <a:pt x="1429" y="6513"/>
                </a:lnTo>
                <a:lnTo>
                  <a:pt x="1608" y="6692"/>
                </a:lnTo>
                <a:lnTo>
                  <a:pt x="1620" y="6823"/>
                </a:lnTo>
                <a:lnTo>
                  <a:pt x="1620" y="8133"/>
                </a:lnTo>
                <a:lnTo>
                  <a:pt x="1608" y="8264"/>
                </a:lnTo>
                <a:lnTo>
                  <a:pt x="1429" y="8430"/>
                </a:lnTo>
                <a:lnTo>
                  <a:pt x="1298" y="8454"/>
                </a:lnTo>
                <a:lnTo>
                  <a:pt x="1167" y="8430"/>
                </a:lnTo>
                <a:lnTo>
                  <a:pt x="989" y="8264"/>
                </a:lnTo>
                <a:lnTo>
                  <a:pt x="977" y="8133"/>
                </a:lnTo>
                <a:lnTo>
                  <a:pt x="977" y="6823"/>
                </a:lnTo>
                <a:lnTo>
                  <a:pt x="989" y="6692"/>
                </a:lnTo>
                <a:lnTo>
                  <a:pt x="1167" y="6513"/>
                </a:lnTo>
                <a:lnTo>
                  <a:pt x="1298" y="6501"/>
                </a:lnTo>
                <a:close/>
                <a:moveTo>
                  <a:pt x="3906" y="4525"/>
                </a:moveTo>
                <a:lnTo>
                  <a:pt x="4037" y="4549"/>
                </a:lnTo>
                <a:lnTo>
                  <a:pt x="4215" y="4727"/>
                </a:lnTo>
                <a:lnTo>
                  <a:pt x="4227" y="4858"/>
                </a:lnTo>
                <a:lnTo>
                  <a:pt x="4227" y="8133"/>
                </a:lnTo>
                <a:lnTo>
                  <a:pt x="4215" y="8264"/>
                </a:lnTo>
                <a:lnTo>
                  <a:pt x="4037" y="8430"/>
                </a:lnTo>
                <a:lnTo>
                  <a:pt x="3906" y="8454"/>
                </a:lnTo>
                <a:lnTo>
                  <a:pt x="3775" y="8430"/>
                </a:lnTo>
                <a:lnTo>
                  <a:pt x="3596" y="8264"/>
                </a:lnTo>
                <a:lnTo>
                  <a:pt x="3572" y="8133"/>
                </a:lnTo>
                <a:lnTo>
                  <a:pt x="3572" y="4858"/>
                </a:lnTo>
                <a:lnTo>
                  <a:pt x="3596" y="4727"/>
                </a:lnTo>
                <a:lnTo>
                  <a:pt x="3775" y="4549"/>
                </a:lnTo>
                <a:lnTo>
                  <a:pt x="3906" y="4525"/>
                </a:lnTo>
                <a:close/>
                <a:moveTo>
                  <a:pt x="6501" y="5835"/>
                </a:moveTo>
                <a:lnTo>
                  <a:pt x="6632" y="5847"/>
                </a:lnTo>
                <a:lnTo>
                  <a:pt x="6811" y="6037"/>
                </a:lnTo>
                <a:lnTo>
                  <a:pt x="6835" y="6180"/>
                </a:lnTo>
                <a:lnTo>
                  <a:pt x="6835" y="8133"/>
                </a:lnTo>
                <a:lnTo>
                  <a:pt x="6811" y="8252"/>
                </a:lnTo>
                <a:lnTo>
                  <a:pt x="6632" y="8430"/>
                </a:lnTo>
                <a:lnTo>
                  <a:pt x="6501" y="8454"/>
                </a:lnTo>
                <a:lnTo>
                  <a:pt x="6370" y="8430"/>
                </a:lnTo>
                <a:lnTo>
                  <a:pt x="6204" y="8252"/>
                </a:lnTo>
                <a:lnTo>
                  <a:pt x="6180" y="8133"/>
                </a:lnTo>
                <a:lnTo>
                  <a:pt x="6180" y="6180"/>
                </a:lnTo>
                <a:lnTo>
                  <a:pt x="6204" y="6037"/>
                </a:lnTo>
                <a:lnTo>
                  <a:pt x="6370" y="5847"/>
                </a:lnTo>
                <a:lnTo>
                  <a:pt x="6501" y="5835"/>
                </a:lnTo>
                <a:close/>
                <a:moveTo>
                  <a:pt x="9109" y="4525"/>
                </a:moveTo>
                <a:lnTo>
                  <a:pt x="9240" y="4549"/>
                </a:lnTo>
                <a:lnTo>
                  <a:pt x="9419" y="4727"/>
                </a:lnTo>
                <a:lnTo>
                  <a:pt x="9430" y="4858"/>
                </a:lnTo>
                <a:lnTo>
                  <a:pt x="9430" y="8133"/>
                </a:lnTo>
                <a:lnTo>
                  <a:pt x="9419" y="8252"/>
                </a:lnTo>
                <a:lnTo>
                  <a:pt x="9240" y="8430"/>
                </a:lnTo>
                <a:lnTo>
                  <a:pt x="9109" y="8454"/>
                </a:lnTo>
                <a:lnTo>
                  <a:pt x="8978" y="8430"/>
                </a:lnTo>
                <a:lnTo>
                  <a:pt x="8799" y="8252"/>
                </a:lnTo>
                <a:lnTo>
                  <a:pt x="8787" y="8133"/>
                </a:lnTo>
                <a:lnTo>
                  <a:pt x="8787" y="4858"/>
                </a:lnTo>
                <a:lnTo>
                  <a:pt x="8799" y="4727"/>
                </a:lnTo>
                <a:lnTo>
                  <a:pt x="8978" y="4549"/>
                </a:lnTo>
                <a:lnTo>
                  <a:pt x="9109" y="4525"/>
                </a:lnTo>
                <a:close/>
                <a:moveTo>
                  <a:pt x="6513" y="5180"/>
                </a:moveTo>
                <a:lnTo>
                  <a:pt x="6311" y="5192"/>
                </a:lnTo>
                <a:lnTo>
                  <a:pt x="5954" y="5347"/>
                </a:lnTo>
                <a:lnTo>
                  <a:pt x="5692" y="5620"/>
                </a:lnTo>
                <a:lnTo>
                  <a:pt x="5549" y="5978"/>
                </a:lnTo>
                <a:lnTo>
                  <a:pt x="5537" y="6180"/>
                </a:lnTo>
                <a:lnTo>
                  <a:pt x="5537" y="8133"/>
                </a:lnTo>
                <a:lnTo>
                  <a:pt x="5549" y="8323"/>
                </a:lnTo>
                <a:lnTo>
                  <a:pt x="5692" y="8680"/>
                </a:lnTo>
                <a:lnTo>
                  <a:pt x="5954" y="8942"/>
                </a:lnTo>
                <a:lnTo>
                  <a:pt x="6311" y="9085"/>
                </a:lnTo>
                <a:lnTo>
                  <a:pt x="6513" y="9097"/>
                </a:lnTo>
                <a:lnTo>
                  <a:pt x="6704" y="9085"/>
                </a:lnTo>
                <a:lnTo>
                  <a:pt x="7061" y="8942"/>
                </a:lnTo>
                <a:lnTo>
                  <a:pt x="7323" y="8680"/>
                </a:lnTo>
                <a:lnTo>
                  <a:pt x="7466" y="8323"/>
                </a:lnTo>
                <a:lnTo>
                  <a:pt x="7490" y="8133"/>
                </a:lnTo>
                <a:lnTo>
                  <a:pt x="7490" y="6180"/>
                </a:lnTo>
                <a:lnTo>
                  <a:pt x="7466" y="5978"/>
                </a:lnTo>
                <a:lnTo>
                  <a:pt x="7323" y="5620"/>
                </a:lnTo>
                <a:lnTo>
                  <a:pt x="7061" y="5347"/>
                </a:lnTo>
                <a:lnTo>
                  <a:pt x="6704" y="5192"/>
                </a:lnTo>
                <a:lnTo>
                  <a:pt x="6513" y="5180"/>
                </a:lnTo>
                <a:close/>
                <a:moveTo>
                  <a:pt x="9109" y="3882"/>
                </a:moveTo>
                <a:lnTo>
                  <a:pt x="8907" y="3894"/>
                </a:lnTo>
                <a:lnTo>
                  <a:pt x="8561" y="4049"/>
                </a:lnTo>
                <a:lnTo>
                  <a:pt x="8299" y="4311"/>
                </a:lnTo>
                <a:lnTo>
                  <a:pt x="8145" y="4656"/>
                </a:lnTo>
                <a:lnTo>
                  <a:pt x="8133" y="4858"/>
                </a:lnTo>
                <a:lnTo>
                  <a:pt x="8133" y="8133"/>
                </a:lnTo>
                <a:lnTo>
                  <a:pt x="8145" y="8323"/>
                </a:lnTo>
                <a:lnTo>
                  <a:pt x="8299" y="8680"/>
                </a:lnTo>
                <a:lnTo>
                  <a:pt x="8561" y="8942"/>
                </a:lnTo>
                <a:lnTo>
                  <a:pt x="8907" y="9085"/>
                </a:lnTo>
                <a:lnTo>
                  <a:pt x="9109" y="9097"/>
                </a:lnTo>
                <a:lnTo>
                  <a:pt x="9311" y="9085"/>
                </a:lnTo>
                <a:lnTo>
                  <a:pt x="9657" y="8942"/>
                </a:lnTo>
                <a:lnTo>
                  <a:pt x="9931" y="8680"/>
                </a:lnTo>
                <a:lnTo>
                  <a:pt x="10073" y="8323"/>
                </a:lnTo>
                <a:lnTo>
                  <a:pt x="10085" y="8133"/>
                </a:lnTo>
                <a:lnTo>
                  <a:pt x="10085" y="4858"/>
                </a:lnTo>
                <a:lnTo>
                  <a:pt x="10073" y="4656"/>
                </a:lnTo>
                <a:lnTo>
                  <a:pt x="9931" y="4311"/>
                </a:lnTo>
                <a:lnTo>
                  <a:pt x="9657" y="4049"/>
                </a:lnTo>
                <a:lnTo>
                  <a:pt x="9311" y="3894"/>
                </a:lnTo>
                <a:lnTo>
                  <a:pt x="9109" y="3882"/>
                </a:lnTo>
                <a:close/>
                <a:moveTo>
                  <a:pt x="1298" y="5835"/>
                </a:moveTo>
                <a:lnTo>
                  <a:pt x="1096" y="5847"/>
                </a:lnTo>
                <a:lnTo>
                  <a:pt x="750" y="6001"/>
                </a:lnTo>
                <a:lnTo>
                  <a:pt x="488" y="6275"/>
                </a:lnTo>
                <a:lnTo>
                  <a:pt x="334" y="6621"/>
                </a:lnTo>
                <a:lnTo>
                  <a:pt x="322" y="6823"/>
                </a:lnTo>
                <a:lnTo>
                  <a:pt x="322" y="8133"/>
                </a:lnTo>
                <a:lnTo>
                  <a:pt x="334" y="8323"/>
                </a:lnTo>
                <a:lnTo>
                  <a:pt x="488" y="8680"/>
                </a:lnTo>
                <a:lnTo>
                  <a:pt x="750" y="8942"/>
                </a:lnTo>
                <a:lnTo>
                  <a:pt x="1096" y="9085"/>
                </a:lnTo>
                <a:lnTo>
                  <a:pt x="1298" y="9109"/>
                </a:lnTo>
                <a:lnTo>
                  <a:pt x="1501" y="9085"/>
                </a:lnTo>
                <a:lnTo>
                  <a:pt x="1846" y="8942"/>
                </a:lnTo>
                <a:lnTo>
                  <a:pt x="2120" y="8680"/>
                </a:lnTo>
                <a:lnTo>
                  <a:pt x="2263" y="8323"/>
                </a:lnTo>
                <a:lnTo>
                  <a:pt x="2274" y="8133"/>
                </a:lnTo>
                <a:lnTo>
                  <a:pt x="2274" y="6823"/>
                </a:lnTo>
                <a:lnTo>
                  <a:pt x="2263" y="6621"/>
                </a:lnTo>
                <a:lnTo>
                  <a:pt x="2120" y="6275"/>
                </a:lnTo>
                <a:lnTo>
                  <a:pt x="1846" y="6001"/>
                </a:lnTo>
                <a:lnTo>
                  <a:pt x="1501" y="5847"/>
                </a:lnTo>
                <a:lnTo>
                  <a:pt x="1298" y="5835"/>
                </a:lnTo>
                <a:close/>
                <a:moveTo>
                  <a:pt x="3906" y="3882"/>
                </a:moveTo>
                <a:lnTo>
                  <a:pt x="3703" y="3894"/>
                </a:lnTo>
                <a:lnTo>
                  <a:pt x="3358" y="4049"/>
                </a:lnTo>
                <a:lnTo>
                  <a:pt x="3084" y="4311"/>
                </a:lnTo>
                <a:lnTo>
                  <a:pt x="2941" y="4656"/>
                </a:lnTo>
                <a:lnTo>
                  <a:pt x="2929" y="4858"/>
                </a:lnTo>
                <a:lnTo>
                  <a:pt x="2929" y="8133"/>
                </a:lnTo>
                <a:lnTo>
                  <a:pt x="2941" y="8323"/>
                </a:lnTo>
                <a:lnTo>
                  <a:pt x="3084" y="8680"/>
                </a:lnTo>
                <a:lnTo>
                  <a:pt x="3358" y="8942"/>
                </a:lnTo>
                <a:lnTo>
                  <a:pt x="3703" y="9085"/>
                </a:lnTo>
                <a:lnTo>
                  <a:pt x="3906" y="9109"/>
                </a:lnTo>
                <a:lnTo>
                  <a:pt x="4096" y="9085"/>
                </a:lnTo>
                <a:lnTo>
                  <a:pt x="4453" y="8942"/>
                </a:lnTo>
                <a:lnTo>
                  <a:pt x="4715" y="8680"/>
                </a:lnTo>
                <a:lnTo>
                  <a:pt x="4870" y="8323"/>
                </a:lnTo>
                <a:lnTo>
                  <a:pt x="4882" y="8133"/>
                </a:lnTo>
                <a:lnTo>
                  <a:pt x="4882" y="4858"/>
                </a:lnTo>
                <a:lnTo>
                  <a:pt x="4870" y="4656"/>
                </a:lnTo>
                <a:lnTo>
                  <a:pt x="4715" y="4311"/>
                </a:lnTo>
                <a:lnTo>
                  <a:pt x="4453" y="4049"/>
                </a:lnTo>
                <a:lnTo>
                  <a:pt x="4096" y="3894"/>
                </a:lnTo>
                <a:lnTo>
                  <a:pt x="3906" y="3882"/>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8" name="Google Shape;3028;p173"/>
          <p:cNvSpPr/>
          <p:nvPr/>
        </p:nvSpPr>
        <p:spPr>
          <a:xfrm>
            <a:off x="13017387" y="7666759"/>
            <a:ext cx="706682" cy="565726"/>
          </a:xfrm>
          <a:custGeom>
            <a:rect b="b" l="l" r="r" t="t"/>
            <a:pathLst>
              <a:path extrusionOk="0" h="10419" w="13015">
                <a:moveTo>
                  <a:pt x="3251" y="1298"/>
                </a:moveTo>
                <a:lnTo>
                  <a:pt x="3251" y="1310"/>
                </a:lnTo>
                <a:lnTo>
                  <a:pt x="3252" y="1304"/>
                </a:lnTo>
                <a:lnTo>
                  <a:pt x="3251" y="1298"/>
                </a:lnTo>
                <a:close/>
                <a:moveTo>
                  <a:pt x="4561" y="655"/>
                </a:moveTo>
                <a:lnTo>
                  <a:pt x="4692" y="667"/>
                </a:lnTo>
                <a:lnTo>
                  <a:pt x="4918" y="763"/>
                </a:lnTo>
                <a:lnTo>
                  <a:pt x="5097" y="941"/>
                </a:lnTo>
                <a:lnTo>
                  <a:pt x="5204" y="1179"/>
                </a:lnTo>
                <a:lnTo>
                  <a:pt x="5204" y="1310"/>
                </a:lnTo>
                <a:lnTo>
                  <a:pt x="5204" y="1441"/>
                </a:lnTo>
                <a:lnTo>
                  <a:pt x="5097" y="1679"/>
                </a:lnTo>
                <a:lnTo>
                  <a:pt x="4918" y="1846"/>
                </a:lnTo>
                <a:lnTo>
                  <a:pt x="4692" y="1953"/>
                </a:lnTo>
                <a:lnTo>
                  <a:pt x="4561" y="1965"/>
                </a:lnTo>
                <a:lnTo>
                  <a:pt x="4418" y="1953"/>
                </a:lnTo>
                <a:lnTo>
                  <a:pt x="4192" y="1846"/>
                </a:lnTo>
                <a:lnTo>
                  <a:pt x="4013" y="1679"/>
                </a:lnTo>
                <a:lnTo>
                  <a:pt x="3918" y="1441"/>
                </a:lnTo>
                <a:lnTo>
                  <a:pt x="3906" y="1310"/>
                </a:lnTo>
                <a:lnTo>
                  <a:pt x="3918" y="1179"/>
                </a:lnTo>
                <a:lnTo>
                  <a:pt x="4013" y="941"/>
                </a:lnTo>
                <a:lnTo>
                  <a:pt x="4192" y="763"/>
                </a:lnTo>
                <a:lnTo>
                  <a:pt x="4418" y="667"/>
                </a:lnTo>
                <a:lnTo>
                  <a:pt x="4561" y="655"/>
                </a:lnTo>
                <a:close/>
                <a:moveTo>
                  <a:pt x="11848" y="1965"/>
                </a:moveTo>
                <a:lnTo>
                  <a:pt x="12086" y="2072"/>
                </a:lnTo>
                <a:lnTo>
                  <a:pt x="12265" y="2239"/>
                </a:lnTo>
                <a:lnTo>
                  <a:pt x="12360" y="2477"/>
                </a:lnTo>
                <a:lnTo>
                  <a:pt x="12372" y="2608"/>
                </a:lnTo>
                <a:lnTo>
                  <a:pt x="12360" y="2739"/>
                </a:lnTo>
                <a:lnTo>
                  <a:pt x="12265" y="2977"/>
                </a:lnTo>
                <a:lnTo>
                  <a:pt x="12086" y="3156"/>
                </a:lnTo>
                <a:lnTo>
                  <a:pt x="11848" y="3251"/>
                </a:lnTo>
                <a:lnTo>
                  <a:pt x="11717" y="3263"/>
                </a:lnTo>
                <a:lnTo>
                  <a:pt x="11586" y="3251"/>
                </a:lnTo>
                <a:lnTo>
                  <a:pt x="11348" y="3156"/>
                </a:lnTo>
                <a:lnTo>
                  <a:pt x="11169" y="2977"/>
                </a:lnTo>
                <a:lnTo>
                  <a:pt x="11074" y="2739"/>
                </a:lnTo>
                <a:lnTo>
                  <a:pt x="11062" y="2608"/>
                </a:lnTo>
                <a:lnTo>
                  <a:pt x="11074" y="2477"/>
                </a:lnTo>
                <a:lnTo>
                  <a:pt x="11169" y="2239"/>
                </a:lnTo>
                <a:lnTo>
                  <a:pt x="11348" y="2072"/>
                </a:lnTo>
                <a:lnTo>
                  <a:pt x="11586" y="1965"/>
                </a:lnTo>
                <a:close/>
                <a:moveTo>
                  <a:pt x="1299" y="5537"/>
                </a:moveTo>
                <a:lnTo>
                  <a:pt x="1430" y="5549"/>
                </a:lnTo>
                <a:lnTo>
                  <a:pt x="1668" y="5644"/>
                </a:lnTo>
                <a:lnTo>
                  <a:pt x="1846" y="5823"/>
                </a:lnTo>
                <a:lnTo>
                  <a:pt x="1942" y="6061"/>
                </a:lnTo>
                <a:lnTo>
                  <a:pt x="1954" y="6192"/>
                </a:lnTo>
                <a:lnTo>
                  <a:pt x="1942" y="6323"/>
                </a:lnTo>
                <a:lnTo>
                  <a:pt x="1846" y="6561"/>
                </a:lnTo>
                <a:lnTo>
                  <a:pt x="1668" y="6740"/>
                </a:lnTo>
                <a:lnTo>
                  <a:pt x="1430" y="6835"/>
                </a:lnTo>
                <a:lnTo>
                  <a:pt x="1299" y="6847"/>
                </a:lnTo>
                <a:lnTo>
                  <a:pt x="1168" y="6835"/>
                </a:lnTo>
                <a:lnTo>
                  <a:pt x="930" y="6740"/>
                </a:lnTo>
                <a:lnTo>
                  <a:pt x="751" y="6561"/>
                </a:lnTo>
                <a:lnTo>
                  <a:pt x="656" y="6323"/>
                </a:lnTo>
                <a:lnTo>
                  <a:pt x="644" y="6192"/>
                </a:lnTo>
                <a:lnTo>
                  <a:pt x="656" y="6061"/>
                </a:lnTo>
                <a:lnTo>
                  <a:pt x="751" y="5823"/>
                </a:lnTo>
                <a:lnTo>
                  <a:pt x="930" y="5644"/>
                </a:lnTo>
                <a:lnTo>
                  <a:pt x="1168" y="5549"/>
                </a:lnTo>
                <a:lnTo>
                  <a:pt x="1299" y="5537"/>
                </a:lnTo>
                <a:close/>
                <a:moveTo>
                  <a:pt x="6835" y="4561"/>
                </a:moveTo>
                <a:lnTo>
                  <a:pt x="7002" y="4573"/>
                </a:lnTo>
                <a:lnTo>
                  <a:pt x="7324" y="4632"/>
                </a:lnTo>
                <a:lnTo>
                  <a:pt x="7609" y="4763"/>
                </a:lnTo>
                <a:lnTo>
                  <a:pt x="7871" y="4930"/>
                </a:lnTo>
                <a:lnTo>
                  <a:pt x="8098" y="5156"/>
                </a:lnTo>
                <a:lnTo>
                  <a:pt x="8264" y="5418"/>
                </a:lnTo>
                <a:lnTo>
                  <a:pt x="8395" y="5704"/>
                </a:lnTo>
                <a:lnTo>
                  <a:pt x="8455" y="6025"/>
                </a:lnTo>
                <a:lnTo>
                  <a:pt x="8467" y="6192"/>
                </a:lnTo>
                <a:lnTo>
                  <a:pt x="8455" y="6359"/>
                </a:lnTo>
                <a:lnTo>
                  <a:pt x="8395" y="6680"/>
                </a:lnTo>
                <a:lnTo>
                  <a:pt x="8264" y="6966"/>
                </a:lnTo>
                <a:lnTo>
                  <a:pt x="8098" y="7228"/>
                </a:lnTo>
                <a:lnTo>
                  <a:pt x="7871" y="7454"/>
                </a:lnTo>
                <a:lnTo>
                  <a:pt x="7609" y="7621"/>
                </a:lnTo>
                <a:lnTo>
                  <a:pt x="7324" y="7752"/>
                </a:lnTo>
                <a:lnTo>
                  <a:pt x="7002" y="7811"/>
                </a:lnTo>
                <a:lnTo>
                  <a:pt x="6835" y="7823"/>
                </a:lnTo>
                <a:lnTo>
                  <a:pt x="6669" y="7811"/>
                </a:lnTo>
                <a:lnTo>
                  <a:pt x="6347" y="7752"/>
                </a:lnTo>
                <a:lnTo>
                  <a:pt x="6061" y="7621"/>
                </a:lnTo>
                <a:lnTo>
                  <a:pt x="5800" y="7454"/>
                </a:lnTo>
                <a:lnTo>
                  <a:pt x="5573" y="7228"/>
                </a:lnTo>
                <a:lnTo>
                  <a:pt x="5407" y="6966"/>
                </a:lnTo>
                <a:lnTo>
                  <a:pt x="5276" y="6680"/>
                </a:lnTo>
                <a:lnTo>
                  <a:pt x="5216" y="6359"/>
                </a:lnTo>
                <a:lnTo>
                  <a:pt x="5204" y="6192"/>
                </a:lnTo>
                <a:lnTo>
                  <a:pt x="5216" y="6025"/>
                </a:lnTo>
                <a:lnTo>
                  <a:pt x="5276" y="5704"/>
                </a:lnTo>
                <a:lnTo>
                  <a:pt x="5407" y="5418"/>
                </a:lnTo>
                <a:lnTo>
                  <a:pt x="5573" y="5156"/>
                </a:lnTo>
                <a:lnTo>
                  <a:pt x="5800" y="4930"/>
                </a:lnTo>
                <a:lnTo>
                  <a:pt x="6061" y="4763"/>
                </a:lnTo>
                <a:lnTo>
                  <a:pt x="6347" y="4632"/>
                </a:lnTo>
                <a:lnTo>
                  <a:pt x="6669" y="4573"/>
                </a:lnTo>
                <a:lnTo>
                  <a:pt x="6835" y="4561"/>
                </a:lnTo>
                <a:close/>
                <a:moveTo>
                  <a:pt x="11848" y="8478"/>
                </a:moveTo>
                <a:lnTo>
                  <a:pt x="12086" y="8585"/>
                </a:lnTo>
                <a:lnTo>
                  <a:pt x="12265" y="8752"/>
                </a:lnTo>
                <a:lnTo>
                  <a:pt x="12360" y="8990"/>
                </a:lnTo>
                <a:lnTo>
                  <a:pt x="12372" y="9121"/>
                </a:lnTo>
                <a:lnTo>
                  <a:pt x="12360" y="9252"/>
                </a:lnTo>
                <a:lnTo>
                  <a:pt x="12265" y="9490"/>
                </a:lnTo>
                <a:lnTo>
                  <a:pt x="12086" y="9669"/>
                </a:lnTo>
                <a:lnTo>
                  <a:pt x="11848" y="9764"/>
                </a:lnTo>
                <a:lnTo>
                  <a:pt x="11717" y="9776"/>
                </a:lnTo>
                <a:lnTo>
                  <a:pt x="11586" y="9764"/>
                </a:lnTo>
                <a:lnTo>
                  <a:pt x="11348" y="9669"/>
                </a:lnTo>
                <a:lnTo>
                  <a:pt x="11169" y="9490"/>
                </a:lnTo>
                <a:lnTo>
                  <a:pt x="11074" y="9252"/>
                </a:lnTo>
                <a:lnTo>
                  <a:pt x="11062" y="9121"/>
                </a:lnTo>
                <a:lnTo>
                  <a:pt x="11074" y="8990"/>
                </a:lnTo>
                <a:lnTo>
                  <a:pt x="11169" y="8752"/>
                </a:lnTo>
                <a:lnTo>
                  <a:pt x="11348" y="8585"/>
                </a:lnTo>
                <a:lnTo>
                  <a:pt x="11586" y="8478"/>
                </a:lnTo>
                <a:close/>
                <a:moveTo>
                  <a:pt x="4561" y="1"/>
                </a:moveTo>
                <a:lnTo>
                  <a:pt x="4287" y="24"/>
                </a:lnTo>
                <a:lnTo>
                  <a:pt x="3823" y="227"/>
                </a:lnTo>
                <a:lnTo>
                  <a:pt x="3466" y="572"/>
                </a:lnTo>
                <a:lnTo>
                  <a:pt x="3275" y="1036"/>
                </a:lnTo>
                <a:lnTo>
                  <a:pt x="3252" y="1304"/>
                </a:lnTo>
                <a:lnTo>
                  <a:pt x="3275" y="1572"/>
                </a:lnTo>
                <a:lnTo>
                  <a:pt x="3466" y="2037"/>
                </a:lnTo>
                <a:lnTo>
                  <a:pt x="3823" y="2394"/>
                </a:lnTo>
                <a:lnTo>
                  <a:pt x="4287" y="2584"/>
                </a:lnTo>
                <a:lnTo>
                  <a:pt x="4561" y="2608"/>
                </a:lnTo>
                <a:lnTo>
                  <a:pt x="4692" y="2596"/>
                </a:lnTo>
                <a:lnTo>
                  <a:pt x="4823" y="2584"/>
                </a:lnTo>
                <a:lnTo>
                  <a:pt x="5597" y="4275"/>
                </a:lnTo>
                <a:lnTo>
                  <a:pt x="5407" y="4406"/>
                </a:lnTo>
                <a:lnTo>
                  <a:pt x="5061" y="4751"/>
                </a:lnTo>
                <a:lnTo>
                  <a:pt x="4799" y="5156"/>
                </a:lnTo>
                <a:lnTo>
                  <a:pt x="4621" y="5621"/>
                </a:lnTo>
                <a:lnTo>
                  <a:pt x="4573" y="5859"/>
                </a:lnTo>
                <a:lnTo>
                  <a:pt x="2549" y="5859"/>
                </a:lnTo>
                <a:lnTo>
                  <a:pt x="2489" y="5656"/>
                </a:lnTo>
                <a:lnTo>
                  <a:pt x="2263" y="5299"/>
                </a:lnTo>
                <a:lnTo>
                  <a:pt x="1930" y="5037"/>
                </a:lnTo>
                <a:lnTo>
                  <a:pt x="1525" y="4894"/>
                </a:lnTo>
                <a:lnTo>
                  <a:pt x="1299" y="4882"/>
                </a:lnTo>
                <a:lnTo>
                  <a:pt x="1037" y="4906"/>
                </a:lnTo>
                <a:lnTo>
                  <a:pt x="572" y="5109"/>
                </a:lnTo>
                <a:lnTo>
                  <a:pt x="215" y="5454"/>
                </a:lnTo>
                <a:lnTo>
                  <a:pt x="13" y="5918"/>
                </a:lnTo>
                <a:lnTo>
                  <a:pt x="1" y="6192"/>
                </a:lnTo>
                <a:lnTo>
                  <a:pt x="13" y="6454"/>
                </a:lnTo>
                <a:lnTo>
                  <a:pt x="215" y="6918"/>
                </a:lnTo>
                <a:lnTo>
                  <a:pt x="572" y="7276"/>
                </a:lnTo>
                <a:lnTo>
                  <a:pt x="1037" y="7478"/>
                </a:lnTo>
                <a:lnTo>
                  <a:pt x="1299" y="7490"/>
                </a:lnTo>
                <a:lnTo>
                  <a:pt x="1525" y="7478"/>
                </a:lnTo>
                <a:lnTo>
                  <a:pt x="1930" y="7335"/>
                </a:lnTo>
                <a:lnTo>
                  <a:pt x="2263" y="7073"/>
                </a:lnTo>
                <a:lnTo>
                  <a:pt x="2489" y="6716"/>
                </a:lnTo>
                <a:lnTo>
                  <a:pt x="2549" y="6514"/>
                </a:lnTo>
                <a:lnTo>
                  <a:pt x="4573" y="6514"/>
                </a:lnTo>
                <a:lnTo>
                  <a:pt x="4609" y="6716"/>
                </a:lnTo>
                <a:lnTo>
                  <a:pt x="4740" y="7109"/>
                </a:lnTo>
                <a:lnTo>
                  <a:pt x="4942" y="7454"/>
                </a:lnTo>
                <a:lnTo>
                  <a:pt x="5192" y="7776"/>
                </a:lnTo>
                <a:lnTo>
                  <a:pt x="5490" y="8038"/>
                </a:lnTo>
                <a:lnTo>
                  <a:pt x="5835" y="8240"/>
                </a:lnTo>
                <a:lnTo>
                  <a:pt x="6216" y="8383"/>
                </a:lnTo>
                <a:lnTo>
                  <a:pt x="6621" y="8466"/>
                </a:lnTo>
                <a:lnTo>
                  <a:pt x="6835" y="8466"/>
                </a:lnTo>
                <a:lnTo>
                  <a:pt x="7097" y="8454"/>
                </a:lnTo>
                <a:lnTo>
                  <a:pt x="7597" y="8347"/>
                </a:lnTo>
                <a:lnTo>
                  <a:pt x="8050" y="8121"/>
                </a:lnTo>
                <a:lnTo>
                  <a:pt x="8443" y="7811"/>
                </a:lnTo>
                <a:lnTo>
                  <a:pt x="8598" y="7633"/>
                </a:lnTo>
                <a:lnTo>
                  <a:pt x="10467" y="8752"/>
                </a:lnTo>
                <a:lnTo>
                  <a:pt x="10419" y="8931"/>
                </a:lnTo>
                <a:lnTo>
                  <a:pt x="10419" y="9121"/>
                </a:lnTo>
                <a:lnTo>
                  <a:pt x="10431" y="9383"/>
                </a:lnTo>
                <a:lnTo>
                  <a:pt x="10634" y="9847"/>
                </a:lnTo>
                <a:lnTo>
                  <a:pt x="10979" y="10205"/>
                </a:lnTo>
                <a:lnTo>
                  <a:pt x="11455" y="10407"/>
                </a:lnTo>
                <a:lnTo>
                  <a:pt x="11717" y="10419"/>
                </a:lnTo>
                <a:lnTo>
                  <a:pt x="11979" y="10407"/>
                </a:lnTo>
                <a:lnTo>
                  <a:pt x="12455" y="10205"/>
                </a:lnTo>
                <a:lnTo>
                  <a:pt x="12801" y="9847"/>
                </a:lnTo>
                <a:lnTo>
                  <a:pt x="13003" y="9383"/>
                </a:lnTo>
                <a:lnTo>
                  <a:pt x="13015" y="9121"/>
                </a:lnTo>
                <a:lnTo>
                  <a:pt x="13003" y="8859"/>
                </a:lnTo>
                <a:lnTo>
                  <a:pt x="12801" y="8383"/>
                </a:lnTo>
                <a:lnTo>
                  <a:pt x="12455" y="8038"/>
                </a:lnTo>
                <a:lnTo>
                  <a:pt x="11979" y="7835"/>
                </a:lnTo>
                <a:lnTo>
                  <a:pt x="11717" y="7823"/>
                </a:lnTo>
                <a:lnTo>
                  <a:pt x="11455" y="7835"/>
                </a:lnTo>
                <a:lnTo>
                  <a:pt x="10991" y="8026"/>
                </a:lnTo>
                <a:lnTo>
                  <a:pt x="10800" y="8192"/>
                </a:lnTo>
                <a:lnTo>
                  <a:pt x="8931" y="7073"/>
                </a:lnTo>
                <a:lnTo>
                  <a:pt x="9014" y="6871"/>
                </a:lnTo>
                <a:lnTo>
                  <a:pt x="9110" y="6418"/>
                </a:lnTo>
                <a:lnTo>
                  <a:pt x="9110" y="6192"/>
                </a:lnTo>
                <a:lnTo>
                  <a:pt x="9098" y="5906"/>
                </a:lnTo>
                <a:lnTo>
                  <a:pt x="8967" y="5382"/>
                </a:lnTo>
                <a:lnTo>
                  <a:pt x="8860" y="5132"/>
                </a:lnTo>
                <a:lnTo>
                  <a:pt x="10931" y="3644"/>
                </a:lnTo>
                <a:lnTo>
                  <a:pt x="11098" y="3763"/>
                </a:lnTo>
                <a:lnTo>
                  <a:pt x="11491" y="3894"/>
                </a:lnTo>
                <a:lnTo>
                  <a:pt x="11717" y="3918"/>
                </a:lnTo>
                <a:lnTo>
                  <a:pt x="11979" y="3894"/>
                </a:lnTo>
                <a:lnTo>
                  <a:pt x="12443" y="3692"/>
                </a:lnTo>
                <a:lnTo>
                  <a:pt x="12801" y="3346"/>
                </a:lnTo>
                <a:lnTo>
                  <a:pt x="13003" y="2870"/>
                </a:lnTo>
                <a:lnTo>
                  <a:pt x="13015" y="2608"/>
                </a:lnTo>
                <a:lnTo>
                  <a:pt x="13003" y="2346"/>
                </a:lnTo>
                <a:lnTo>
                  <a:pt x="12801" y="1882"/>
                </a:lnTo>
                <a:lnTo>
                  <a:pt x="12443" y="1525"/>
                </a:lnTo>
                <a:lnTo>
                  <a:pt x="11979" y="1322"/>
                </a:lnTo>
                <a:lnTo>
                  <a:pt x="11717" y="1310"/>
                </a:lnTo>
                <a:lnTo>
                  <a:pt x="11455" y="1322"/>
                </a:lnTo>
                <a:lnTo>
                  <a:pt x="10979" y="1525"/>
                </a:lnTo>
                <a:lnTo>
                  <a:pt x="10634" y="1882"/>
                </a:lnTo>
                <a:lnTo>
                  <a:pt x="10431" y="2346"/>
                </a:lnTo>
                <a:lnTo>
                  <a:pt x="10419" y="2608"/>
                </a:lnTo>
                <a:lnTo>
                  <a:pt x="10419" y="2751"/>
                </a:lnTo>
                <a:lnTo>
                  <a:pt x="10479" y="3013"/>
                </a:lnTo>
                <a:lnTo>
                  <a:pt x="10526" y="3132"/>
                </a:lnTo>
                <a:lnTo>
                  <a:pt x="8479" y="4609"/>
                </a:lnTo>
                <a:lnTo>
                  <a:pt x="8312" y="4454"/>
                </a:lnTo>
                <a:lnTo>
                  <a:pt x="7943" y="4192"/>
                </a:lnTo>
                <a:lnTo>
                  <a:pt x="7526" y="4013"/>
                </a:lnTo>
                <a:lnTo>
                  <a:pt x="7074" y="3918"/>
                </a:lnTo>
                <a:lnTo>
                  <a:pt x="6835" y="3906"/>
                </a:lnTo>
                <a:lnTo>
                  <a:pt x="6502" y="3930"/>
                </a:lnTo>
                <a:lnTo>
                  <a:pt x="6192" y="4001"/>
                </a:lnTo>
                <a:lnTo>
                  <a:pt x="5407" y="2299"/>
                </a:lnTo>
                <a:lnTo>
                  <a:pt x="5502" y="2203"/>
                </a:lnTo>
                <a:lnTo>
                  <a:pt x="5669" y="1977"/>
                </a:lnTo>
                <a:lnTo>
                  <a:pt x="5788" y="1727"/>
                </a:lnTo>
                <a:lnTo>
                  <a:pt x="5847" y="1453"/>
                </a:lnTo>
                <a:lnTo>
                  <a:pt x="5859" y="1310"/>
                </a:lnTo>
                <a:lnTo>
                  <a:pt x="5835" y="1036"/>
                </a:lnTo>
                <a:lnTo>
                  <a:pt x="5645" y="572"/>
                </a:lnTo>
                <a:lnTo>
                  <a:pt x="5288" y="227"/>
                </a:lnTo>
                <a:lnTo>
                  <a:pt x="4823" y="24"/>
                </a:lnTo>
                <a:lnTo>
                  <a:pt x="4561"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29" name="Google Shape;3029;p173"/>
          <p:cNvSpPr/>
          <p:nvPr/>
        </p:nvSpPr>
        <p:spPr>
          <a:xfrm>
            <a:off x="14166278" y="7666759"/>
            <a:ext cx="565726" cy="565726"/>
          </a:xfrm>
          <a:custGeom>
            <a:rect b="b" l="l" r="r" t="t"/>
            <a:pathLst>
              <a:path extrusionOk="0" h="10419" w="10419">
                <a:moveTo>
                  <a:pt x="5870" y="667"/>
                </a:moveTo>
                <a:lnTo>
                  <a:pt x="6251" y="703"/>
                </a:lnTo>
                <a:lnTo>
                  <a:pt x="6989" y="894"/>
                </a:lnTo>
                <a:lnTo>
                  <a:pt x="7668" y="1215"/>
                </a:lnTo>
                <a:lnTo>
                  <a:pt x="8275" y="1632"/>
                </a:lnTo>
                <a:lnTo>
                  <a:pt x="8787" y="2156"/>
                </a:lnTo>
                <a:lnTo>
                  <a:pt x="9216" y="2763"/>
                </a:lnTo>
                <a:lnTo>
                  <a:pt x="9526" y="3442"/>
                </a:lnTo>
                <a:lnTo>
                  <a:pt x="9716" y="4180"/>
                </a:lnTo>
                <a:lnTo>
                  <a:pt x="9764" y="4561"/>
                </a:lnTo>
                <a:lnTo>
                  <a:pt x="5870" y="4561"/>
                </a:lnTo>
                <a:lnTo>
                  <a:pt x="5870" y="667"/>
                </a:lnTo>
                <a:close/>
                <a:moveTo>
                  <a:pt x="5561" y="1"/>
                </a:moveTo>
                <a:lnTo>
                  <a:pt x="5489" y="13"/>
                </a:lnTo>
                <a:lnTo>
                  <a:pt x="5358" y="60"/>
                </a:lnTo>
                <a:lnTo>
                  <a:pt x="5227" y="215"/>
                </a:lnTo>
                <a:lnTo>
                  <a:pt x="5215" y="370"/>
                </a:lnTo>
                <a:lnTo>
                  <a:pt x="5215" y="4882"/>
                </a:lnTo>
                <a:lnTo>
                  <a:pt x="5227" y="5013"/>
                </a:lnTo>
                <a:lnTo>
                  <a:pt x="5406" y="5192"/>
                </a:lnTo>
                <a:lnTo>
                  <a:pt x="5537" y="5216"/>
                </a:lnTo>
                <a:lnTo>
                  <a:pt x="10061" y="5216"/>
                </a:lnTo>
                <a:lnTo>
                  <a:pt x="10204" y="5192"/>
                </a:lnTo>
                <a:lnTo>
                  <a:pt x="10359" y="5061"/>
                </a:lnTo>
                <a:lnTo>
                  <a:pt x="10419" y="4942"/>
                </a:lnTo>
                <a:lnTo>
                  <a:pt x="10419" y="4870"/>
                </a:lnTo>
                <a:lnTo>
                  <a:pt x="10407" y="4358"/>
                </a:lnTo>
                <a:lnTo>
                  <a:pt x="10204" y="3406"/>
                </a:lnTo>
                <a:lnTo>
                  <a:pt x="9847" y="2537"/>
                </a:lnTo>
                <a:lnTo>
                  <a:pt x="9311" y="1763"/>
                </a:lnTo>
                <a:lnTo>
                  <a:pt x="8656" y="1108"/>
                </a:lnTo>
                <a:lnTo>
                  <a:pt x="7882" y="584"/>
                </a:lnTo>
                <a:lnTo>
                  <a:pt x="7013" y="215"/>
                </a:lnTo>
                <a:lnTo>
                  <a:pt x="6061" y="24"/>
                </a:lnTo>
                <a:lnTo>
                  <a:pt x="5561" y="1"/>
                </a:lnTo>
                <a:close/>
                <a:moveTo>
                  <a:pt x="3906" y="1418"/>
                </a:moveTo>
                <a:lnTo>
                  <a:pt x="3906" y="5859"/>
                </a:lnTo>
                <a:lnTo>
                  <a:pt x="3918" y="6002"/>
                </a:lnTo>
                <a:lnTo>
                  <a:pt x="4013" y="6228"/>
                </a:lnTo>
                <a:lnTo>
                  <a:pt x="4191" y="6406"/>
                </a:lnTo>
                <a:lnTo>
                  <a:pt x="4430" y="6502"/>
                </a:lnTo>
                <a:lnTo>
                  <a:pt x="4561" y="6514"/>
                </a:lnTo>
                <a:lnTo>
                  <a:pt x="9002" y="6514"/>
                </a:lnTo>
                <a:lnTo>
                  <a:pt x="8918" y="6859"/>
                </a:lnTo>
                <a:lnTo>
                  <a:pt x="8633" y="7514"/>
                </a:lnTo>
                <a:lnTo>
                  <a:pt x="8264" y="8097"/>
                </a:lnTo>
                <a:lnTo>
                  <a:pt x="7799" y="8621"/>
                </a:lnTo>
                <a:lnTo>
                  <a:pt x="7251" y="9050"/>
                </a:lnTo>
                <a:lnTo>
                  <a:pt x="6644" y="9395"/>
                </a:lnTo>
                <a:lnTo>
                  <a:pt x="5977" y="9633"/>
                </a:lnTo>
                <a:lnTo>
                  <a:pt x="5263" y="9764"/>
                </a:lnTo>
                <a:lnTo>
                  <a:pt x="4882" y="9776"/>
                </a:lnTo>
                <a:lnTo>
                  <a:pt x="4453" y="9752"/>
                </a:lnTo>
                <a:lnTo>
                  <a:pt x="3620" y="9586"/>
                </a:lnTo>
                <a:lnTo>
                  <a:pt x="2870" y="9264"/>
                </a:lnTo>
                <a:lnTo>
                  <a:pt x="2191" y="8812"/>
                </a:lnTo>
                <a:lnTo>
                  <a:pt x="1620" y="8240"/>
                </a:lnTo>
                <a:lnTo>
                  <a:pt x="1155" y="7561"/>
                </a:lnTo>
                <a:lnTo>
                  <a:pt x="834" y="6799"/>
                </a:lnTo>
                <a:lnTo>
                  <a:pt x="667" y="5978"/>
                </a:lnTo>
                <a:lnTo>
                  <a:pt x="655" y="5537"/>
                </a:lnTo>
                <a:lnTo>
                  <a:pt x="667" y="5168"/>
                </a:lnTo>
                <a:lnTo>
                  <a:pt x="786" y="4454"/>
                </a:lnTo>
                <a:lnTo>
                  <a:pt x="1024" y="3787"/>
                </a:lnTo>
                <a:lnTo>
                  <a:pt x="1369" y="3168"/>
                </a:lnTo>
                <a:lnTo>
                  <a:pt x="1810" y="2632"/>
                </a:lnTo>
                <a:lnTo>
                  <a:pt x="2322" y="2168"/>
                </a:lnTo>
                <a:lnTo>
                  <a:pt x="2917" y="1787"/>
                </a:lnTo>
                <a:lnTo>
                  <a:pt x="3560" y="1513"/>
                </a:lnTo>
                <a:lnTo>
                  <a:pt x="3906" y="1418"/>
                </a:lnTo>
                <a:close/>
                <a:moveTo>
                  <a:pt x="4013" y="739"/>
                </a:moveTo>
                <a:lnTo>
                  <a:pt x="3870" y="763"/>
                </a:lnTo>
                <a:lnTo>
                  <a:pt x="3465" y="858"/>
                </a:lnTo>
                <a:lnTo>
                  <a:pt x="2691" y="1167"/>
                </a:lnTo>
                <a:lnTo>
                  <a:pt x="1989" y="1596"/>
                </a:lnTo>
                <a:lnTo>
                  <a:pt x="1381" y="2132"/>
                </a:lnTo>
                <a:lnTo>
                  <a:pt x="857" y="2763"/>
                </a:lnTo>
                <a:lnTo>
                  <a:pt x="453" y="3477"/>
                </a:lnTo>
                <a:lnTo>
                  <a:pt x="167" y="4263"/>
                </a:lnTo>
                <a:lnTo>
                  <a:pt x="12" y="5097"/>
                </a:lnTo>
                <a:lnTo>
                  <a:pt x="0" y="5537"/>
                </a:lnTo>
                <a:lnTo>
                  <a:pt x="24" y="6037"/>
                </a:lnTo>
                <a:lnTo>
                  <a:pt x="215" y="6990"/>
                </a:lnTo>
                <a:lnTo>
                  <a:pt x="584" y="7871"/>
                </a:lnTo>
                <a:lnTo>
                  <a:pt x="1119" y="8645"/>
                </a:lnTo>
                <a:lnTo>
                  <a:pt x="1774" y="9312"/>
                </a:lnTo>
                <a:lnTo>
                  <a:pt x="2560" y="9836"/>
                </a:lnTo>
                <a:lnTo>
                  <a:pt x="3429" y="10205"/>
                </a:lnTo>
                <a:lnTo>
                  <a:pt x="4382" y="10407"/>
                </a:lnTo>
                <a:lnTo>
                  <a:pt x="4894" y="10419"/>
                </a:lnTo>
                <a:lnTo>
                  <a:pt x="5323" y="10407"/>
                </a:lnTo>
                <a:lnTo>
                  <a:pt x="6168" y="10264"/>
                </a:lnTo>
                <a:lnTo>
                  <a:pt x="6942" y="9978"/>
                </a:lnTo>
                <a:lnTo>
                  <a:pt x="7656" y="9562"/>
                </a:lnTo>
                <a:lnTo>
                  <a:pt x="8287" y="9050"/>
                </a:lnTo>
                <a:lnTo>
                  <a:pt x="8823" y="8431"/>
                </a:lnTo>
                <a:lnTo>
                  <a:pt x="9264" y="7728"/>
                </a:lnTo>
                <a:lnTo>
                  <a:pt x="9561" y="6966"/>
                </a:lnTo>
                <a:lnTo>
                  <a:pt x="9668" y="6549"/>
                </a:lnTo>
                <a:lnTo>
                  <a:pt x="9680" y="6418"/>
                </a:lnTo>
                <a:lnTo>
                  <a:pt x="9609" y="6168"/>
                </a:lnTo>
                <a:lnTo>
                  <a:pt x="9442" y="5978"/>
                </a:lnTo>
                <a:lnTo>
                  <a:pt x="9204" y="5871"/>
                </a:lnTo>
                <a:lnTo>
                  <a:pt x="4561" y="5871"/>
                </a:lnTo>
                <a:lnTo>
                  <a:pt x="4561" y="1358"/>
                </a:lnTo>
                <a:lnTo>
                  <a:pt x="4549" y="1227"/>
                </a:lnTo>
                <a:lnTo>
                  <a:pt x="4441" y="989"/>
                </a:lnTo>
                <a:lnTo>
                  <a:pt x="4251" y="810"/>
                </a:lnTo>
                <a:lnTo>
                  <a:pt x="4013" y="739"/>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0" name="Google Shape;3030;p173"/>
          <p:cNvSpPr/>
          <p:nvPr/>
        </p:nvSpPr>
        <p:spPr>
          <a:xfrm>
            <a:off x="15245288" y="7702324"/>
            <a:ext cx="565726" cy="495302"/>
          </a:xfrm>
          <a:custGeom>
            <a:rect b="b" l="l" r="r" t="t"/>
            <a:pathLst>
              <a:path extrusionOk="0" h="9122" w="10419">
                <a:moveTo>
                  <a:pt x="8359" y="1465"/>
                </a:moveTo>
                <a:lnTo>
                  <a:pt x="8192" y="1548"/>
                </a:lnTo>
                <a:lnTo>
                  <a:pt x="8061" y="1679"/>
                </a:lnTo>
                <a:lnTo>
                  <a:pt x="7978" y="1846"/>
                </a:lnTo>
                <a:lnTo>
                  <a:pt x="7978" y="1953"/>
                </a:lnTo>
                <a:lnTo>
                  <a:pt x="7978" y="2048"/>
                </a:lnTo>
                <a:lnTo>
                  <a:pt x="8061" y="2227"/>
                </a:lnTo>
                <a:lnTo>
                  <a:pt x="8192" y="2358"/>
                </a:lnTo>
                <a:lnTo>
                  <a:pt x="8359" y="2429"/>
                </a:lnTo>
                <a:lnTo>
                  <a:pt x="8466" y="2441"/>
                </a:lnTo>
                <a:lnTo>
                  <a:pt x="8562" y="2429"/>
                </a:lnTo>
                <a:lnTo>
                  <a:pt x="8740" y="2358"/>
                </a:lnTo>
                <a:lnTo>
                  <a:pt x="8871" y="2227"/>
                </a:lnTo>
                <a:lnTo>
                  <a:pt x="8943" y="2048"/>
                </a:lnTo>
                <a:lnTo>
                  <a:pt x="8954" y="1953"/>
                </a:lnTo>
                <a:lnTo>
                  <a:pt x="8943" y="1846"/>
                </a:lnTo>
                <a:lnTo>
                  <a:pt x="8871" y="1679"/>
                </a:lnTo>
                <a:lnTo>
                  <a:pt x="8740" y="1548"/>
                </a:lnTo>
                <a:lnTo>
                  <a:pt x="8562" y="1465"/>
                </a:lnTo>
                <a:close/>
                <a:moveTo>
                  <a:pt x="3799" y="2120"/>
                </a:moveTo>
                <a:lnTo>
                  <a:pt x="3632" y="2191"/>
                </a:lnTo>
                <a:lnTo>
                  <a:pt x="3501" y="2334"/>
                </a:lnTo>
                <a:lnTo>
                  <a:pt x="3418" y="2501"/>
                </a:lnTo>
                <a:lnTo>
                  <a:pt x="3418" y="2608"/>
                </a:lnTo>
                <a:lnTo>
                  <a:pt x="3418" y="2703"/>
                </a:lnTo>
                <a:lnTo>
                  <a:pt x="3501" y="2882"/>
                </a:lnTo>
                <a:lnTo>
                  <a:pt x="3632" y="3013"/>
                </a:lnTo>
                <a:lnTo>
                  <a:pt x="3799" y="3084"/>
                </a:lnTo>
                <a:lnTo>
                  <a:pt x="3906" y="3096"/>
                </a:lnTo>
                <a:lnTo>
                  <a:pt x="4001" y="3084"/>
                </a:lnTo>
                <a:lnTo>
                  <a:pt x="4180" y="3013"/>
                </a:lnTo>
                <a:lnTo>
                  <a:pt x="4311" y="2882"/>
                </a:lnTo>
                <a:lnTo>
                  <a:pt x="4382" y="2703"/>
                </a:lnTo>
                <a:lnTo>
                  <a:pt x="4394" y="2608"/>
                </a:lnTo>
                <a:lnTo>
                  <a:pt x="4382" y="2501"/>
                </a:lnTo>
                <a:lnTo>
                  <a:pt x="4311" y="2334"/>
                </a:lnTo>
                <a:lnTo>
                  <a:pt x="4180" y="2191"/>
                </a:lnTo>
                <a:lnTo>
                  <a:pt x="4001" y="2120"/>
                </a:lnTo>
                <a:close/>
                <a:moveTo>
                  <a:pt x="5763" y="4073"/>
                </a:moveTo>
                <a:lnTo>
                  <a:pt x="5585" y="4144"/>
                </a:lnTo>
                <a:lnTo>
                  <a:pt x="5454" y="4287"/>
                </a:lnTo>
                <a:lnTo>
                  <a:pt x="5382" y="4454"/>
                </a:lnTo>
                <a:lnTo>
                  <a:pt x="5371" y="4561"/>
                </a:lnTo>
                <a:lnTo>
                  <a:pt x="5382" y="4656"/>
                </a:lnTo>
                <a:lnTo>
                  <a:pt x="5454" y="4835"/>
                </a:lnTo>
                <a:lnTo>
                  <a:pt x="5585" y="4966"/>
                </a:lnTo>
                <a:lnTo>
                  <a:pt x="5763" y="5037"/>
                </a:lnTo>
                <a:lnTo>
                  <a:pt x="5859" y="5049"/>
                </a:lnTo>
                <a:lnTo>
                  <a:pt x="5954" y="5037"/>
                </a:lnTo>
                <a:lnTo>
                  <a:pt x="6133" y="4966"/>
                </a:lnTo>
                <a:lnTo>
                  <a:pt x="6264" y="4835"/>
                </a:lnTo>
                <a:lnTo>
                  <a:pt x="6335" y="4656"/>
                </a:lnTo>
                <a:lnTo>
                  <a:pt x="6347" y="4561"/>
                </a:lnTo>
                <a:lnTo>
                  <a:pt x="6335" y="4454"/>
                </a:lnTo>
                <a:lnTo>
                  <a:pt x="6264" y="4287"/>
                </a:lnTo>
                <a:lnTo>
                  <a:pt x="6133" y="4144"/>
                </a:lnTo>
                <a:lnTo>
                  <a:pt x="5954" y="4073"/>
                </a:lnTo>
                <a:close/>
                <a:moveTo>
                  <a:pt x="3251" y="5370"/>
                </a:moveTo>
                <a:lnTo>
                  <a:pt x="3156" y="5382"/>
                </a:lnTo>
                <a:lnTo>
                  <a:pt x="2977" y="5454"/>
                </a:lnTo>
                <a:lnTo>
                  <a:pt x="2846" y="5585"/>
                </a:lnTo>
                <a:lnTo>
                  <a:pt x="2775" y="5763"/>
                </a:lnTo>
                <a:lnTo>
                  <a:pt x="2763" y="5859"/>
                </a:lnTo>
                <a:lnTo>
                  <a:pt x="2775" y="5966"/>
                </a:lnTo>
                <a:lnTo>
                  <a:pt x="2846" y="6132"/>
                </a:lnTo>
                <a:lnTo>
                  <a:pt x="2977" y="6263"/>
                </a:lnTo>
                <a:lnTo>
                  <a:pt x="3156" y="6347"/>
                </a:lnTo>
                <a:lnTo>
                  <a:pt x="3358" y="6347"/>
                </a:lnTo>
                <a:lnTo>
                  <a:pt x="3525" y="6263"/>
                </a:lnTo>
                <a:lnTo>
                  <a:pt x="3656" y="6132"/>
                </a:lnTo>
                <a:lnTo>
                  <a:pt x="3739" y="5966"/>
                </a:lnTo>
                <a:lnTo>
                  <a:pt x="3739" y="5859"/>
                </a:lnTo>
                <a:lnTo>
                  <a:pt x="3739" y="5763"/>
                </a:lnTo>
                <a:lnTo>
                  <a:pt x="3656" y="5585"/>
                </a:lnTo>
                <a:lnTo>
                  <a:pt x="3525" y="5454"/>
                </a:lnTo>
                <a:lnTo>
                  <a:pt x="3358" y="5382"/>
                </a:lnTo>
                <a:lnTo>
                  <a:pt x="3251" y="5370"/>
                </a:lnTo>
                <a:close/>
                <a:moveTo>
                  <a:pt x="7811" y="5370"/>
                </a:moveTo>
                <a:lnTo>
                  <a:pt x="7716" y="5382"/>
                </a:lnTo>
                <a:lnTo>
                  <a:pt x="7538" y="5454"/>
                </a:lnTo>
                <a:lnTo>
                  <a:pt x="7407" y="5585"/>
                </a:lnTo>
                <a:lnTo>
                  <a:pt x="7335" y="5763"/>
                </a:lnTo>
                <a:lnTo>
                  <a:pt x="7323" y="5859"/>
                </a:lnTo>
                <a:lnTo>
                  <a:pt x="7335" y="5954"/>
                </a:lnTo>
                <a:lnTo>
                  <a:pt x="7407" y="6132"/>
                </a:lnTo>
                <a:lnTo>
                  <a:pt x="7538" y="6263"/>
                </a:lnTo>
                <a:lnTo>
                  <a:pt x="7716" y="6335"/>
                </a:lnTo>
                <a:lnTo>
                  <a:pt x="7811" y="6347"/>
                </a:lnTo>
                <a:lnTo>
                  <a:pt x="7907" y="6335"/>
                </a:lnTo>
                <a:lnTo>
                  <a:pt x="8085" y="6263"/>
                </a:lnTo>
                <a:lnTo>
                  <a:pt x="8216" y="6132"/>
                </a:lnTo>
                <a:lnTo>
                  <a:pt x="8288" y="5954"/>
                </a:lnTo>
                <a:lnTo>
                  <a:pt x="8300" y="5859"/>
                </a:lnTo>
                <a:lnTo>
                  <a:pt x="8288" y="5763"/>
                </a:lnTo>
                <a:lnTo>
                  <a:pt x="8216" y="5585"/>
                </a:lnTo>
                <a:lnTo>
                  <a:pt x="8085" y="5454"/>
                </a:lnTo>
                <a:lnTo>
                  <a:pt x="7907" y="5382"/>
                </a:lnTo>
                <a:lnTo>
                  <a:pt x="7811" y="5370"/>
                </a:lnTo>
                <a:close/>
                <a:moveTo>
                  <a:pt x="322" y="0"/>
                </a:moveTo>
                <a:lnTo>
                  <a:pt x="191" y="24"/>
                </a:lnTo>
                <a:lnTo>
                  <a:pt x="12" y="191"/>
                </a:lnTo>
                <a:lnTo>
                  <a:pt x="1" y="322"/>
                </a:lnTo>
                <a:lnTo>
                  <a:pt x="1" y="7490"/>
                </a:lnTo>
                <a:lnTo>
                  <a:pt x="1" y="7657"/>
                </a:lnTo>
                <a:lnTo>
                  <a:pt x="72" y="7978"/>
                </a:lnTo>
                <a:lnTo>
                  <a:pt x="191" y="8264"/>
                </a:lnTo>
                <a:lnTo>
                  <a:pt x="370" y="8526"/>
                </a:lnTo>
                <a:lnTo>
                  <a:pt x="584" y="8752"/>
                </a:lnTo>
                <a:lnTo>
                  <a:pt x="846" y="8919"/>
                </a:lnTo>
                <a:lnTo>
                  <a:pt x="1144" y="9050"/>
                </a:lnTo>
                <a:lnTo>
                  <a:pt x="1453" y="9109"/>
                </a:lnTo>
                <a:lnTo>
                  <a:pt x="1620" y="9121"/>
                </a:lnTo>
                <a:lnTo>
                  <a:pt x="10086" y="9121"/>
                </a:lnTo>
                <a:lnTo>
                  <a:pt x="10217" y="9097"/>
                </a:lnTo>
                <a:lnTo>
                  <a:pt x="10395" y="8919"/>
                </a:lnTo>
                <a:lnTo>
                  <a:pt x="10419" y="8788"/>
                </a:lnTo>
                <a:lnTo>
                  <a:pt x="10395" y="8657"/>
                </a:lnTo>
                <a:lnTo>
                  <a:pt x="10217" y="8478"/>
                </a:lnTo>
                <a:lnTo>
                  <a:pt x="10086" y="8466"/>
                </a:lnTo>
                <a:lnTo>
                  <a:pt x="1620" y="8466"/>
                </a:lnTo>
                <a:lnTo>
                  <a:pt x="1429" y="8454"/>
                </a:lnTo>
                <a:lnTo>
                  <a:pt x="1072" y="8299"/>
                </a:lnTo>
                <a:lnTo>
                  <a:pt x="810" y="8038"/>
                </a:lnTo>
                <a:lnTo>
                  <a:pt x="667" y="7692"/>
                </a:lnTo>
                <a:lnTo>
                  <a:pt x="644" y="7490"/>
                </a:lnTo>
                <a:lnTo>
                  <a:pt x="644" y="322"/>
                </a:lnTo>
                <a:lnTo>
                  <a:pt x="632" y="191"/>
                </a:lnTo>
                <a:lnTo>
                  <a:pt x="453" y="24"/>
                </a:lnTo>
                <a:lnTo>
                  <a:pt x="32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1" name="Google Shape;3031;p173"/>
          <p:cNvSpPr/>
          <p:nvPr/>
        </p:nvSpPr>
        <p:spPr>
          <a:xfrm>
            <a:off x="8915282" y="8603687"/>
            <a:ext cx="282564" cy="565726"/>
          </a:xfrm>
          <a:custGeom>
            <a:rect b="b" l="l" r="r" t="t"/>
            <a:pathLst>
              <a:path extrusionOk="0" h="10419" w="5204">
                <a:moveTo>
                  <a:pt x="4085" y="2608"/>
                </a:moveTo>
                <a:lnTo>
                  <a:pt x="3346" y="4560"/>
                </a:lnTo>
                <a:lnTo>
                  <a:pt x="1846" y="4560"/>
                </a:lnTo>
                <a:lnTo>
                  <a:pt x="1120" y="2608"/>
                </a:lnTo>
                <a:close/>
                <a:moveTo>
                  <a:pt x="2572" y="0"/>
                </a:moveTo>
                <a:lnTo>
                  <a:pt x="2442" y="36"/>
                </a:lnTo>
                <a:lnTo>
                  <a:pt x="2334" y="131"/>
                </a:lnTo>
                <a:lnTo>
                  <a:pt x="2275" y="250"/>
                </a:lnTo>
                <a:lnTo>
                  <a:pt x="2275" y="322"/>
                </a:lnTo>
                <a:lnTo>
                  <a:pt x="2275" y="655"/>
                </a:lnTo>
                <a:lnTo>
                  <a:pt x="1965" y="655"/>
                </a:lnTo>
                <a:lnTo>
                  <a:pt x="1846" y="667"/>
                </a:lnTo>
                <a:lnTo>
                  <a:pt x="1656" y="810"/>
                </a:lnTo>
                <a:lnTo>
                  <a:pt x="1632" y="917"/>
                </a:lnTo>
                <a:lnTo>
                  <a:pt x="1620" y="1000"/>
                </a:lnTo>
                <a:lnTo>
                  <a:pt x="1656" y="1131"/>
                </a:lnTo>
                <a:lnTo>
                  <a:pt x="1751" y="1239"/>
                </a:lnTo>
                <a:lnTo>
                  <a:pt x="1870" y="1298"/>
                </a:lnTo>
                <a:lnTo>
                  <a:pt x="2275" y="1298"/>
                </a:lnTo>
                <a:lnTo>
                  <a:pt x="2275" y="1953"/>
                </a:lnTo>
                <a:lnTo>
                  <a:pt x="1132" y="1953"/>
                </a:lnTo>
                <a:lnTo>
                  <a:pt x="929" y="1965"/>
                </a:lnTo>
                <a:lnTo>
                  <a:pt x="763" y="2060"/>
                </a:lnTo>
                <a:lnTo>
                  <a:pt x="667" y="2132"/>
                </a:lnTo>
                <a:lnTo>
                  <a:pt x="536" y="2310"/>
                </a:lnTo>
                <a:lnTo>
                  <a:pt x="465" y="2513"/>
                </a:lnTo>
                <a:lnTo>
                  <a:pt x="477" y="2727"/>
                </a:lnTo>
                <a:lnTo>
                  <a:pt x="501" y="2834"/>
                </a:lnTo>
                <a:lnTo>
                  <a:pt x="1156" y="4560"/>
                </a:lnTo>
                <a:lnTo>
                  <a:pt x="989" y="4560"/>
                </a:lnTo>
                <a:lnTo>
                  <a:pt x="858" y="4572"/>
                </a:lnTo>
                <a:lnTo>
                  <a:pt x="679" y="4715"/>
                </a:lnTo>
                <a:lnTo>
                  <a:pt x="644" y="4822"/>
                </a:lnTo>
                <a:lnTo>
                  <a:pt x="644" y="4906"/>
                </a:lnTo>
                <a:lnTo>
                  <a:pt x="679" y="5037"/>
                </a:lnTo>
                <a:lnTo>
                  <a:pt x="775" y="5144"/>
                </a:lnTo>
                <a:lnTo>
                  <a:pt x="894" y="5203"/>
                </a:lnTo>
                <a:lnTo>
                  <a:pt x="1298" y="5203"/>
                </a:lnTo>
                <a:lnTo>
                  <a:pt x="1298" y="5787"/>
                </a:lnTo>
                <a:lnTo>
                  <a:pt x="1287" y="6299"/>
                </a:lnTo>
                <a:lnTo>
                  <a:pt x="1227" y="6799"/>
                </a:lnTo>
                <a:lnTo>
                  <a:pt x="1227" y="6870"/>
                </a:lnTo>
                <a:lnTo>
                  <a:pt x="1263" y="7001"/>
                </a:lnTo>
                <a:lnTo>
                  <a:pt x="1358" y="7097"/>
                </a:lnTo>
                <a:lnTo>
                  <a:pt x="1477" y="7156"/>
                </a:lnTo>
                <a:lnTo>
                  <a:pt x="1548" y="7156"/>
                </a:lnTo>
                <a:lnTo>
                  <a:pt x="1679" y="7144"/>
                </a:lnTo>
                <a:lnTo>
                  <a:pt x="1846" y="6989"/>
                </a:lnTo>
                <a:lnTo>
                  <a:pt x="1882" y="6870"/>
                </a:lnTo>
                <a:lnTo>
                  <a:pt x="1930" y="6335"/>
                </a:lnTo>
                <a:lnTo>
                  <a:pt x="1941" y="5787"/>
                </a:lnTo>
                <a:lnTo>
                  <a:pt x="1941" y="5203"/>
                </a:lnTo>
                <a:lnTo>
                  <a:pt x="3251" y="5203"/>
                </a:lnTo>
                <a:lnTo>
                  <a:pt x="3251" y="5787"/>
                </a:lnTo>
                <a:lnTo>
                  <a:pt x="3263" y="6335"/>
                </a:lnTo>
                <a:lnTo>
                  <a:pt x="3323" y="6870"/>
                </a:lnTo>
                <a:lnTo>
                  <a:pt x="3346" y="6989"/>
                </a:lnTo>
                <a:lnTo>
                  <a:pt x="3525" y="7144"/>
                </a:lnTo>
                <a:lnTo>
                  <a:pt x="3644" y="7156"/>
                </a:lnTo>
                <a:lnTo>
                  <a:pt x="3716" y="7156"/>
                </a:lnTo>
                <a:lnTo>
                  <a:pt x="3835" y="7097"/>
                </a:lnTo>
                <a:lnTo>
                  <a:pt x="3930" y="7001"/>
                </a:lnTo>
                <a:lnTo>
                  <a:pt x="3966" y="6870"/>
                </a:lnTo>
                <a:lnTo>
                  <a:pt x="3966" y="6799"/>
                </a:lnTo>
                <a:lnTo>
                  <a:pt x="3918" y="6299"/>
                </a:lnTo>
                <a:lnTo>
                  <a:pt x="3906" y="5787"/>
                </a:lnTo>
                <a:lnTo>
                  <a:pt x="3906" y="5203"/>
                </a:lnTo>
                <a:lnTo>
                  <a:pt x="4204" y="5203"/>
                </a:lnTo>
                <a:lnTo>
                  <a:pt x="4323" y="5192"/>
                </a:lnTo>
                <a:lnTo>
                  <a:pt x="4513" y="5049"/>
                </a:lnTo>
                <a:lnTo>
                  <a:pt x="4549" y="4942"/>
                </a:lnTo>
                <a:lnTo>
                  <a:pt x="4549" y="4870"/>
                </a:lnTo>
                <a:lnTo>
                  <a:pt x="4513" y="4727"/>
                </a:lnTo>
                <a:lnTo>
                  <a:pt x="4418" y="4620"/>
                </a:lnTo>
                <a:lnTo>
                  <a:pt x="4299" y="4560"/>
                </a:lnTo>
                <a:lnTo>
                  <a:pt x="4049" y="4560"/>
                </a:lnTo>
                <a:lnTo>
                  <a:pt x="4692" y="2834"/>
                </a:lnTo>
                <a:lnTo>
                  <a:pt x="4728" y="2727"/>
                </a:lnTo>
                <a:lnTo>
                  <a:pt x="4728" y="2513"/>
                </a:lnTo>
                <a:lnTo>
                  <a:pt x="4668" y="2310"/>
                </a:lnTo>
                <a:lnTo>
                  <a:pt x="4525" y="2132"/>
                </a:lnTo>
                <a:lnTo>
                  <a:pt x="4430" y="2060"/>
                </a:lnTo>
                <a:lnTo>
                  <a:pt x="4251" y="1965"/>
                </a:lnTo>
                <a:lnTo>
                  <a:pt x="4073" y="1953"/>
                </a:lnTo>
                <a:lnTo>
                  <a:pt x="2918" y="1953"/>
                </a:lnTo>
                <a:lnTo>
                  <a:pt x="2918" y="1298"/>
                </a:lnTo>
                <a:lnTo>
                  <a:pt x="3227" y="1298"/>
                </a:lnTo>
                <a:lnTo>
                  <a:pt x="3346" y="1286"/>
                </a:lnTo>
                <a:lnTo>
                  <a:pt x="3537" y="1143"/>
                </a:lnTo>
                <a:lnTo>
                  <a:pt x="3573" y="1036"/>
                </a:lnTo>
                <a:lnTo>
                  <a:pt x="3573" y="953"/>
                </a:lnTo>
                <a:lnTo>
                  <a:pt x="3537" y="822"/>
                </a:lnTo>
                <a:lnTo>
                  <a:pt x="3442" y="715"/>
                </a:lnTo>
                <a:lnTo>
                  <a:pt x="3323" y="655"/>
                </a:lnTo>
                <a:lnTo>
                  <a:pt x="2918" y="655"/>
                </a:lnTo>
                <a:lnTo>
                  <a:pt x="2918" y="346"/>
                </a:lnTo>
                <a:lnTo>
                  <a:pt x="2906" y="226"/>
                </a:lnTo>
                <a:lnTo>
                  <a:pt x="2763" y="36"/>
                </a:lnTo>
                <a:lnTo>
                  <a:pt x="2656" y="0"/>
                </a:lnTo>
                <a:close/>
                <a:moveTo>
                  <a:pt x="3906" y="8466"/>
                </a:moveTo>
                <a:lnTo>
                  <a:pt x="3906" y="8930"/>
                </a:lnTo>
                <a:lnTo>
                  <a:pt x="4549" y="9252"/>
                </a:lnTo>
                <a:lnTo>
                  <a:pt x="4549" y="9764"/>
                </a:lnTo>
                <a:lnTo>
                  <a:pt x="644" y="9764"/>
                </a:lnTo>
                <a:lnTo>
                  <a:pt x="644" y="9252"/>
                </a:lnTo>
                <a:lnTo>
                  <a:pt x="1298" y="8930"/>
                </a:lnTo>
                <a:lnTo>
                  <a:pt x="1298" y="8466"/>
                </a:lnTo>
                <a:close/>
                <a:moveTo>
                  <a:pt x="1132" y="7811"/>
                </a:moveTo>
                <a:lnTo>
                  <a:pt x="1037" y="7823"/>
                </a:lnTo>
                <a:lnTo>
                  <a:pt x="858" y="7894"/>
                </a:lnTo>
                <a:lnTo>
                  <a:pt x="727" y="8025"/>
                </a:lnTo>
                <a:lnTo>
                  <a:pt x="655" y="8204"/>
                </a:lnTo>
                <a:lnTo>
                  <a:pt x="644" y="8299"/>
                </a:lnTo>
                <a:lnTo>
                  <a:pt x="644" y="8525"/>
                </a:lnTo>
                <a:lnTo>
                  <a:pt x="263" y="8716"/>
                </a:lnTo>
                <a:lnTo>
                  <a:pt x="155" y="8787"/>
                </a:lnTo>
                <a:lnTo>
                  <a:pt x="13" y="9014"/>
                </a:lnTo>
                <a:lnTo>
                  <a:pt x="1" y="9156"/>
                </a:lnTo>
                <a:lnTo>
                  <a:pt x="1" y="9930"/>
                </a:lnTo>
                <a:lnTo>
                  <a:pt x="1" y="10026"/>
                </a:lnTo>
                <a:lnTo>
                  <a:pt x="72" y="10204"/>
                </a:lnTo>
                <a:lnTo>
                  <a:pt x="203" y="10335"/>
                </a:lnTo>
                <a:lnTo>
                  <a:pt x="382" y="10407"/>
                </a:lnTo>
                <a:lnTo>
                  <a:pt x="489" y="10419"/>
                </a:lnTo>
                <a:lnTo>
                  <a:pt x="4716" y="10419"/>
                </a:lnTo>
                <a:lnTo>
                  <a:pt x="4811" y="10407"/>
                </a:lnTo>
                <a:lnTo>
                  <a:pt x="4990" y="10335"/>
                </a:lnTo>
                <a:lnTo>
                  <a:pt x="5121" y="10204"/>
                </a:lnTo>
                <a:lnTo>
                  <a:pt x="5192" y="10026"/>
                </a:lnTo>
                <a:lnTo>
                  <a:pt x="5204" y="9930"/>
                </a:lnTo>
                <a:lnTo>
                  <a:pt x="5204" y="9156"/>
                </a:lnTo>
                <a:lnTo>
                  <a:pt x="5192" y="9014"/>
                </a:lnTo>
                <a:lnTo>
                  <a:pt x="5049" y="8787"/>
                </a:lnTo>
                <a:lnTo>
                  <a:pt x="4930" y="8716"/>
                </a:lnTo>
                <a:lnTo>
                  <a:pt x="4549" y="8525"/>
                </a:lnTo>
                <a:lnTo>
                  <a:pt x="4549" y="8299"/>
                </a:lnTo>
                <a:lnTo>
                  <a:pt x="4549" y="8204"/>
                </a:lnTo>
                <a:lnTo>
                  <a:pt x="4466" y="8025"/>
                </a:lnTo>
                <a:lnTo>
                  <a:pt x="4335" y="7894"/>
                </a:lnTo>
                <a:lnTo>
                  <a:pt x="4168" y="7823"/>
                </a:lnTo>
                <a:lnTo>
                  <a:pt x="4061" y="781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2" name="Google Shape;3032;p173"/>
          <p:cNvSpPr/>
          <p:nvPr/>
        </p:nvSpPr>
        <p:spPr>
          <a:xfrm>
            <a:off x="4494449" y="8639252"/>
            <a:ext cx="495247" cy="494596"/>
          </a:xfrm>
          <a:custGeom>
            <a:rect b="b" l="l" r="r" t="t"/>
            <a:pathLst>
              <a:path extrusionOk="0" h="9109" w="9121">
                <a:moveTo>
                  <a:pt x="6835" y="643"/>
                </a:moveTo>
                <a:lnTo>
                  <a:pt x="6966" y="667"/>
                </a:lnTo>
                <a:lnTo>
                  <a:pt x="7144" y="845"/>
                </a:lnTo>
                <a:lnTo>
                  <a:pt x="7168" y="976"/>
                </a:lnTo>
                <a:lnTo>
                  <a:pt x="7168" y="1619"/>
                </a:lnTo>
                <a:lnTo>
                  <a:pt x="7144" y="1750"/>
                </a:lnTo>
                <a:lnTo>
                  <a:pt x="6966" y="1929"/>
                </a:lnTo>
                <a:lnTo>
                  <a:pt x="6835" y="1953"/>
                </a:lnTo>
                <a:lnTo>
                  <a:pt x="977" y="1953"/>
                </a:lnTo>
                <a:lnTo>
                  <a:pt x="846" y="1929"/>
                </a:lnTo>
                <a:lnTo>
                  <a:pt x="667" y="1750"/>
                </a:lnTo>
                <a:lnTo>
                  <a:pt x="655" y="1619"/>
                </a:lnTo>
                <a:lnTo>
                  <a:pt x="655" y="976"/>
                </a:lnTo>
                <a:lnTo>
                  <a:pt x="667" y="845"/>
                </a:lnTo>
                <a:lnTo>
                  <a:pt x="846" y="667"/>
                </a:lnTo>
                <a:lnTo>
                  <a:pt x="977" y="643"/>
                </a:lnTo>
                <a:close/>
                <a:moveTo>
                  <a:pt x="977" y="0"/>
                </a:moveTo>
                <a:lnTo>
                  <a:pt x="786" y="12"/>
                </a:lnTo>
                <a:lnTo>
                  <a:pt x="429" y="155"/>
                </a:lnTo>
                <a:lnTo>
                  <a:pt x="167" y="429"/>
                </a:lnTo>
                <a:lnTo>
                  <a:pt x="12" y="774"/>
                </a:lnTo>
                <a:lnTo>
                  <a:pt x="0" y="976"/>
                </a:lnTo>
                <a:lnTo>
                  <a:pt x="0" y="1631"/>
                </a:lnTo>
                <a:lnTo>
                  <a:pt x="12" y="1822"/>
                </a:lnTo>
                <a:lnTo>
                  <a:pt x="167" y="2179"/>
                </a:lnTo>
                <a:lnTo>
                  <a:pt x="429" y="2441"/>
                </a:lnTo>
                <a:lnTo>
                  <a:pt x="786" y="2584"/>
                </a:lnTo>
                <a:lnTo>
                  <a:pt x="977" y="2608"/>
                </a:lnTo>
                <a:lnTo>
                  <a:pt x="6847" y="2608"/>
                </a:lnTo>
                <a:lnTo>
                  <a:pt x="7037" y="2584"/>
                </a:lnTo>
                <a:lnTo>
                  <a:pt x="7394" y="2441"/>
                </a:lnTo>
                <a:lnTo>
                  <a:pt x="7656" y="2179"/>
                </a:lnTo>
                <a:lnTo>
                  <a:pt x="7799" y="1822"/>
                </a:lnTo>
                <a:lnTo>
                  <a:pt x="7811" y="1631"/>
                </a:lnTo>
                <a:lnTo>
                  <a:pt x="7811" y="976"/>
                </a:lnTo>
                <a:lnTo>
                  <a:pt x="7799" y="774"/>
                </a:lnTo>
                <a:lnTo>
                  <a:pt x="7656" y="429"/>
                </a:lnTo>
                <a:lnTo>
                  <a:pt x="7394" y="155"/>
                </a:lnTo>
                <a:lnTo>
                  <a:pt x="7037" y="12"/>
                </a:lnTo>
                <a:lnTo>
                  <a:pt x="6847" y="0"/>
                </a:lnTo>
                <a:close/>
                <a:moveTo>
                  <a:pt x="8145" y="3905"/>
                </a:moveTo>
                <a:lnTo>
                  <a:pt x="8275" y="3917"/>
                </a:lnTo>
                <a:lnTo>
                  <a:pt x="8454" y="4096"/>
                </a:lnTo>
                <a:lnTo>
                  <a:pt x="8466" y="4227"/>
                </a:lnTo>
                <a:lnTo>
                  <a:pt x="8466" y="4882"/>
                </a:lnTo>
                <a:lnTo>
                  <a:pt x="8454" y="5013"/>
                </a:lnTo>
                <a:lnTo>
                  <a:pt x="8275" y="5191"/>
                </a:lnTo>
                <a:lnTo>
                  <a:pt x="8145" y="5203"/>
                </a:lnTo>
                <a:lnTo>
                  <a:pt x="977" y="5203"/>
                </a:lnTo>
                <a:lnTo>
                  <a:pt x="846" y="5191"/>
                </a:lnTo>
                <a:lnTo>
                  <a:pt x="667" y="5013"/>
                </a:lnTo>
                <a:lnTo>
                  <a:pt x="655" y="4882"/>
                </a:lnTo>
                <a:lnTo>
                  <a:pt x="655" y="4227"/>
                </a:lnTo>
                <a:lnTo>
                  <a:pt x="667" y="4096"/>
                </a:lnTo>
                <a:lnTo>
                  <a:pt x="846" y="3917"/>
                </a:lnTo>
                <a:lnTo>
                  <a:pt x="977" y="3905"/>
                </a:lnTo>
                <a:close/>
                <a:moveTo>
                  <a:pt x="977" y="3251"/>
                </a:moveTo>
                <a:lnTo>
                  <a:pt x="786" y="3263"/>
                </a:lnTo>
                <a:lnTo>
                  <a:pt x="429" y="3417"/>
                </a:lnTo>
                <a:lnTo>
                  <a:pt x="167" y="3679"/>
                </a:lnTo>
                <a:lnTo>
                  <a:pt x="24" y="4025"/>
                </a:lnTo>
                <a:lnTo>
                  <a:pt x="0" y="4227"/>
                </a:lnTo>
                <a:lnTo>
                  <a:pt x="0" y="4882"/>
                </a:lnTo>
                <a:lnTo>
                  <a:pt x="24" y="5084"/>
                </a:lnTo>
                <a:lnTo>
                  <a:pt x="167" y="5430"/>
                </a:lnTo>
                <a:lnTo>
                  <a:pt x="429" y="5692"/>
                </a:lnTo>
                <a:lnTo>
                  <a:pt x="786" y="5846"/>
                </a:lnTo>
                <a:lnTo>
                  <a:pt x="977" y="5858"/>
                </a:lnTo>
                <a:lnTo>
                  <a:pt x="8145" y="5858"/>
                </a:lnTo>
                <a:lnTo>
                  <a:pt x="8347" y="5846"/>
                </a:lnTo>
                <a:lnTo>
                  <a:pt x="8692" y="5692"/>
                </a:lnTo>
                <a:lnTo>
                  <a:pt x="8954" y="5430"/>
                </a:lnTo>
                <a:lnTo>
                  <a:pt x="9109" y="5084"/>
                </a:lnTo>
                <a:lnTo>
                  <a:pt x="9121" y="4882"/>
                </a:lnTo>
                <a:lnTo>
                  <a:pt x="9121" y="4227"/>
                </a:lnTo>
                <a:lnTo>
                  <a:pt x="9109" y="4025"/>
                </a:lnTo>
                <a:lnTo>
                  <a:pt x="8954" y="3679"/>
                </a:lnTo>
                <a:lnTo>
                  <a:pt x="8692" y="3417"/>
                </a:lnTo>
                <a:lnTo>
                  <a:pt x="8347" y="3263"/>
                </a:lnTo>
                <a:lnTo>
                  <a:pt x="8145" y="3251"/>
                </a:lnTo>
                <a:close/>
                <a:moveTo>
                  <a:pt x="4239" y="7156"/>
                </a:moveTo>
                <a:lnTo>
                  <a:pt x="4370" y="7180"/>
                </a:lnTo>
                <a:lnTo>
                  <a:pt x="4537" y="7358"/>
                </a:lnTo>
                <a:lnTo>
                  <a:pt x="4561" y="7489"/>
                </a:lnTo>
                <a:lnTo>
                  <a:pt x="4561" y="8132"/>
                </a:lnTo>
                <a:lnTo>
                  <a:pt x="4537" y="8263"/>
                </a:lnTo>
                <a:lnTo>
                  <a:pt x="4370" y="8442"/>
                </a:lnTo>
                <a:lnTo>
                  <a:pt x="4239" y="8466"/>
                </a:lnTo>
                <a:lnTo>
                  <a:pt x="977" y="8466"/>
                </a:lnTo>
                <a:lnTo>
                  <a:pt x="846" y="8442"/>
                </a:lnTo>
                <a:lnTo>
                  <a:pt x="667" y="8263"/>
                </a:lnTo>
                <a:lnTo>
                  <a:pt x="655" y="8132"/>
                </a:lnTo>
                <a:lnTo>
                  <a:pt x="655" y="7489"/>
                </a:lnTo>
                <a:lnTo>
                  <a:pt x="667" y="7358"/>
                </a:lnTo>
                <a:lnTo>
                  <a:pt x="846" y="7180"/>
                </a:lnTo>
                <a:lnTo>
                  <a:pt x="977" y="7156"/>
                </a:lnTo>
                <a:close/>
                <a:moveTo>
                  <a:pt x="977" y="6513"/>
                </a:moveTo>
                <a:lnTo>
                  <a:pt x="786" y="6525"/>
                </a:lnTo>
                <a:lnTo>
                  <a:pt x="429" y="6668"/>
                </a:lnTo>
                <a:lnTo>
                  <a:pt x="167" y="6930"/>
                </a:lnTo>
                <a:lnTo>
                  <a:pt x="12" y="7287"/>
                </a:lnTo>
                <a:lnTo>
                  <a:pt x="0" y="7489"/>
                </a:lnTo>
                <a:lnTo>
                  <a:pt x="0" y="8132"/>
                </a:lnTo>
                <a:lnTo>
                  <a:pt x="12" y="8335"/>
                </a:lnTo>
                <a:lnTo>
                  <a:pt x="167" y="8692"/>
                </a:lnTo>
                <a:lnTo>
                  <a:pt x="429" y="8954"/>
                </a:lnTo>
                <a:lnTo>
                  <a:pt x="786" y="9097"/>
                </a:lnTo>
                <a:lnTo>
                  <a:pt x="977" y="9109"/>
                </a:lnTo>
                <a:lnTo>
                  <a:pt x="4239" y="9109"/>
                </a:lnTo>
                <a:lnTo>
                  <a:pt x="4430" y="9097"/>
                </a:lnTo>
                <a:lnTo>
                  <a:pt x="4787" y="8954"/>
                </a:lnTo>
                <a:lnTo>
                  <a:pt x="5049" y="8692"/>
                </a:lnTo>
                <a:lnTo>
                  <a:pt x="5204" y="8335"/>
                </a:lnTo>
                <a:lnTo>
                  <a:pt x="5215" y="8132"/>
                </a:lnTo>
                <a:lnTo>
                  <a:pt x="5215" y="7489"/>
                </a:lnTo>
                <a:lnTo>
                  <a:pt x="5204" y="7287"/>
                </a:lnTo>
                <a:lnTo>
                  <a:pt x="5049" y="6930"/>
                </a:lnTo>
                <a:lnTo>
                  <a:pt x="4787" y="6668"/>
                </a:lnTo>
                <a:lnTo>
                  <a:pt x="4430" y="6525"/>
                </a:lnTo>
                <a:lnTo>
                  <a:pt x="4239" y="65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3" name="Google Shape;3033;p173"/>
          <p:cNvSpPr/>
          <p:nvPr/>
        </p:nvSpPr>
        <p:spPr>
          <a:xfrm>
            <a:off x="5537893" y="8639252"/>
            <a:ext cx="565780" cy="494596"/>
          </a:xfrm>
          <a:custGeom>
            <a:rect b="b" l="l" r="r" t="t"/>
            <a:pathLst>
              <a:path extrusionOk="0" h="9109" w="10420">
                <a:moveTo>
                  <a:pt x="9443" y="643"/>
                </a:moveTo>
                <a:lnTo>
                  <a:pt x="9574" y="667"/>
                </a:lnTo>
                <a:lnTo>
                  <a:pt x="9752" y="845"/>
                </a:lnTo>
                <a:lnTo>
                  <a:pt x="9764" y="976"/>
                </a:lnTo>
                <a:lnTo>
                  <a:pt x="9764" y="1619"/>
                </a:lnTo>
                <a:lnTo>
                  <a:pt x="9752" y="1750"/>
                </a:lnTo>
                <a:lnTo>
                  <a:pt x="9574" y="1929"/>
                </a:lnTo>
                <a:lnTo>
                  <a:pt x="9443" y="1953"/>
                </a:lnTo>
                <a:lnTo>
                  <a:pt x="6192" y="1953"/>
                </a:lnTo>
                <a:lnTo>
                  <a:pt x="6061" y="1929"/>
                </a:lnTo>
                <a:lnTo>
                  <a:pt x="5883" y="1750"/>
                </a:lnTo>
                <a:lnTo>
                  <a:pt x="5859" y="1619"/>
                </a:lnTo>
                <a:lnTo>
                  <a:pt x="5859" y="976"/>
                </a:lnTo>
                <a:lnTo>
                  <a:pt x="5883" y="845"/>
                </a:lnTo>
                <a:lnTo>
                  <a:pt x="6061" y="667"/>
                </a:lnTo>
                <a:lnTo>
                  <a:pt x="6192" y="643"/>
                </a:lnTo>
                <a:close/>
                <a:moveTo>
                  <a:pt x="6180" y="0"/>
                </a:moveTo>
                <a:lnTo>
                  <a:pt x="5990" y="12"/>
                </a:lnTo>
                <a:lnTo>
                  <a:pt x="5633" y="155"/>
                </a:lnTo>
                <a:lnTo>
                  <a:pt x="5371" y="429"/>
                </a:lnTo>
                <a:lnTo>
                  <a:pt x="5228" y="774"/>
                </a:lnTo>
                <a:lnTo>
                  <a:pt x="5204" y="976"/>
                </a:lnTo>
                <a:lnTo>
                  <a:pt x="5204" y="1619"/>
                </a:lnTo>
                <a:lnTo>
                  <a:pt x="5228" y="1822"/>
                </a:lnTo>
                <a:lnTo>
                  <a:pt x="5371" y="2179"/>
                </a:lnTo>
                <a:lnTo>
                  <a:pt x="5633" y="2441"/>
                </a:lnTo>
                <a:lnTo>
                  <a:pt x="5990" y="2584"/>
                </a:lnTo>
                <a:lnTo>
                  <a:pt x="6180" y="2596"/>
                </a:lnTo>
                <a:lnTo>
                  <a:pt x="9443" y="2596"/>
                </a:lnTo>
                <a:lnTo>
                  <a:pt x="9645" y="2584"/>
                </a:lnTo>
                <a:lnTo>
                  <a:pt x="9991" y="2441"/>
                </a:lnTo>
                <a:lnTo>
                  <a:pt x="10252" y="2179"/>
                </a:lnTo>
                <a:lnTo>
                  <a:pt x="10407" y="1822"/>
                </a:lnTo>
                <a:lnTo>
                  <a:pt x="10419" y="1619"/>
                </a:lnTo>
                <a:lnTo>
                  <a:pt x="10419" y="976"/>
                </a:lnTo>
                <a:lnTo>
                  <a:pt x="10407" y="774"/>
                </a:lnTo>
                <a:lnTo>
                  <a:pt x="10252" y="429"/>
                </a:lnTo>
                <a:lnTo>
                  <a:pt x="9991" y="155"/>
                </a:lnTo>
                <a:lnTo>
                  <a:pt x="9645" y="12"/>
                </a:lnTo>
                <a:lnTo>
                  <a:pt x="9443" y="0"/>
                </a:lnTo>
                <a:close/>
                <a:moveTo>
                  <a:pt x="3585" y="643"/>
                </a:moveTo>
                <a:lnTo>
                  <a:pt x="3716" y="667"/>
                </a:lnTo>
                <a:lnTo>
                  <a:pt x="3882" y="845"/>
                </a:lnTo>
                <a:lnTo>
                  <a:pt x="3906" y="976"/>
                </a:lnTo>
                <a:lnTo>
                  <a:pt x="3906" y="3251"/>
                </a:lnTo>
                <a:lnTo>
                  <a:pt x="3882" y="3382"/>
                </a:lnTo>
                <a:lnTo>
                  <a:pt x="3716" y="3560"/>
                </a:lnTo>
                <a:lnTo>
                  <a:pt x="3585" y="3584"/>
                </a:lnTo>
                <a:lnTo>
                  <a:pt x="977" y="3584"/>
                </a:lnTo>
                <a:lnTo>
                  <a:pt x="846" y="3560"/>
                </a:lnTo>
                <a:lnTo>
                  <a:pt x="668" y="3382"/>
                </a:lnTo>
                <a:lnTo>
                  <a:pt x="656" y="3251"/>
                </a:lnTo>
                <a:lnTo>
                  <a:pt x="656" y="976"/>
                </a:lnTo>
                <a:lnTo>
                  <a:pt x="668" y="845"/>
                </a:lnTo>
                <a:lnTo>
                  <a:pt x="846" y="667"/>
                </a:lnTo>
                <a:lnTo>
                  <a:pt x="977" y="643"/>
                </a:lnTo>
                <a:close/>
                <a:moveTo>
                  <a:pt x="977" y="0"/>
                </a:moveTo>
                <a:lnTo>
                  <a:pt x="775" y="12"/>
                </a:lnTo>
                <a:lnTo>
                  <a:pt x="429" y="155"/>
                </a:lnTo>
                <a:lnTo>
                  <a:pt x="156" y="429"/>
                </a:lnTo>
                <a:lnTo>
                  <a:pt x="13" y="774"/>
                </a:lnTo>
                <a:lnTo>
                  <a:pt x="1" y="976"/>
                </a:lnTo>
                <a:lnTo>
                  <a:pt x="1" y="3251"/>
                </a:lnTo>
                <a:lnTo>
                  <a:pt x="13" y="3453"/>
                </a:lnTo>
                <a:lnTo>
                  <a:pt x="156" y="3798"/>
                </a:lnTo>
                <a:lnTo>
                  <a:pt x="429" y="4072"/>
                </a:lnTo>
                <a:lnTo>
                  <a:pt x="775" y="4215"/>
                </a:lnTo>
                <a:lnTo>
                  <a:pt x="977" y="4227"/>
                </a:lnTo>
                <a:lnTo>
                  <a:pt x="3585" y="4227"/>
                </a:lnTo>
                <a:lnTo>
                  <a:pt x="3775" y="4215"/>
                </a:lnTo>
                <a:lnTo>
                  <a:pt x="4132" y="4072"/>
                </a:lnTo>
                <a:lnTo>
                  <a:pt x="4394" y="3798"/>
                </a:lnTo>
                <a:lnTo>
                  <a:pt x="4537" y="3453"/>
                </a:lnTo>
                <a:lnTo>
                  <a:pt x="4561" y="3251"/>
                </a:lnTo>
                <a:lnTo>
                  <a:pt x="4561" y="976"/>
                </a:lnTo>
                <a:lnTo>
                  <a:pt x="4537" y="774"/>
                </a:lnTo>
                <a:lnTo>
                  <a:pt x="4394" y="429"/>
                </a:lnTo>
                <a:lnTo>
                  <a:pt x="4132" y="155"/>
                </a:lnTo>
                <a:lnTo>
                  <a:pt x="3775" y="12"/>
                </a:lnTo>
                <a:lnTo>
                  <a:pt x="3585" y="0"/>
                </a:lnTo>
                <a:close/>
                <a:moveTo>
                  <a:pt x="9443" y="3905"/>
                </a:moveTo>
                <a:lnTo>
                  <a:pt x="9574" y="3917"/>
                </a:lnTo>
                <a:lnTo>
                  <a:pt x="9752" y="4096"/>
                </a:lnTo>
                <a:lnTo>
                  <a:pt x="9764" y="4227"/>
                </a:lnTo>
                <a:lnTo>
                  <a:pt x="9764" y="4882"/>
                </a:lnTo>
                <a:lnTo>
                  <a:pt x="9752" y="5013"/>
                </a:lnTo>
                <a:lnTo>
                  <a:pt x="9574" y="5191"/>
                </a:lnTo>
                <a:lnTo>
                  <a:pt x="9443" y="5203"/>
                </a:lnTo>
                <a:lnTo>
                  <a:pt x="6180" y="5203"/>
                </a:lnTo>
                <a:lnTo>
                  <a:pt x="6049" y="5191"/>
                </a:lnTo>
                <a:lnTo>
                  <a:pt x="5883" y="5013"/>
                </a:lnTo>
                <a:lnTo>
                  <a:pt x="5859" y="4882"/>
                </a:lnTo>
                <a:lnTo>
                  <a:pt x="5859" y="4227"/>
                </a:lnTo>
                <a:lnTo>
                  <a:pt x="5883" y="4096"/>
                </a:lnTo>
                <a:lnTo>
                  <a:pt x="6049" y="3917"/>
                </a:lnTo>
                <a:lnTo>
                  <a:pt x="6180" y="3905"/>
                </a:lnTo>
                <a:close/>
                <a:moveTo>
                  <a:pt x="6180" y="3251"/>
                </a:moveTo>
                <a:lnTo>
                  <a:pt x="5990" y="3263"/>
                </a:lnTo>
                <a:lnTo>
                  <a:pt x="5633" y="3417"/>
                </a:lnTo>
                <a:lnTo>
                  <a:pt x="5371" y="3679"/>
                </a:lnTo>
                <a:lnTo>
                  <a:pt x="5228" y="4025"/>
                </a:lnTo>
                <a:lnTo>
                  <a:pt x="5204" y="4227"/>
                </a:lnTo>
                <a:lnTo>
                  <a:pt x="5204" y="4882"/>
                </a:lnTo>
                <a:lnTo>
                  <a:pt x="5228" y="5084"/>
                </a:lnTo>
                <a:lnTo>
                  <a:pt x="5371" y="5430"/>
                </a:lnTo>
                <a:lnTo>
                  <a:pt x="5633" y="5692"/>
                </a:lnTo>
                <a:lnTo>
                  <a:pt x="5990" y="5846"/>
                </a:lnTo>
                <a:lnTo>
                  <a:pt x="6180" y="5858"/>
                </a:lnTo>
                <a:lnTo>
                  <a:pt x="9443" y="5858"/>
                </a:lnTo>
                <a:lnTo>
                  <a:pt x="9645" y="5846"/>
                </a:lnTo>
                <a:lnTo>
                  <a:pt x="9991" y="5692"/>
                </a:lnTo>
                <a:lnTo>
                  <a:pt x="10252" y="5430"/>
                </a:lnTo>
                <a:lnTo>
                  <a:pt x="10407" y="5084"/>
                </a:lnTo>
                <a:lnTo>
                  <a:pt x="10419" y="4882"/>
                </a:lnTo>
                <a:lnTo>
                  <a:pt x="10419" y="4227"/>
                </a:lnTo>
                <a:lnTo>
                  <a:pt x="10407" y="4025"/>
                </a:lnTo>
                <a:lnTo>
                  <a:pt x="10252" y="3679"/>
                </a:lnTo>
                <a:lnTo>
                  <a:pt x="9991" y="3417"/>
                </a:lnTo>
                <a:lnTo>
                  <a:pt x="9645" y="3263"/>
                </a:lnTo>
                <a:lnTo>
                  <a:pt x="9443" y="3251"/>
                </a:lnTo>
                <a:close/>
                <a:moveTo>
                  <a:pt x="3585" y="5525"/>
                </a:moveTo>
                <a:lnTo>
                  <a:pt x="3716" y="5549"/>
                </a:lnTo>
                <a:lnTo>
                  <a:pt x="3882" y="5727"/>
                </a:lnTo>
                <a:lnTo>
                  <a:pt x="3906" y="5858"/>
                </a:lnTo>
                <a:lnTo>
                  <a:pt x="3906" y="8132"/>
                </a:lnTo>
                <a:lnTo>
                  <a:pt x="3882" y="8263"/>
                </a:lnTo>
                <a:lnTo>
                  <a:pt x="3716" y="8442"/>
                </a:lnTo>
                <a:lnTo>
                  <a:pt x="3585" y="8466"/>
                </a:lnTo>
                <a:lnTo>
                  <a:pt x="977" y="8466"/>
                </a:lnTo>
                <a:lnTo>
                  <a:pt x="846" y="8442"/>
                </a:lnTo>
                <a:lnTo>
                  <a:pt x="668" y="8263"/>
                </a:lnTo>
                <a:lnTo>
                  <a:pt x="656" y="8132"/>
                </a:lnTo>
                <a:lnTo>
                  <a:pt x="656" y="5858"/>
                </a:lnTo>
                <a:lnTo>
                  <a:pt x="668" y="5727"/>
                </a:lnTo>
                <a:lnTo>
                  <a:pt x="846" y="5549"/>
                </a:lnTo>
                <a:lnTo>
                  <a:pt x="977" y="5525"/>
                </a:lnTo>
                <a:close/>
                <a:moveTo>
                  <a:pt x="9443" y="7156"/>
                </a:moveTo>
                <a:lnTo>
                  <a:pt x="9574" y="7180"/>
                </a:lnTo>
                <a:lnTo>
                  <a:pt x="9752" y="7358"/>
                </a:lnTo>
                <a:lnTo>
                  <a:pt x="9764" y="7489"/>
                </a:lnTo>
                <a:lnTo>
                  <a:pt x="9764" y="8132"/>
                </a:lnTo>
                <a:lnTo>
                  <a:pt x="9752" y="8263"/>
                </a:lnTo>
                <a:lnTo>
                  <a:pt x="9574" y="8442"/>
                </a:lnTo>
                <a:lnTo>
                  <a:pt x="9443" y="8466"/>
                </a:lnTo>
                <a:lnTo>
                  <a:pt x="6192" y="8466"/>
                </a:lnTo>
                <a:lnTo>
                  <a:pt x="6061" y="8442"/>
                </a:lnTo>
                <a:lnTo>
                  <a:pt x="5883" y="8263"/>
                </a:lnTo>
                <a:lnTo>
                  <a:pt x="5859" y="8132"/>
                </a:lnTo>
                <a:lnTo>
                  <a:pt x="5859" y="7489"/>
                </a:lnTo>
                <a:lnTo>
                  <a:pt x="5883" y="7358"/>
                </a:lnTo>
                <a:lnTo>
                  <a:pt x="6061" y="7180"/>
                </a:lnTo>
                <a:lnTo>
                  <a:pt x="6192" y="7156"/>
                </a:lnTo>
                <a:close/>
                <a:moveTo>
                  <a:pt x="977" y="4882"/>
                </a:moveTo>
                <a:lnTo>
                  <a:pt x="775" y="4894"/>
                </a:lnTo>
                <a:lnTo>
                  <a:pt x="429" y="5037"/>
                </a:lnTo>
                <a:lnTo>
                  <a:pt x="156" y="5310"/>
                </a:lnTo>
                <a:lnTo>
                  <a:pt x="13" y="5656"/>
                </a:lnTo>
                <a:lnTo>
                  <a:pt x="1" y="5858"/>
                </a:lnTo>
                <a:lnTo>
                  <a:pt x="1" y="8132"/>
                </a:lnTo>
                <a:lnTo>
                  <a:pt x="13" y="8335"/>
                </a:lnTo>
                <a:lnTo>
                  <a:pt x="156" y="8680"/>
                </a:lnTo>
                <a:lnTo>
                  <a:pt x="429" y="8954"/>
                </a:lnTo>
                <a:lnTo>
                  <a:pt x="775" y="9097"/>
                </a:lnTo>
                <a:lnTo>
                  <a:pt x="977" y="9109"/>
                </a:lnTo>
                <a:lnTo>
                  <a:pt x="3585" y="9109"/>
                </a:lnTo>
                <a:lnTo>
                  <a:pt x="3775" y="9097"/>
                </a:lnTo>
                <a:lnTo>
                  <a:pt x="4132" y="8954"/>
                </a:lnTo>
                <a:lnTo>
                  <a:pt x="4394" y="8680"/>
                </a:lnTo>
                <a:lnTo>
                  <a:pt x="4537" y="8335"/>
                </a:lnTo>
                <a:lnTo>
                  <a:pt x="4561" y="8132"/>
                </a:lnTo>
                <a:lnTo>
                  <a:pt x="4561" y="5858"/>
                </a:lnTo>
                <a:lnTo>
                  <a:pt x="4537" y="5656"/>
                </a:lnTo>
                <a:lnTo>
                  <a:pt x="4394" y="5310"/>
                </a:lnTo>
                <a:lnTo>
                  <a:pt x="4132" y="5037"/>
                </a:lnTo>
                <a:lnTo>
                  <a:pt x="3775" y="4894"/>
                </a:lnTo>
                <a:lnTo>
                  <a:pt x="3585" y="4882"/>
                </a:lnTo>
                <a:close/>
                <a:moveTo>
                  <a:pt x="6180" y="6513"/>
                </a:moveTo>
                <a:lnTo>
                  <a:pt x="5990" y="6525"/>
                </a:lnTo>
                <a:lnTo>
                  <a:pt x="5633" y="6668"/>
                </a:lnTo>
                <a:lnTo>
                  <a:pt x="5371" y="6930"/>
                </a:lnTo>
                <a:lnTo>
                  <a:pt x="5228" y="7287"/>
                </a:lnTo>
                <a:lnTo>
                  <a:pt x="5204" y="7489"/>
                </a:lnTo>
                <a:lnTo>
                  <a:pt x="5204" y="8132"/>
                </a:lnTo>
                <a:lnTo>
                  <a:pt x="5228" y="8335"/>
                </a:lnTo>
                <a:lnTo>
                  <a:pt x="5371" y="8692"/>
                </a:lnTo>
                <a:lnTo>
                  <a:pt x="5633" y="8954"/>
                </a:lnTo>
                <a:lnTo>
                  <a:pt x="5990" y="9097"/>
                </a:lnTo>
                <a:lnTo>
                  <a:pt x="6180" y="9109"/>
                </a:lnTo>
                <a:lnTo>
                  <a:pt x="9443" y="9109"/>
                </a:lnTo>
                <a:lnTo>
                  <a:pt x="9645" y="9097"/>
                </a:lnTo>
                <a:lnTo>
                  <a:pt x="9991" y="8954"/>
                </a:lnTo>
                <a:lnTo>
                  <a:pt x="10252" y="8692"/>
                </a:lnTo>
                <a:lnTo>
                  <a:pt x="10407" y="8335"/>
                </a:lnTo>
                <a:lnTo>
                  <a:pt x="10419" y="8132"/>
                </a:lnTo>
                <a:lnTo>
                  <a:pt x="10419" y="7489"/>
                </a:lnTo>
                <a:lnTo>
                  <a:pt x="10407" y="7287"/>
                </a:lnTo>
                <a:lnTo>
                  <a:pt x="10252" y="6930"/>
                </a:lnTo>
                <a:lnTo>
                  <a:pt x="9991" y="6668"/>
                </a:lnTo>
                <a:lnTo>
                  <a:pt x="9645" y="6525"/>
                </a:lnTo>
                <a:lnTo>
                  <a:pt x="9443" y="65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4" name="Google Shape;3034;p173"/>
          <p:cNvSpPr/>
          <p:nvPr/>
        </p:nvSpPr>
        <p:spPr>
          <a:xfrm>
            <a:off x="1152625" y="8603687"/>
            <a:ext cx="707334" cy="565726"/>
          </a:xfrm>
          <a:custGeom>
            <a:rect b="b" l="l" r="r" t="t"/>
            <a:pathLst>
              <a:path extrusionOk="0" h="10419" w="13027">
                <a:moveTo>
                  <a:pt x="8466" y="2286"/>
                </a:moveTo>
                <a:lnTo>
                  <a:pt x="8335" y="2298"/>
                </a:lnTo>
                <a:lnTo>
                  <a:pt x="8168" y="2477"/>
                </a:lnTo>
                <a:lnTo>
                  <a:pt x="8145" y="2608"/>
                </a:lnTo>
                <a:lnTo>
                  <a:pt x="8168" y="2739"/>
                </a:lnTo>
                <a:lnTo>
                  <a:pt x="8335" y="2917"/>
                </a:lnTo>
                <a:lnTo>
                  <a:pt x="8466" y="2929"/>
                </a:lnTo>
                <a:lnTo>
                  <a:pt x="9633" y="2929"/>
                </a:lnTo>
                <a:lnTo>
                  <a:pt x="7823" y="4751"/>
                </a:lnTo>
                <a:lnTo>
                  <a:pt x="7811" y="4751"/>
                </a:lnTo>
                <a:lnTo>
                  <a:pt x="6418" y="3358"/>
                </a:lnTo>
                <a:lnTo>
                  <a:pt x="6311" y="3275"/>
                </a:lnTo>
                <a:lnTo>
                  <a:pt x="6061" y="3275"/>
                </a:lnTo>
                <a:lnTo>
                  <a:pt x="5954" y="3358"/>
                </a:lnTo>
                <a:lnTo>
                  <a:pt x="5882" y="3453"/>
                </a:lnTo>
                <a:lnTo>
                  <a:pt x="5882" y="3703"/>
                </a:lnTo>
                <a:lnTo>
                  <a:pt x="5954" y="3810"/>
                </a:lnTo>
                <a:lnTo>
                  <a:pt x="7585" y="5442"/>
                </a:lnTo>
                <a:lnTo>
                  <a:pt x="7692" y="5525"/>
                </a:lnTo>
                <a:lnTo>
                  <a:pt x="7823" y="5537"/>
                </a:lnTo>
                <a:lnTo>
                  <a:pt x="7942" y="5525"/>
                </a:lnTo>
                <a:lnTo>
                  <a:pt x="8049" y="5442"/>
                </a:lnTo>
                <a:lnTo>
                  <a:pt x="10097" y="3394"/>
                </a:lnTo>
                <a:lnTo>
                  <a:pt x="10097" y="4560"/>
                </a:lnTo>
                <a:lnTo>
                  <a:pt x="10121" y="4691"/>
                </a:lnTo>
                <a:lnTo>
                  <a:pt x="10288" y="4870"/>
                </a:lnTo>
                <a:lnTo>
                  <a:pt x="10419" y="4882"/>
                </a:lnTo>
                <a:lnTo>
                  <a:pt x="10550" y="4870"/>
                </a:lnTo>
                <a:lnTo>
                  <a:pt x="10728" y="4691"/>
                </a:lnTo>
                <a:lnTo>
                  <a:pt x="10752" y="4560"/>
                </a:lnTo>
                <a:lnTo>
                  <a:pt x="10752" y="2608"/>
                </a:lnTo>
                <a:lnTo>
                  <a:pt x="10728" y="2477"/>
                </a:lnTo>
                <a:lnTo>
                  <a:pt x="10550" y="2298"/>
                </a:lnTo>
                <a:lnTo>
                  <a:pt x="10419" y="2286"/>
                </a:lnTo>
                <a:close/>
                <a:moveTo>
                  <a:pt x="3263" y="3263"/>
                </a:moveTo>
                <a:lnTo>
                  <a:pt x="3525" y="3275"/>
                </a:lnTo>
                <a:lnTo>
                  <a:pt x="3989" y="3477"/>
                </a:lnTo>
                <a:lnTo>
                  <a:pt x="4346" y="3822"/>
                </a:lnTo>
                <a:lnTo>
                  <a:pt x="4549" y="4299"/>
                </a:lnTo>
                <a:lnTo>
                  <a:pt x="4561" y="4560"/>
                </a:lnTo>
                <a:lnTo>
                  <a:pt x="4549" y="4822"/>
                </a:lnTo>
                <a:lnTo>
                  <a:pt x="4346" y="5287"/>
                </a:lnTo>
                <a:lnTo>
                  <a:pt x="3989" y="5644"/>
                </a:lnTo>
                <a:lnTo>
                  <a:pt x="3525" y="5846"/>
                </a:lnTo>
                <a:lnTo>
                  <a:pt x="3263" y="5858"/>
                </a:lnTo>
                <a:lnTo>
                  <a:pt x="2989" y="5846"/>
                </a:lnTo>
                <a:lnTo>
                  <a:pt x="2525" y="5644"/>
                </a:lnTo>
                <a:lnTo>
                  <a:pt x="2179" y="5287"/>
                </a:lnTo>
                <a:lnTo>
                  <a:pt x="1977" y="4822"/>
                </a:lnTo>
                <a:lnTo>
                  <a:pt x="1953" y="4560"/>
                </a:lnTo>
                <a:lnTo>
                  <a:pt x="1977" y="4299"/>
                </a:lnTo>
                <a:lnTo>
                  <a:pt x="2179" y="3822"/>
                </a:lnTo>
                <a:lnTo>
                  <a:pt x="2525" y="3477"/>
                </a:lnTo>
                <a:lnTo>
                  <a:pt x="3001" y="3275"/>
                </a:lnTo>
                <a:lnTo>
                  <a:pt x="3263" y="3263"/>
                </a:lnTo>
                <a:close/>
                <a:moveTo>
                  <a:pt x="3060" y="2608"/>
                </a:moveTo>
                <a:lnTo>
                  <a:pt x="2667" y="2691"/>
                </a:lnTo>
                <a:lnTo>
                  <a:pt x="2322" y="2834"/>
                </a:lnTo>
                <a:lnTo>
                  <a:pt x="2013" y="3048"/>
                </a:lnTo>
                <a:lnTo>
                  <a:pt x="1739" y="3310"/>
                </a:lnTo>
                <a:lnTo>
                  <a:pt x="1536" y="3620"/>
                </a:lnTo>
                <a:lnTo>
                  <a:pt x="1393" y="3965"/>
                </a:lnTo>
                <a:lnTo>
                  <a:pt x="1310" y="4358"/>
                </a:lnTo>
                <a:lnTo>
                  <a:pt x="1310" y="4560"/>
                </a:lnTo>
                <a:lnTo>
                  <a:pt x="1310" y="4763"/>
                </a:lnTo>
                <a:lnTo>
                  <a:pt x="1393" y="5144"/>
                </a:lnTo>
                <a:lnTo>
                  <a:pt x="1536" y="5489"/>
                </a:lnTo>
                <a:lnTo>
                  <a:pt x="1751" y="5799"/>
                </a:lnTo>
                <a:lnTo>
                  <a:pt x="2013" y="6073"/>
                </a:lnTo>
                <a:lnTo>
                  <a:pt x="2322" y="6275"/>
                </a:lnTo>
                <a:lnTo>
                  <a:pt x="2679" y="6430"/>
                </a:lnTo>
                <a:lnTo>
                  <a:pt x="3060" y="6501"/>
                </a:lnTo>
                <a:lnTo>
                  <a:pt x="3263" y="6513"/>
                </a:lnTo>
                <a:lnTo>
                  <a:pt x="3453" y="6501"/>
                </a:lnTo>
                <a:lnTo>
                  <a:pt x="3834" y="6430"/>
                </a:lnTo>
                <a:lnTo>
                  <a:pt x="4191" y="6275"/>
                </a:lnTo>
                <a:lnTo>
                  <a:pt x="4501" y="6073"/>
                </a:lnTo>
                <a:lnTo>
                  <a:pt x="4763" y="5799"/>
                </a:lnTo>
                <a:lnTo>
                  <a:pt x="4977" y="5489"/>
                </a:lnTo>
                <a:lnTo>
                  <a:pt x="5120" y="5144"/>
                </a:lnTo>
                <a:lnTo>
                  <a:pt x="5204" y="4763"/>
                </a:lnTo>
                <a:lnTo>
                  <a:pt x="5215" y="4560"/>
                </a:lnTo>
                <a:lnTo>
                  <a:pt x="5204" y="4358"/>
                </a:lnTo>
                <a:lnTo>
                  <a:pt x="5132" y="3977"/>
                </a:lnTo>
                <a:lnTo>
                  <a:pt x="4977" y="3632"/>
                </a:lnTo>
                <a:lnTo>
                  <a:pt x="4775" y="3310"/>
                </a:lnTo>
                <a:lnTo>
                  <a:pt x="4513" y="3048"/>
                </a:lnTo>
                <a:lnTo>
                  <a:pt x="4203" y="2834"/>
                </a:lnTo>
                <a:lnTo>
                  <a:pt x="3846" y="2691"/>
                </a:lnTo>
                <a:lnTo>
                  <a:pt x="3465" y="2608"/>
                </a:lnTo>
                <a:close/>
                <a:moveTo>
                  <a:pt x="4239" y="0"/>
                </a:moveTo>
                <a:lnTo>
                  <a:pt x="4037" y="12"/>
                </a:lnTo>
                <a:lnTo>
                  <a:pt x="3691" y="167"/>
                </a:lnTo>
                <a:lnTo>
                  <a:pt x="3418" y="429"/>
                </a:lnTo>
                <a:lnTo>
                  <a:pt x="3275" y="774"/>
                </a:lnTo>
                <a:lnTo>
                  <a:pt x="3263" y="977"/>
                </a:lnTo>
                <a:lnTo>
                  <a:pt x="3263" y="1631"/>
                </a:lnTo>
                <a:lnTo>
                  <a:pt x="3275" y="1762"/>
                </a:lnTo>
                <a:lnTo>
                  <a:pt x="3453" y="1941"/>
                </a:lnTo>
                <a:lnTo>
                  <a:pt x="3584" y="1953"/>
                </a:lnTo>
                <a:lnTo>
                  <a:pt x="3715" y="1941"/>
                </a:lnTo>
                <a:lnTo>
                  <a:pt x="3894" y="1762"/>
                </a:lnTo>
                <a:lnTo>
                  <a:pt x="3906" y="1631"/>
                </a:lnTo>
                <a:lnTo>
                  <a:pt x="3906" y="977"/>
                </a:lnTo>
                <a:lnTo>
                  <a:pt x="3930" y="846"/>
                </a:lnTo>
                <a:lnTo>
                  <a:pt x="4108" y="667"/>
                </a:lnTo>
                <a:lnTo>
                  <a:pt x="4239" y="655"/>
                </a:lnTo>
                <a:lnTo>
                  <a:pt x="12050" y="655"/>
                </a:lnTo>
                <a:lnTo>
                  <a:pt x="12181" y="667"/>
                </a:lnTo>
                <a:lnTo>
                  <a:pt x="12360" y="846"/>
                </a:lnTo>
                <a:lnTo>
                  <a:pt x="12371" y="977"/>
                </a:lnTo>
                <a:lnTo>
                  <a:pt x="12371" y="7490"/>
                </a:lnTo>
                <a:lnTo>
                  <a:pt x="12360" y="7621"/>
                </a:lnTo>
                <a:lnTo>
                  <a:pt x="12181" y="7799"/>
                </a:lnTo>
                <a:lnTo>
                  <a:pt x="12050" y="7811"/>
                </a:lnTo>
                <a:lnTo>
                  <a:pt x="7168" y="7811"/>
                </a:lnTo>
                <a:lnTo>
                  <a:pt x="7037" y="7835"/>
                </a:lnTo>
                <a:lnTo>
                  <a:pt x="6859" y="8013"/>
                </a:lnTo>
                <a:lnTo>
                  <a:pt x="6847" y="8144"/>
                </a:lnTo>
                <a:lnTo>
                  <a:pt x="6859" y="8275"/>
                </a:lnTo>
                <a:lnTo>
                  <a:pt x="7037" y="8442"/>
                </a:lnTo>
                <a:lnTo>
                  <a:pt x="7168" y="8466"/>
                </a:lnTo>
                <a:lnTo>
                  <a:pt x="12050" y="8466"/>
                </a:lnTo>
                <a:lnTo>
                  <a:pt x="12252" y="8454"/>
                </a:lnTo>
                <a:lnTo>
                  <a:pt x="12598" y="8299"/>
                </a:lnTo>
                <a:lnTo>
                  <a:pt x="12872" y="8037"/>
                </a:lnTo>
                <a:lnTo>
                  <a:pt x="13014" y="7692"/>
                </a:lnTo>
                <a:lnTo>
                  <a:pt x="13026" y="7490"/>
                </a:lnTo>
                <a:lnTo>
                  <a:pt x="13026" y="977"/>
                </a:lnTo>
                <a:lnTo>
                  <a:pt x="13014" y="774"/>
                </a:lnTo>
                <a:lnTo>
                  <a:pt x="12860" y="429"/>
                </a:lnTo>
                <a:lnTo>
                  <a:pt x="12598" y="167"/>
                </a:lnTo>
                <a:lnTo>
                  <a:pt x="12252" y="12"/>
                </a:lnTo>
                <a:lnTo>
                  <a:pt x="12050" y="0"/>
                </a:lnTo>
                <a:close/>
                <a:moveTo>
                  <a:pt x="3906" y="7811"/>
                </a:moveTo>
                <a:lnTo>
                  <a:pt x="4108" y="7823"/>
                </a:lnTo>
                <a:lnTo>
                  <a:pt x="4489" y="7906"/>
                </a:lnTo>
                <a:lnTo>
                  <a:pt x="4846" y="8049"/>
                </a:lnTo>
                <a:lnTo>
                  <a:pt x="5156" y="8263"/>
                </a:lnTo>
                <a:lnTo>
                  <a:pt x="5418" y="8525"/>
                </a:lnTo>
                <a:lnTo>
                  <a:pt x="5632" y="8835"/>
                </a:lnTo>
                <a:lnTo>
                  <a:pt x="5775" y="9192"/>
                </a:lnTo>
                <a:lnTo>
                  <a:pt x="5858" y="9573"/>
                </a:lnTo>
                <a:lnTo>
                  <a:pt x="5858" y="9764"/>
                </a:lnTo>
                <a:lnTo>
                  <a:pt x="655" y="9764"/>
                </a:lnTo>
                <a:lnTo>
                  <a:pt x="667" y="9573"/>
                </a:lnTo>
                <a:lnTo>
                  <a:pt x="739" y="9192"/>
                </a:lnTo>
                <a:lnTo>
                  <a:pt x="893" y="8835"/>
                </a:lnTo>
                <a:lnTo>
                  <a:pt x="1096" y="8525"/>
                </a:lnTo>
                <a:lnTo>
                  <a:pt x="1370" y="8263"/>
                </a:lnTo>
                <a:lnTo>
                  <a:pt x="1679" y="8049"/>
                </a:lnTo>
                <a:lnTo>
                  <a:pt x="2024" y="7906"/>
                </a:lnTo>
                <a:lnTo>
                  <a:pt x="2405" y="7823"/>
                </a:lnTo>
                <a:lnTo>
                  <a:pt x="2608" y="7811"/>
                </a:lnTo>
                <a:close/>
                <a:moveTo>
                  <a:pt x="2334" y="7168"/>
                </a:moveTo>
                <a:lnTo>
                  <a:pt x="1834" y="7275"/>
                </a:lnTo>
                <a:lnTo>
                  <a:pt x="1358" y="7478"/>
                </a:lnTo>
                <a:lnTo>
                  <a:pt x="953" y="7751"/>
                </a:lnTo>
                <a:lnTo>
                  <a:pt x="596" y="8109"/>
                </a:lnTo>
                <a:lnTo>
                  <a:pt x="310" y="8525"/>
                </a:lnTo>
                <a:lnTo>
                  <a:pt x="119" y="8990"/>
                </a:lnTo>
                <a:lnTo>
                  <a:pt x="12" y="9502"/>
                </a:lnTo>
                <a:lnTo>
                  <a:pt x="0" y="9764"/>
                </a:lnTo>
                <a:lnTo>
                  <a:pt x="12" y="9907"/>
                </a:lnTo>
                <a:lnTo>
                  <a:pt x="107" y="10133"/>
                </a:lnTo>
                <a:lnTo>
                  <a:pt x="286" y="10311"/>
                </a:lnTo>
                <a:lnTo>
                  <a:pt x="524" y="10407"/>
                </a:lnTo>
                <a:lnTo>
                  <a:pt x="655" y="10419"/>
                </a:lnTo>
                <a:lnTo>
                  <a:pt x="5858" y="10419"/>
                </a:lnTo>
                <a:lnTo>
                  <a:pt x="6001" y="10407"/>
                </a:lnTo>
                <a:lnTo>
                  <a:pt x="6228" y="10311"/>
                </a:lnTo>
                <a:lnTo>
                  <a:pt x="6406" y="10133"/>
                </a:lnTo>
                <a:lnTo>
                  <a:pt x="6501" y="9907"/>
                </a:lnTo>
                <a:lnTo>
                  <a:pt x="6513" y="9764"/>
                </a:lnTo>
                <a:lnTo>
                  <a:pt x="6501" y="9502"/>
                </a:lnTo>
                <a:lnTo>
                  <a:pt x="6394" y="8990"/>
                </a:lnTo>
                <a:lnTo>
                  <a:pt x="6204" y="8525"/>
                </a:lnTo>
                <a:lnTo>
                  <a:pt x="5918" y="8109"/>
                </a:lnTo>
                <a:lnTo>
                  <a:pt x="5573" y="7751"/>
                </a:lnTo>
                <a:lnTo>
                  <a:pt x="5156" y="7478"/>
                </a:lnTo>
                <a:lnTo>
                  <a:pt x="4680" y="7275"/>
                </a:lnTo>
                <a:lnTo>
                  <a:pt x="4180" y="7168"/>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5" name="Google Shape;3035;p173"/>
          <p:cNvSpPr/>
          <p:nvPr/>
        </p:nvSpPr>
        <p:spPr>
          <a:xfrm>
            <a:off x="2302113" y="8639252"/>
            <a:ext cx="565726" cy="494596"/>
          </a:xfrm>
          <a:custGeom>
            <a:rect b="b" l="l" r="r" t="t"/>
            <a:pathLst>
              <a:path extrusionOk="0" h="9109" w="10419">
                <a:moveTo>
                  <a:pt x="6835" y="655"/>
                </a:moveTo>
                <a:lnTo>
                  <a:pt x="6704" y="667"/>
                </a:lnTo>
                <a:lnTo>
                  <a:pt x="6525" y="845"/>
                </a:lnTo>
                <a:lnTo>
                  <a:pt x="6514" y="976"/>
                </a:lnTo>
                <a:lnTo>
                  <a:pt x="6514" y="2929"/>
                </a:lnTo>
                <a:lnTo>
                  <a:pt x="6525" y="3060"/>
                </a:lnTo>
                <a:lnTo>
                  <a:pt x="6704" y="3239"/>
                </a:lnTo>
                <a:lnTo>
                  <a:pt x="6835" y="3251"/>
                </a:lnTo>
                <a:lnTo>
                  <a:pt x="6966" y="3239"/>
                </a:lnTo>
                <a:lnTo>
                  <a:pt x="7145" y="3060"/>
                </a:lnTo>
                <a:lnTo>
                  <a:pt x="7168" y="2929"/>
                </a:lnTo>
                <a:lnTo>
                  <a:pt x="7168" y="976"/>
                </a:lnTo>
                <a:lnTo>
                  <a:pt x="7145" y="845"/>
                </a:lnTo>
                <a:lnTo>
                  <a:pt x="6966" y="667"/>
                </a:lnTo>
                <a:lnTo>
                  <a:pt x="6835" y="655"/>
                </a:lnTo>
                <a:close/>
                <a:moveTo>
                  <a:pt x="4882" y="1953"/>
                </a:moveTo>
                <a:lnTo>
                  <a:pt x="4751" y="1965"/>
                </a:lnTo>
                <a:lnTo>
                  <a:pt x="4573" y="2143"/>
                </a:lnTo>
                <a:lnTo>
                  <a:pt x="4561" y="2274"/>
                </a:lnTo>
                <a:lnTo>
                  <a:pt x="4561" y="4227"/>
                </a:lnTo>
                <a:lnTo>
                  <a:pt x="4573" y="4358"/>
                </a:lnTo>
                <a:lnTo>
                  <a:pt x="4751" y="4537"/>
                </a:lnTo>
                <a:lnTo>
                  <a:pt x="4882" y="4560"/>
                </a:lnTo>
                <a:lnTo>
                  <a:pt x="5013" y="4537"/>
                </a:lnTo>
                <a:lnTo>
                  <a:pt x="5192" y="4358"/>
                </a:lnTo>
                <a:lnTo>
                  <a:pt x="5204" y="4227"/>
                </a:lnTo>
                <a:lnTo>
                  <a:pt x="5204" y="2274"/>
                </a:lnTo>
                <a:lnTo>
                  <a:pt x="5192" y="2143"/>
                </a:lnTo>
                <a:lnTo>
                  <a:pt x="5013" y="1965"/>
                </a:lnTo>
                <a:lnTo>
                  <a:pt x="4882" y="1953"/>
                </a:lnTo>
                <a:close/>
                <a:moveTo>
                  <a:pt x="2930" y="3905"/>
                </a:moveTo>
                <a:lnTo>
                  <a:pt x="2799" y="3917"/>
                </a:lnTo>
                <a:lnTo>
                  <a:pt x="2620" y="4096"/>
                </a:lnTo>
                <a:lnTo>
                  <a:pt x="2608" y="4227"/>
                </a:lnTo>
                <a:lnTo>
                  <a:pt x="2608" y="6180"/>
                </a:lnTo>
                <a:lnTo>
                  <a:pt x="2620" y="6311"/>
                </a:lnTo>
                <a:lnTo>
                  <a:pt x="2799" y="6489"/>
                </a:lnTo>
                <a:lnTo>
                  <a:pt x="2930" y="6513"/>
                </a:lnTo>
                <a:lnTo>
                  <a:pt x="3061" y="6489"/>
                </a:lnTo>
                <a:lnTo>
                  <a:pt x="3239" y="6311"/>
                </a:lnTo>
                <a:lnTo>
                  <a:pt x="3251" y="6180"/>
                </a:lnTo>
                <a:lnTo>
                  <a:pt x="3251" y="4227"/>
                </a:lnTo>
                <a:lnTo>
                  <a:pt x="3239" y="4096"/>
                </a:lnTo>
                <a:lnTo>
                  <a:pt x="3061" y="3917"/>
                </a:lnTo>
                <a:lnTo>
                  <a:pt x="2930" y="3905"/>
                </a:lnTo>
                <a:close/>
                <a:moveTo>
                  <a:pt x="8788" y="655"/>
                </a:moveTo>
                <a:lnTo>
                  <a:pt x="8657" y="667"/>
                </a:lnTo>
                <a:lnTo>
                  <a:pt x="8478" y="845"/>
                </a:lnTo>
                <a:lnTo>
                  <a:pt x="8466" y="976"/>
                </a:lnTo>
                <a:lnTo>
                  <a:pt x="8466" y="6180"/>
                </a:lnTo>
                <a:lnTo>
                  <a:pt x="8478" y="6311"/>
                </a:lnTo>
                <a:lnTo>
                  <a:pt x="8657" y="6489"/>
                </a:lnTo>
                <a:lnTo>
                  <a:pt x="8788" y="6513"/>
                </a:lnTo>
                <a:lnTo>
                  <a:pt x="8919" y="6489"/>
                </a:lnTo>
                <a:lnTo>
                  <a:pt x="9097" y="6311"/>
                </a:lnTo>
                <a:lnTo>
                  <a:pt x="9121" y="6180"/>
                </a:lnTo>
                <a:lnTo>
                  <a:pt x="9121" y="976"/>
                </a:lnTo>
                <a:lnTo>
                  <a:pt x="9097" y="845"/>
                </a:lnTo>
                <a:lnTo>
                  <a:pt x="8919" y="667"/>
                </a:lnTo>
                <a:lnTo>
                  <a:pt x="8788" y="655"/>
                </a:lnTo>
                <a:close/>
                <a:moveTo>
                  <a:pt x="322" y="0"/>
                </a:moveTo>
                <a:lnTo>
                  <a:pt x="191" y="12"/>
                </a:lnTo>
                <a:lnTo>
                  <a:pt x="12" y="191"/>
                </a:lnTo>
                <a:lnTo>
                  <a:pt x="1" y="322"/>
                </a:lnTo>
                <a:lnTo>
                  <a:pt x="1" y="7489"/>
                </a:lnTo>
                <a:lnTo>
                  <a:pt x="1" y="7656"/>
                </a:lnTo>
                <a:lnTo>
                  <a:pt x="72" y="7966"/>
                </a:lnTo>
                <a:lnTo>
                  <a:pt x="191" y="8263"/>
                </a:lnTo>
                <a:lnTo>
                  <a:pt x="370" y="8525"/>
                </a:lnTo>
                <a:lnTo>
                  <a:pt x="596" y="8740"/>
                </a:lnTo>
                <a:lnTo>
                  <a:pt x="846" y="8918"/>
                </a:lnTo>
                <a:lnTo>
                  <a:pt x="1144" y="9037"/>
                </a:lnTo>
                <a:lnTo>
                  <a:pt x="1465" y="9109"/>
                </a:lnTo>
                <a:lnTo>
                  <a:pt x="10097" y="9109"/>
                </a:lnTo>
                <a:lnTo>
                  <a:pt x="10228" y="9097"/>
                </a:lnTo>
                <a:lnTo>
                  <a:pt x="10395" y="8918"/>
                </a:lnTo>
                <a:lnTo>
                  <a:pt x="10419" y="8787"/>
                </a:lnTo>
                <a:lnTo>
                  <a:pt x="10395" y="8656"/>
                </a:lnTo>
                <a:lnTo>
                  <a:pt x="10228" y="8478"/>
                </a:lnTo>
                <a:lnTo>
                  <a:pt x="10097" y="8466"/>
                </a:lnTo>
                <a:lnTo>
                  <a:pt x="1632" y="8466"/>
                </a:lnTo>
                <a:lnTo>
                  <a:pt x="1429" y="8442"/>
                </a:lnTo>
                <a:lnTo>
                  <a:pt x="1072" y="8299"/>
                </a:lnTo>
                <a:lnTo>
                  <a:pt x="810" y="8037"/>
                </a:lnTo>
                <a:lnTo>
                  <a:pt x="667" y="7680"/>
                </a:lnTo>
                <a:lnTo>
                  <a:pt x="655" y="7489"/>
                </a:lnTo>
                <a:lnTo>
                  <a:pt x="655" y="322"/>
                </a:lnTo>
                <a:lnTo>
                  <a:pt x="632" y="191"/>
                </a:lnTo>
                <a:lnTo>
                  <a:pt x="453" y="12"/>
                </a:lnTo>
                <a:lnTo>
                  <a:pt x="32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6" name="Google Shape;3036;p173"/>
          <p:cNvSpPr/>
          <p:nvPr/>
        </p:nvSpPr>
        <p:spPr>
          <a:xfrm>
            <a:off x="6652522" y="8644411"/>
            <a:ext cx="493293" cy="334310"/>
          </a:xfrm>
          <a:custGeom>
            <a:rect b="b" l="l" r="r" t="t"/>
            <a:pathLst>
              <a:path extrusionOk="0" h="6157" w="9085">
                <a:moveTo>
                  <a:pt x="8644" y="0"/>
                </a:moveTo>
                <a:lnTo>
                  <a:pt x="8549" y="84"/>
                </a:lnTo>
                <a:lnTo>
                  <a:pt x="3239" y="5394"/>
                </a:lnTo>
                <a:lnTo>
                  <a:pt x="536" y="2691"/>
                </a:lnTo>
                <a:lnTo>
                  <a:pt x="441" y="2608"/>
                </a:lnTo>
                <a:lnTo>
                  <a:pt x="191" y="2608"/>
                </a:lnTo>
                <a:lnTo>
                  <a:pt x="83" y="2691"/>
                </a:lnTo>
                <a:lnTo>
                  <a:pt x="0" y="2798"/>
                </a:lnTo>
                <a:lnTo>
                  <a:pt x="0" y="3048"/>
                </a:lnTo>
                <a:lnTo>
                  <a:pt x="83" y="3144"/>
                </a:lnTo>
                <a:lnTo>
                  <a:pt x="3012" y="6085"/>
                </a:lnTo>
                <a:lnTo>
                  <a:pt x="3120" y="6156"/>
                </a:lnTo>
                <a:lnTo>
                  <a:pt x="3370" y="6156"/>
                </a:lnTo>
                <a:lnTo>
                  <a:pt x="3477" y="6085"/>
                </a:lnTo>
                <a:lnTo>
                  <a:pt x="9002" y="548"/>
                </a:lnTo>
                <a:lnTo>
                  <a:pt x="9085" y="441"/>
                </a:lnTo>
                <a:lnTo>
                  <a:pt x="9085" y="191"/>
                </a:lnTo>
                <a:lnTo>
                  <a:pt x="9002" y="84"/>
                </a:lnTo>
                <a:lnTo>
                  <a:pt x="8894"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7" name="Google Shape;3037;p173"/>
          <p:cNvSpPr/>
          <p:nvPr/>
        </p:nvSpPr>
        <p:spPr>
          <a:xfrm>
            <a:off x="7730880" y="8591361"/>
            <a:ext cx="493347" cy="458434"/>
          </a:xfrm>
          <a:custGeom>
            <a:rect b="b" l="l" r="r" t="t"/>
            <a:pathLst>
              <a:path extrusionOk="0" h="8443" w="9086">
                <a:moveTo>
                  <a:pt x="6371" y="1"/>
                </a:moveTo>
                <a:lnTo>
                  <a:pt x="6275" y="84"/>
                </a:lnTo>
                <a:lnTo>
                  <a:pt x="3251" y="3109"/>
                </a:lnTo>
                <a:lnTo>
                  <a:pt x="1846" y="1716"/>
                </a:lnTo>
                <a:lnTo>
                  <a:pt x="1739" y="1632"/>
                </a:lnTo>
                <a:lnTo>
                  <a:pt x="1489" y="1632"/>
                </a:lnTo>
                <a:lnTo>
                  <a:pt x="1382" y="1716"/>
                </a:lnTo>
                <a:lnTo>
                  <a:pt x="1310" y="1823"/>
                </a:lnTo>
                <a:lnTo>
                  <a:pt x="1310" y="2073"/>
                </a:lnTo>
                <a:lnTo>
                  <a:pt x="1382" y="2168"/>
                </a:lnTo>
                <a:lnTo>
                  <a:pt x="3013" y="3799"/>
                </a:lnTo>
                <a:lnTo>
                  <a:pt x="3120" y="3883"/>
                </a:lnTo>
                <a:lnTo>
                  <a:pt x="3370" y="3883"/>
                </a:lnTo>
                <a:lnTo>
                  <a:pt x="3477" y="3799"/>
                </a:lnTo>
                <a:lnTo>
                  <a:pt x="6728" y="549"/>
                </a:lnTo>
                <a:lnTo>
                  <a:pt x="6811" y="442"/>
                </a:lnTo>
                <a:lnTo>
                  <a:pt x="6811" y="191"/>
                </a:lnTo>
                <a:lnTo>
                  <a:pt x="6728" y="84"/>
                </a:lnTo>
                <a:lnTo>
                  <a:pt x="6621" y="1"/>
                </a:lnTo>
                <a:close/>
                <a:moveTo>
                  <a:pt x="8657" y="2287"/>
                </a:moveTo>
                <a:lnTo>
                  <a:pt x="8550" y="2359"/>
                </a:lnTo>
                <a:lnTo>
                  <a:pt x="3251" y="7669"/>
                </a:lnTo>
                <a:lnTo>
                  <a:pt x="548" y="4966"/>
                </a:lnTo>
                <a:lnTo>
                  <a:pt x="441" y="4883"/>
                </a:lnTo>
                <a:lnTo>
                  <a:pt x="191" y="4883"/>
                </a:lnTo>
                <a:lnTo>
                  <a:pt x="84" y="4966"/>
                </a:lnTo>
                <a:lnTo>
                  <a:pt x="0" y="5073"/>
                </a:lnTo>
                <a:lnTo>
                  <a:pt x="0" y="5323"/>
                </a:lnTo>
                <a:lnTo>
                  <a:pt x="84" y="5430"/>
                </a:lnTo>
                <a:lnTo>
                  <a:pt x="3013" y="8360"/>
                </a:lnTo>
                <a:lnTo>
                  <a:pt x="3120" y="8443"/>
                </a:lnTo>
                <a:lnTo>
                  <a:pt x="3370" y="8443"/>
                </a:lnTo>
                <a:lnTo>
                  <a:pt x="3477" y="8360"/>
                </a:lnTo>
                <a:lnTo>
                  <a:pt x="9014" y="2823"/>
                </a:lnTo>
                <a:lnTo>
                  <a:pt x="9085" y="2716"/>
                </a:lnTo>
                <a:lnTo>
                  <a:pt x="9085" y="2466"/>
                </a:lnTo>
                <a:lnTo>
                  <a:pt x="9014" y="2359"/>
                </a:lnTo>
                <a:lnTo>
                  <a:pt x="8907" y="2287"/>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8" name="Google Shape;3038;p173"/>
          <p:cNvSpPr/>
          <p:nvPr/>
        </p:nvSpPr>
        <p:spPr>
          <a:xfrm>
            <a:off x="3416036" y="8639252"/>
            <a:ext cx="495302" cy="495247"/>
          </a:xfrm>
          <a:custGeom>
            <a:rect b="b" l="l" r="r" t="t"/>
            <a:pathLst>
              <a:path extrusionOk="0" h="9121" w="9122">
                <a:moveTo>
                  <a:pt x="1632" y="4560"/>
                </a:moveTo>
                <a:lnTo>
                  <a:pt x="1763" y="4572"/>
                </a:lnTo>
                <a:lnTo>
                  <a:pt x="1930" y="4751"/>
                </a:lnTo>
                <a:lnTo>
                  <a:pt x="1954" y="4882"/>
                </a:lnTo>
                <a:lnTo>
                  <a:pt x="1954" y="8144"/>
                </a:lnTo>
                <a:lnTo>
                  <a:pt x="1930" y="8263"/>
                </a:lnTo>
                <a:lnTo>
                  <a:pt x="1763" y="8442"/>
                </a:lnTo>
                <a:lnTo>
                  <a:pt x="1632" y="8466"/>
                </a:lnTo>
                <a:lnTo>
                  <a:pt x="977" y="8466"/>
                </a:lnTo>
                <a:lnTo>
                  <a:pt x="846" y="8442"/>
                </a:lnTo>
                <a:lnTo>
                  <a:pt x="668" y="8263"/>
                </a:lnTo>
                <a:lnTo>
                  <a:pt x="656" y="8144"/>
                </a:lnTo>
                <a:lnTo>
                  <a:pt x="656" y="4882"/>
                </a:lnTo>
                <a:lnTo>
                  <a:pt x="668" y="4751"/>
                </a:lnTo>
                <a:lnTo>
                  <a:pt x="846" y="4572"/>
                </a:lnTo>
                <a:lnTo>
                  <a:pt x="977" y="4560"/>
                </a:lnTo>
                <a:close/>
                <a:moveTo>
                  <a:pt x="4883" y="655"/>
                </a:moveTo>
                <a:lnTo>
                  <a:pt x="5014" y="667"/>
                </a:lnTo>
                <a:lnTo>
                  <a:pt x="5192" y="845"/>
                </a:lnTo>
                <a:lnTo>
                  <a:pt x="5216" y="976"/>
                </a:lnTo>
                <a:lnTo>
                  <a:pt x="5216" y="8144"/>
                </a:lnTo>
                <a:lnTo>
                  <a:pt x="5192" y="8263"/>
                </a:lnTo>
                <a:lnTo>
                  <a:pt x="5014" y="8442"/>
                </a:lnTo>
                <a:lnTo>
                  <a:pt x="4883" y="8466"/>
                </a:lnTo>
                <a:lnTo>
                  <a:pt x="4228" y="8466"/>
                </a:lnTo>
                <a:lnTo>
                  <a:pt x="4097" y="8442"/>
                </a:lnTo>
                <a:lnTo>
                  <a:pt x="3930" y="8263"/>
                </a:lnTo>
                <a:lnTo>
                  <a:pt x="3906" y="8144"/>
                </a:lnTo>
                <a:lnTo>
                  <a:pt x="3906" y="976"/>
                </a:lnTo>
                <a:lnTo>
                  <a:pt x="3930" y="845"/>
                </a:lnTo>
                <a:lnTo>
                  <a:pt x="4097" y="667"/>
                </a:lnTo>
                <a:lnTo>
                  <a:pt x="4228" y="655"/>
                </a:lnTo>
                <a:close/>
                <a:moveTo>
                  <a:pt x="8145" y="1953"/>
                </a:moveTo>
                <a:lnTo>
                  <a:pt x="8276" y="1977"/>
                </a:lnTo>
                <a:lnTo>
                  <a:pt x="8455" y="2143"/>
                </a:lnTo>
                <a:lnTo>
                  <a:pt x="8467" y="2274"/>
                </a:lnTo>
                <a:lnTo>
                  <a:pt x="8467" y="8144"/>
                </a:lnTo>
                <a:lnTo>
                  <a:pt x="8455" y="8275"/>
                </a:lnTo>
                <a:lnTo>
                  <a:pt x="8276" y="8442"/>
                </a:lnTo>
                <a:lnTo>
                  <a:pt x="8145" y="8466"/>
                </a:lnTo>
                <a:lnTo>
                  <a:pt x="7490" y="8466"/>
                </a:lnTo>
                <a:lnTo>
                  <a:pt x="7359" y="8442"/>
                </a:lnTo>
                <a:lnTo>
                  <a:pt x="7181" y="8275"/>
                </a:lnTo>
                <a:lnTo>
                  <a:pt x="7169" y="8144"/>
                </a:lnTo>
                <a:lnTo>
                  <a:pt x="7169" y="2274"/>
                </a:lnTo>
                <a:lnTo>
                  <a:pt x="7181" y="2143"/>
                </a:lnTo>
                <a:lnTo>
                  <a:pt x="7359" y="1977"/>
                </a:lnTo>
                <a:lnTo>
                  <a:pt x="7490" y="1953"/>
                </a:lnTo>
                <a:close/>
                <a:moveTo>
                  <a:pt x="977" y="3905"/>
                </a:moveTo>
                <a:lnTo>
                  <a:pt x="775" y="3917"/>
                </a:lnTo>
                <a:lnTo>
                  <a:pt x="429" y="4060"/>
                </a:lnTo>
                <a:lnTo>
                  <a:pt x="156" y="4334"/>
                </a:lnTo>
                <a:lnTo>
                  <a:pt x="13" y="4679"/>
                </a:lnTo>
                <a:lnTo>
                  <a:pt x="1" y="4882"/>
                </a:lnTo>
                <a:lnTo>
                  <a:pt x="1" y="8132"/>
                </a:lnTo>
                <a:lnTo>
                  <a:pt x="13" y="8335"/>
                </a:lnTo>
                <a:lnTo>
                  <a:pt x="156" y="8692"/>
                </a:lnTo>
                <a:lnTo>
                  <a:pt x="429" y="8954"/>
                </a:lnTo>
                <a:lnTo>
                  <a:pt x="775" y="9097"/>
                </a:lnTo>
                <a:lnTo>
                  <a:pt x="977" y="9109"/>
                </a:lnTo>
                <a:lnTo>
                  <a:pt x="1632" y="9109"/>
                </a:lnTo>
                <a:lnTo>
                  <a:pt x="1823" y="9097"/>
                </a:lnTo>
                <a:lnTo>
                  <a:pt x="2180" y="8954"/>
                </a:lnTo>
                <a:lnTo>
                  <a:pt x="2442" y="8692"/>
                </a:lnTo>
                <a:lnTo>
                  <a:pt x="2585" y="8335"/>
                </a:lnTo>
                <a:lnTo>
                  <a:pt x="2608" y="8132"/>
                </a:lnTo>
                <a:lnTo>
                  <a:pt x="2608" y="4882"/>
                </a:lnTo>
                <a:lnTo>
                  <a:pt x="2585" y="4679"/>
                </a:lnTo>
                <a:lnTo>
                  <a:pt x="2442" y="4334"/>
                </a:lnTo>
                <a:lnTo>
                  <a:pt x="2180" y="4060"/>
                </a:lnTo>
                <a:lnTo>
                  <a:pt x="1823" y="3917"/>
                </a:lnTo>
                <a:lnTo>
                  <a:pt x="1632" y="3905"/>
                </a:lnTo>
                <a:close/>
                <a:moveTo>
                  <a:pt x="4228" y="0"/>
                </a:moveTo>
                <a:lnTo>
                  <a:pt x="4037" y="12"/>
                </a:lnTo>
                <a:lnTo>
                  <a:pt x="3680" y="155"/>
                </a:lnTo>
                <a:lnTo>
                  <a:pt x="3418" y="429"/>
                </a:lnTo>
                <a:lnTo>
                  <a:pt x="3275" y="774"/>
                </a:lnTo>
                <a:lnTo>
                  <a:pt x="3251" y="976"/>
                </a:lnTo>
                <a:lnTo>
                  <a:pt x="3251" y="8132"/>
                </a:lnTo>
                <a:lnTo>
                  <a:pt x="3275" y="8335"/>
                </a:lnTo>
                <a:lnTo>
                  <a:pt x="3418" y="8692"/>
                </a:lnTo>
                <a:lnTo>
                  <a:pt x="3680" y="8954"/>
                </a:lnTo>
                <a:lnTo>
                  <a:pt x="4037" y="9097"/>
                </a:lnTo>
                <a:lnTo>
                  <a:pt x="4228" y="9109"/>
                </a:lnTo>
                <a:lnTo>
                  <a:pt x="4883" y="9109"/>
                </a:lnTo>
                <a:lnTo>
                  <a:pt x="5085" y="9097"/>
                </a:lnTo>
                <a:lnTo>
                  <a:pt x="5430" y="8954"/>
                </a:lnTo>
                <a:lnTo>
                  <a:pt x="5704" y="8692"/>
                </a:lnTo>
                <a:lnTo>
                  <a:pt x="5847" y="8335"/>
                </a:lnTo>
                <a:lnTo>
                  <a:pt x="5859" y="8132"/>
                </a:lnTo>
                <a:lnTo>
                  <a:pt x="5859" y="976"/>
                </a:lnTo>
                <a:lnTo>
                  <a:pt x="5847" y="774"/>
                </a:lnTo>
                <a:lnTo>
                  <a:pt x="5704" y="429"/>
                </a:lnTo>
                <a:lnTo>
                  <a:pt x="5430" y="155"/>
                </a:lnTo>
                <a:lnTo>
                  <a:pt x="5085" y="12"/>
                </a:lnTo>
                <a:lnTo>
                  <a:pt x="4883" y="0"/>
                </a:lnTo>
                <a:close/>
                <a:moveTo>
                  <a:pt x="7490" y="1298"/>
                </a:moveTo>
                <a:lnTo>
                  <a:pt x="7288" y="1322"/>
                </a:lnTo>
                <a:lnTo>
                  <a:pt x="6942" y="1465"/>
                </a:lnTo>
                <a:lnTo>
                  <a:pt x="6669" y="1727"/>
                </a:lnTo>
                <a:lnTo>
                  <a:pt x="6526" y="2084"/>
                </a:lnTo>
                <a:lnTo>
                  <a:pt x="6514" y="2274"/>
                </a:lnTo>
                <a:lnTo>
                  <a:pt x="6514" y="8144"/>
                </a:lnTo>
                <a:lnTo>
                  <a:pt x="6526" y="8335"/>
                </a:lnTo>
                <a:lnTo>
                  <a:pt x="6669" y="8692"/>
                </a:lnTo>
                <a:lnTo>
                  <a:pt x="6942" y="8954"/>
                </a:lnTo>
                <a:lnTo>
                  <a:pt x="7288" y="9097"/>
                </a:lnTo>
                <a:lnTo>
                  <a:pt x="7490" y="9121"/>
                </a:lnTo>
                <a:lnTo>
                  <a:pt x="8145" y="9121"/>
                </a:lnTo>
                <a:lnTo>
                  <a:pt x="8336" y="9097"/>
                </a:lnTo>
                <a:lnTo>
                  <a:pt x="8693" y="8954"/>
                </a:lnTo>
                <a:lnTo>
                  <a:pt x="8955" y="8692"/>
                </a:lnTo>
                <a:lnTo>
                  <a:pt x="9098" y="8335"/>
                </a:lnTo>
                <a:lnTo>
                  <a:pt x="9121" y="8144"/>
                </a:lnTo>
                <a:lnTo>
                  <a:pt x="9121" y="2274"/>
                </a:lnTo>
                <a:lnTo>
                  <a:pt x="9098" y="2084"/>
                </a:lnTo>
                <a:lnTo>
                  <a:pt x="8955" y="1727"/>
                </a:lnTo>
                <a:lnTo>
                  <a:pt x="8693" y="1465"/>
                </a:lnTo>
                <a:lnTo>
                  <a:pt x="8336" y="1322"/>
                </a:lnTo>
                <a:lnTo>
                  <a:pt x="8145" y="1298"/>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39" name="Google Shape;3039;p173"/>
          <p:cNvSpPr/>
          <p:nvPr/>
        </p:nvSpPr>
        <p:spPr>
          <a:xfrm>
            <a:off x="9852086" y="8603687"/>
            <a:ext cx="565726" cy="565726"/>
          </a:xfrm>
          <a:custGeom>
            <a:rect b="b" l="l" r="r" t="t"/>
            <a:pathLst>
              <a:path extrusionOk="0" h="10419" w="10419">
                <a:moveTo>
                  <a:pt x="4096" y="2608"/>
                </a:moveTo>
                <a:lnTo>
                  <a:pt x="3358" y="4560"/>
                </a:lnTo>
                <a:lnTo>
                  <a:pt x="1858" y="4560"/>
                </a:lnTo>
                <a:lnTo>
                  <a:pt x="1120" y="2608"/>
                </a:lnTo>
                <a:close/>
                <a:moveTo>
                  <a:pt x="2584" y="0"/>
                </a:moveTo>
                <a:lnTo>
                  <a:pt x="2453" y="36"/>
                </a:lnTo>
                <a:lnTo>
                  <a:pt x="2346" y="131"/>
                </a:lnTo>
                <a:lnTo>
                  <a:pt x="2287" y="250"/>
                </a:lnTo>
                <a:lnTo>
                  <a:pt x="2275" y="322"/>
                </a:lnTo>
                <a:lnTo>
                  <a:pt x="2275" y="655"/>
                </a:lnTo>
                <a:lnTo>
                  <a:pt x="1977" y="655"/>
                </a:lnTo>
                <a:lnTo>
                  <a:pt x="1846" y="667"/>
                </a:lnTo>
                <a:lnTo>
                  <a:pt x="1667" y="810"/>
                </a:lnTo>
                <a:lnTo>
                  <a:pt x="1632" y="917"/>
                </a:lnTo>
                <a:lnTo>
                  <a:pt x="1632" y="1000"/>
                </a:lnTo>
                <a:lnTo>
                  <a:pt x="1667" y="1131"/>
                </a:lnTo>
                <a:lnTo>
                  <a:pt x="1751" y="1239"/>
                </a:lnTo>
                <a:lnTo>
                  <a:pt x="1882" y="1298"/>
                </a:lnTo>
                <a:lnTo>
                  <a:pt x="2287" y="1298"/>
                </a:lnTo>
                <a:lnTo>
                  <a:pt x="2287" y="1953"/>
                </a:lnTo>
                <a:lnTo>
                  <a:pt x="1132" y="1953"/>
                </a:lnTo>
                <a:lnTo>
                  <a:pt x="941" y="1965"/>
                </a:lnTo>
                <a:lnTo>
                  <a:pt x="774" y="2060"/>
                </a:lnTo>
                <a:lnTo>
                  <a:pt x="679" y="2132"/>
                </a:lnTo>
                <a:lnTo>
                  <a:pt x="536" y="2310"/>
                </a:lnTo>
                <a:lnTo>
                  <a:pt x="477" y="2513"/>
                </a:lnTo>
                <a:lnTo>
                  <a:pt x="477" y="2727"/>
                </a:lnTo>
                <a:lnTo>
                  <a:pt x="512" y="2834"/>
                </a:lnTo>
                <a:lnTo>
                  <a:pt x="1155" y="4560"/>
                </a:lnTo>
                <a:lnTo>
                  <a:pt x="1001" y="4560"/>
                </a:lnTo>
                <a:lnTo>
                  <a:pt x="870" y="4572"/>
                </a:lnTo>
                <a:lnTo>
                  <a:pt x="691" y="4715"/>
                </a:lnTo>
                <a:lnTo>
                  <a:pt x="655" y="4822"/>
                </a:lnTo>
                <a:lnTo>
                  <a:pt x="643" y="4906"/>
                </a:lnTo>
                <a:lnTo>
                  <a:pt x="691" y="5037"/>
                </a:lnTo>
                <a:lnTo>
                  <a:pt x="774" y="5144"/>
                </a:lnTo>
                <a:lnTo>
                  <a:pt x="905" y="5203"/>
                </a:lnTo>
                <a:lnTo>
                  <a:pt x="1298" y="5203"/>
                </a:lnTo>
                <a:lnTo>
                  <a:pt x="1298" y="5787"/>
                </a:lnTo>
                <a:lnTo>
                  <a:pt x="1286" y="6299"/>
                </a:lnTo>
                <a:lnTo>
                  <a:pt x="1239" y="6799"/>
                </a:lnTo>
                <a:lnTo>
                  <a:pt x="1227" y="6870"/>
                </a:lnTo>
                <a:lnTo>
                  <a:pt x="1275" y="7001"/>
                </a:lnTo>
                <a:lnTo>
                  <a:pt x="1358" y="7097"/>
                </a:lnTo>
                <a:lnTo>
                  <a:pt x="1489" y="7156"/>
                </a:lnTo>
                <a:lnTo>
                  <a:pt x="1560" y="7156"/>
                </a:lnTo>
                <a:lnTo>
                  <a:pt x="1679" y="7144"/>
                </a:lnTo>
                <a:lnTo>
                  <a:pt x="1858" y="6989"/>
                </a:lnTo>
                <a:lnTo>
                  <a:pt x="1882" y="6870"/>
                </a:lnTo>
                <a:lnTo>
                  <a:pt x="1941" y="6335"/>
                </a:lnTo>
                <a:lnTo>
                  <a:pt x="1953" y="5787"/>
                </a:lnTo>
                <a:lnTo>
                  <a:pt x="1953" y="5203"/>
                </a:lnTo>
                <a:lnTo>
                  <a:pt x="3251" y="5203"/>
                </a:lnTo>
                <a:lnTo>
                  <a:pt x="3251" y="5787"/>
                </a:lnTo>
                <a:lnTo>
                  <a:pt x="3263" y="6335"/>
                </a:lnTo>
                <a:lnTo>
                  <a:pt x="3322" y="6870"/>
                </a:lnTo>
                <a:lnTo>
                  <a:pt x="3346" y="6989"/>
                </a:lnTo>
                <a:lnTo>
                  <a:pt x="3525" y="7144"/>
                </a:lnTo>
                <a:lnTo>
                  <a:pt x="3644" y="7156"/>
                </a:lnTo>
                <a:lnTo>
                  <a:pt x="3715" y="7156"/>
                </a:lnTo>
                <a:lnTo>
                  <a:pt x="3846" y="7097"/>
                </a:lnTo>
                <a:lnTo>
                  <a:pt x="3930" y="7001"/>
                </a:lnTo>
                <a:lnTo>
                  <a:pt x="3977" y="6870"/>
                </a:lnTo>
                <a:lnTo>
                  <a:pt x="3977" y="6799"/>
                </a:lnTo>
                <a:lnTo>
                  <a:pt x="3918" y="6299"/>
                </a:lnTo>
                <a:lnTo>
                  <a:pt x="3906" y="5787"/>
                </a:lnTo>
                <a:lnTo>
                  <a:pt x="3906" y="5203"/>
                </a:lnTo>
                <a:lnTo>
                  <a:pt x="4215" y="5203"/>
                </a:lnTo>
                <a:lnTo>
                  <a:pt x="4335" y="5192"/>
                </a:lnTo>
                <a:lnTo>
                  <a:pt x="4513" y="5049"/>
                </a:lnTo>
                <a:lnTo>
                  <a:pt x="4549" y="4942"/>
                </a:lnTo>
                <a:lnTo>
                  <a:pt x="4561" y="4870"/>
                </a:lnTo>
                <a:lnTo>
                  <a:pt x="4525" y="4727"/>
                </a:lnTo>
                <a:lnTo>
                  <a:pt x="4430" y="4620"/>
                </a:lnTo>
                <a:lnTo>
                  <a:pt x="4311" y="4560"/>
                </a:lnTo>
                <a:lnTo>
                  <a:pt x="4049" y="4560"/>
                </a:lnTo>
                <a:lnTo>
                  <a:pt x="4692" y="2834"/>
                </a:lnTo>
                <a:lnTo>
                  <a:pt x="4727" y="2727"/>
                </a:lnTo>
                <a:lnTo>
                  <a:pt x="4739" y="2513"/>
                </a:lnTo>
                <a:lnTo>
                  <a:pt x="4668" y="2310"/>
                </a:lnTo>
                <a:lnTo>
                  <a:pt x="4537" y="2132"/>
                </a:lnTo>
                <a:lnTo>
                  <a:pt x="4442" y="2060"/>
                </a:lnTo>
                <a:lnTo>
                  <a:pt x="4263" y="1965"/>
                </a:lnTo>
                <a:lnTo>
                  <a:pt x="4073" y="1953"/>
                </a:lnTo>
                <a:lnTo>
                  <a:pt x="2930" y="1953"/>
                </a:lnTo>
                <a:lnTo>
                  <a:pt x="2930" y="1298"/>
                </a:lnTo>
                <a:lnTo>
                  <a:pt x="3239" y="1298"/>
                </a:lnTo>
                <a:lnTo>
                  <a:pt x="3358" y="1286"/>
                </a:lnTo>
                <a:lnTo>
                  <a:pt x="3537" y="1143"/>
                </a:lnTo>
                <a:lnTo>
                  <a:pt x="3573" y="1036"/>
                </a:lnTo>
                <a:lnTo>
                  <a:pt x="3584" y="953"/>
                </a:lnTo>
                <a:lnTo>
                  <a:pt x="3549" y="822"/>
                </a:lnTo>
                <a:lnTo>
                  <a:pt x="3453" y="715"/>
                </a:lnTo>
                <a:lnTo>
                  <a:pt x="3334" y="655"/>
                </a:lnTo>
                <a:lnTo>
                  <a:pt x="2930" y="655"/>
                </a:lnTo>
                <a:lnTo>
                  <a:pt x="2930" y="346"/>
                </a:lnTo>
                <a:lnTo>
                  <a:pt x="2918" y="226"/>
                </a:lnTo>
                <a:lnTo>
                  <a:pt x="2775" y="36"/>
                </a:lnTo>
                <a:lnTo>
                  <a:pt x="2656" y="0"/>
                </a:lnTo>
                <a:close/>
                <a:moveTo>
                  <a:pt x="6180" y="3251"/>
                </a:moveTo>
                <a:lnTo>
                  <a:pt x="6049" y="3275"/>
                </a:lnTo>
                <a:lnTo>
                  <a:pt x="5871" y="3453"/>
                </a:lnTo>
                <a:lnTo>
                  <a:pt x="5859" y="3584"/>
                </a:lnTo>
                <a:lnTo>
                  <a:pt x="5859" y="5215"/>
                </a:lnTo>
                <a:lnTo>
                  <a:pt x="5859" y="5287"/>
                </a:lnTo>
                <a:lnTo>
                  <a:pt x="5942" y="5430"/>
                </a:lnTo>
                <a:lnTo>
                  <a:pt x="6001" y="5477"/>
                </a:lnTo>
                <a:lnTo>
                  <a:pt x="6835" y="6037"/>
                </a:lnTo>
                <a:lnTo>
                  <a:pt x="6835" y="7168"/>
                </a:lnTo>
                <a:lnTo>
                  <a:pt x="6847" y="7299"/>
                </a:lnTo>
                <a:lnTo>
                  <a:pt x="7025" y="7466"/>
                </a:lnTo>
                <a:lnTo>
                  <a:pt x="7156" y="7490"/>
                </a:lnTo>
                <a:lnTo>
                  <a:pt x="7287" y="7466"/>
                </a:lnTo>
                <a:lnTo>
                  <a:pt x="7466" y="7299"/>
                </a:lnTo>
                <a:lnTo>
                  <a:pt x="7478" y="7168"/>
                </a:lnTo>
                <a:lnTo>
                  <a:pt x="7478" y="5858"/>
                </a:lnTo>
                <a:lnTo>
                  <a:pt x="7478" y="5775"/>
                </a:lnTo>
                <a:lnTo>
                  <a:pt x="7406" y="5644"/>
                </a:lnTo>
                <a:lnTo>
                  <a:pt x="7335" y="5596"/>
                </a:lnTo>
                <a:lnTo>
                  <a:pt x="6502" y="5037"/>
                </a:lnTo>
                <a:lnTo>
                  <a:pt x="6502" y="3906"/>
                </a:lnTo>
                <a:lnTo>
                  <a:pt x="7156" y="3906"/>
                </a:lnTo>
                <a:lnTo>
                  <a:pt x="7156" y="4239"/>
                </a:lnTo>
                <a:lnTo>
                  <a:pt x="7180" y="4370"/>
                </a:lnTo>
                <a:lnTo>
                  <a:pt x="7359" y="4537"/>
                </a:lnTo>
                <a:lnTo>
                  <a:pt x="7490" y="4560"/>
                </a:lnTo>
                <a:lnTo>
                  <a:pt x="7621" y="4537"/>
                </a:lnTo>
                <a:lnTo>
                  <a:pt x="7788" y="4370"/>
                </a:lnTo>
                <a:lnTo>
                  <a:pt x="7811" y="4239"/>
                </a:lnTo>
                <a:lnTo>
                  <a:pt x="7811" y="3906"/>
                </a:lnTo>
                <a:lnTo>
                  <a:pt x="8466" y="3906"/>
                </a:lnTo>
                <a:lnTo>
                  <a:pt x="8466" y="4239"/>
                </a:lnTo>
                <a:lnTo>
                  <a:pt x="8478" y="4370"/>
                </a:lnTo>
                <a:lnTo>
                  <a:pt x="8657" y="4537"/>
                </a:lnTo>
                <a:lnTo>
                  <a:pt x="8788" y="4560"/>
                </a:lnTo>
                <a:lnTo>
                  <a:pt x="8919" y="4537"/>
                </a:lnTo>
                <a:lnTo>
                  <a:pt x="9097" y="4370"/>
                </a:lnTo>
                <a:lnTo>
                  <a:pt x="9121" y="4239"/>
                </a:lnTo>
                <a:lnTo>
                  <a:pt x="9121" y="3906"/>
                </a:lnTo>
                <a:lnTo>
                  <a:pt x="9764" y="3906"/>
                </a:lnTo>
                <a:lnTo>
                  <a:pt x="9764" y="5037"/>
                </a:lnTo>
                <a:lnTo>
                  <a:pt x="8931" y="5596"/>
                </a:lnTo>
                <a:lnTo>
                  <a:pt x="8871" y="5644"/>
                </a:lnTo>
                <a:lnTo>
                  <a:pt x="8800" y="5787"/>
                </a:lnTo>
                <a:lnTo>
                  <a:pt x="8788" y="5858"/>
                </a:lnTo>
                <a:lnTo>
                  <a:pt x="8788" y="7168"/>
                </a:lnTo>
                <a:lnTo>
                  <a:pt x="8811" y="7299"/>
                </a:lnTo>
                <a:lnTo>
                  <a:pt x="8990" y="7478"/>
                </a:lnTo>
                <a:lnTo>
                  <a:pt x="9121" y="7490"/>
                </a:lnTo>
                <a:lnTo>
                  <a:pt x="9252" y="7478"/>
                </a:lnTo>
                <a:lnTo>
                  <a:pt x="9419" y="7299"/>
                </a:lnTo>
                <a:lnTo>
                  <a:pt x="9443" y="7168"/>
                </a:lnTo>
                <a:lnTo>
                  <a:pt x="9443" y="6037"/>
                </a:lnTo>
                <a:lnTo>
                  <a:pt x="10276" y="5489"/>
                </a:lnTo>
                <a:lnTo>
                  <a:pt x="10336" y="5430"/>
                </a:lnTo>
                <a:lnTo>
                  <a:pt x="10407" y="5287"/>
                </a:lnTo>
                <a:lnTo>
                  <a:pt x="10419" y="5215"/>
                </a:lnTo>
                <a:lnTo>
                  <a:pt x="10419" y="3584"/>
                </a:lnTo>
                <a:lnTo>
                  <a:pt x="10395" y="3453"/>
                </a:lnTo>
                <a:lnTo>
                  <a:pt x="10216" y="3275"/>
                </a:lnTo>
                <a:lnTo>
                  <a:pt x="10086" y="3251"/>
                </a:lnTo>
                <a:close/>
                <a:moveTo>
                  <a:pt x="3906" y="8466"/>
                </a:moveTo>
                <a:lnTo>
                  <a:pt x="3906" y="8930"/>
                </a:lnTo>
                <a:lnTo>
                  <a:pt x="4561" y="9252"/>
                </a:lnTo>
                <a:lnTo>
                  <a:pt x="4561" y="9764"/>
                </a:lnTo>
                <a:lnTo>
                  <a:pt x="655" y="9764"/>
                </a:lnTo>
                <a:lnTo>
                  <a:pt x="655" y="9252"/>
                </a:lnTo>
                <a:lnTo>
                  <a:pt x="1298" y="8930"/>
                </a:lnTo>
                <a:lnTo>
                  <a:pt x="1298" y="8466"/>
                </a:lnTo>
                <a:close/>
                <a:moveTo>
                  <a:pt x="9121" y="8466"/>
                </a:moveTo>
                <a:lnTo>
                  <a:pt x="9121" y="8930"/>
                </a:lnTo>
                <a:lnTo>
                  <a:pt x="9764" y="9252"/>
                </a:lnTo>
                <a:lnTo>
                  <a:pt x="9764" y="9764"/>
                </a:lnTo>
                <a:lnTo>
                  <a:pt x="6513" y="9764"/>
                </a:lnTo>
                <a:lnTo>
                  <a:pt x="6513" y="9252"/>
                </a:lnTo>
                <a:lnTo>
                  <a:pt x="7168" y="8930"/>
                </a:lnTo>
                <a:lnTo>
                  <a:pt x="7168" y="8466"/>
                </a:lnTo>
                <a:close/>
                <a:moveTo>
                  <a:pt x="1144" y="7811"/>
                </a:moveTo>
                <a:lnTo>
                  <a:pt x="1036" y="7823"/>
                </a:lnTo>
                <a:lnTo>
                  <a:pt x="870" y="7894"/>
                </a:lnTo>
                <a:lnTo>
                  <a:pt x="739" y="8025"/>
                </a:lnTo>
                <a:lnTo>
                  <a:pt x="655" y="8204"/>
                </a:lnTo>
                <a:lnTo>
                  <a:pt x="655" y="8299"/>
                </a:lnTo>
                <a:lnTo>
                  <a:pt x="655" y="8525"/>
                </a:lnTo>
                <a:lnTo>
                  <a:pt x="274" y="8716"/>
                </a:lnTo>
                <a:lnTo>
                  <a:pt x="155" y="8787"/>
                </a:lnTo>
                <a:lnTo>
                  <a:pt x="12" y="9014"/>
                </a:lnTo>
                <a:lnTo>
                  <a:pt x="0" y="9156"/>
                </a:lnTo>
                <a:lnTo>
                  <a:pt x="0" y="9930"/>
                </a:lnTo>
                <a:lnTo>
                  <a:pt x="12" y="10026"/>
                </a:lnTo>
                <a:lnTo>
                  <a:pt x="84" y="10204"/>
                </a:lnTo>
                <a:lnTo>
                  <a:pt x="215" y="10335"/>
                </a:lnTo>
                <a:lnTo>
                  <a:pt x="393" y="10407"/>
                </a:lnTo>
                <a:lnTo>
                  <a:pt x="489" y="10419"/>
                </a:lnTo>
                <a:lnTo>
                  <a:pt x="4727" y="10419"/>
                </a:lnTo>
                <a:lnTo>
                  <a:pt x="4823" y="10407"/>
                </a:lnTo>
                <a:lnTo>
                  <a:pt x="5001" y="10335"/>
                </a:lnTo>
                <a:lnTo>
                  <a:pt x="5132" y="10204"/>
                </a:lnTo>
                <a:lnTo>
                  <a:pt x="5204" y="10026"/>
                </a:lnTo>
                <a:lnTo>
                  <a:pt x="5216" y="9930"/>
                </a:lnTo>
                <a:lnTo>
                  <a:pt x="5216" y="9156"/>
                </a:lnTo>
                <a:lnTo>
                  <a:pt x="5204" y="9156"/>
                </a:lnTo>
                <a:lnTo>
                  <a:pt x="5192" y="9014"/>
                </a:lnTo>
                <a:lnTo>
                  <a:pt x="5049" y="8787"/>
                </a:lnTo>
                <a:lnTo>
                  <a:pt x="4942" y="8716"/>
                </a:lnTo>
                <a:lnTo>
                  <a:pt x="4561" y="8525"/>
                </a:lnTo>
                <a:lnTo>
                  <a:pt x="4561" y="8299"/>
                </a:lnTo>
                <a:lnTo>
                  <a:pt x="4549" y="8204"/>
                </a:lnTo>
                <a:lnTo>
                  <a:pt x="4477" y="8025"/>
                </a:lnTo>
                <a:lnTo>
                  <a:pt x="4346" y="7894"/>
                </a:lnTo>
                <a:lnTo>
                  <a:pt x="4168" y="7823"/>
                </a:lnTo>
                <a:lnTo>
                  <a:pt x="4073" y="7811"/>
                </a:lnTo>
                <a:close/>
                <a:moveTo>
                  <a:pt x="7002" y="7811"/>
                </a:moveTo>
                <a:lnTo>
                  <a:pt x="6906" y="7823"/>
                </a:lnTo>
                <a:lnTo>
                  <a:pt x="6728" y="7894"/>
                </a:lnTo>
                <a:lnTo>
                  <a:pt x="6597" y="8025"/>
                </a:lnTo>
                <a:lnTo>
                  <a:pt x="6513" y="8204"/>
                </a:lnTo>
                <a:lnTo>
                  <a:pt x="6513" y="8299"/>
                </a:lnTo>
                <a:lnTo>
                  <a:pt x="6513" y="8525"/>
                </a:lnTo>
                <a:lnTo>
                  <a:pt x="6132" y="8716"/>
                </a:lnTo>
                <a:lnTo>
                  <a:pt x="6013" y="8787"/>
                </a:lnTo>
                <a:lnTo>
                  <a:pt x="5871" y="9014"/>
                </a:lnTo>
                <a:lnTo>
                  <a:pt x="5859" y="9156"/>
                </a:lnTo>
                <a:lnTo>
                  <a:pt x="5859" y="9930"/>
                </a:lnTo>
                <a:lnTo>
                  <a:pt x="5871" y="10026"/>
                </a:lnTo>
                <a:lnTo>
                  <a:pt x="5942" y="10204"/>
                </a:lnTo>
                <a:lnTo>
                  <a:pt x="6073" y="10335"/>
                </a:lnTo>
                <a:lnTo>
                  <a:pt x="6252" y="10407"/>
                </a:lnTo>
                <a:lnTo>
                  <a:pt x="6347" y="10419"/>
                </a:lnTo>
                <a:lnTo>
                  <a:pt x="9931" y="10419"/>
                </a:lnTo>
                <a:lnTo>
                  <a:pt x="10026" y="10407"/>
                </a:lnTo>
                <a:lnTo>
                  <a:pt x="10205" y="10335"/>
                </a:lnTo>
                <a:lnTo>
                  <a:pt x="10336" y="10204"/>
                </a:lnTo>
                <a:lnTo>
                  <a:pt x="10407" y="10026"/>
                </a:lnTo>
                <a:lnTo>
                  <a:pt x="10419" y="9930"/>
                </a:lnTo>
                <a:lnTo>
                  <a:pt x="10419" y="9156"/>
                </a:lnTo>
                <a:lnTo>
                  <a:pt x="10407" y="9014"/>
                </a:lnTo>
                <a:lnTo>
                  <a:pt x="10264" y="8787"/>
                </a:lnTo>
                <a:lnTo>
                  <a:pt x="10145" y="8716"/>
                </a:lnTo>
                <a:lnTo>
                  <a:pt x="9764" y="8525"/>
                </a:lnTo>
                <a:lnTo>
                  <a:pt x="9764" y="8299"/>
                </a:lnTo>
                <a:lnTo>
                  <a:pt x="9764" y="8204"/>
                </a:lnTo>
                <a:lnTo>
                  <a:pt x="9681" y="8025"/>
                </a:lnTo>
                <a:lnTo>
                  <a:pt x="9550" y="7894"/>
                </a:lnTo>
                <a:lnTo>
                  <a:pt x="9383" y="7823"/>
                </a:lnTo>
                <a:lnTo>
                  <a:pt x="9276" y="781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0" name="Google Shape;3040;p173"/>
          <p:cNvSpPr/>
          <p:nvPr/>
        </p:nvSpPr>
        <p:spPr>
          <a:xfrm>
            <a:off x="11037139" y="8674763"/>
            <a:ext cx="353042" cy="494650"/>
          </a:xfrm>
          <a:custGeom>
            <a:rect b="b" l="l" r="r" t="t"/>
            <a:pathLst>
              <a:path extrusionOk="0" h="9110" w="6502">
                <a:moveTo>
                  <a:pt x="1537" y="1870"/>
                </a:moveTo>
                <a:lnTo>
                  <a:pt x="1429" y="1882"/>
                </a:lnTo>
                <a:lnTo>
                  <a:pt x="1251" y="2049"/>
                </a:lnTo>
                <a:lnTo>
                  <a:pt x="1239" y="2168"/>
                </a:lnTo>
                <a:lnTo>
                  <a:pt x="1251" y="2287"/>
                </a:lnTo>
                <a:lnTo>
                  <a:pt x="1417" y="2454"/>
                </a:lnTo>
                <a:lnTo>
                  <a:pt x="1537" y="2466"/>
                </a:lnTo>
                <a:lnTo>
                  <a:pt x="1656" y="2454"/>
                </a:lnTo>
                <a:lnTo>
                  <a:pt x="1822" y="2287"/>
                </a:lnTo>
                <a:lnTo>
                  <a:pt x="1846" y="2168"/>
                </a:lnTo>
                <a:lnTo>
                  <a:pt x="1822" y="2049"/>
                </a:lnTo>
                <a:lnTo>
                  <a:pt x="1656" y="1882"/>
                </a:lnTo>
                <a:lnTo>
                  <a:pt x="1537" y="1870"/>
                </a:lnTo>
                <a:close/>
                <a:moveTo>
                  <a:pt x="679" y="1"/>
                </a:moveTo>
                <a:lnTo>
                  <a:pt x="382" y="120"/>
                </a:lnTo>
                <a:lnTo>
                  <a:pt x="143" y="334"/>
                </a:lnTo>
                <a:lnTo>
                  <a:pt x="12" y="620"/>
                </a:lnTo>
                <a:lnTo>
                  <a:pt x="1" y="787"/>
                </a:lnTo>
                <a:lnTo>
                  <a:pt x="12" y="1001"/>
                </a:lnTo>
                <a:lnTo>
                  <a:pt x="84" y="1204"/>
                </a:lnTo>
                <a:lnTo>
                  <a:pt x="96" y="1215"/>
                </a:lnTo>
                <a:lnTo>
                  <a:pt x="12" y="1430"/>
                </a:lnTo>
                <a:lnTo>
                  <a:pt x="1" y="1644"/>
                </a:lnTo>
                <a:lnTo>
                  <a:pt x="1" y="3347"/>
                </a:lnTo>
                <a:lnTo>
                  <a:pt x="1" y="3502"/>
                </a:lnTo>
                <a:lnTo>
                  <a:pt x="96" y="3799"/>
                </a:lnTo>
                <a:lnTo>
                  <a:pt x="263" y="4061"/>
                </a:lnTo>
                <a:lnTo>
                  <a:pt x="501" y="4264"/>
                </a:lnTo>
                <a:lnTo>
                  <a:pt x="644" y="4335"/>
                </a:lnTo>
                <a:lnTo>
                  <a:pt x="1179" y="4573"/>
                </a:lnTo>
                <a:lnTo>
                  <a:pt x="1025" y="4764"/>
                </a:lnTo>
                <a:lnTo>
                  <a:pt x="775" y="5204"/>
                </a:lnTo>
                <a:lnTo>
                  <a:pt x="703" y="5478"/>
                </a:lnTo>
                <a:lnTo>
                  <a:pt x="691" y="5538"/>
                </a:lnTo>
                <a:lnTo>
                  <a:pt x="727" y="5669"/>
                </a:lnTo>
                <a:lnTo>
                  <a:pt x="810" y="5788"/>
                </a:lnTo>
                <a:lnTo>
                  <a:pt x="941" y="5847"/>
                </a:lnTo>
                <a:lnTo>
                  <a:pt x="1013" y="5859"/>
                </a:lnTo>
                <a:lnTo>
                  <a:pt x="1132" y="5835"/>
                </a:lnTo>
                <a:lnTo>
                  <a:pt x="1298" y="5704"/>
                </a:lnTo>
                <a:lnTo>
                  <a:pt x="1334" y="5597"/>
                </a:lnTo>
                <a:lnTo>
                  <a:pt x="1382" y="5430"/>
                </a:lnTo>
                <a:lnTo>
                  <a:pt x="1560" y="5133"/>
                </a:lnTo>
                <a:lnTo>
                  <a:pt x="1929" y="4764"/>
                </a:lnTo>
                <a:lnTo>
                  <a:pt x="2489" y="4383"/>
                </a:lnTo>
                <a:lnTo>
                  <a:pt x="2811" y="4097"/>
                </a:lnTo>
                <a:lnTo>
                  <a:pt x="2930" y="3894"/>
                </a:lnTo>
                <a:lnTo>
                  <a:pt x="2942" y="3787"/>
                </a:lnTo>
                <a:lnTo>
                  <a:pt x="2942" y="2918"/>
                </a:lnTo>
                <a:lnTo>
                  <a:pt x="2513" y="3013"/>
                </a:lnTo>
                <a:lnTo>
                  <a:pt x="2441" y="3049"/>
                </a:lnTo>
                <a:lnTo>
                  <a:pt x="2358" y="3156"/>
                </a:lnTo>
                <a:lnTo>
                  <a:pt x="2334" y="3228"/>
                </a:lnTo>
                <a:lnTo>
                  <a:pt x="2215" y="3644"/>
                </a:lnTo>
                <a:lnTo>
                  <a:pt x="2179" y="3740"/>
                </a:lnTo>
                <a:lnTo>
                  <a:pt x="2049" y="3883"/>
                </a:lnTo>
                <a:lnTo>
                  <a:pt x="1965" y="3918"/>
                </a:lnTo>
                <a:lnTo>
                  <a:pt x="1787" y="3990"/>
                </a:lnTo>
                <a:lnTo>
                  <a:pt x="1703" y="4014"/>
                </a:lnTo>
                <a:lnTo>
                  <a:pt x="1537" y="4014"/>
                </a:lnTo>
                <a:lnTo>
                  <a:pt x="1453" y="3990"/>
                </a:lnTo>
                <a:lnTo>
                  <a:pt x="905" y="3740"/>
                </a:lnTo>
                <a:lnTo>
                  <a:pt x="798" y="3680"/>
                </a:lnTo>
                <a:lnTo>
                  <a:pt x="655" y="3466"/>
                </a:lnTo>
                <a:lnTo>
                  <a:pt x="644" y="3347"/>
                </a:lnTo>
                <a:lnTo>
                  <a:pt x="644" y="1644"/>
                </a:lnTo>
                <a:lnTo>
                  <a:pt x="667" y="1513"/>
                </a:lnTo>
                <a:lnTo>
                  <a:pt x="739" y="1418"/>
                </a:lnTo>
                <a:lnTo>
                  <a:pt x="858" y="1299"/>
                </a:lnTo>
                <a:lnTo>
                  <a:pt x="667" y="906"/>
                </a:lnTo>
                <a:lnTo>
                  <a:pt x="655" y="858"/>
                </a:lnTo>
                <a:lnTo>
                  <a:pt x="644" y="811"/>
                </a:lnTo>
                <a:lnTo>
                  <a:pt x="655" y="739"/>
                </a:lnTo>
                <a:lnTo>
                  <a:pt x="739" y="656"/>
                </a:lnTo>
                <a:lnTo>
                  <a:pt x="810" y="644"/>
                </a:lnTo>
                <a:lnTo>
                  <a:pt x="2561" y="644"/>
                </a:lnTo>
                <a:lnTo>
                  <a:pt x="2834" y="656"/>
                </a:lnTo>
                <a:lnTo>
                  <a:pt x="3346" y="763"/>
                </a:lnTo>
                <a:lnTo>
                  <a:pt x="3823" y="965"/>
                </a:lnTo>
                <a:lnTo>
                  <a:pt x="4239" y="1251"/>
                </a:lnTo>
                <a:lnTo>
                  <a:pt x="4608" y="1608"/>
                </a:lnTo>
                <a:lnTo>
                  <a:pt x="4894" y="2025"/>
                </a:lnTo>
                <a:lnTo>
                  <a:pt x="5085" y="2501"/>
                </a:lnTo>
                <a:lnTo>
                  <a:pt x="5192" y="3013"/>
                </a:lnTo>
                <a:lnTo>
                  <a:pt x="5204" y="3287"/>
                </a:lnTo>
                <a:lnTo>
                  <a:pt x="5204" y="5538"/>
                </a:lnTo>
                <a:lnTo>
                  <a:pt x="5228" y="5657"/>
                </a:lnTo>
                <a:lnTo>
                  <a:pt x="5394" y="5835"/>
                </a:lnTo>
                <a:lnTo>
                  <a:pt x="5513" y="5859"/>
                </a:lnTo>
                <a:lnTo>
                  <a:pt x="5632" y="5835"/>
                </a:lnTo>
                <a:lnTo>
                  <a:pt x="5835" y="5657"/>
                </a:lnTo>
                <a:lnTo>
                  <a:pt x="5859" y="5538"/>
                </a:lnTo>
                <a:lnTo>
                  <a:pt x="5859" y="3287"/>
                </a:lnTo>
                <a:lnTo>
                  <a:pt x="5847" y="2954"/>
                </a:lnTo>
                <a:lnTo>
                  <a:pt x="5716" y="2311"/>
                </a:lnTo>
                <a:lnTo>
                  <a:pt x="5466" y="1716"/>
                </a:lnTo>
                <a:lnTo>
                  <a:pt x="5109" y="1192"/>
                </a:lnTo>
                <a:lnTo>
                  <a:pt x="4656" y="739"/>
                </a:lnTo>
                <a:lnTo>
                  <a:pt x="4132" y="394"/>
                </a:lnTo>
                <a:lnTo>
                  <a:pt x="3549" y="144"/>
                </a:lnTo>
                <a:lnTo>
                  <a:pt x="2906" y="1"/>
                </a:lnTo>
                <a:close/>
                <a:moveTo>
                  <a:pt x="5204" y="7157"/>
                </a:moveTo>
                <a:lnTo>
                  <a:pt x="5204" y="7621"/>
                </a:lnTo>
                <a:lnTo>
                  <a:pt x="5859" y="7943"/>
                </a:lnTo>
                <a:lnTo>
                  <a:pt x="5847" y="7943"/>
                </a:lnTo>
                <a:lnTo>
                  <a:pt x="5847" y="8455"/>
                </a:lnTo>
                <a:lnTo>
                  <a:pt x="644" y="8455"/>
                </a:lnTo>
                <a:lnTo>
                  <a:pt x="644" y="7943"/>
                </a:lnTo>
                <a:lnTo>
                  <a:pt x="1298" y="7621"/>
                </a:lnTo>
                <a:lnTo>
                  <a:pt x="1298" y="7157"/>
                </a:lnTo>
                <a:close/>
                <a:moveTo>
                  <a:pt x="1132" y="6502"/>
                </a:moveTo>
                <a:lnTo>
                  <a:pt x="1036" y="6514"/>
                </a:lnTo>
                <a:lnTo>
                  <a:pt x="858" y="6585"/>
                </a:lnTo>
                <a:lnTo>
                  <a:pt x="727" y="6716"/>
                </a:lnTo>
                <a:lnTo>
                  <a:pt x="655" y="6895"/>
                </a:lnTo>
                <a:lnTo>
                  <a:pt x="644" y="6990"/>
                </a:lnTo>
                <a:lnTo>
                  <a:pt x="644" y="7216"/>
                </a:lnTo>
                <a:lnTo>
                  <a:pt x="263" y="7407"/>
                </a:lnTo>
                <a:lnTo>
                  <a:pt x="155" y="7478"/>
                </a:lnTo>
                <a:lnTo>
                  <a:pt x="12" y="7705"/>
                </a:lnTo>
                <a:lnTo>
                  <a:pt x="1" y="7847"/>
                </a:lnTo>
                <a:lnTo>
                  <a:pt x="1" y="8621"/>
                </a:lnTo>
                <a:lnTo>
                  <a:pt x="1" y="8717"/>
                </a:lnTo>
                <a:lnTo>
                  <a:pt x="72" y="8895"/>
                </a:lnTo>
                <a:lnTo>
                  <a:pt x="203" y="9026"/>
                </a:lnTo>
                <a:lnTo>
                  <a:pt x="382" y="9098"/>
                </a:lnTo>
                <a:lnTo>
                  <a:pt x="489" y="9110"/>
                </a:lnTo>
                <a:lnTo>
                  <a:pt x="6013" y="9110"/>
                </a:lnTo>
                <a:lnTo>
                  <a:pt x="6121" y="9098"/>
                </a:lnTo>
                <a:lnTo>
                  <a:pt x="6287" y="9026"/>
                </a:lnTo>
                <a:lnTo>
                  <a:pt x="6430" y="8895"/>
                </a:lnTo>
                <a:lnTo>
                  <a:pt x="6502" y="8717"/>
                </a:lnTo>
                <a:lnTo>
                  <a:pt x="6502" y="8621"/>
                </a:lnTo>
                <a:lnTo>
                  <a:pt x="6502" y="7847"/>
                </a:lnTo>
                <a:lnTo>
                  <a:pt x="6490" y="7705"/>
                </a:lnTo>
                <a:lnTo>
                  <a:pt x="6347" y="7478"/>
                </a:lnTo>
                <a:lnTo>
                  <a:pt x="6228" y="7407"/>
                </a:lnTo>
                <a:lnTo>
                  <a:pt x="5859" y="7216"/>
                </a:lnTo>
                <a:lnTo>
                  <a:pt x="5859" y="6990"/>
                </a:lnTo>
                <a:lnTo>
                  <a:pt x="5847" y="6895"/>
                </a:lnTo>
                <a:lnTo>
                  <a:pt x="5775" y="6716"/>
                </a:lnTo>
                <a:lnTo>
                  <a:pt x="5644" y="6585"/>
                </a:lnTo>
                <a:lnTo>
                  <a:pt x="5466" y="6514"/>
                </a:lnTo>
                <a:lnTo>
                  <a:pt x="5371" y="6502"/>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1" name="Google Shape;3041;p173"/>
          <p:cNvSpPr/>
          <p:nvPr/>
        </p:nvSpPr>
        <p:spPr>
          <a:xfrm>
            <a:off x="12009508" y="8603687"/>
            <a:ext cx="565726" cy="565726"/>
          </a:xfrm>
          <a:custGeom>
            <a:rect b="b" l="l" r="r" t="t"/>
            <a:pathLst>
              <a:path extrusionOk="0" h="10419" w="10419">
                <a:moveTo>
                  <a:pt x="5192" y="2120"/>
                </a:moveTo>
                <a:lnTo>
                  <a:pt x="5073" y="2143"/>
                </a:lnTo>
                <a:lnTo>
                  <a:pt x="4882" y="2322"/>
                </a:lnTo>
                <a:lnTo>
                  <a:pt x="4870" y="2453"/>
                </a:lnTo>
                <a:lnTo>
                  <a:pt x="4870" y="2941"/>
                </a:lnTo>
                <a:lnTo>
                  <a:pt x="4620" y="3001"/>
                </a:lnTo>
                <a:lnTo>
                  <a:pt x="4394" y="3084"/>
                </a:lnTo>
                <a:lnTo>
                  <a:pt x="4251" y="3155"/>
                </a:lnTo>
                <a:lnTo>
                  <a:pt x="3989" y="3322"/>
                </a:lnTo>
                <a:lnTo>
                  <a:pt x="3787" y="3548"/>
                </a:lnTo>
                <a:lnTo>
                  <a:pt x="3644" y="3810"/>
                </a:lnTo>
                <a:lnTo>
                  <a:pt x="3608" y="3965"/>
                </a:lnTo>
                <a:lnTo>
                  <a:pt x="3572" y="4144"/>
                </a:lnTo>
                <a:lnTo>
                  <a:pt x="3620" y="4477"/>
                </a:lnTo>
                <a:lnTo>
                  <a:pt x="3679" y="4632"/>
                </a:lnTo>
                <a:lnTo>
                  <a:pt x="3763" y="4775"/>
                </a:lnTo>
                <a:lnTo>
                  <a:pt x="3977" y="4989"/>
                </a:lnTo>
                <a:lnTo>
                  <a:pt x="4096" y="5072"/>
                </a:lnTo>
                <a:lnTo>
                  <a:pt x="4334" y="5203"/>
                </a:lnTo>
                <a:lnTo>
                  <a:pt x="4882" y="5394"/>
                </a:lnTo>
                <a:lnTo>
                  <a:pt x="5156" y="5465"/>
                </a:lnTo>
                <a:lnTo>
                  <a:pt x="5227" y="5501"/>
                </a:lnTo>
                <a:lnTo>
                  <a:pt x="5299" y="5513"/>
                </a:lnTo>
                <a:lnTo>
                  <a:pt x="5513" y="5573"/>
                </a:lnTo>
                <a:lnTo>
                  <a:pt x="5942" y="5727"/>
                </a:lnTo>
                <a:lnTo>
                  <a:pt x="6132" y="5846"/>
                </a:lnTo>
                <a:lnTo>
                  <a:pt x="6251" y="5942"/>
                </a:lnTo>
                <a:lnTo>
                  <a:pt x="6347" y="6192"/>
                </a:lnTo>
                <a:lnTo>
                  <a:pt x="6335" y="6347"/>
                </a:lnTo>
                <a:lnTo>
                  <a:pt x="6299" y="6466"/>
                </a:lnTo>
                <a:lnTo>
                  <a:pt x="6120" y="6668"/>
                </a:lnTo>
                <a:lnTo>
                  <a:pt x="5966" y="6751"/>
                </a:lnTo>
                <a:lnTo>
                  <a:pt x="5775" y="6811"/>
                </a:lnTo>
                <a:lnTo>
                  <a:pt x="5275" y="6847"/>
                </a:lnTo>
                <a:lnTo>
                  <a:pt x="4989" y="6811"/>
                </a:lnTo>
                <a:lnTo>
                  <a:pt x="4763" y="6763"/>
                </a:lnTo>
                <a:lnTo>
                  <a:pt x="4418" y="6668"/>
                </a:lnTo>
                <a:lnTo>
                  <a:pt x="4215" y="6597"/>
                </a:lnTo>
                <a:lnTo>
                  <a:pt x="4013" y="6537"/>
                </a:lnTo>
                <a:lnTo>
                  <a:pt x="3882" y="6513"/>
                </a:lnTo>
                <a:lnTo>
                  <a:pt x="3656" y="6620"/>
                </a:lnTo>
                <a:lnTo>
                  <a:pt x="3596" y="6728"/>
                </a:lnTo>
                <a:lnTo>
                  <a:pt x="3572" y="6858"/>
                </a:lnTo>
                <a:lnTo>
                  <a:pt x="3679" y="7097"/>
                </a:lnTo>
                <a:lnTo>
                  <a:pt x="3787" y="7156"/>
                </a:lnTo>
                <a:lnTo>
                  <a:pt x="4013" y="7216"/>
                </a:lnTo>
                <a:lnTo>
                  <a:pt x="4227" y="7287"/>
                </a:lnTo>
                <a:lnTo>
                  <a:pt x="4572" y="7394"/>
                </a:lnTo>
                <a:lnTo>
                  <a:pt x="4882" y="7454"/>
                </a:lnTo>
                <a:lnTo>
                  <a:pt x="4882" y="7978"/>
                </a:lnTo>
                <a:lnTo>
                  <a:pt x="4906" y="8109"/>
                </a:lnTo>
                <a:lnTo>
                  <a:pt x="5073" y="8287"/>
                </a:lnTo>
                <a:lnTo>
                  <a:pt x="5204" y="8311"/>
                </a:lnTo>
                <a:lnTo>
                  <a:pt x="5335" y="8287"/>
                </a:lnTo>
                <a:lnTo>
                  <a:pt x="5513" y="8109"/>
                </a:lnTo>
                <a:lnTo>
                  <a:pt x="5537" y="7978"/>
                </a:lnTo>
                <a:lnTo>
                  <a:pt x="5537" y="7490"/>
                </a:lnTo>
                <a:lnTo>
                  <a:pt x="5894" y="7454"/>
                </a:lnTo>
                <a:lnTo>
                  <a:pt x="6204" y="7347"/>
                </a:lnTo>
                <a:lnTo>
                  <a:pt x="6347" y="7287"/>
                </a:lnTo>
                <a:lnTo>
                  <a:pt x="6597" y="7120"/>
                </a:lnTo>
                <a:lnTo>
                  <a:pt x="6799" y="6894"/>
                </a:lnTo>
                <a:lnTo>
                  <a:pt x="6942" y="6620"/>
                </a:lnTo>
                <a:lnTo>
                  <a:pt x="6978" y="6466"/>
                </a:lnTo>
                <a:lnTo>
                  <a:pt x="7001" y="6287"/>
                </a:lnTo>
                <a:lnTo>
                  <a:pt x="6966" y="5965"/>
                </a:lnTo>
                <a:lnTo>
                  <a:pt x="6847" y="5668"/>
                </a:lnTo>
                <a:lnTo>
                  <a:pt x="6632" y="5418"/>
                </a:lnTo>
                <a:lnTo>
                  <a:pt x="6501" y="5311"/>
                </a:lnTo>
                <a:lnTo>
                  <a:pt x="6239" y="5156"/>
                </a:lnTo>
                <a:lnTo>
                  <a:pt x="5668" y="4942"/>
                </a:lnTo>
                <a:lnTo>
                  <a:pt x="5394" y="4846"/>
                </a:lnTo>
                <a:lnTo>
                  <a:pt x="5382" y="4870"/>
                </a:lnTo>
                <a:lnTo>
                  <a:pt x="5096" y="4787"/>
                </a:lnTo>
                <a:lnTo>
                  <a:pt x="4620" y="4620"/>
                </a:lnTo>
                <a:lnTo>
                  <a:pt x="4453" y="4525"/>
                </a:lnTo>
                <a:lnTo>
                  <a:pt x="4334" y="4441"/>
                </a:lnTo>
                <a:lnTo>
                  <a:pt x="4227" y="4227"/>
                </a:lnTo>
                <a:lnTo>
                  <a:pt x="4239" y="4084"/>
                </a:lnTo>
                <a:lnTo>
                  <a:pt x="4275" y="3977"/>
                </a:lnTo>
                <a:lnTo>
                  <a:pt x="4465" y="3775"/>
                </a:lnTo>
                <a:lnTo>
                  <a:pt x="4644" y="3679"/>
                </a:lnTo>
                <a:lnTo>
                  <a:pt x="4846" y="3608"/>
                </a:lnTo>
                <a:lnTo>
                  <a:pt x="5358" y="3548"/>
                </a:lnTo>
                <a:lnTo>
                  <a:pt x="5644" y="3584"/>
                </a:lnTo>
                <a:lnTo>
                  <a:pt x="5870" y="3620"/>
                </a:lnTo>
                <a:lnTo>
                  <a:pt x="6108" y="3691"/>
                </a:lnTo>
                <a:lnTo>
                  <a:pt x="6180" y="3715"/>
                </a:lnTo>
                <a:lnTo>
                  <a:pt x="6263" y="3739"/>
                </a:lnTo>
                <a:lnTo>
                  <a:pt x="6394" y="3751"/>
                </a:lnTo>
                <a:lnTo>
                  <a:pt x="6609" y="3632"/>
                </a:lnTo>
                <a:lnTo>
                  <a:pt x="6656" y="3513"/>
                </a:lnTo>
                <a:lnTo>
                  <a:pt x="6680" y="3382"/>
                </a:lnTo>
                <a:lnTo>
                  <a:pt x="6549" y="3155"/>
                </a:lnTo>
                <a:lnTo>
                  <a:pt x="6430" y="3108"/>
                </a:lnTo>
                <a:lnTo>
                  <a:pt x="6382" y="3096"/>
                </a:lnTo>
                <a:lnTo>
                  <a:pt x="6335" y="3084"/>
                </a:lnTo>
                <a:lnTo>
                  <a:pt x="5942" y="2965"/>
                </a:lnTo>
                <a:lnTo>
                  <a:pt x="5537" y="2917"/>
                </a:lnTo>
                <a:lnTo>
                  <a:pt x="5537" y="2453"/>
                </a:lnTo>
                <a:lnTo>
                  <a:pt x="5513" y="2322"/>
                </a:lnTo>
                <a:lnTo>
                  <a:pt x="5335" y="2143"/>
                </a:lnTo>
                <a:lnTo>
                  <a:pt x="5192" y="2120"/>
                </a:lnTo>
                <a:close/>
                <a:moveTo>
                  <a:pt x="5204" y="655"/>
                </a:moveTo>
                <a:lnTo>
                  <a:pt x="5680" y="667"/>
                </a:lnTo>
                <a:lnTo>
                  <a:pt x="6561" y="857"/>
                </a:lnTo>
                <a:lnTo>
                  <a:pt x="7382" y="1203"/>
                </a:lnTo>
                <a:lnTo>
                  <a:pt x="8109" y="1691"/>
                </a:lnTo>
                <a:lnTo>
                  <a:pt x="8728" y="2310"/>
                </a:lnTo>
                <a:lnTo>
                  <a:pt x="9216" y="3036"/>
                </a:lnTo>
                <a:lnTo>
                  <a:pt x="9561" y="3858"/>
                </a:lnTo>
                <a:lnTo>
                  <a:pt x="9752" y="4739"/>
                </a:lnTo>
                <a:lnTo>
                  <a:pt x="9764" y="5215"/>
                </a:lnTo>
                <a:lnTo>
                  <a:pt x="9752" y="5680"/>
                </a:lnTo>
                <a:lnTo>
                  <a:pt x="9561" y="6573"/>
                </a:lnTo>
                <a:lnTo>
                  <a:pt x="9216" y="7382"/>
                </a:lnTo>
                <a:lnTo>
                  <a:pt x="8728" y="8109"/>
                </a:lnTo>
                <a:lnTo>
                  <a:pt x="8109" y="8728"/>
                </a:lnTo>
                <a:lnTo>
                  <a:pt x="7382" y="9228"/>
                </a:lnTo>
                <a:lnTo>
                  <a:pt x="6561" y="9573"/>
                </a:lnTo>
                <a:lnTo>
                  <a:pt x="5680" y="9752"/>
                </a:lnTo>
                <a:lnTo>
                  <a:pt x="5204" y="9764"/>
                </a:lnTo>
                <a:lnTo>
                  <a:pt x="4739" y="9752"/>
                </a:lnTo>
                <a:lnTo>
                  <a:pt x="3846" y="9573"/>
                </a:lnTo>
                <a:lnTo>
                  <a:pt x="3025" y="9228"/>
                </a:lnTo>
                <a:lnTo>
                  <a:pt x="2298" y="8728"/>
                </a:lnTo>
                <a:lnTo>
                  <a:pt x="1679" y="8109"/>
                </a:lnTo>
                <a:lnTo>
                  <a:pt x="1191" y="7382"/>
                </a:lnTo>
                <a:lnTo>
                  <a:pt x="846" y="6573"/>
                </a:lnTo>
                <a:lnTo>
                  <a:pt x="667" y="5680"/>
                </a:lnTo>
                <a:lnTo>
                  <a:pt x="655" y="5215"/>
                </a:lnTo>
                <a:lnTo>
                  <a:pt x="667" y="4739"/>
                </a:lnTo>
                <a:lnTo>
                  <a:pt x="846" y="3858"/>
                </a:lnTo>
                <a:lnTo>
                  <a:pt x="1191" y="3036"/>
                </a:lnTo>
                <a:lnTo>
                  <a:pt x="1679" y="2310"/>
                </a:lnTo>
                <a:lnTo>
                  <a:pt x="2298" y="1691"/>
                </a:lnTo>
                <a:lnTo>
                  <a:pt x="3025" y="1203"/>
                </a:lnTo>
                <a:lnTo>
                  <a:pt x="3846" y="857"/>
                </a:lnTo>
                <a:lnTo>
                  <a:pt x="4739" y="667"/>
                </a:lnTo>
                <a:lnTo>
                  <a:pt x="5204" y="655"/>
                </a:lnTo>
                <a:close/>
                <a:moveTo>
                  <a:pt x="5204" y="0"/>
                </a:moveTo>
                <a:lnTo>
                  <a:pt x="4668" y="24"/>
                </a:lnTo>
                <a:lnTo>
                  <a:pt x="3656" y="226"/>
                </a:lnTo>
                <a:lnTo>
                  <a:pt x="2715" y="619"/>
                </a:lnTo>
                <a:lnTo>
                  <a:pt x="1893" y="1191"/>
                </a:lnTo>
                <a:lnTo>
                  <a:pt x="1179" y="1893"/>
                </a:lnTo>
                <a:lnTo>
                  <a:pt x="619" y="2727"/>
                </a:lnTo>
                <a:lnTo>
                  <a:pt x="227" y="3656"/>
                </a:lnTo>
                <a:lnTo>
                  <a:pt x="12" y="4680"/>
                </a:lnTo>
                <a:lnTo>
                  <a:pt x="0" y="5215"/>
                </a:lnTo>
                <a:lnTo>
                  <a:pt x="12" y="5751"/>
                </a:lnTo>
                <a:lnTo>
                  <a:pt x="227" y="6763"/>
                </a:lnTo>
                <a:lnTo>
                  <a:pt x="619" y="7704"/>
                </a:lnTo>
                <a:lnTo>
                  <a:pt x="1179" y="8525"/>
                </a:lnTo>
                <a:lnTo>
                  <a:pt x="1893" y="9240"/>
                </a:lnTo>
                <a:lnTo>
                  <a:pt x="2715" y="9799"/>
                </a:lnTo>
                <a:lnTo>
                  <a:pt x="3656" y="10192"/>
                </a:lnTo>
                <a:lnTo>
                  <a:pt x="4668" y="10407"/>
                </a:lnTo>
                <a:lnTo>
                  <a:pt x="5204" y="10419"/>
                </a:lnTo>
                <a:lnTo>
                  <a:pt x="5739" y="10407"/>
                </a:lnTo>
                <a:lnTo>
                  <a:pt x="6763" y="10192"/>
                </a:lnTo>
                <a:lnTo>
                  <a:pt x="7692" y="9799"/>
                </a:lnTo>
                <a:lnTo>
                  <a:pt x="8526" y="9240"/>
                </a:lnTo>
                <a:lnTo>
                  <a:pt x="9228" y="8525"/>
                </a:lnTo>
                <a:lnTo>
                  <a:pt x="9800" y="7704"/>
                </a:lnTo>
                <a:lnTo>
                  <a:pt x="10192" y="6763"/>
                </a:lnTo>
                <a:lnTo>
                  <a:pt x="10395" y="5751"/>
                </a:lnTo>
                <a:lnTo>
                  <a:pt x="10419" y="5215"/>
                </a:lnTo>
                <a:lnTo>
                  <a:pt x="10395" y="4680"/>
                </a:lnTo>
                <a:lnTo>
                  <a:pt x="10192" y="3656"/>
                </a:lnTo>
                <a:lnTo>
                  <a:pt x="9800" y="2727"/>
                </a:lnTo>
                <a:lnTo>
                  <a:pt x="9228" y="1893"/>
                </a:lnTo>
                <a:lnTo>
                  <a:pt x="8526" y="1191"/>
                </a:lnTo>
                <a:lnTo>
                  <a:pt x="7692" y="619"/>
                </a:lnTo>
                <a:lnTo>
                  <a:pt x="6763" y="226"/>
                </a:lnTo>
                <a:lnTo>
                  <a:pt x="5739" y="24"/>
                </a:lnTo>
                <a:lnTo>
                  <a:pt x="5204"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2" name="Google Shape;3042;p173"/>
          <p:cNvSpPr/>
          <p:nvPr/>
        </p:nvSpPr>
        <p:spPr>
          <a:xfrm>
            <a:off x="13087866" y="8603687"/>
            <a:ext cx="565780" cy="565726"/>
          </a:xfrm>
          <a:custGeom>
            <a:rect b="b" l="l" r="r" t="t"/>
            <a:pathLst>
              <a:path extrusionOk="0" h="10419" w="10420">
                <a:moveTo>
                  <a:pt x="5216" y="2274"/>
                </a:moveTo>
                <a:lnTo>
                  <a:pt x="5085" y="2298"/>
                </a:lnTo>
                <a:lnTo>
                  <a:pt x="4906" y="2477"/>
                </a:lnTo>
                <a:lnTo>
                  <a:pt x="4883" y="2608"/>
                </a:lnTo>
                <a:lnTo>
                  <a:pt x="4883" y="5858"/>
                </a:lnTo>
                <a:lnTo>
                  <a:pt x="4906" y="5989"/>
                </a:lnTo>
                <a:lnTo>
                  <a:pt x="5085" y="6168"/>
                </a:lnTo>
                <a:lnTo>
                  <a:pt x="5216" y="6192"/>
                </a:lnTo>
                <a:lnTo>
                  <a:pt x="5335" y="6168"/>
                </a:lnTo>
                <a:lnTo>
                  <a:pt x="5514" y="5989"/>
                </a:lnTo>
                <a:lnTo>
                  <a:pt x="5537" y="5858"/>
                </a:lnTo>
                <a:lnTo>
                  <a:pt x="5537" y="2608"/>
                </a:lnTo>
                <a:lnTo>
                  <a:pt x="5514" y="2477"/>
                </a:lnTo>
                <a:lnTo>
                  <a:pt x="5335" y="2298"/>
                </a:lnTo>
                <a:lnTo>
                  <a:pt x="5216" y="2274"/>
                </a:lnTo>
                <a:close/>
                <a:moveTo>
                  <a:pt x="5216" y="7001"/>
                </a:moveTo>
                <a:lnTo>
                  <a:pt x="5109" y="7013"/>
                </a:lnTo>
                <a:lnTo>
                  <a:pt x="4930" y="7085"/>
                </a:lnTo>
                <a:lnTo>
                  <a:pt x="4799" y="7216"/>
                </a:lnTo>
                <a:lnTo>
                  <a:pt x="4728" y="7394"/>
                </a:lnTo>
                <a:lnTo>
                  <a:pt x="4728" y="7490"/>
                </a:lnTo>
                <a:lnTo>
                  <a:pt x="4728" y="7585"/>
                </a:lnTo>
                <a:lnTo>
                  <a:pt x="4799" y="7763"/>
                </a:lnTo>
                <a:lnTo>
                  <a:pt x="4930" y="7894"/>
                </a:lnTo>
                <a:lnTo>
                  <a:pt x="5109" y="7966"/>
                </a:lnTo>
                <a:lnTo>
                  <a:pt x="5216" y="7978"/>
                </a:lnTo>
                <a:lnTo>
                  <a:pt x="5311" y="7966"/>
                </a:lnTo>
                <a:lnTo>
                  <a:pt x="5490" y="7894"/>
                </a:lnTo>
                <a:lnTo>
                  <a:pt x="5621" y="7763"/>
                </a:lnTo>
                <a:lnTo>
                  <a:pt x="5692" y="7585"/>
                </a:lnTo>
                <a:lnTo>
                  <a:pt x="5704" y="7490"/>
                </a:lnTo>
                <a:lnTo>
                  <a:pt x="5692" y="7394"/>
                </a:lnTo>
                <a:lnTo>
                  <a:pt x="5621" y="7216"/>
                </a:lnTo>
                <a:lnTo>
                  <a:pt x="5490" y="7085"/>
                </a:lnTo>
                <a:lnTo>
                  <a:pt x="5311" y="7013"/>
                </a:lnTo>
                <a:lnTo>
                  <a:pt x="5216" y="7001"/>
                </a:lnTo>
                <a:close/>
                <a:moveTo>
                  <a:pt x="5216" y="655"/>
                </a:moveTo>
                <a:lnTo>
                  <a:pt x="5680" y="667"/>
                </a:lnTo>
                <a:lnTo>
                  <a:pt x="6561" y="857"/>
                </a:lnTo>
                <a:lnTo>
                  <a:pt x="7383" y="1203"/>
                </a:lnTo>
                <a:lnTo>
                  <a:pt x="8109" y="1691"/>
                </a:lnTo>
                <a:lnTo>
                  <a:pt x="8728" y="2310"/>
                </a:lnTo>
                <a:lnTo>
                  <a:pt x="9217" y="3036"/>
                </a:lnTo>
                <a:lnTo>
                  <a:pt x="9574" y="3858"/>
                </a:lnTo>
                <a:lnTo>
                  <a:pt x="9752" y="4739"/>
                </a:lnTo>
                <a:lnTo>
                  <a:pt x="9764" y="5215"/>
                </a:lnTo>
                <a:lnTo>
                  <a:pt x="9752" y="5680"/>
                </a:lnTo>
                <a:lnTo>
                  <a:pt x="9574" y="6573"/>
                </a:lnTo>
                <a:lnTo>
                  <a:pt x="9217" y="7382"/>
                </a:lnTo>
                <a:lnTo>
                  <a:pt x="8728" y="8109"/>
                </a:lnTo>
                <a:lnTo>
                  <a:pt x="8109" y="8728"/>
                </a:lnTo>
                <a:lnTo>
                  <a:pt x="7383" y="9228"/>
                </a:lnTo>
                <a:lnTo>
                  <a:pt x="6561" y="9573"/>
                </a:lnTo>
                <a:lnTo>
                  <a:pt x="5680" y="9752"/>
                </a:lnTo>
                <a:lnTo>
                  <a:pt x="5216" y="9764"/>
                </a:lnTo>
                <a:lnTo>
                  <a:pt x="4740" y="9752"/>
                </a:lnTo>
                <a:lnTo>
                  <a:pt x="3859" y="9573"/>
                </a:lnTo>
                <a:lnTo>
                  <a:pt x="3037" y="9228"/>
                </a:lnTo>
                <a:lnTo>
                  <a:pt x="2311" y="8728"/>
                </a:lnTo>
                <a:lnTo>
                  <a:pt x="1692" y="8109"/>
                </a:lnTo>
                <a:lnTo>
                  <a:pt x="1203" y="7382"/>
                </a:lnTo>
                <a:lnTo>
                  <a:pt x="846" y="6573"/>
                </a:lnTo>
                <a:lnTo>
                  <a:pt x="668" y="5680"/>
                </a:lnTo>
                <a:lnTo>
                  <a:pt x="656" y="5215"/>
                </a:lnTo>
                <a:lnTo>
                  <a:pt x="668" y="4739"/>
                </a:lnTo>
                <a:lnTo>
                  <a:pt x="846" y="3858"/>
                </a:lnTo>
                <a:lnTo>
                  <a:pt x="1203" y="3036"/>
                </a:lnTo>
                <a:lnTo>
                  <a:pt x="1692" y="2310"/>
                </a:lnTo>
                <a:lnTo>
                  <a:pt x="2311" y="1691"/>
                </a:lnTo>
                <a:lnTo>
                  <a:pt x="3037" y="1203"/>
                </a:lnTo>
                <a:lnTo>
                  <a:pt x="3859" y="857"/>
                </a:lnTo>
                <a:lnTo>
                  <a:pt x="4740" y="667"/>
                </a:lnTo>
                <a:lnTo>
                  <a:pt x="5216" y="655"/>
                </a:lnTo>
                <a:close/>
                <a:moveTo>
                  <a:pt x="5216" y="0"/>
                </a:moveTo>
                <a:lnTo>
                  <a:pt x="4680" y="24"/>
                </a:lnTo>
                <a:lnTo>
                  <a:pt x="3656" y="226"/>
                </a:lnTo>
                <a:lnTo>
                  <a:pt x="2727" y="619"/>
                </a:lnTo>
                <a:lnTo>
                  <a:pt x="1894" y="1191"/>
                </a:lnTo>
                <a:lnTo>
                  <a:pt x="1180" y="1893"/>
                </a:lnTo>
                <a:lnTo>
                  <a:pt x="620" y="2727"/>
                </a:lnTo>
                <a:lnTo>
                  <a:pt x="227" y="3656"/>
                </a:lnTo>
                <a:lnTo>
                  <a:pt x="25" y="4680"/>
                </a:lnTo>
                <a:lnTo>
                  <a:pt x="1" y="5215"/>
                </a:lnTo>
                <a:lnTo>
                  <a:pt x="25" y="5751"/>
                </a:lnTo>
                <a:lnTo>
                  <a:pt x="227" y="6763"/>
                </a:lnTo>
                <a:lnTo>
                  <a:pt x="620" y="7704"/>
                </a:lnTo>
                <a:lnTo>
                  <a:pt x="1180" y="8525"/>
                </a:lnTo>
                <a:lnTo>
                  <a:pt x="1894" y="9240"/>
                </a:lnTo>
                <a:lnTo>
                  <a:pt x="2727" y="9799"/>
                </a:lnTo>
                <a:lnTo>
                  <a:pt x="3656" y="10192"/>
                </a:lnTo>
                <a:lnTo>
                  <a:pt x="4680" y="10407"/>
                </a:lnTo>
                <a:lnTo>
                  <a:pt x="5216" y="10419"/>
                </a:lnTo>
                <a:lnTo>
                  <a:pt x="5740" y="10407"/>
                </a:lnTo>
                <a:lnTo>
                  <a:pt x="6764" y="10192"/>
                </a:lnTo>
                <a:lnTo>
                  <a:pt x="7693" y="9799"/>
                </a:lnTo>
                <a:lnTo>
                  <a:pt x="8526" y="9240"/>
                </a:lnTo>
                <a:lnTo>
                  <a:pt x="9240" y="8525"/>
                </a:lnTo>
                <a:lnTo>
                  <a:pt x="9800" y="7704"/>
                </a:lnTo>
                <a:lnTo>
                  <a:pt x="10193" y="6763"/>
                </a:lnTo>
                <a:lnTo>
                  <a:pt x="10395" y="5751"/>
                </a:lnTo>
                <a:lnTo>
                  <a:pt x="10419" y="5215"/>
                </a:lnTo>
                <a:lnTo>
                  <a:pt x="10395" y="4680"/>
                </a:lnTo>
                <a:lnTo>
                  <a:pt x="10193" y="3656"/>
                </a:lnTo>
                <a:lnTo>
                  <a:pt x="9800" y="2727"/>
                </a:lnTo>
                <a:lnTo>
                  <a:pt x="9240" y="1893"/>
                </a:lnTo>
                <a:lnTo>
                  <a:pt x="8526" y="1191"/>
                </a:lnTo>
                <a:lnTo>
                  <a:pt x="7693" y="619"/>
                </a:lnTo>
                <a:lnTo>
                  <a:pt x="6764" y="226"/>
                </a:lnTo>
                <a:lnTo>
                  <a:pt x="5740" y="24"/>
                </a:lnTo>
                <a:lnTo>
                  <a:pt x="5216"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3" name="Google Shape;3043;p173"/>
          <p:cNvSpPr/>
          <p:nvPr/>
        </p:nvSpPr>
        <p:spPr>
          <a:xfrm>
            <a:off x="14166278" y="8603687"/>
            <a:ext cx="565726" cy="565726"/>
          </a:xfrm>
          <a:custGeom>
            <a:rect b="b" l="l" r="r" t="t"/>
            <a:pathLst>
              <a:path extrusionOk="0" h="10419" w="10419">
                <a:moveTo>
                  <a:pt x="4608" y="2608"/>
                </a:moveTo>
                <a:lnTo>
                  <a:pt x="4334" y="2620"/>
                </a:lnTo>
                <a:lnTo>
                  <a:pt x="3846" y="2834"/>
                </a:lnTo>
                <a:lnTo>
                  <a:pt x="3477" y="3191"/>
                </a:lnTo>
                <a:lnTo>
                  <a:pt x="3275" y="3679"/>
                </a:lnTo>
                <a:lnTo>
                  <a:pt x="3251" y="3953"/>
                </a:lnTo>
                <a:lnTo>
                  <a:pt x="3251" y="4156"/>
                </a:lnTo>
                <a:lnTo>
                  <a:pt x="3275" y="4287"/>
                </a:lnTo>
                <a:lnTo>
                  <a:pt x="3453" y="4453"/>
                </a:lnTo>
                <a:lnTo>
                  <a:pt x="3584" y="4477"/>
                </a:lnTo>
                <a:lnTo>
                  <a:pt x="3715" y="4453"/>
                </a:lnTo>
                <a:lnTo>
                  <a:pt x="3894" y="4287"/>
                </a:lnTo>
                <a:lnTo>
                  <a:pt x="3906" y="4156"/>
                </a:lnTo>
                <a:lnTo>
                  <a:pt x="3906" y="3953"/>
                </a:lnTo>
                <a:lnTo>
                  <a:pt x="3918" y="3810"/>
                </a:lnTo>
                <a:lnTo>
                  <a:pt x="4025" y="3560"/>
                </a:lnTo>
                <a:lnTo>
                  <a:pt x="4215" y="3370"/>
                </a:lnTo>
                <a:lnTo>
                  <a:pt x="4465" y="3263"/>
                </a:lnTo>
                <a:lnTo>
                  <a:pt x="5954" y="3263"/>
                </a:lnTo>
                <a:lnTo>
                  <a:pt x="6204" y="3370"/>
                </a:lnTo>
                <a:lnTo>
                  <a:pt x="6394" y="3560"/>
                </a:lnTo>
                <a:lnTo>
                  <a:pt x="6501" y="3810"/>
                </a:lnTo>
                <a:lnTo>
                  <a:pt x="6513" y="3953"/>
                </a:lnTo>
                <a:lnTo>
                  <a:pt x="6501" y="4144"/>
                </a:lnTo>
                <a:lnTo>
                  <a:pt x="6311" y="4453"/>
                </a:lnTo>
                <a:lnTo>
                  <a:pt x="6168" y="4560"/>
                </a:lnTo>
                <a:lnTo>
                  <a:pt x="4942" y="5180"/>
                </a:lnTo>
                <a:lnTo>
                  <a:pt x="4775" y="5287"/>
                </a:lnTo>
                <a:lnTo>
                  <a:pt x="4584" y="5620"/>
                </a:lnTo>
                <a:lnTo>
                  <a:pt x="4561" y="5811"/>
                </a:lnTo>
                <a:lnTo>
                  <a:pt x="4561" y="6192"/>
                </a:lnTo>
                <a:lnTo>
                  <a:pt x="4584" y="6323"/>
                </a:lnTo>
                <a:lnTo>
                  <a:pt x="4751" y="6489"/>
                </a:lnTo>
                <a:lnTo>
                  <a:pt x="4882" y="6513"/>
                </a:lnTo>
                <a:lnTo>
                  <a:pt x="5013" y="6489"/>
                </a:lnTo>
                <a:lnTo>
                  <a:pt x="5192" y="6323"/>
                </a:lnTo>
                <a:lnTo>
                  <a:pt x="5215" y="6192"/>
                </a:lnTo>
                <a:lnTo>
                  <a:pt x="5215" y="5811"/>
                </a:lnTo>
                <a:lnTo>
                  <a:pt x="5215" y="5775"/>
                </a:lnTo>
                <a:lnTo>
                  <a:pt x="5239" y="5751"/>
                </a:lnTo>
                <a:lnTo>
                  <a:pt x="6466" y="5144"/>
                </a:lnTo>
                <a:lnTo>
                  <a:pt x="6632" y="5037"/>
                </a:lnTo>
                <a:lnTo>
                  <a:pt x="6882" y="4787"/>
                </a:lnTo>
                <a:lnTo>
                  <a:pt x="7061" y="4489"/>
                </a:lnTo>
                <a:lnTo>
                  <a:pt x="7156" y="4144"/>
                </a:lnTo>
                <a:lnTo>
                  <a:pt x="7168" y="3953"/>
                </a:lnTo>
                <a:lnTo>
                  <a:pt x="7144" y="3679"/>
                </a:lnTo>
                <a:lnTo>
                  <a:pt x="6942" y="3191"/>
                </a:lnTo>
                <a:lnTo>
                  <a:pt x="6573" y="2834"/>
                </a:lnTo>
                <a:lnTo>
                  <a:pt x="6085" y="2620"/>
                </a:lnTo>
                <a:lnTo>
                  <a:pt x="5811" y="2608"/>
                </a:lnTo>
                <a:close/>
                <a:moveTo>
                  <a:pt x="4894" y="7001"/>
                </a:moveTo>
                <a:lnTo>
                  <a:pt x="4787" y="7013"/>
                </a:lnTo>
                <a:lnTo>
                  <a:pt x="4608" y="7085"/>
                </a:lnTo>
                <a:lnTo>
                  <a:pt x="4477" y="7216"/>
                </a:lnTo>
                <a:lnTo>
                  <a:pt x="4406" y="7394"/>
                </a:lnTo>
                <a:lnTo>
                  <a:pt x="4406" y="7490"/>
                </a:lnTo>
                <a:lnTo>
                  <a:pt x="4406" y="7585"/>
                </a:lnTo>
                <a:lnTo>
                  <a:pt x="4477" y="7763"/>
                </a:lnTo>
                <a:lnTo>
                  <a:pt x="4608" y="7894"/>
                </a:lnTo>
                <a:lnTo>
                  <a:pt x="4787" y="7966"/>
                </a:lnTo>
                <a:lnTo>
                  <a:pt x="4894" y="7978"/>
                </a:lnTo>
                <a:lnTo>
                  <a:pt x="4989" y="7966"/>
                </a:lnTo>
                <a:lnTo>
                  <a:pt x="5168" y="7894"/>
                </a:lnTo>
                <a:lnTo>
                  <a:pt x="5299" y="7763"/>
                </a:lnTo>
                <a:lnTo>
                  <a:pt x="5370" y="7585"/>
                </a:lnTo>
                <a:lnTo>
                  <a:pt x="5382" y="7490"/>
                </a:lnTo>
                <a:lnTo>
                  <a:pt x="5370" y="7394"/>
                </a:lnTo>
                <a:lnTo>
                  <a:pt x="5299" y="7216"/>
                </a:lnTo>
                <a:lnTo>
                  <a:pt x="5168" y="7085"/>
                </a:lnTo>
                <a:lnTo>
                  <a:pt x="4989" y="7013"/>
                </a:lnTo>
                <a:lnTo>
                  <a:pt x="4894" y="7001"/>
                </a:lnTo>
                <a:close/>
                <a:moveTo>
                  <a:pt x="5215" y="655"/>
                </a:moveTo>
                <a:lnTo>
                  <a:pt x="5680" y="667"/>
                </a:lnTo>
                <a:lnTo>
                  <a:pt x="6573" y="857"/>
                </a:lnTo>
                <a:lnTo>
                  <a:pt x="7382" y="1203"/>
                </a:lnTo>
                <a:lnTo>
                  <a:pt x="8121" y="1691"/>
                </a:lnTo>
                <a:lnTo>
                  <a:pt x="8740" y="2310"/>
                </a:lnTo>
                <a:lnTo>
                  <a:pt x="9228" y="3036"/>
                </a:lnTo>
                <a:lnTo>
                  <a:pt x="9573" y="3858"/>
                </a:lnTo>
                <a:lnTo>
                  <a:pt x="9752" y="4739"/>
                </a:lnTo>
                <a:lnTo>
                  <a:pt x="9776" y="5215"/>
                </a:lnTo>
                <a:lnTo>
                  <a:pt x="9752" y="5680"/>
                </a:lnTo>
                <a:lnTo>
                  <a:pt x="9573" y="6573"/>
                </a:lnTo>
                <a:lnTo>
                  <a:pt x="9228" y="7382"/>
                </a:lnTo>
                <a:lnTo>
                  <a:pt x="8740" y="8109"/>
                </a:lnTo>
                <a:lnTo>
                  <a:pt x="8121" y="8728"/>
                </a:lnTo>
                <a:lnTo>
                  <a:pt x="7382" y="9228"/>
                </a:lnTo>
                <a:lnTo>
                  <a:pt x="6573" y="9573"/>
                </a:lnTo>
                <a:lnTo>
                  <a:pt x="5680" y="9752"/>
                </a:lnTo>
                <a:lnTo>
                  <a:pt x="5215" y="9764"/>
                </a:lnTo>
                <a:lnTo>
                  <a:pt x="4751" y="9752"/>
                </a:lnTo>
                <a:lnTo>
                  <a:pt x="3858" y="9573"/>
                </a:lnTo>
                <a:lnTo>
                  <a:pt x="3036" y="9228"/>
                </a:lnTo>
                <a:lnTo>
                  <a:pt x="2310" y="8728"/>
                </a:lnTo>
                <a:lnTo>
                  <a:pt x="1691" y="8109"/>
                </a:lnTo>
                <a:lnTo>
                  <a:pt x="1203" y="7382"/>
                </a:lnTo>
                <a:lnTo>
                  <a:pt x="857" y="6573"/>
                </a:lnTo>
                <a:lnTo>
                  <a:pt x="667" y="5680"/>
                </a:lnTo>
                <a:lnTo>
                  <a:pt x="655" y="5215"/>
                </a:lnTo>
                <a:lnTo>
                  <a:pt x="667" y="4739"/>
                </a:lnTo>
                <a:lnTo>
                  <a:pt x="857" y="3858"/>
                </a:lnTo>
                <a:lnTo>
                  <a:pt x="1203" y="3036"/>
                </a:lnTo>
                <a:lnTo>
                  <a:pt x="1691" y="2310"/>
                </a:lnTo>
                <a:lnTo>
                  <a:pt x="2310" y="1691"/>
                </a:lnTo>
                <a:lnTo>
                  <a:pt x="3036" y="1203"/>
                </a:lnTo>
                <a:lnTo>
                  <a:pt x="3858" y="857"/>
                </a:lnTo>
                <a:lnTo>
                  <a:pt x="4751" y="667"/>
                </a:lnTo>
                <a:lnTo>
                  <a:pt x="5215" y="655"/>
                </a:lnTo>
                <a:close/>
                <a:moveTo>
                  <a:pt x="5215" y="0"/>
                </a:moveTo>
                <a:lnTo>
                  <a:pt x="4680" y="24"/>
                </a:lnTo>
                <a:lnTo>
                  <a:pt x="3656" y="226"/>
                </a:lnTo>
                <a:lnTo>
                  <a:pt x="2727" y="619"/>
                </a:lnTo>
                <a:lnTo>
                  <a:pt x="1893" y="1191"/>
                </a:lnTo>
                <a:lnTo>
                  <a:pt x="1191" y="1893"/>
                </a:lnTo>
                <a:lnTo>
                  <a:pt x="631" y="2727"/>
                </a:lnTo>
                <a:lnTo>
                  <a:pt x="226" y="3656"/>
                </a:lnTo>
                <a:lnTo>
                  <a:pt x="24" y="4680"/>
                </a:lnTo>
                <a:lnTo>
                  <a:pt x="0" y="5215"/>
                </a:lnTo>
                <a:lnTo>
                  <a:pt x="24" y="5751"/>
                </a:lnTo>
                <a:lnTo>
                  <a:pt x="226" y="6763"/>
                </a:lnTo>
                <a:lnTo>
                  <a:pt x="631" y="7704"/>
                </a:lnTo>
                <a:lnTo>
                  <a:pt x="1191" y="8525"/>
                </a:lnTo>
                <a:lnTo>
                  <a:pt x="1893" y="9240"/>
                </a:lnTo>
                <a:lnTo>
                  <a:pt x="2727" y="9799"/>
                </a:lnTo>
                <a:lnTo>
                  <a:pt x="3656" y="10192"/>
                </a:lnTo>
                <a:lnTo>
                  <a:pt x="4680" y="10407"/>
                </a:lnTo>
                <a:lnTo>
                  <a:pt x="5215" y="10419"/>
                </a:lnTo>
                <a:lnTo>
                  <a:pt x="5751" y="10407"/>
                </a:lnTo>
                <a:lnTo>
                  <a:pt x="6763" y="10192"/>
                </a:lnTo>
                <a:lnTo>
                  <a:pt x="7704" y="9799"/>
                </a:lnTo>
                <a:lnTo>
                  <a:pt x="8537" y="9240"/>
                </a:lnTo>
                <a:lnTo>
                  <a:pt x="9240" y="8525"/>
                </a:lnTo>
                <a:lnTo>
                  <a:pt x="9799" y="7704"/>
                </a:lnTo>
                <a:lnTo>
                  <a:pt x="10192" y="6763"/>
                </a:lnTo>
                <a:lnTo>
                  <a:pt x="10407" y="5751"/>
                </a:lnTo>
                <a:lnTo>
                  <a:pt x="10419" y="5215"/>
                </a:lnTo>
                <a:lnTo>
                  <a:pt x="10407" y="4680"/>
                </a:lnTo>
                <a:lnTo>
                  <a:pt x="10192" y="3656"/>
                </a:lnTo>
                <a:lnTo>
                  <a:pt x="9799" y="2727"/>
                </a:lnTo>
                <a:lnTo>
                  <a:pt x="9240" y="1893"/>
                </a:lnTo>
                <a:lnTo>
                  <a:pt x="8537" y="1191"/>
                </a:lnTo>
                <a:lnTo>
                  <a:pt x="7704" y="619"/>
                </a:lnTo>
                <a:lnTo>
                  <a:pt x="6763" y="226"/>
                </a:lnTo>
                <a:lnTo>
                  <a:pt x="5751" y="24"/>
                </a:lnTo>
                <a:lnTo>
                  <a:pt x="521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4" name="Google Shape;3044;p173"/>
          <p:cNvSpPr/>
          <p:nvPr/>
        </p:nvSpPr>
        <p:spPr>
          <a:xfrm>
            <a:off x="15245288" y="8603687"/>
            <a:ext cx="565726" cy="565726"/>
          </a:xfrm>
          <a:custGeom>
            <a:rect b="b" l="l" r="r" t="t"/>
            <a:pathLst>
              <a:path extrusionOk="0" h="10419" w="10419">
                <a:moveTo>
                  <a:pt x="5204" y="2929"/>
                </a:moveTo>
                <a:lnTo>
                  <a:pt x="5073" y="2953"/>
                </a:lnTo>
                <a:lnTo>
                  <a:pt x="4894" y="3132"/>
                </a:lnTo>
                <a:lnTo>
                  <a:pt x="4882" y="3251"/>
                </a:lnTo>
                <a:lnTo>
                  <a:pt x="4882" y="4882"/>
                </a:lnTo>
                <a:lnTo>
                  <a:pt x="3251" y="4882"/>
                </a:lnTo>
                <a:lnTo>
                  <a:pt x="3120" y="4906"/>
                </a:lnTo>
                <a:lnTo>
                  <a:pt x="2942" y="5084"/>
                </a:lnTo>
                <a:lnTo>
                  <a:pt x="2930" y="5215"/>
                </a:lnTo>
                <a:lnTo>
                  <a:pt x="2942" y="5346"/>
                </a:lnTo>
                <a:lnTo>
                  <a:pt x="3120" y="5513"/>
                </a:lnTo>
                <a:lnTo>
                  <a:pt x="3251" y="5537"/>
                </a:lnTo>
                <a:lnTo>
                  <a:pt x="4882" y="5537"/>
                </a:lnTo>
                <a:lnTo>
                  <a:pt x="4882" y="7168"/>
                </a:lnTo>
                <a:lnTo>
                  <a:pt x="4894" y="7299"/>
                </a:lnTo>
                <a:lnTo>
                  <a:pt x="5073" y="7478"/>
                </a:lnTo>
                <a:lnTo>
                  <a:pt x="5204" y="7490"/>
                </a:lnTo>
                <a:lnTo>
                  <a:pt x="5335" y="7478"/>
                </a:lnTo>
                <a:lnTo>
                  <a:pt x="5513" y="7299"/>
                </a:lnTo>
                <a:lnTo>
                  <a:pt x="5537" y="7168"/>
                </a:lnTo>
                <a:lnTo>
                  <a:pt x="5537" y="5537"/>
                </a:lnTo>
                <a:lnTo>
                  <a:pt x="7157" y="5537"/>
                </a:lnTo>
                <a:lnTo>
                  <a:pt x="7288" y="5513"/>
                </a:lnTo>
                <a:lnTo>
                  <a:pt x="7466" y="5346"/>
                </a:lnTo>
                <a:lnTo>
                  <a:pt x="7490" y="5215"/>
                </a:lnTo>
                <a:lnTo>
                  <a:pt x="7466" y="5084"/>
                </a:lnTo>
                <a:lnTo>
                  <a:pt x="7288" y="4906"/>
                </a:lnTo>
                <a:lnTo>
                  <a:pt x="7157" y="4882"/>
                </a:lnTo>
                <a:lnTo>
                  <a:pt x="5537" y="4882"/>
                </a:lnTo>
                <a:lnTo>
                  <a:pt x="5537" y="3251"/>
                </a:lnTo>
                <a:lnTo>
                  <a:pt x="5513" y="3132"/>
                </a:lnTo>
                <a:lnTo>
                  <a:pt x="5335" y="2953"/>
                </a:lnTo>
                <a:lnTo>
                  <a:pt x="5204" y="2929"/>
                </a:lnTo>
                <a:close/>
                <a:moveTo>
                  <a:pt x="5204" y="655"/>
                </a:moveTo>
                <a:lnTo>
                  <a:pt x="5668" y="667"/>
                </a:lnTo>
                <a:lnTo>
                  <a:pt x="6561" y="857"/>
                </a:lnTo>
                <a:lnTo>
                  <a:pt x="7383" y="1203"/>
                </a:lnTo>
                <a:lnTo>
                  <a:pt x="8109" y="1691"/>
                </a:lnTo>
                <a:lnTo>
                  <a:pt x="8728" y="2310"/>
                </a:lnTo>
                <a:lnTo>
                  <a:pt x="9216" y="3036"/>
                </a:lnTo>
                <a:lnTo>
                  <a:pt x="9562" y="3858"/>
                </a:lnTo>
                <a:lnTo>
                  <a:pt x="9752" y="4739"/>
                </a:lnTo>
                <a:lnTo>
                  <a:pt x="9764" y="5215"/>
                </a:lnTo>
                <a:lnTo>
                  <a:pt x="9752" y="5680"/>
                </a:lnTo>
                <a:lnTo>
                  <a:pt x="9562" y="6573"/>
                </a:lnTo>
                <a:lnTo>
                  <a:pt x="9216" y="7382"/>
                </a:lnTo>
                <a:lnTo>
                  <a:pt x="8728" y="8109"/>
                </a:lnTo>
                <a:lnTo>
                  <a:pt x="8109" y="8728"/>
                </a:lnTo>
                <a:lnTo>
                  <a:pt x="7383" y="9228"/>
                </a:lnTo>
                <a:lnTo>
                  <a:pt x="6561" y="9573"/>
                </a:lnTo>
                <a:lnTo>
                  <a:pt x="5668" y="9752"/>
                </a:lnTo>
                <a:lnTo>
                  <a:pt x="5204" y="9764"/>
                </a:lnTo>
                <a:lnTo>
                  <a:pt x="4739" y="9752"/>
                </a:lnTo>
                <a:lnTo>
                  <a:pt x="3846" y="9573"/>
                </a:lnTo>
                <a:lnTo>
                  <a:pt x="3025" y="9228"/>
                </a:lnTo>
                <a:lnTo>
                  <a:pt x="2299" y="8728"/>
                </a:lnTo>
                <a:lnTo>
                  <a:pt x="1679" y="8109"/>
                </a:lnTo>
                <a:lnTo>
                  <a:pt x="1191" y="7382"/>
                </a:lnTo>
                <a:lnTo>
                  <a:pt x="846" y="6573"/>
                </a:lnTo>
                <a:lnTo>
                  <a:pt x="667" y="5680"/>
                </a:lnTo>
                <a:lnTo>
                  <a:pt x="644" y="5215"/>
                </a:lnTo>
                <a:lnTo>
                  <a:pt x="667" y="4739"/>
                </a:lnTo>
                <a:lnTo>
                  <a:pt x="846" y="3858"/>
                </a:lnTo>
                <a:lnTo>
                  <a:pt x="1191" y="3036"/>
                </a:lnTo>
                <a:lnTo>
                  <a:pt x="1679" y="2310"/>
                </a:lnTo>
                <a:lnTo>
                  <a:pt x="2299" y="1691"/>
                </a:lnTo>
                <a:lnTo>
                  <a:pt x="3025" y="1203"/>
                </a:lnTo>
                <a:lnTo>
                  <a:pt x="3846" y="857"/>
                </a:lnTo>
                <a:lnTo>
                  <a:pt x="4739" y="667"/>
                </a:lnTo>
                <a:lnTo>
                  <a:pt x="5204" y="655"/>
                </a:lnTo>
                <a:close/>
                <a:moveTo>
                  <a:pt x="5204" y="0"/>
                </a:moveTo>
                <a:lnTo>
                  <a:pt x="4668" y="24"/>
                </a:lnTo>
                <a:lnTo>
                  <a:pt x="3656" y="226"/>
                </a:lnTo>
                <a:lnTo>
                  <a:pt x="2715" y="619"/>
                </a:lnTo>
                <a:lnTo>
                  <a:pt x="1882" y="1191"/>
                </a:lnTo>
                <a:lnTo>
                  <a:pt x="1179" y="1893"/>
                </a:lnTo>
                <a:lnTo>
                  <a:pt x="620" y="2727"/>
                </a:lnTo>
                <a:lnTo>
                  <a:pt x="227" y="3656"/>
                </a:lnTo>
                <a:lnTo>
                  <a:pt x="12" y="4680"/>
                </a:lnTo>
                <a:lnTo>
                  <a:pt x="1" y="5215"/>
                </a:lnTo>
                <a:lnTo>
                  <a:pt x="12" y="5751"/>
                </a:lnTo>
                <a:lnTo>
                  <a:pt x="227" y="6763"/>
                </a:lnTo>
                <a:lnTo>
                  <a:pt x="620" y="7704"/>
                </a:lnTo>
                <a:lnTo>
                  <a:pt x="1179" y="8525"/>
                </a:lnTo>
                <a:lnTo>
                  <a:pt x="1882" y="9240"/>
                </a:lnTo>
                <a:lnTo>
                  <a:pt x="2715" y="9799"/>
                </a:lnTo>
                <a:lnTo>
                  <a:pt x="3656" y="10192"/>
                </a:lnTo>
                <a:lnTo>
                  <a:pt x="4668" y="10407"/>
                </a:lnTo>
                <a:lnTo>
                  <a:pt x="5204" y="10419"/>
                </a:lnTo>
                <a:lnTo>
                  <a:pt x="5740" y="10407"/>
                </a:lnTo>
                <a:lnTo>
                  <a:pt x="6764" y="10192"/>
                </a:lnTo>
                <a:lnTo>
                  <a:pt x="7692" y="9799"/>
                </a:lnTo>
                <a:lnTo>
                  <a:pt x="8526" y="9240"/>
                </a:lnTo>
                <a:lnTo>
                  <a:pt x="9228" y="8525"/>
                </a:lnTo>
                <a:lnTo>
                  <a:pt x="9788" y="7704"/>
                </a:lnTo>
                <a:lnTo>
                  <a:pt x="10193" y="6763"/>
                </a:lnTo>
                <a:lnTo>
                  <a:pt x="10395" y="5751"/>
                </a:lnTo>
                <a:lnTo>
                  <a:pt x="10419" y="5215"/>
                </a:lnTo>
                <a:lnTo>
                  <a:pt x="10395" y="4680"/>
                </a:lnTo>
                <a:lnTo>
                  <a:pt x="10193" y="3656"/>
                </a:lnTo>
                <a:lnTo>
                  <a:pt x="9788" y="2727"/>
                </a:lnTo>
                <a:lnTo>
                  <a:pt x="9228" y="1893"/>
                </a:lnTo>
                <a:lnTo>
                  <a:pt x="8526" y="1191"/>
                </a:lnTo>
                <a:lnTo>
                  <a:pt x="7692" y="619"/>
                </a:lnTo>
                <a:lnTo>
                  <a:pt x="6764" y="226"/>
                </a:lnTo>
                <a:lnTo>
                  <a:pt x="5740" y="24"/>
                </a:lnTo>
                <a:lnTo>
                  <a:pt x="5204"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5" name="Google Shape;3045;p173"/>
          <p:cNvSpPr/>
          <p:nvPr/>
        </p:nvSpPr>
        <p:spPr>
          <a:xfrm>
            <a:off x="1153276" y="2277719"/>
            <a:ext cx="423521" cy="494596"/>
          </a:xfrm>
          <a:custGeom>
            <a:rect b="b" l="l" r="r" t="t"/>
            <a:pathLst>
              <a:path extrusionOk="0" h="9109" w="7800">
                <a:moveTo>
                  <a:pt x="3882" y="0"/>
                </a:moveTo>
                <a:lnTo>
                  <a:pt x="3763" y="12"/>
                </a:lnTo>
                <a:lnTo>
                  <a:pt x="3596" y="203"/>
                </a:lnTo>
                <a:lnTo>
                  <a:pt x="3572" y="334"/>
                </a:lnTo>
                <a:lnTo>
                  <a:pt x="3572" y="8013"/>
                </a:lnTo>
                <a:lnTo>
                  <a:pt x="536" y="5144"/>
                </a:lnTo>
                <a:lnTo>
                  <a:pt x="429" y="5072"/>
                </a:lnTo>
                <a:lnTo>
                  <a:pt x="179" y="5084"/>
                </a:lnTo>
                <a:lnTo>
                  <a:pt x="72" y="5168"/>
                </a:lnTo>
                <a:lnTo>
                  <a:pt x="0" y="5287"/>
                </a:lnTo>
                <a:lnTo>
                  <a:pt x="12" y="5549"/>
                </a:lnTo>
                <a:lnTo>
                  <a:pt x="95" y="5656"/>
                </a:lnTo>
                <a:lnTo>
                  <a:pt x="3679" y="9025"/>
                </a:lnTo>
                <a:lnTo>
                  <a:pt x="3775" y="9097"/>
                </a:lnTo>
                <a:lnTo>
                  <a:pt x="3894" y="9109"/>
                </a:lnTo>
                <a:lnTo>
                  <a:pt x="4013" y="9097"/>
                </a:lnTo>
                <a:lnTo>
                  <a:pt x="4120" y="9025"/>
                </a:lnTo>
                <a:lnTo>
                  <a:pt x="7704" y="5656"/>
                </a:lnTo>
                <a:lnTo>
                  <a:pt x="7704" y="5644"/>
                </a:lnTo>
                <a:lnTo>
                  <a:pt x="7787" y="5549"/>
                </a:lnTo>
                <a:lnTo>
                  <a:pt x="7799" y="5287"/>
                </a:lnTo>
                <a:lnTo>
                  <a:pt x="7716" y="5168"/>
                </a:lnTo>
                <a:lnTo>
                  <a:pt x="7621" y="5084"/>
                </a:lnTo>
                <a:lnTo>
                  <a:pt x="7370" y="5072"/>
                </a:lnTo>
                <a:lnTo>
                  <a:pt x="7263" y="5144"/>
                </a:lnTo>
                <a:lnTo>
                  <a:pt x="4227" y="8013"/>
                </a:lnTo>
                <a:lnTo>
                  <a:pt x="4227" y="334"/>
                </a:lnTo>
                <a:lnTo>
                  <a:pt x="4203" y="203"/>
                </a:lnTo>
                <a:lnTo>
                  <a:pt x="4001" y="12"/>
                </a:lnTo>
                <a:lnTo>
                  <a:pt x="3882"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6" name="Google Shape;3046;p173"/>
          <p:cNvSpPr/>
          <p:nvPr/>
        </p:nvSpPr>
        <p:spPr>
          <a:xfrm>
            <a:off x="13031613" y="2384361"/>
            <a:ext cx="564477" cy="281967"/>
          </a:xfrm>
          <a:custGeom>
            <a:rect b="b" l="l" r="r" t="t"/>
            <a:pathLst>
              <a:path extrusionOk="0" h="5193" w="10396">
                <a:moveTo>
                  <a:pt x="2466" y="1"/>
                </a:moveTo>
                <a:lnTo>
                  <a:pt x="2370" y="84"/>
                </a:lnTo>
                <a:lnTo>
                  <a:pt x="84" y="2358"/>
                </a:lnTo>
                <a:lnTo>
                  <a:pt x="1" y="2465"/>
                </a:lnTo>
                <a:lnTo>
                  <a:pt x="1" y="2715"/>
                </a:lnTo>
                <a:lnTo>
                  <a:pt x="84" y="2823"/>
                </a:lnTo>
                <a:lnTo>
                  <a:pt x="2370" y="5097"/>
                </a:lnTo>
                <a:lnTo>
                  <a:pt x="2466" y="5180"/>
                </a:lnTo>
                <a:lnTo>
                  <a:pt x="2597" y="5192"/>
                </a:lnTo>
                <a:lnTo>
                  <a:pt x="2716" y="5180"/>
                </a:lnTo>
                <a:lnTo>
                  <a:pt x="2823" y="5097"/>
                </a:lnTo>
                <a:lnTo>
                  <a:pt x="2906" y="4990"/>
                </a:lnTo>
                <a:lnTo>
                  <a:pt x="2906" y="4740"/>
                </a:lnTo>
                <a:lnTo>
                  <a:pt x="2823" y="4644"/>
                </a:lnTo>
                <a:lnTo>
                  <a:pt x="1108" y="2918"/>
                </a:lnTo>
                <a:lnTo>
                  <a:pt x="9300" y="2918"/>
                </a:lnTo>
                <a:lnTo>
                  <a:pt x="7574" y="4644"/>
                </a:lnTo>
                <a:lnTo>
                  <a:pt x="7490" y="4740"/>
                </a:lnTo>
                <a:lnTo>
                  <a:pt x="7490" y="4990"/>
                </a:lnTo>
                <a:lnTo>
                  <a:pt x="7574" y="5097"/>
                </a:lnTo>
                <a:lnTo>
                  <a:pt x="7681" y="5180"/>
                </a:lnTo>
                <a:lnTo>
                  <a:pt x="7812" y="5192"/>
                </a:lnTo>
                <a:lnTo>
                  <a:pt x="7931" y="5180"/>
                </a:lnTo>
                <a:lnTo>
                  <a:pt x="8038" y="5097"/>
                </a:lnTo>
                <a:lnTo>
                  <a:pt x="10312" y="2823"/>
                </a:lnTo>
                <a:lnTo>
                  <a:pt x="10395" y="2715"/>
                </a:lnTo>
                <a:lnTo>
                  <a:pt x="10395" y="2465"/>
                </a:lnTo>
                <a:lnTo>
                  <a:pt x="10312" y="2358"/>
                </a:lnTo>
                <a:lnTo>
                  <a:pt x="8038" y="84"/>
                </a:lnTo>
                <a:lnTo>
                  <a:pt x="7931" y="1"/>
                </a:lnTo>
                <a:lnTo>
                  <a:pt x="7681" y="1"/>
                </a:lnTo>
                <a:lnTo>
                  <a:pt x="7574" y="84"/>
                </a:lnTo>
                <a:lnTo>
                  <a:pt x="7490" y="191"/>
                </a:lnTo>
                <a:lnTo>
                  <a:pt x="7490" y="441"/>
                </a:lnTo>
                <a:lnTo>
                  <a:pt x="7574" y="548"/>
                </a:lnTo>
                <a:lnTo>
                  <a:pt x="9300" y="2263"/>
                </a:lnTo>
                <a:lnTo>
                  <a:pt x="1096" y="2263"/>
                </a:lnTo>
                <a:lnTo>
                  <a:pt x="2823" y="548"/>
                </a:lnTo>
                <a:lnTo>
                  <a:pt x="2906" y="441"/>
                </a:lnTo>
                <a:lnTo>
                  <a:pt x="2906" y="191"/>
                </a:lnTo>
                <a:lnTo>
                  <a:pt x="2823" y="84"/>
                </a:lnTo>
                <a:lnTo>
                  <a:pt x="2716"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7" name="Google Shape;3047;p173"/>
          <p:cNvSpPr/>
          <p:nvPr/>
        </p:nvSpPr>
        <p:spPr>
          <a:xfrm>
            <a:off x="14152703" y="2277719"/>
            <a:ext cx="495247" cy="495247"/>
          </a:xfrm>
          <a:custGeom>
            <a:rect b="b" l="l" r="r" t="t"/>
            <a:pathLst>
              <a:path extrusionOk="0" h="9121" w="9121">
                <a:moveTo>
                  <a:pt x="322" y="0"/>
                </a:moveTo>
                <a:lnTo>
                  <a:pt x="191" y="12"/>
                </a:lnTo>
                <a:lnTo>
                  <a:pt x="24" y="191"/>
                </a:lnTo>
                <a:lnTo>
                  <a:pt x="0" y="322"/>
                </a:lnTo>
                <a:lnTo>
                  <a:pt x="0" y="2929"/>
                </a:lnTo>
                <a:lnTo>
                  <a:pt x="24" y="3060"/>
                </a:lnTo>
                <a:lnTo>
                  <a:pt x="191" y="3239"/>
                </a:lnTo>
                <a:lnTo>
                  <a:pt x="322" y="3251"/>
                </a:lnTo>
                <a:lnTo>
                  <a:pt x="453" y="3239"/>
                </a:lnTo>
                <a:lnTo>
                  <a:pt x="631" y="3060"/>
                </a:lnTo>
                <a:lnTo>
                  <a:pt x="655" y="2929"/>
                </a:lnTo>
                <a:lnTo>
                  <a:pt x="655" y="1107"/>
                </a:lnTo>
                <a:lnTo>
                  <a:pt x="4096" y="4560"/>
                </a:lnTo>
                <a:lnTo>
                  <a:pt x="655" y="8001"/>
                </a:lnTo>
                <a:lnTo>
                  <a:pt x="655" y="6180"/>
                </a:lnTo>
                <a:lnTo>
                  <a:pt x="631" y="6049"/>
                </a:lnTo>
                <a:lnTo>
                  <a:pt x="453" y="5882"/>
                </a:lnTo>
                <a:lnTo>
                  <a:pt x="322" y="5858"/>
                </a:lnTo>
                <a:lnTo>
                  <a:pt x="191" y="5882"/>
                </a:lnTo>
                <a:lnTo>
                  <a:pt x="24" y="6049"/>
                </a:lnTo>
                <a:lnTo>
                  <a:pt x="0" y="6180"/>
                </a:lnTo>
                <a:lnTo>
                  <a:pt x="0" y="8787"/>
                </a:lnTo>
                <a:lnTo>
                  <a:pt x="24" y="8918"/>
                </a:lnTo>
                <a:lnTo>
                  <a:pt x="191" y="9097"/>
                </a:lnTo>
                <a:lnTo>
                  <a:pt x="322" y="9121"/>
                </a:lnTo>
                <a:lnTo>
                  <a:pt x="2929" y="9121"/>
                </a:lnTo>
                <a:lnTo>
                  <a:pt x="3060" y="9097"/>
                </a:lnTo>
                <a:lnTo>
                  <a:pt x="3239" y="8918"/>
                </a:lnTo>
                <a:lnTo>
                  <a:pt x="3263" y="8787"/>
                </a:lnTo>
                <a:lnTo>
                  <a:pt x="3239" y="8656"/>
                </a:lnTo>
                <a:lnTo>
                  <a:pt x="3060" y="8478"/>
                </a:lnTo>
                <a:lnTo>
                  <a:pt x="2929" y="8466"/>
                </a:lnTo>
                <a:lnTo>
                  <a:pt x="1107" y="8466"/>
                </a:lnTo>
                <a:lnTo>
                  <a:pt x="4560" y="5013"/>
                </a:lnTo>
                <a:lnTo>
                  <a:pt x="8002" y="8466"/>
                </a:lnTo>
                <a:lnTo>
                  <a:pt x="6192" y="8466"/>
                </a:lnTo>
                <a:lnTo>
                  <a:pt x="6061" y="8478"/>
                </a:lnTo>
                <a:lnTo>
                  <a:pt x="5882" y="8656"/>
                </a:lnTo>
                <a:lnTo>
                  <a:pt x="5858" y="8787"/>
                </a:lnTo>
                <a:lnTo>
                  <a:pt x="5882" y="8918"/>
                </a:lnTo>
                <a:lnTo>
                  <a:pt x="6061" y="9097"/>
                </a:lnTo>
                <a:lnTo>
                  <a:pt x="6192" y="9121"/>
                </a:lnTo>
                <a:lnTo>
                  <a:pt x="8787" y="9121"/>
                </a:lnTo>
                <a:lnTo>
                  <a:pt x="8918" y="9097"/>
                </a:lnTo>
                <a:lnTo>
                  <a:pt x="9097" y="8918"/>
                </a:lnTo>
                <a:lnTo>
                  <a:pt x="9121" y="8787"/>
                </a:lnTo>
                <a:lnTo>
                  <a:pt x="9121" y="6180"/>
                </a:lnTo>
                <a:lnTo>
                  <a:pt x="9097" y="6049"/>
                </a:lnTo>
                <a:lnTo>
                  <a:pt x="8918" y="5882"/>
                </a:lnTo>
                <a:lnTo>
                  <a:pt x="8787" y="5858"/>
                </a:lnTo>
                <a:lnTo>
                  <a:pt x="8656" y="5882"/>
                </a:lnTo>
                <a:lnTo>
                  <a:pt x="8490" y="6049"/>
                </a:lnTo>
                <a:lnTo>
                  <a:pt x="8466" y="6180"/>
                </a:lnTo>
                <a:lnTo>
                  <a:pt x="8466" y="8001"/>
                </a:lnTo>
                <a:lnTo>
                  <a:pt x="5025" y="4560"/>
                </a:lnTo>
                <a:lnTo>
                  <a:pt x="8466" y="1107"/>
                </a:lnTo>
                <a:lnTo>
                  <a:pt x="8466" y="2929"/>
                </a:lnTo>
                <a:lnTo>
                  <a:pt x="8490" y="3060"/>
                </a:lnTo>
                <a:lnTo>
                  <a:pt x="8656" y="3239"/>
                </a:lnTo>
                <a:lnTo>
                  <a:pt x="8787" y="3251"/>
                </a:lnTo>
                <a:lnTo>
                  <a:pt x="8918" y="3239"/>
                </a:lnTo>
                <a:lnTo>
                  <a:pt x="9097" y="3060"/>
                </a:lnTo>
                <a:lnTo>
                  <a:pt x="9121" y="2929"/>
                </a:lnTo>
                <a:lnTo>
                  <a:pt x="9121" y="322"/>
                </a:lnTo>
                <a:lnTo>
                  <a:pt x="9097" y="191"/>
                </a:lnTo>
                <a:lnTo>
                  <a:pt x="8918" y="12"/>
                </a:lnTo>
                <a:lnTo>
                  <a:pt x="8787" y="0"/>
                </a:lnTo>
                <a:lnTo>
                  <a:pt x="6192" y="0"/>
                </a:lnTo>
                <a:lnTo>
                  <a:pt x="6061" y="12"/>
                </a:lnTo>
                <a:lnTo>
                  <a:pt x="5882" y="191"/>
                </a:lnTo>
                <a:lnTo>
                  <a:pt x="5858" y="322"/>
                </a:lnTo>
                <a:lnTo>
                  <a:pt x="5882" y="453"/>
                </a:lnTo>
                <a:lnTo>
                  <a:pt x="6061" y="631"/>
                </a:lnTo>
                <a:lnTo>
                  <a:pt x="6192" y="655"/>
                </a:lnTo>
                <a:lnTo>
                  <a:pt x="8002" y="655"/>
                </a:lnTo>
                <a:lnTo>
                  <a:pt x="4560" y="4096"/>
                </a:lnTo>
                <a:lnTo>
                  <a:pt x="1107" y="655"/>
                </a:lnTo>
                <a:lnTo>
                  <a:pt x="2929" y="655"/>
                </a:lnTo>
                <a:lnTo>
                  <a:pt x="3060" y="631"/>
                </a:lnTo>
                <a:lnTo>
                  <a:pt x="3239" y="453"/>
                </a:lnTo>
                <a:lnTo>
                  <a:pt x="3263" y="322"/>
                </a:lnTo>
                <a:lnTo>
                  <a:pt x="3239" y="191"/>
                </a:lnTo>
                <a:lnTo>
                  <a:pt x="3060" y="12"/>
                </a:lnTo>
                <a:lnTo>
                  <a:pt x="2929"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8" name="Google Shape;3048;p173"/>
          <p:cNvSpPr/>
          <p:nvPr/>
        </p:nvSpPr>
        <p:spPr>
          <a:xfrm>
            <a:off x="15203913" y="2241502"/>
            <a:ext cx="565726" cy="566377"/>
          </a:xfrm>
          <a:custGeom>
            <a:rect b="b" l="l" r="r" t="t"/>
            <a:pathLst>
              <a:path extrusionOk="0" h="10431" w="10419">
                <a:moveTo>
                  <a:pt x="6930" y="0"/>
                </a:moveTo>
                <a:lnTo>
                  <a:pt x="6680" y="24"/>
                </a:lnTo>
                <a:lnTo>
                  <a:pt x="6585" y="108"/>
                </a:lnTo>
                <a:lnTo>
                  <a:pt x="6514" y="227"/>
                </a:lnTo>
                <a:lnTo>
                  <a:pt x="6537" y="477"/>
                </a:lnTo>
                <a:lnTo>
                  <a:pt x="6621" y="572"/>
                </a:lnTo>
                <a:lnTo>
                  <a:pt x="7883" y="1643"/>
                </a:lnTo>
                <a:lnTo>
                  <a:pt x="3573" y="1643"/>
                </a:lnTo>
                <a:lnTo>
                  <a:pt x="3203" y="1655"/>
                </a:lnTo>
                <a:lnTo>
                  <a:pt x="2513" y="1798"/>
                </a:lnTo>
                <a:lnTo>
                  <a:pt x="1870" y="2060"/>
                </a:lnTo>
                <a:lnTo>
                  <a:pt x="1298" y="2453"/>
                </a:lnTo>
                <a:lnTo>
                  <a:pt x="810" y="2929"/>
                </a:lnTo>
                <a:lnTo>
                  <a:pt x="417" y="3501"/>
                </a:lnTo>
                <a:lnTo>
                  <a:pt x="155" y="4144"/>
                </a:lnTo>
                <a:lnTo>
                  <a:pt x="12" y="4834"/>
                </a:lnTo>
                <a:lnTo>
                  <a:pt x="1" y="5204"/>
                </a:lnTo>
                <a:lnTo>
                  <a:pt x="12" y="5346"/>
                </a:lnTo>
                <a:lnTo>
                  <a:pt x="191" y="5525"/>
                </a:lnTo>
                <a:lnTo>
                  <a:pt x="322" y="5549"/>
                </a:lnTo>
                <a:lnTo>
                  <a:pt x="453" y="5525"/>
                </a:lnTo>
                <a:lnTo>
                  <a:pt x="632" y="5346"/>
                </a:lnTo>
                <a:lnTo>
                  <a:pt x="644" y="5227"/>
                </a:lnTo>
                <a:lnTo>
                  <a:pt x="655" y="4918"/>
                </a:lnTo>
                <a:lnTo>
                  <a:pt x="774" y="4346"/>
                </a:lnTo>
                <a:lnTo>
                  <a:pt x="1001" y="3822"/>
                </a:lnTo>
                <a:lnTo>
                  <a:pt x="1310" y="3358"/>
                </a:lnTo>
                <a:lnTo>
                  <a:pt x="1715" y="2953"/>
                </a:lnTo>
                <a:lnTo>
                  <a:pt x="2179" y="2644"/>
                </a:lnTo>
                <a:lnTo>
                  <a:pt x="2703" y="2417"/>
                </a:lnTo>
                <a:lnTo>
                  <a:pt x="3275" y="2298"/>
                </a:lnTo>
                <a:lnTo>
                  <a:pt x="7883" y="2298"/>
                </a:lnTo>
                <a:lnTo>
                  <a:pt x="6621" y="3346"/>
                </a:lnTo>
                <a:lnTo>
                  <a:pt x="6537" y="3441"/>
                </a:lnTo>
                <a:lnTo>
                  <a:pt x="6514" y="3691"/>
                </a:lnTo>
                <a:lnTo>
                  <a:pt x="6585" y="3799"/>
                </a:lnTo>
                <a:lnTo>
                  <a:pt x="6633" y="3858"/>
                </a:lnTo>
                <a:lnTo>
                  <a:pt x="6764" y="3918"/>
                </a:lnTo>
                <a:lnTo>
                  <a:pt x="6835" y="3918"/>
                </a:lnTo>
                <a:lnTo>
                  <a:pt x="6942" y="3906"/>
                </a:lnTo>
                <a:lnTo>
                  <a:pt x="7037" y="3846"/>
                </a:lnTo>
                <a:lnTo>
                  <a:pt x="8990" y="2215"/>
                </a:lnTo>
                <a:lnTo>
                  <a:pt x="9050" y="2167"/>
                </a:lnTo>
                <a:lnTo>
                  <a:pt x="9109" y="2036"/>
                </a:lnTo>
                <a:lnTo>
                  <a:pt x="9109" y="1953"/>
                </a:lnTo>
                <a:lnTo>
                  <a:pt x="9109" y="1870"/>
                </a:lnTo>
                <a:lnTo>
                  <a:pt x="9050" y="1751"/>
                </a:lnTo>
                <a:lnTo>
                  <a:pt x="8990" y="1703"/>
                </a:lnTo>
                <a:lnTo>
                  <a:pt x="7037" y="72"/>
                </a:lnTo>
                <a:lnTo>
                  <a:pt x="6930" y="0"/>
                </a:lnTo>
                <a:close/>
                <a:moveTo>
                  <a:pt x="10086" y="4894"/>
                </a:moveTo>
                <a:lnTo>
                  <a:pt x="9955" y="4918"/>
                </a:lnTo>
                <a:lnTo>
                  <a:pt x="9776" y="5085"/>
                </a:lnTo>
                <a:lnTo>
                  <a:pt x="9764" y="5216"/>
                </a:lnTo>
                <a:lnTo>
                  <a:pt x="9752" y="5525"/>
                </a:lnTo>
                <a:lnTo>
                  <a:pt x="9633" y="6097"/>
                </a:lnTo>
                <a:lnTo>
                  <a:pt x="9407" y="6620"/>
                </a:lnTo>
                <a:lnTo>
                  <a:pt x="9097" y="7085"/>
                </a:lnTo>
                <a:lnTo>
                  <a:pt x="8704" y="7490"/>
                </a:lnTo>
                <a:lnTo>
                  <a:pt x="8240" y="7799"/>
                </a:lnTo>
                <a:lnTo>
                  <a:pt x="7716" y="8025"/>
                </a:lnTo>
                <a:lnTo>
                  <a:pt x="7145" y="8145"/>
                </a:lnTo>
                <a:lnTo>
                  <a:pt x="6847" y="8156"/>
                </a:lnTo>
                <a:lnTo>
                  <a:pt x="2525" y="8156"/>
                </a:lnTo>
                <a:lnTo>
                  <a:pt x="3787" y="7097"/>
                </a:lnTo>
                <a:lnTo>
                  <a:pt x="3870" y="7002"/>
                </a:lnTo>
                <a:lnTo>
                  <a:pt x="3894" y="6751"/>
                </a:lnTo>
                <a:lnTo>
                  <a:pt x="3823" y="6644"/>
                </a:lnTo>
                <a:lnTo>
                  <a:pt x="3727" y="6549"/>
                </a:lnTo>
                <a:lnTo>
                  <a:pt x="3477" y="6525"/>
                </a:lnTo>
                <a:lnTo>
                  <a:pt x="3370" y="6597"/>
                </a:lnTo>
                <a:lnTo>
                  <a:pt x="1417" y="8228"/>
                </a:lnTo>
                <a:lnTo>
                  <a:pt x="1322" y="8335"/>
                </a:lnTo>
                <a:lnTo>
                  <a:pt x="1298" y="8454"/>
                </a:lnTo>
                <a:lnTo>
                  <a:pt x="1298" y="8526"/>
                </a:lnTo>
                <a:lnTo>
                  <a:pt x="1358" y="8657"/>
                </a:lnTo>
                <a:lnTo>
                  <a:pt x="1417" y="8704"/>
                </a:lnTo>
                <a:lnTo>
                  <a:pt x="3370" y="10335"/>
                </a:lnTo>
                <a:lnTo>
                  <a:pt x="3465" y="10419"/>
                </a:lnTo>
                <a:lnTo>
                  <a:pt x="3561" y="10431"/>
                </a:lnTo>
                <a:lnTo>
                  <a:pt x="3632" y="10431"/>
                </a:lnTo>
                <a:lnTo>
                  <a:pt x="3751" y="10371"/>
                </a:lnTo>
                <a:lnTo>
                  <a:pt x="3811" y="10312"/>
                </a:lnTo>
                <a:lnTo>
                  <a:pt x="3882" y="10204"/>
                </a:lnTo>
                <a:lnTo>
                  <a:pt x="3858" y="9954"/>
                </a:lnTo>
                <a:lnTo>
                  <a:pt x="3763" y="9859"/>
                </a:lnTo>
                <a:lnTo>
                  <a:pt x="2525" y="8799"/>
                </a:lnTo>
                <a:lnTo>
                  <a:pt x="6835" y="8799"/>
                </a:lnTo>
                <a:lnTo>
                  <a:pt x="7204" y="8788"/>
                </a:lnTo>
                <a:lnTo>
                  <a:pt x="7895" y="8645"/>
                </a:lnTo>
                <a:lnTo>
                  <a:pt x="8538" y="8371"/>
                </a:lnTo>
                <a:lnTo>
                  <a:pt x="9109" y="7990"/>
                </a:lnTo>
                <a:lnTo>
                  <a:pt x="9597" y="7502"/>
                </a:lnTo>
                <a:lnTo>
                  <a:pt x="9990" y="6930"/>
                </a:lnTo>
                <a:lnTo>
                  <a:pt x="10252" y="6287"/>
                </a:lnTo>
                <a:lnTo>
                  <a:pt x="10395" y="5585"/>
                </a:lnTo>
                <a:lnTo>
                  <a:pt x="10419" y="5227"/>
                </a:lnTo>
                <a:lnTo>
                  <a:pt x="10419" y="5216"/>
                </a:lnTo>
                <a:lnTo>
                  <a:pt x="10395" y="5085"/>
                </a:lnTo>
                <a:lnTo>
                  <a:pt x="10217" y="4918"/>
                </a:lnTo>
                <a:lnTo>
                  <a:pt x="10086" y="4894"/>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49" name="Google Shape;3049;p173"/>
          <p:cNvSpPr/>
          <p:nvPr/>
        </p:nvSpPr>
        <p:spPr>
          <a:xfrm>
            <a:off x="2239399" y="2278371"/>
            <a:ext cx="423521" cy="493944"/>
          </a:xfrm>
          <a:custGeom>
            <a:rect b="b" l="l" r="r" t="t"/>
            <a:pathLst>
              <a:path extrusionOk="0" h="9097" w="7800">
                <a:moveTo>
                  <a:pt x="3787" y="0"/>
                </a:moveTo>
                <a:lnTo>
                  <a:pt x="3680" y="71"/>
                </a:lnTo>
                <a:lnTo>
                  <a:pt x="108" y="3453"/>
                </a:lnTo>
                <a:lnTo>
                  <a:pt x="12" y="3560"/>
                </a:lnTo>
                <a:lnTo>
                  <a:pt x="1" y="3810"/>
                </a:lnTo>
                <a:lnTo>
                  <a:pt x="84" y="3929"/>
                </a:lnTo>
                <a:lnTo>
                  <a:pt x="179" y="4013"/>
                </a:lnTo>
                <a:lnTo>
                  <a:pt x="429" y="4013"/>
                </a:lnTo>
                <a:lnTo>
                  <a:pt x="536" y="3953"/>
                </a:lnTo>
                <a:lnTo>
                  <a:pt x="3573" y="1084"/>
                </a:lnTo>
                <a:lnTo>
                  <a:pt x="3573" y="8763"/>
                </a:lnTo>
                <a:lnTo>
                  <a:pt x="3596" y="8894"/>
                </a:lnTo>
                <a:lnTo>
                  <a:pt x="3799" y="9085"/>
                </a:lnTo>
                <a:lnTo>
                  <a:pt x="3918" y="9097"/>
                </a:lnTo>
                <a:lnTo>
                  <a:pt x="4037" y="9085"/>
                </a:lnTo>
                <a:lnTo>
                  <a:pt x="4204" y="8894"/>
                </a:lnTo>
                <a:lnTo>
                  <a:pt x="4227" y="8763"/>
                </a:lnTo>
                <a:lnTo>
                  <a:pt x="4227" y="1084"/>
                </a:lnTo>
                <a:lnTo>
                  <a:pt x="7264" y="3953"/>
                </a:lnTo>
                <a:lnTo>
                  <a:pt x="7359" y="4025"/>
                </a:lnTo>
                <a:lnTo>
                  <a:pt x="7478" y="4036"/>
                </a:lnTo>
                <a:lnTo>
                  <a:pt x="7549" y="4036"/>
                </a:lnTo>
                <a:lnTo>
                  <a:pt x="7669" y="3977"/>
                </a:lnTo>
                <a:lnTo>
                  <a:pt x="7728" y="3929"/>
                </a:lnTo>
                <a:lnTo>
                  <a:pt x="7716" y="3929"/>
                </a:lnTo>
                <a:lnTo>
                  <a:pt x="7799" y="3810"/>
                </a:lnTo>
                <a:lnTo>
                  <a:pt x="7788" y="3560"/>
                </a:lnTo>
                <a:lnTo>
                  <a:pt x="7704" y="3453"/>
                </a:lnTo>
                <a:lnTo>
                  <a:pt x="4120" y="71"/>
                </a:lnTo>
                <a:lnTo>
                  <a:pt x="4025" y="0"/>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0" name="Google Shape;3050;p173"/>
          <p:cNvSpPr/>
          <p:nvPr/>
        </p:nvSpPr>
        <p:spPr>
          <a:xfrm>
            <a:off x="3360435" y="2348144"/>
            <a:ext cx="353042" cy="353694"/>
          </a:xfrm>
          <a:custGeom>
            <a:rect b="b" l="l" r="r" t="t"/>
            <a:pathLst>
              <a:path extrusionOk="0" h="6514" w="6502">
                <a:moveTo>
                  <a:pt x="6061" y="1"/>
                </a:moveTo>
                <a:lnTo>
                  <a:pt x="5966" y="84"/>
                </a:lnTo>
                <a:lnTo>
                  <a:pt x="656" y="5383"/>
                </a:lnTo>
                <a:lnTo>
                  <a:pt x="656" y="1632"/>
                </a:lnTo>
                <a:lnTo>
                  <a:pt x="644" y="1501"/>
                </a:lnTo>
                <a:lnTo>
                  <a:pt x="465" y="1323"/>
                </a:lnTo>
                <a:lnTo>
                  <a:pt x="334" y="1311"/>
                </a:lnTo>
                <a:lnTo>
                  <a:pt x="203" y="1323"/>
                </a:lnTo>
                <a:lnTo>
                  <a:pt x="25" y="1501"/>
                </a:lnTo>
                <a:lnTo>
                  <a:pt x="1" y="1632"/>
                </a:lnTo>
                <a:lnTo>
                  <a:pt x="1" y="6181"/>
                </a:lnTo>
                <a:lnTo>
                  <a:pt x="25" y="6312"/>
                </a:lnTo>
                <a:lnTo>
                  <a:pt x="203" y="6478"/>
                </a:lnTo>
                <a:lnTo>
                  <a:pt x="334" y="6502"/>
                </a:lnTo>
                <a:lnTo>
                  <a:pt x="4895" y="6514"/>
                </a:lnTo>
                <a:lnTo>
                  <a:pt x="5014" y="6502"/>
                </a:lnTo>
                <a:lnTo>
                  <a:pt x="5192" y="6323"/>
                </a:lnTo>
                <a:lnTo>
                  <a:pt x="5216" y="6192"/>
                </a:lnTo>
                <a:lnTo>
                  <a:pt x="5192" y="6061"/>
                </a:lnTo>
                <a:lnTo>
                  <a:pt x="5026" y="5883"/>
                </a:lnTo>
                <a:lnTo>
                  <a:pt x="4895" y="5859"/>
                </a:lnTo>
                <a:lnTo>
                  <a:pt x="1108" y="5847"/>
                </a:lnTo>
                <a:lnTo>
                  <a:pt x="6419" y="549"/>
                </a:lnTo>
                <a:lnTo>
                  <a:pt x="6502" y="442"/>
                </a:lnTo>
                <a:lnTo>
                  <a:pt x="6502" y="191"/>
                </a:lnTo>
                <a:lnTo>
                  <a:pt x="6419" y="84"/>
                </a:lnTo>
                <a:lnTo>
                  <a:pt x="6311"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1" name="Google Shape;3051;p173"/>
          <p:cNvSpPr/>
          <p:nvPr/>
        </p:nvSpPr>
        <p:spPr>
          <a:xfrm>
            <a:off x="4447915" y="2348144"/>
            <a:ext cx="353042" cy="353694"/>
          </a:xfrm>
          <a:custGeom>
            <a:rect b="b" l="l" r="r" t="t"/>
            <a:pathLst>
              <a:path extrusionOk="0" h="6514" w="6502">
                <a:moveTo>
                  <a:pt x="191" y="1"/>
                </a:moveTo>
                <a:lnTo>
                  <a:pt x="83" y="84"/>
                </a:lnTo>
                <a:lnTo>
                  <a:pt x="0" y="191"/>
                </a:lnTo>
                <a:lnTo>
                  <a:pt x="0" y="442"/>
                </a:lnTo>
                <a:lnTo>
                  <a:pt x="83" y="549"/>
                </a:lnTo>
                <a:lnTo>
                  <a:pt x="5394" y="5847"/>
                </a:lnTo>
                <a:lnTo>
                  <a:pt x="1607" y="5859"/>
                </a:lnTo>
                <a:lnTo>
                  <a:pt x="1476" y="5883"/>
                </a:lnTo>
                <a:lnTo>
                  <a:pt x="1310" y="6061"/>
                </a:lnTo>
                <a:lnTo>
                  <a:pt x="1286" y="6192"/>
                </a:lnTo>
                <a:lnTo>
                  <a:pt x="1310" y="6323"/>
                </a:lnTo>
                <a:lnTo>
                  <a:pt x="1476" y="6502"/>
                </a:lnTo>
                <a:lnTo>
                  <a:pt x="1607" y="6514"/>
                </a:lnTo>
                <a:lnTo>
                  <a:pt x="6168" y="6502"/>
                </a:lnTo>
                <a:lnTo>
                  <a:pt x="6299" y="6478"/>
                </a:lnTo>
                <a:lnTo>
                  <a:pt x="6477" y="6300"/>
                </a:lnTo>
                <a:lnTo>
                  <a:pt x="6489" y="6181"/>
                </a:lnTo>
                <a:lnTo>
                  <a:pt x="6489" y="1632"/>
                </a:lnTo>
                <a:lnTo>
                  <a:pt x="6501" y="1632"/>
                </a:lnTo>
                <a:lnTo>
                  <a:pt x="6477" y="1501"/>
                </a:lnTo>
                <a:lnTo>
                  <a:pt x="6299" y="1323"/>
                </a:lnTo>
                <a:lnTo>
                  <a:pt x="6168" y="1311"/>
                </a:lnTo>
                <a:lnTo>
                  <a:pt x="6037" y="1323"/>
                </a:lnTo>
                <a:lnTo>
                  <a:pt x="5858" y="1501"/>
                </a:lnTo>
                <a:lnTo>
                  <a:pt x="5846" y="1632"/>
                </a:lnTo>
                <a:lnTo>
                  <a:pt x="5846" y="5383"/>
                </a:lnTo>
                <a:lnTo>
                  <a:pt x="536" y="84"/>
                </a:lnTo>
                <a:lnTo>
                  <a:pt x="441" y="1"/>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2" name="Google Shape;3052;p173"/>
          <p:cNvSpPr/>
          <p:nvPr/>
        </p:nvSpPr>
        <p:spPr>
          <a:xfrm>
            <a:off x="5445478" y="2260887"/>
            <a:ext cx="528858" cy="528260"/>
          </a:xfrm>
          <a:custGeom>
            <a:rect b="b" l="l" r="r" t="t"/>
            <a:pathLst>
              <a:path extrusionOk="0" h="9729" w="9740">
                <a:moveTo>
                  <a:pt x="9299" y="1"/>
                </a:moveTo>
                <a:lnTo>
                  <a:pt x="9204" y="72"/>
                </a:lnTo>
                <a:lnTo>
                  <a:pt x="6180" y="3108"/>
                </a:lnTo>
                <a:lnTo>
                  <a:pt x="6180" y="632"/>
                </a:lnTo>
                <a:lnTo>
                  <a:pt x="6156" y="501"/>
                </a:lnTo>
                <a:lnTo>
                  <a:pt x="5977" y="322"/>
                </a:lnTo>
                <a:lnTo>
                  <a:pt x="5846" y="310"/>
                </a:lnTo>
                <a:lnTo>
                  <a:pt x="5715" y="322"/>
                </a:lnTo>
                <a:lnTo>
                  <a:pt x="5537" y="501"/>
                </a:lnTo>
                <a:lnTo>
                  <a:pt x="5525" y="632"/>
                </a:lnTo>
                <a:lnTo>
                  <a:pt x="5525" y="3894"/>
                </a:lnTo>
                <a:lnTo>
                  <a:pt x="5537" y="4025"/>
                </a:lnTo>
                <a:lnTo>
                  <a:pt x="5715" y="4192"/>
                </a:lnTo>
                <a:lnTo>
                  <a:pt x="5846" y="4216"/>
                </a:lnTo>
                <a:lnTo>
                  <a:pt x="9109" y="4216"/>
                </a:lnTo>
                <a:lnTo>
                  <a:pt x="9240" y="4192"/>
                </a:lnTo>
                <a:lnTo>
                  <a:pt x="9406" y="4025"/>
                </a:lnTo>
                <a:lnTo>
                  <a:pt x="9430" y="3894"/>
                </a:lnTo>
                <a:lnTo>
                  <a:pt x="9406" y="3763"/>
                </a:lnTo>
                <a:lnTo>
                  <a:pt x="9240" y="3584"/>
                </a:lnTo>
                <a:lnTo>
                  <a:pt x="9109" y="3561"/>
                </a:lnTo>
                <a:lnTo>
                  <a:pt x="6632" y="3561"/>
                </a:lnTo>
                <a:lnTo>
                  <a:pt x="9656" y="536"/>
                </a:lnTo>
                <a:lnTo>
                  <a:pt x="9740" y="429"/>
                </a:lnTo>
                <a:lnTo>
                  <a:pt x="9740" y="179"/>
                </a:lnTo>
                <a:lnTo>
                  <a:pt x="9656" y="72"/>
                </a:lnTo>
                <a:lnTo>
                  <a:pt x="9549" y="1"/>
                </a:lnTo>
                <a:close/>
                <a:moveTo>
                  <a:pt x="643" y="5513"/>
                </a:moveTo>
                <a:lnTo>
                  <a:pt x="512" y="5537"/>
                </a:lnTo>
                <a:lnTo>
                  <a:pt x="334" y="5716"/>
                </a:lnTo>
                <a:lnTo>
                  <a:pt x="310" y="5847"/>
                </a:lnTo>
                <a:lnTo>
                  <a:pt x="334" y="5978"/>
                </a:lnTo>
                <a:lnTo>
                  <a:pt x="512" y="6144"/>
                </a:lnTo>
                <a:lnTo>
                  <a:pt x="643" y="6168"/>
                </a:lnTo>
                <a:lnTo>
                  <a:pt x="3108" y="6168"/>
                </a:lnTo>
                <a:lnTo>
                  <a:pt x="83" y="9193"/>
                </a:lnTo>
                <a:lnTo>
                  <a:pt x="0" y="9300"/>
                </a:lnTo>
                <a:lnTo>
                  <a:pt x="0" y="9550"/>
                </a:lnTo>
                <a:lnTo>
                  <a:pt x="83" y="9657"/>
                </a:lnTo>
                <a:lnTo>
                  <a:pt x="191" y="9728"/>
                </a:lnTo>
                <a:lnTo>
                  <a:pt x="441" y="9728"/>
                </a:lnTo>
                <a:lnTo>
                  <a:pt x="548" y="9657"/>
                </a:lnTo>
                <a:lnTo>
                  <a:pt x="3572" y="6633"/>
                </a:lnTo>
                <a:lnTo>
                  <a:pt x="3572" y="9097"/>
                </a:lnTo>
                <a:lnTo>
                  <a:pt x="3584" y="9228"/>
                </a:lnTo>
                <a:lnTo>
                  <a:pt x="3763" y="9407"/>
                </a:lnTo>
                <a:lnTo>
                  <a:pt x="3894" y="9431"/>
                </a:lnTo>
                <a:lnTo>
                  <a:pt x="4025" y="9407"/>
                </a:lnTo>
                <a:lnTo>
                  <a:pt x="4203" y="9228"/>
                </a:lnTo>
                <a:lnTo>
                  <a:pt x="4227" y="9097"/>
                </a:lnTo>
                <a:lnTo>
                  <a:pt x="4227" y="5847"/>
                </a:lnTo>
                <a:lnTo>
                  <a:pt x="4203" y="5716"/>
                </a:lnTo>
                <a:lnTo>
                  <a:pt x="4025" y="5537"/>
                </a:lnTo>
                <a:lnTo>
                  <a:pt x="3894" y="55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3" name="Google Shape;3053;p173"/>
          <p:cNvSpPr/>
          <p:nvPr/>
        </p:nvSpPr>
        <p:spPr>
          <a:xfrm>
            <a:off x="10893630" y="2242154"/>
            <a:ext cx="495247" cy="565726"/>
          </a:xfrm>
          <a:custGeom>
            <a:rect b="b" l="l" r="r" t="t"/>
            <a:pathLst>
              <a:path extrusionOk="0" h="10419" w="9121">
                <a:moveTo>
                  <a:pt x="4561" y="0"/>
                </a:moveTo>
                <a:lnTo>
                  <a:pt x="4430" y="24"/>
                </a:lnTo>
                <a:lnTo>
                  <a:pt x="4251" y="203"/>
                </a:lnTo>
                <a:lnTo>
                  <a:pt x="4239" y="322"/>
                </a:lnTo>
                <a:lnTo>
                  <a:pt x="4239" y="6049"/>
                </a:lnTo>
                <a:lnTo>
                  <a:pt x="1858" y="3679"/>
                </a:lnTo>
                <a:lnTo>
                  <a:pt x="1762" y="3596"/>
                </a:lnTo>
                <a:lnTo>
                  <a:pt x="1512" y="3596"/>
                </a:lnTo>
                <a:lnTo>
                  <a:pt x="1405" y="3679"/>
                </a:lnTo>
                <a:lnTo>
                  <a:pt x="1322" y="3787"/>
                </a:lnTo>
                <a:lnTo>
                  <a:pt x="1322" y="4037"/>
                </a:lnTo>
                <a:lnTo>
                  <a:pt x="1405" y="4144"/>
                </a:lnTo>
                <a:lnTo>
                  <a:pt x="4334" y="7073"/>
                </a:lnTo>
                <a:lnTo>
                  <a:pt x="4441" y="7144"/>
                </a:lnTo>
                <a:lnTo>
                  <a:pt x="4561" y="7168"/>
                </a:lnTo>
                <a:lnTo>
                  <a:pt x="4692" y="7144"/>
                </a:lnTo>
                <a:lnTo>
                  <a:pt x="4787" y="7073"/>
                </a:lnTo>
                <a:lnTo>
                  <a:pt x="7728" y="4132"/>
                </a:lnTo>
                <a:lnTo>
                  <a:pt x="7799" y="4037"/>
                </a:lnTo>
                <a:lnTo>
                  <a:pt x="7799" y="3787"/>
                </a:lnTo>
                <a:lnTo>
                  <a:pt x="7728" y="3679"/>
                </a:lnTo>
                <a:lnTo>
                  <a:pt x="7621" y="3596"/>
                </a:lnTo>
                <a:lnTo>
                  <a:pt x="7371" y="3596"/>
                </a:lnTo>
                <a:lnTo>
                  <a:pt x="7263" y="3679"/>
                </a:lnTo>
                <a:lnTo>
                  <a:pt x="4894" y="6049"/>
                </a:lnTo>
                <a:lnTo>
                  <a:pt x="4894" y="322"/>
                </a:lnTo>
                <a:lnTo>
                  <a:pt x="4870" y="203"/>
                </a:lnTo>
                <a:lnTo>
                  <a:pt x="4692" y="24"/>
                </a:lnTo>
                <a:lnTo>
                  <a:pt x="4561" y="0"/>
                </a:lnTo>
                <a:close/>
                <a:moveTo>
                  <a:pt x="334" y="6513"/>
                </a:moveTo>
                <a:lnTo>
                  <a:pt x="203" y="6525"/>
                </a:lnTo>
                <a:lnTo>
                  <a:pt x="24" y="6704"/>
                </a:lnTo>
                <a:lnTo>
                  <a:pt x="0" y="6835"/>
                </a:lnTo>
                <a:lnTo>
                  <a:pt x="0" y="8787"/>
                </a:lnTo>
                <a:lnTo>
                  <a:pt x="12" y="8954"/>
                </a:lnTo>
                <a:lnTo>
                  <a:pt x="72" y="9276"/>
                </a:lnTo>
                <a:lnTo>
                  <a:pt x="203" y="9561"/>
                </a:lnTo>
                <a:lnTo>
                  <a:pt x="369" y="9823"/>
                </a:lnTo>
                <a:lnTo>
                  <a:pt x="596" y="10050"/>
                </a:lnTo>
                <a:lnTo>
                  <a:pt x="858" y="10228"/>
                </a:lnTo>
                <a:lnTo>
                  <a:pt x="1143" y="10347"/>
                </a:lnTo>
                <a:lnTo>
                  <a:pt x="1465" y="10419"/>
                </a:lnTo>
                <a:lnTo>
                  <a:pt x="7656" y="10419"/>
                </a:lnTo>
                <a:lnTo>
                  <a:pt x="7978" y="10347"/>
                </a:lnTo>
                <a:lnTo>
                  <a:pt x="8275" y="10228"/>
                </a:lnTo>
                <a:lnTo>
                  <a:pt x="8525" y="10050"/>
                </a:lnTo>
                <a:lnTo>
                  <a:pt x="8752" y="9823"/>
                </a:lnTo>
                <a:lnTo>
                  <a:pt x="8930" y="9561"/>
                </a:lnTo>
                <a:lnTo>
                  <a:pt x="9049" y="9276"/>
                </a:lnTo>
                <a:lnTo>
                  <a:pt x="9121" y="8954"/>
                </a:lnTo>
                <a:lnTo>
                  <a:pt x="9121" y="8787"/>
                </a:lnTo>
                <a:lnTo>
                  <a:pt x="9121" y="6835"/>
                </a:lnTo>
                <a:lnTo>
                  <a:pt x="9109" y="6704"/>
                </a:lnTo>
                <a:lnTo>
                  <a:pt x="8930" y="6525"/>
                </a:lnTo>
                <a:lnTo>
                  <a:pt x="8799" y="6513"/>
                </a:lnTo>
                <a:lnTo>
                  <a:pt x="8668" y="6525"/>
                </a:lnTo>
                <a:lnTo>
                  <a:pt x="8490" y="6704"/>
                </a:lnTo>
                <a:lnTo>
                  <a:pt x="8466" y="6835"/>
                </a:lnTo>
                <a:lnTo>
                  <a:pt x="8466" y="8787"/>
                </a:lnTo>
                <a:lnTo>
                  <a:pt x="8454" y="8990"/>
                </a:lnTo>
                <a:lnTo>
                  <a:pt x="8311" y="9335"/>
                </a:lnTo>
                <a:lnTo>
                  <a:pt x="8049" y="9609"/>
                </a:lnTo>
                <a:lnTo>
                  <a:pt x="7692" y="9752"/>
                </a:lnTo>
                <a:lnTo>
                  <a:pt x="7490" y="9764"/>
                </a:lnTo>
                <a:lnTo>
                  <a:pt x="1631" y="9764"/>
                </a:lnTo>
                <a:lnTo>
                  <a:pt x="1429" y="9752"/>
                </a:lnTo>
                <a:lnTo>
                  <a:pt x="1084" y="9609"/>
                </a:lnTo>
                <a:lnTo>
                  <a:pt x="822" y="9335"/>
                </a:lnTo>
                <a:lnTo>
                  <a:pt x="667" y="8990"/>
                </a:lnTo>
                <a:lnTo>
                  <a:pt x="655" y="8787"/>
                </a:lnTo>
                <a:lnTo>
                  <a:pt x="655" y="6835"/>
                </a:lnTo>
                <a:lnTo>
                  <a:pt x="643" y="6704"/>
                </a:lnTo>
                <a:lnTo>
                  <a:pt x="465" y="6525"/>
                </a:lnTo>
                <a:lnTo>
                  <a:pt x="334" y="65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4" name="Google Shape;3054;p173"/>
          <p:cNvSpPr/>
          <p:nvPr/>
        </p:nvSpPr>
        <p:spPr>
          <a:xfrm>
            <a:off x="11980404" y="2277719"/>
            <a:ext cx="494650" cy="495247"/>
          </a:xfrm>
          <a:custGeom>
            <a:rect b="b" l="l" r="r" t="t"/>
            <a:pathLst>
              <a:path extrusionOk="0" h="9121" w="9110">
                <a:moveTo>
                  <a:pt x="5537" y="0"/>
                </a:moveTo>
                <a:lnTo>
                  <a:pt x="5406" y="12"/>
                </a:lnTo>
                <a:lnTo>
                  <a:pt x="5228" y="191"/>
                </a:lnTo>
                <a:lnTo>
                  <a:pt x="5204" y="322"/>
                </a:lnTo>
                <a:lnTo>
                  <a:pt x="5228" y="453"/>
                </a:lnTo>
                <a:lnTo>
                  <a:pt x="5406" y="631"/>
                </a:lnTo>
                <a:lnTo>
                  <a:pt x="5537" y="655"/>
                </a:lnTo>
                <a:lnTo>
                  <a:pt x="8002" y="655"/>
                </a:lnTo>
                <a:lnTo>
                  <a:pt x="3346" y="5299"/>
                </a:lnTo>
                <a:lnTo>
                  <a:pt x="3263" y="5406"/>
                </a:lnTo>
                <a:lnTo>
                  <a:pt x="3263" y="5656"/>
                </a:lnTo>
                <a:lnTo>
                  <a:pt x="3346" y="5763"/>
                </a:lnTo>
                <a:lnTo>
                  <a:pt x="3453" y="5846"/>
                </a:lnTo>
                <a:lnTo>
                  <a:pt x="3704" y="5846"/>
                </a:lnTo>
                <a:lnTo>
                  <a:pt x="3811" y="5763"/>
                </a:lnTo>
                <a:lnTo>
                  <a:pt x="8466" y="1107"/>
                </a:lnTo>
                <a:lnTo>
                  <a:pt x="8466" y="3584"/>
                </a:lnTo>
                <a:lnTo>
                  <a:pt x="8478" y="3715"/>
                </a:lnTo>
                <a:lnTo>
                  <a:pt x="8657" y="3882"/>
                </a:lnTo>
                <a:lnTo>
                  <a:pt x="8788" y="3906"/>
                </a:lnTo>
                <a:lnTo>
                  <a:pt x="8919" y="3882"/>
                </a:lnTo>
                <a:lnTo>
                  <a:pt x="9097" y="3715"/>
                </a:lnTo>
                <a:lnTo>
                  <a:pt x="9109" y="3584"/>
                </a:lnTo>
                <a:lnTo>
                  <a:pt x="9109" y="322"/>
                </a:lnTo>
                <a:lnTo>
                  <a:pt x="9097" y="191"/>
                </a:lnTo>
                <a:lnTo>
                  <a:pt x="8919" y="12"/>
                </a:lnTo>
                <a:lnTo>
                  <a:pt x="8788" y="0"/>
                </a:lnTo>
                <a:close/>
                <a:moveTo>
                  <a:pt x="977" y="655"/>
                </a:moveTo>
                <a:lnTo>
                  <a:pt x="774" y="667"/>
                </a:lnTo>
                <a:lnTo>
                  <a:pt x="417" y="810"/>
                </a:lnTo>
                <a:lnTo>
                  <a:pt x="155" y="1072"/>
                </a:lnTo>
                <a:lnTo>
                  <a:pt x="12" y="1429"/>
                </a:lnTo>
                <a:lnTo>
                  <a:pt x="1" y="1631"/>
                </a:lnTo>
                <a:lnTo>
                  <a:pt x="1" y="8132"/>
                </a:lnTo>
                <a:lnTo>
                  <a:pt x="12" y="8335"/>
                </a:lnTo>
                <a:lnTo>
                  <a:pt x="155" y="8692"/>
                </a:lnTo>
                <a:lnTo>
                  <a:pt x="429" y="8954"/>
                </a:lnTo>
                <a:lnTo>
                  <a:pt x="774" y="9097"/>
                </a:lnTo>
                <a:lnTo>
                  <a:pt x="977" y="9121"/>
                </a:lnTo>
                <a:lnTo>
                  <a:pt x="7490" y="9121"/>
                </a:lnTo>
                <a:lnTo>
                  <a:pt x="7680" y="9097"/>
                </a:lnTo>
                <a:lnTo>
                  <a:pt x="8038" y="8954"/>
                </a:lnTo>
                <a:lnTo>
                  <a:pt x="8300" y="8692"/>
                </a:lnTo>
                <a:lnTo>
                  <a:pt x="8442" y="8335"/>
                </a:lnTo>
                <a:lnTo>
                  <a:pt x="8466" y="8132"/>
                </a:lnTo>
                <a:lnTo>
                  <a:pt x="8466" y="5537"/>
                </a:lnTo>
                <a:lnTo>
                  <a:pt x="8442" y="5406"/>
                </a:lnTo>
                <a:lnTo>
                  <a:pt x="8264" y="5227"/>
                </a:lnTo>
                <a:lnTo>
                  <a:pt x="8133" y="5203"/>
                </a:lnTo>
                <a:lnTo>
                  <a:pt x="8002" y="5227"/>
                </a:lnTo>
                <a:lnTo>
                  <a:pt x="7823" y="5406"/>
                </a:lnTo>
                <a:lnTo>
                  <a:pt x="7811" y="5537"/>
                </a:lnTo>
                <a:lnTo>
                  <a:pt x="7811" y="8132"/>
                </a:lnTo>
                <a:lnTo>
                  <a:pt x="7788" y="8263"/>
                </a:lnTo>
                <a:lnTo>
                  <a:pt x="7609" y="8442"/>
                </a:lnTo>
                <a:lnTo>
                  <a:pt x="7490" y="8466"/>
                </a:lnTo>
                <a:lnTo>
                  <a:pt x="977" y="8466"/>
                </a:lnTo>
                <a:lnTo>
                  <a:pt x="846" y="8442"/>
                </a:lnTo>
                <a:lnTo>
                  <a:pt x="667" y="8263"/>
                </a:lnTo>
                <a:lnTo>
                  <a:pt x="643" y="8132"/>
                </a:lnTo>
                <a:lnTo>
                  <a:pt x="643" y="1631"/>
                </a:lnTo>
                <a:lnTo>
                  <a:pt x="667" y="1500"/>
                </a:lnTo>
                <a:lnTo>
                  <a:pt x="846" y="1322"/>
                </a:lnTo>
                <a:lnTo>
                  <a:pt x="977" y="1298"/>
                </a:lnTo>
                <a:lnTo>
                  <a:pt x="3573" y="1298"/>
                </a:lnTo>
                <a:lnTo>
                  <a:pt x="3704" y="1286"/>
                </a:lnTo>
                <a:lnTo>
                  <a:pt x="3882" y="1107"/>
                </a:lnTo>
                <a:lnTo>
                  <a:pt x="3906" y="976"/>
                </a:lnTo>
                <a:lnTo>
                  <a:pt x="3882" y="846"/>
                </a:lnTo>
                <a:lnTo>
                  <a:pt x="3704" y="667"/>
                </a:lnTo>
                <a:lnTo>
                  <a:pt x="3573" y="655"/>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5" name="Google Shape;3055;p173"/>
          <p:cNvSpPr/>
          <p:nvPr/>
        </p:nvSpPr>
        <p:spPr>
          <a:xfrm>
            <a:off x="7670121" y="2277719"/>
            <a:ext cx="424769" cy="494596"/>
          </a:xfrm>
          <a:custGeom>
            <a:rect b="b" l="l" r="r" t="t"/>
            <a:pathLst>
              <a:path extrusionOk="0" h="9109" w="7823">
                <a:moveTo>
                  <a:pt x="3918" y="0"/>
                </a:moveTo>
                <a:lnTo>
                  <a:pt x="3787" y="12"/>
                </a:lnTo>
                <a:lnTo>
                  <a:pt x="3608" y="191"/>
                </a:lnTo>
                <a:lnTo>
                  <a:pt x="3584" y="322"/>
                </a:lnTo>
                <a:lnTo>
                  <a:pt x="3584" y="6370"/>
                </a:lnTo>
                <a:lnTo>
                  <a:pt x="1215" y="4001"/>
                </a:lnTo>
                <a:lnTo>
                  <a:pt x="1108" y="3917"/>
                </a:lnTo>
                <a:lnTo>
                  <a:pt x="858" y="3917"/>
                </a:lnTo>
                <a:lnTo>
                  <a:pt x="750" y="4001"/>
                </a:lnTo>
                <a:lnTo>
                  <a:pt x="679" y="4108"/>
                </a:lnTo>
                <a:lnTo>
                  <a:pt x="679" y="4358"/>
                </a:lnTo>
                <a:lnTo>
                  <a:pt x="750" y="4465"/>
                </a:lnTo>
                <a:lnTo>
                  <a:pt x="3679" y="7394"/>
                </a:lnTo>
                <a:lnTo>
                  <a:pt x="3787" y="7466"/>
                </a:lnTo>
                <a:lnTo>
                  <a:pt x="3918" y="7489"/>
                </a:lnTo>
                <a:lnTo>
                  <a:pt x="4037" y="7466"/>
                </a:lnTo>
                <a:lnTo>
                  <a:pt x="4144" y="7394"/>
                </a:lnTo>
                <a:lnTo>
                  <a:pt x="7073" y="4465"/>
                </a:lnTo>
                <a:lnTo>
                  <a:pt x="7156" y="4358"/>
                </a:lnTo>
                <a:lnTo>
                  <a:pt x="7156" y="4108"/>
                </a:lnTo>
                <a:lnTo>
                  <a:pt x="7073" y="4001"/>
                </a:lnTo>
                <a:lnTo>
                  <a:pt x="6966" y="3917"/>
                </a:lnTo>
                <a:lnTo>
                  <a:pt x="6716" y="3917"/>
                </a:lnTo>
                <a:lnTo>
                  <a:pt x="6608" y="4001"/>
                </a:lnTo>
                <a:lnTo>
                  <a:pt x="4239" y="6370"/>
                </a:lnTo>
                <a:lnTo>
                  <a:pt x="4239" y="322"/>
                </a:lnTo>
                <a:lnTo>
                  <a:pt x="4215" y="191"/>
                </a:lnTo>
                <a:lnTo>
                  <a:pt x="4049" y="12"/>
                </a:lnTo>
                <a:lnTo>
                  <a:pt x="3918" y="0"/>
                </a:lnTo>
                <a:close/>
                <a:moveTo>
                  <a:pt x="334" y="8466"/>
                </a:moveTo>
                <a:lnTo>
                  <a:pt x="203" y="8478"/>
                </a:lnTo>
                <a:lnTo>
                  <a:pt x="24" y="8656"/>
                </a:lnTo>
                <a:lnTo>
                  <a:pt x="0" y="8787"/>
                </a:lnTo>
                <a:lnTo>
                  <a:pt x="24" y="8918"/>
                </a:lnTo>
                <a:lnTo>
                  <a:pt x="203" y="9097"/>
                </a:lnTo>
                <a:lnTo>
                  <a:pt x="334" y="9109"/>
                </a:lnTo>
                <a:lnTo>
                  <a:pt x="7490" y="9109"/>
                </a:lnTo>
                <a:lnTo>
                  <a:pt x="7621" y="9097"/>
                </a:lnTo>
                <a:lnTo>
                  <a:pt x="7799" y="8918"/>
                </a:lnTo>
                <a:lnTo>
                  <a:pt x="7823" y="8787"/>
                </a:lnTo>
                <a:lnTo>
                  <a:pt x="7799" y="8656"/>
                </a:lnTo>
                <a:lnTo>
                  <a:pt x="7621" y="8478"/>
                </a:lnTo>
                <a:lnTo>
                  <a:pt x="7490" y="846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6" name="Google Shape;3056;p173"/>
          <p:cNvSpPr/>
          <p:nvPr/>
        </p:nvSpPr>
        <p:spPr>
          <a:xfrm>
            <a:off x="8756895" y="2277719"/>
            <a:ext cx="424172" cy="494596"/>
          </a:xfrm>
          <a:custGeom>
            <a:rect b="b" l="l" r="r" t="t"/>
            <a:pathLst>
              <a:path extrusionOk="0" h="9109" w="7812">
                <a:moveTo>
                  <a:pt x="3906" y="0"/>
                </a:moveTo>
                <a:lnTo>
                  <a:pt x="3775" y="12"/>
                </a:lnTo>
                <a:lnTo>
                  <a:pt x="3680" y="95"/>
                </a:lnTo>
                <a:lnTo>
                  <a:pt x="739" y="3024"/>
                </a:lnTo>
                <a:lnTo>
                  <a:pt x="667" y="3132"/>
                </a:lnTo>
                <a:lnTo>
                  <a:pt x="667" y="3382"/>
                </a:lnTo>
                <a:lnTo>
                  <a:pt x="739" y="3489"/>
                </a:lnTo>
                <a:lnTo>
                  <a:pt x="739" y="3477"/>
                </a:lnTo>
                <a:lnTo>
                  <a:pt x="846" y="3560"/>
                </a:lnTo>
                <a:lnTo>
                  <a:pt x="1096" y="3560"/>
                </a:lnTo>
                <a:lnTo>
                  <a:pt x="1203" y="3477"/>
                </a:lnTo>
                <a:lnTo>
                  <a:pt x="3572" y="1107"/>
                </a:lnTo>
                <a:lnTo>
                  <a:pt x="3572" y="7156"/>
                </a:lnTo>
                <a:lnTo>
                  <a:pt x="3596" y="7287"/>
                </a:lnTo>
                <a:lnTo>
                  <a:pt x="3775" y="7466"/>
                </a:lnTo>
                <a:lnTo>
                  <a:pt x="3906" y="7489"/>
                </a:lnTo>
                <a:lnTo>
                  <a:pt x="4037" y="7466"/>
                </a:lnTo>
                <a:lnTo>
                  <a:pt x="4215" y="7287"/>
                </a:lnTo>
                <a:lnTo>
                  <a:pt x="4227" y="7156"/>
                </a:lnTo>
                <a:lnTo>
                  <a:pt x="4227" y="1107"/>
                </a:lnTo>
                <a:lnTo>
                  <a:pt x="6609" y="3489"/>
                </a:lnTo>
                <a:lnTo>
                  <a:pt x="6716" y="3560"/>
                </a:lnTo>
                <a:lnTo>
                  <a:pt x="6966" y="3560"/>
                </a:lnTo>
                <a:lnTo>
                  <a:pt x="7061" y="3489"/>
                </a:lnTo>
                <a:lnTo>
                  <a:pt x="7145" y="3382"/>
                </a:lnTo>
                <a:lnTo>
                  <a:pt x="7145" y="3132"/>
                </a:lnTo>
                <a:lnTo>
                  <a:pt x="7061" y="3024"/>
                </a:lnTo>
                <a:lnTo>
                  <a:pt x="4132" y="95"/>
                </a:lnTo>
                <a:lnTo>
                  <a:pt x="4025" y="12"/>
                </a:lnTo>
                <a:lnTo>
                  <a:pt x="3906" y="0"/>
                </a:lnTo>
                <a:close/>
                <a:moveTo>
                  <a:pt x="322" y="8466"/>
                </a:moveTo>
                <a:lnTo>
                  <a:pt x="191" y="8478"/>
                </a:lnTo>
                <a:lnTo>
                  <a:pt x="12" y="8656"/>
                </a:lnTo>
                <a:lnTo>
                  <a:pt x="0" y="8787"/>
                </a:lnTo>
                <a:lnTo>
                  <a:pt x="12" y="8918"/>
                </a:lnTo>
                <a:lnTo>
                  <a:pt x="191" y="9097"/>
                </a:lnTo>
                <a:lnTo>
                  <a:pt x="322" y="9109"/>
                </a:lnTo>
                <a:lnTo>
                  <a:pt x="7490" y="9109"/>
                </a:lnTo>
                <a:lnTo>
                  <a:pt x="7621" y="9097"/>
                </a:lnTo>
                <a:lnTo>
                  <a:pt x="7787" y="8918"/>
                </a:lnTo>
                <a:lnTo>
                  <a:pt x="7811" y="8787"/>
                </a:lnTo>
                <a:lnTo>
                  <a:pt x="7787" y="8656"/>
                </a:lnTo>
                <a:lnTo>
                  <a:pt x="7621" y="8478"/>
                </a:lnTo>
                <a:lnTo>
                  <a:pt x="7490" y="8466"/>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7" name="Google Shape;3057;p173"/>
          <p:cNvSpPr/>
          <p:nvPr/>
        </p:nvSpPr>
        <p:spPr>
          <a:xfrm>
            <a:off x="9807453" y="2242154"/>
            <a:ext cx="495302" cy="565726"/>
          </a:xfrm>
          <a:custGeom>
            <a:rect b="b" l="l" r="r" t="t"/>
            <a:pathLst>
              <a:path extrusionOk="0" h="10419" w="9122">
                <a:moveTo>
                  <a:pt x="4561" y="0"/>
                </a:moveTo>
                <a:lnTo>
                  <a:pt x="4430" y="24"/>
                </a:lnTo>
                <a:lnTo>
                  <a:pt x="4252" y="191"/>
                </a:lnTo>
                <a:lnTo>
                  <a:pt x="4240" y="322"/>
                </a:lnTo>
                <a:lnTo>
                  <a:pt x="4240" y="6704"/>
                </a:lnTo>
                <a:lnTo>
                  <a:pt x="2835" y="5311"/>
                </a:lnTo>
                <a:lnTo>
                  <a:pt x="2739" y="5227"/>
                </a:lnTo>
                <a:lnTo>
                  <a:pt x="2489" y="5227"/>
                </a:lnTo>
                <a:lnTo>
                  <a:pt x="2382" y="5311"/>
                </a:lnTo>
                <a:lnTo>
                  <a:pt x="2299" y="5406"/>
                </a:lnTo>
                <a:lnTo>
                  <a:pt x="2299" y="5656"/>
                </a:lnTo>
                <a:lnTo>
                  <a:pt x="2382" y="5763"/>
                </a:lnTo>
                <a:lnTo>
                  <a:pt x="4335" y="7716"/>
                </a:lnTo>
                <a:lnTo>
                  <a:pt x="4442" y="7799"/>
                </a:lnTo>
                <a:lnTo>
                  <a:pt x="4561" y="7811"/>
                </a:lnTo>
                <a:lnTo>
                  <a:pt x="4692" y="7799"/>
                </a:lnTo>
                <a:lnTo>
                  <a:pt x="4787" y="7716"/>
                </a:lnTo>
                <a:lnTo>
                  <a:pt x="6740" y="5763"/>
                </a:lnTo>
                <a:lnTo>
                  <a:pt x="6823" y="5656"/>
                </a:lnTo>
                <a:lnTo>
                  <a:pt x="6823" y="5406"/>
                </a:lnTo>
                <a:lnTo>
                  <a:pt x="6740" y="5311"/>
                </a:lnTo>
                <a:lnTo>
                  <a:pt x="6645" y="5227"/>
                </a:lnTo>
                <a:lnTo>
                  <a:pt x="6395" y="5227"/>
                </a:lnTo>
                <a:lnTo>
                  <a:pt x="6288" y="5311"/>
                </a:lnTo>
                <a:lnTo>
                  <a:pt x="4883" y="6704"/>
                </a:lnTo>
                <a:lnTo>
                  <a:pt x="4883" y="322"/>
                </a:lnTo>
                <a:lnTo>
                  <a:pt x="4871" y="191"/>
                </a:lnTo>
                <a:lnTo>
                  <a:pt x="4692" y="24"/>
                </a:lnTo>
                <a:lnTo>
                  <a:pt x="4561" y="0"/>
                </a:lnTo>
                <a:close/>
                <a:moveTo>
                  <a:pt x="977" y="2608"/>
                </a:moveTo>
                <a:lnTo>
                  <a:pt x="787" y="2620"/>
                </a:lnTo>
                <a:lnTo>
                  <a:pt x="430" y="2763"/>
                </a:lnTo>
                <a:lnTo>
                  <a:pt x="168" y="3036"/>
                </a:lnTo>
                <a:lnTo>
                  <a:pt x="25" y="3382"/>
                </a:lnTo>
                <a:lnTo>
                  <a:pt x="1" y="3584"/>
                </a:lnTo>
                <a:lnTo>
                  <a:pt x="1" y="9442"/>
                </a:lnTo>
                <a:lnTo>
                  <a:pt x="25" y="9645"/>
                </a:lnTo>
                <a:lnTo>
                  <a:pt x="168" y="9990"/>
                </a:lnTo>
                <a:lnTo>
                  <a:pt x="430" y="10264"/>
                </a:lnTo>
                <a:lnTo>
                  <a:pt x="787" y="10407"/>
                </a:lnTo>
                <a:lnTo>
                  <a:pt x="977" y="10419"/>
                </a:lnTo>
                <a:lnTo>
                  <a:pt x="8145" y="10419"/>
                </a:lnTo>
                <a:lnTo>
                  <a:pt x="8348" y="10407"/>
                </a:lnTo>
                <a:lnTo>
                  <a:pt x="8693" y="10264"/>
                </a:lnTo>
                <a:lnTo>
                  <a:pt x="8955" y="9990"/>
                </a:lnTo>
                <a:lnTo>
                  <a:pt x="9110" y="9645"/>
                </a:lnTo>
                <a:lnTo>
                  <a:pt x="9121" y="9442"/>
                </a:lnTo>
                <a:lnTo>
                  <a:pt x="9121" y="3584"/>
                </a:lnTo>
                <a:lnTo>
                  <a:pt x="9110" y="3382"/>
                </a:lnTo>
                <a:lnTo>
                  <a:pt x="8955" y="3036"/>
                </a:lnTo>
                <a:lnTo>
                  <a:pt x="8693" y="2763"/>
                </a:lnTo>
                <a:lnTo>
                  <a:pt x="8348" y="2620"/>
                </a:lnTo>
                <a:lnTo>
                  <a:pt x="8145" y="2608"/>
                </a:lnTo>
                <a:lnTo>
                  <a:pt x="6847" y="2608"/>
                </a:lnTo>
                <a:lnTo>
                  <a:pt x="6716" y="2620"/>
                </a:lnTo>
                <a:lnTo>
                  <a:pt x="6538" y="2798"/>
                </a:lnTo>
                <a:lnTo>
                  <a:pt x="6514" y="2929"/>
                </a:lnTo>
                <a:lnTo>
                  <a:pt x="6538" y="3060"/>
                </a:lnTo>
                <a:lnTo>
                  <a:pt x="6716" y="3239"/>
                </a:lnTo>
                <a:lnTo>
                  <a:pt x="6847" y="3263"/>
                </a:lnTo>
                <a:lnTo>
                  <a:pt x="8145" y="3263"/>
                </a:lnTo>
                <a:lnTo>
                  <a:pt x="8276" y="3275"/>
                </a:lnTo>
                <a:lnTo>
                  <a:pt x="8455" y="3453"/>
                </a:lnTo>
                <a:lnTo>
                  <a:pt x="8467" y="3584"/>
                </a:lnTo>
                <a:lnTo>
                  <a:pt x="8467" y="9442"/>
                </a:lnTo>
                <a:lnTo>
                  <a:pt x="8455" y="9573"/>
                </a:lnTo>
                <a:lnTo>
                  <a:pt x="8276" y="9752"/>
                </a:lnTo>
                <a:lnTo>
                  <a:pt x="8145" y="9776"/>
                </a:lnTo>
                <a:lnTo>
                  <a:pt x="977" y="9776"/>
                </a:lnTo>
                <a:lnTo>
                  <a:pt x="846" y="9752"/>
                </a:lnTo>
                <a:lnTo>
                  <a:pt x="680" y="9573"/>
                </a:lnTo>
                <a:lnTo>
                  <a:pt x="656" y="9442"/>
                </a:lnTo>
                <a:lnTo>
                  <a:pt x="656" y="3584"/>
                </a:lnTo>
                <a:lnTo>
                  <a:pt x="680" y="3453"/>
                </a:lnTo>
                <a:lnTo>
                  <a:pt x="846" y="3275"/>
                </a:lnTo>
                <a:lnTo>
                  <a:pt x="977" y="3263"/>
                </a:lnTo>
                <a:lnTo>
                  <a:pt x="2287" y="3263"/>
                </a:lnTo>
                <a:lnTo>
                  <a:pt x="2418" y="3239"/>
                </a:lnTo>
                <a:lnTo>
                  <a:pt x="2597" y="3060"/>
                </a:lnTo>
                <a:lnTo>
                  <a:pt x="2609" y="2929"/>
                </a:lnTo>
                <a:lnTo>
                  <a:pt x="2597" y="2798"/>
                </a:lnTo>
                <a:lnTo>
                  <a:pt x="2418" y="2620"/>
                </a:lnTo>
                <a:lnTo>
                  <a:pt x="2287" y="2608"/>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8" name="Google Shape;3058;p173"/>
          <p:cNvSpPr/>
          <p:nvPr/>
        </p:nvSpPr>
        <p:spPr>
          <a:xfrm>
            <a:off x="6548433" y="2242154"/>
            <a:ext cx="495247" cy="565726"/>
          </a:xfrm>
          <a:custGeom>
            <a:rect b="b" l="l" r="r" t="t"/>
            <a:pathLst>
              <a:path extrusionOk="0" h="10419" w="9121">
                <a:moveTo>
                  <a:pt x="4453" y="0"/>
                </a:moveTo>
                <a:lnTo>
                  <a:pt x="4334" y="96"/>
                </a:lnTo>
                <a:lnTo>
                  <a:pt x="2703" y="1727"/>
                </a:lnTo>
                <a:lnTo>
                  <a:pt x="2631" y="1834"/>
                </a:lnTo>
                <a:lnTo>
                  <a:pt x="2608" y="1953"/>
                </a:lnTo>
                <a:lnTo>
                  <a:pt x="2631" y="2072"/>
                </a:lnTo>
                <a:lnTo>
                  <a:pt x="2798" y="2239"/>
                </a:lnTo>
                <a:lnTo>
                  <a:pt x="2941" y="2263"/>
                </a:lnTo>
                <a:lnTo>
                  <a:pt x="3060" y="2239"/>
                </a:lnTo>
                <a:lnTo>
                  <a:pt x="3167" y="2167"/>
                </a:lnTo>
                <a:lnTo>
                  <a:pt x="4239" y="1108"/>
                </a:lnTo>
                <a:lnTo>
                  <a:pt x="4239" y="3584"/>
                </a:lnTo>
                <a:lnTo>
                  <a:pt x="4263" y="3703"/>
                </a:lnTo>
                <a:lnTo>
                  <a:pt x="4429" y="3870"/>
                </a:lnTo>
                <a:lnTo>
                  <a:pt x="4560" y="3894"/>
                </a:lnTo>
                <a:lnTo>
                  <a:pt x="4691" y="3870"/>
                </a:lnTo>
                <a:lnTo>
                  <a:pt x="4870" y="3703"/>
                </a:lnTo>
                <a:lnTo>
                  <a:pt x="4894" y="3584"/>
                </a:lnTo>
                <a:lnTo>
                  <a:pt x="4894" y="1108"/>
                </a:lnTo>
                <a:lnTo>
                  <a:pt x="5965" y="2179"/>
                </a:lnTo>
                <a:lnTo>
                  <a:pt x="6072" y="2251"/>
                </a:lnTo>
                <a:lnTo>
                  <a:pt x="6192" y="2263"/>
                </a:lnTo>
                <a:lnTo>
                  <a:pt x="6323" y="2239"/>
                </a:lnTo>
                <a:lnTo>
                  <a:pt x="6501" y="2060"/>
                </a:lnTo>
                <a:lnTo>
                  <a:pt x="6525" y="1929"/>
                </a:lnTo>
                <a:lnTo>
                  <a:pt x="6501" y="1810"/>
                </a:lnTo>
                <a:lnTo>
                  <a:pt x="6430" y="1703"/>
                </a:lnTo>
                <a:lnTo>
                  <a:pt x="4798" y="96"/>
                </a:lnTo>
                <a:lnTo>
                  <a:pt x="4667" y="0"/>
                </a:lnTo>
                <a:close/>
                <a:moveTo>
                  <a:pt x="333" y="4882"/>
                </a:moveTo>
                <a:lnTo>
                  <a:pt x="202" y="4906"/>
                </a:lnTo>
                <a:lnTo>
                  <a:pt x="24" y="5073"/>
                </a:lnTo>
                <a:lnTo>
                  <a:pt x="0" y="5192"/>
                </a:lnTo>
                <a:lnTo>
                  <a:pt x="24" y="5311"/>
                </a:lnTo>
                <a:lnTo>
                  <a:pt x="202" y="5513"/>
                </a:lnTo>
                <a:lnTo>
                  <a:pt x="333" y="5537"/>
                </a:lnTo>
                <a:lnTo>
                  <a:pt x="8799" y="5537"/>
                </a:lnTo>
                <a:lnTo>
                  <a:pt x="8930" y="5513"/>
                </a:lnTo>
                <a:lnTo>
                  <a:pt x="9109" y="5334"/>
                </a:lnTo>
                <a:lnTo>
                  <a:pt x="9121" y="5215"/>
                </a:lnTo>
                <a:lnTo>
                  <a:pt x="9109" y="5084"/>
                </a:lnTo>
                <a:lnTo>
                  <a:pt x="8930" y="4906"/>
                </a:lnTo>
                <a:lnTo>
                  <a:pt x="8799" y="4882"/>
                </a:lnTo>
                <a:close/>
                <a:moveTo>
                  <a:pt x="4572" y="6513"/>
                </a:moveTo>
                <a:lnTo>
                  <a:pt x="4441" y="6525"/>
                </a:lnTo>
                <a:lnTo>
                  <a:pt x="4263" y="6704"/>
                </a:lnTo>
                <a:lnTo>
                  <a:pt x="4239" y="6835"/>
                </a:lnTo>
                <a:lnTo>
                  <a:pt x="4239" y="9311"/>
                </a:lnTo>
                <a:lnTo>
                  <a:pt x="3167" y="8240"/>
                </a:lnTo>
                <a:lnTo>
                  <a:pt x="3060" y="8144"/>
                </a:lnTo>
                <a:lnTo>
                  <a:pt x="2941" y="8121"/>
                </a:lnTo>
                <a:lnTo>
                  <a:pt x="2810" y="8144"/>
                </a:lnTo>
                <a:lnTo>
                  <a:pt x="2631" y="8311"/>
                </a:lnTo>
                <a:lnTo>
                  <a:pt x="2608" y="8430"/>
                </a:lnTo>
                <a:lnTo>
                  <a:pt x="2631" y="8549"/>
                </a:lnTo>
                <a:lnTo>
                  <a:pt x="2703" y="8656"/>
                </a:lnTo>
                <a:lnTo>
                  <a:pt x="4334" y="10288"/>
                </a:lnTo>
                <a:lnTo>
                  <a:pt x="4370" y="10335"/>
                </a:lnTo>
                <a:lnTo>
                  <a:pt x="4477" y="10407"/>
                </a:lnTo>
                <a:lnTo>
                  <a:pt x="4560" y="10419"/>
                </a:lnTo>
                <a:lnTo>
                  <a:pt x="4727" y="10383"/>
                </a:lnTo>
                <a:lnTo>
                  <a:pt x="4798" y="10323"/>
                </a:lnTo>
                <a:lnTo>
                  <a:pt x="6430" y="8692"/>
                </a:lnTo>
                <a:lnTo>
                  <a:pt x="6501" y="8585"/>
                </a:lnTo>
                <a:lnTo>
                  <a:pt x="6525" y="8442"/>
                </a:lnTo>
                <a:lnTo>
                  <a:pt x="6501" y="8323"/>
                </a:lnTo>
                <a:lnTo>
                  <a:pt x="6323" y="8144"/>
                </a:lnTo>
                <a:lnTo>
                  <a:pt x="6192" y="8121"/>
                </a:lnTo>
                <a:lnTo>
                  <a:pt x="6072" y="8133"/>
                </a:lnTo>
                <a:lnTo>
                  <a:pt x="5965" y="8216"/>
                </a:lnTo>
                <a:lnTo>
                  <a:pt x="4894" y="9311"/>
                </a:lnTo>
                <a:lnTo>
                  <a:pt x="4894" y="6835"/>
                </a:lnTo>
                <a:lnTo>
                  <a:pt x="4870" y="6704"/>
                </a:lnTo>
                <a:lnTo>
                  <a:pt x="4691" y="6525"/>
                </a:lnTo>
                <a:lnTo>
                  <a:pt x="4572" y="6513"/>
                </a:lnTo>
                <a:close/>
              </a:path>
            </a:pathLst>
          </a:custGeom>
          <a:solidFill>
            <a:schemeClr val="dk2"/>
          </a:solidFill>
          <a:ln>
            <a:noFill/>
          </a:ln>
        </p:spPr>
        <p:txBody>
          <a:bodyPr anchorCtr="0" anchor="ctr" bIns="86900" lIns="86900" spcFirstLastPara="1" rIns="86900" wrap="square" tIns="86900">
            <a:noAutofit/>
          </a:bodyPr>
          <a:lstStyle/>
          <a:p>
            <a:pPr indent="0" lvl="0" marL="0" rtl="0" algn="l">
              <a:spcBef>
                <a:spcPts val="0"/>
              </a:spcBef>
              <a:spcAft>
                <a:spcPts val="0"/>
              </a:spcAft>
              <a:buNone/>
            </a:pPr>
            <a:r>
              <a:t/>
            </a:r>
            <a:endParaRPr/>
          </a:p>
        </p:txBody>
      </p:sp>
      <p:sp>
        <p:nvSpPr>
          <p:cNvPr id="3059" name="Google Shape;3059;p173"/>
          <p:cNvSpPr/>
          <p:nvPr/>
        </p:nvSpPr>
        <p:spPr>
          <a:xfrm>
            <a:off x="16241025" y="2241503"/>
            <a:ext cx="603544" cy="478601"/>
          </a:xfrm>
          <a:custGeom>
            <a:rect b="b" l="l" r="r" t="t"/>
            <a:pathLst>
              <a:path extrusionOk="0" h="208768" w="260992">
                <a:moveTo>
                  <a:pt x="91369" y="13048"/>
                </a:moveTo>
                <a:cubicBezTo>
                  <a:pt x="112963" y="13048"/>
                  <a:pt x="130512" y="30597"/>
                  <a:pt x="130512" y="52192"/>
                </a:cubicBezTo>
                <a:cubicBezTo>
                  <a:pt x="130512" y="73786"/>
                  <a:pt x="112963" y="91336"/>
                  <a:pt x="91369" y="91336"/>
                </a:cubicBezTo>
                <a:cubicBezTo>
                  <a:pt x="69774" y="91336"/>
                  <a:pt x="52225" y="73754"/>
                  <a:pt x="52225" y="52192"/>
                </a:cubicBezTo>
                <a:cubicBezTo>
                  <a:pt x="52225" y="30597"/>
                  <a:pt x="69807" y="13048"/>
                  <a:pt x="91369" y="13048"/>
                </a:cubicBezTo>
                <a:close/>
                <a:moveTo>
                  <a:pt x="91369" y="0"/>
                </a:moveTo>
                <a:cubicBezTo>
                  <a:pt x="62533" y="0"/>
                  <a:pt x="39177" y="23356"/>
                  <a:pt x="39177" y="52192"/>
                </a:cubicBezTo>
                <a:cubicBezTo>
                  <a:pt x="39177" y="81028"/>
                  <a:pt x="62533" y="104384"/>
                  <a:pt x="91369" y="104384"/>
                </a:cubicBezTo>
                <a:cubicBezTo>
                  <a:pt x="120205" y="104384"/>
                  <a:pt x="143560" y="81028"/>
                  <a:pt x="143560" y="52192"/>
                </a:cubicBezTo>
                <a:cubicBezTo>
                  <a:pt x="143560" y="23356"/>
                  <a:pt x="120205" y="0"/>
                  <a:pt x="91369" y="0"/>
                </a:cubicBezTo>
                <a:close/>
                <a:moveTo>
                  <a:pt x="195752" y="106993"/>
                </a:moveTo>
                <a:lnTo>
                  <a:pt x="195752" y="192457"/>
                </a:lnTo>
                <a:cubicBezTo>
                  <a:pt x="176082" y="181562"/>
                  <a:pt x="157163" y="156738"/>
                  <a:pt x="156608" y="122292"/>
                </a:cubicBezTo>
                <a:lnTo>
                  <a:pt x="195752" y="106993"/>
                </a:lnTo>
                <a:close/>
                <a:moveTo>
                  <a:pt x="208800" y="106993"/>
                </a:moveTo>
                <a:lnTo>
                  <a:pt x="247944" y="122292"/>
                </a:lnTo>
                <a:cubicBezTo>
                  <a:pt x="247324" y="160979"/>
                  <a:pt x="224653" y="183519"/>
                  <a:pt x="208800" y="192653"/>
                </a:cubicBezTo>
                <a:lnTo>
                  <a:pt x="208800" y="106993"/>
                </a:lnTo>
                <a:close/>
                <a:moveTo>
                  <a:pt x="70688" y="123955"/>
                </a:moveTo>
                <a:cubicBezTo>
                  <a:pt x="31642" y="123955"/>
                  <a:pt x="0" y="155597"/>
                  <a:pt x="33" y="194675"/>
                </a:cubicBezTo>
                <a:cubicBezTo>
                  <a:pt x="33" y="202406"/>
                  <a:pt x="6394" y="208767"/>
                  <a:pt x="14157" y="208767"/>
                </a:cubicBezTo>
                <a:lnTo>
                  <a:pt x="155793" y="208767"/>
                </a:lnTo>
                <a:cubicBezTo>
                  <a:pt x="161077" y="208767"/>
                  <a:pt x="164111" y="202732"/>
                  <a:pt x="160947" y="198492"/>
                </a:cubicBezTo>
                <a:lnTo>
                  <a:pt x="160816" y="198329"/>
                </a:lnTo>
                <a:cubicBezTo>
                  <a:pt x="159577" y="196698"/>
                  <a:pt x="157685" y="195719"/>
                  <a:pt x="155630" y="195719"/>
                </a:cubicBezTo>
                <a:lnTo>
                  <a:pt x="14157" y="195719"/>
                </a:lnTo>
                <a:cubicBezTo>
                  <a:pt x="13570" y="195719"/>
                  <a:pt x="13081" y="195230"/>
                  <a:pt x="13081" y="194610"/>
                </a:cubicBezTo>
                <a:cubicBezTo>
                  <a:pt x="13081" y="162871"/>
                  <a:pt x="38948" y="137003"/>
                  <a:pt x="70688" y="137003"/>
                </a:cubicBezTo>
                <a:lnTo>
                  <a:pt x="112050" y="137003"/>
                </a:lnTo>
                <a:cubicBezTo>
                  <a:pt x="115931" y="137003"/>
                  <a:pt x="119683" y="137427"/>
                  <a:pt x="123336" y="138210"/>
                </a:cubicBezTo>
                <a:cubicBezTo>
                  <a:pt x="123796" y="138311"/>
                  <a:pt x="124253" y="138359"/>
                  <a:pt x="124701" y="138359"/>
                </a:cubicBezTo>
                <a:cubicBezTo>
                  <a:pt x="128324" y="138359"/>
                  <a:pt x="131376" y="135228"/>
                  <a:pt x="130708" y="131425"/>
                </a:cubicBezTo>
                <a:cubicBezTo>
                  <a:pt x="130708" y="131360"/>
                  <a:pt x="130708" y="131328"/>
                  <a:pt x="130708" y="131262"/>
                </a:cubicBezTo>
                <a:cubicBezTo>
                  <a:pt x="130447" y="128327"/>
                  <a:pt x="128294" y="125945"/>
                  <a:pt x="125391" y="125358"/>
                </a:cubicBezTo>
                <a:cubicBezTo>
                  <a:pt x="121281" y="124445"/>
                  <a:pt x="116747" y="123955"/>
                  <a:pt x="112050" y="123955"/>
                </a:cubicBezTo>
                <a:close/>
                <a:moveTo>
                  <a:pt x="201917" y="91336"/>
                </a:moveTo>
                <a:cubicBezTo>
                  <a:pt x="200025" y="91336"/>
                  <a:pt x="198851" y="91629"/>
                  <a:pt x="197383" y="92184"/>
                </a:cubicBezTo>
                <a:lnTo>
                  <a:pt x="150835" y="110549"/>
                </a:lnTo>
                <a:cubicBezTo>
                  <a:pt x="146431" y="112212"/>
                  <a:pt x="143560" y="116257"/>
                  <a:pt x="143560" y="120335"/>
                </a:cubicBezTo>
                <a:cubicBezTo>
                  <a:pt x="143560" y="165839"/>
                  <a:pt x="171581" y="197318"/>
                  <a:pt x="197742" y="207560"/>
                </a:cubicBezTo>
                <a:cubicBezTo>
                  <a:pt x="199177" y="208474"/>
                  <a:pt x="200743" y="208767"/>
                  <a:pt x="201917" y="208767"/>
                </a:cubicBezTo>
                <a:cubicBezTo>
                  <a:pt x="203092" y="208767"/>
                  <a:pt x="204984" y="208474"/>
                  <a:pt x="206451" y="207919"/>
                </a:cubicBezTo>
                <a:cubicBezTo>
                  <a:pt x="227720" y="199764"/>
                  <a:pt x="260992" y="171450"/>
                  <a:pt x="260992" y="120335"/>
                </a:cubicBezTo>
                <a:cubicBezTo>
                  <a:pt x="260992" y="116257"/>
                  <a:pt x="258154" y="112212"/>
                  <a:pt x="253783" y="110549"/>
                </a:cubicBezTo>
                <a:lnTo>
                  <a:pt x="206843" y="92184"/>
                </a:lnTo>
                <a:cubicBezTo>
                  <a:pt x="205375" y="91629"/>
                  <a:pt x="203777" y="91336"/>
                  <a:pt x="201917" y="91336"/>
                </a:cubicBez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0" name="Google Shape;3060;p173"/>
          <p:cNvSpPr/>
          <p:nvPr/>
        </p:nvSpPr>
        <p:spPr>
          <a:xfrm>
            <a:off x="16241035" y="3128098"/>
            <a:ext cx="478897" cy="478897"/>
          </a:xfrm>
          <a:custGeom>
            <a:rect b="b" l="l" r="r" t="t"/>
            <a:pathLst>
              <a:path extrusionOk="0" h="209583" w="209583">
                <a:moveTo>
                  <a:pt x="87010" y="13099"/>
                </a:moveTo>
                <a:lnTo>
                  <a:pt x="90710" y="13295"/>
                </a:lnTo>
                <a:lnTo>
                  <a:pt x="94378" y="13656"/>
                </a:lnTo>
                <a:lnTo>
                  <a:pt x="97980" y="14212"/>
                </a:lnTo>
                <a:lnTo>
                  <a:pt x="101517" y="14933"/>
                </a:lnTo>
                <a:lnTo>
                  <a:pt x="104955" y="15817"/>
                </a:lnTo>
                <a:lnTo>
                  <a:pt x="108361" y="16865"/>
                </a:lnTo>
                <a:lnTo>
                  <a:pt x="111668" y="18044"/>
                </a:lnTo>
                <a:lnTo>
                  <a:pt x="114910" y="19419"/>
                </a:lnTo>
                <a:lnTo>
                  <a:pt x="118087" y="20926"/>
                </a:lnTo>
                <a:lnTo>
                  <a:pt x="121132" y="22563"/>
                </a:lnTo>
                <a:lnTo>
                  <a:pt x="124112" y="24364"/>
                </a:lnTo>
                <a:lnTo>
                  <a:pt x="126961" y="26296"/>
                </a:lnTo>
                <a:lnTo>
                  <a:pt x="129745" y="28359"/>
                </a:lnTo>
                <a:lnTo>
                  <a:pt x="132397" y="30553"/>
                </a:lnTo>
                <a:lnTo>
                  <a:pt x="134952" y="32878"/>
                </a:lnTo>
                <a:lnTo>
                  <a:pt x="137408" y="35334"/>
                </a:lnTo>
                <a:lnTo>
                  <a:pt x="139733" y="37889"/>
                </a:lnTo>
                <a:lnTo>
                  <a:pt x="141927" y="40541"/>
                </a:lnTo>
                <a:lnTo>
                  <a:pt x="143990" y="43325"/>
                </a:lnTo>
                <a:lnTo>
                  <a:pt x="145922" y="46174"/>
                </a:lnTo>
                <a:lnTo>
                  <a:pt x="147723" y="49154"/>
                </a:lnTo>
                <a:lnTo>
                  <a:pt x="149360" y="52199"/>
                </a:lnTo>
                <a:lnTo>
                  <a:pt x="150867" y="55376"/>
                </a:lnTo>
                <a:lnTo>
                  <a:pt x="152242" y="58618"/>
                </a:lnTo>
                <a:lnTo>
                  <a:pt x="153421" y="61925"/>
                </a:lnTo>
                <a:lnTo>
                  <a:pt x="154469" y="65331"/>
                </a:lnTo>
                <a:lnTo>
                  <a:pt x="155353" y="68769"/>
                </a:lnTo>
                <a:lnTo>
                  <a:pt x="156074" y="72306"/>
                </a:lnTo>
                <a:lnTo>
                  <a:pt x="156630" y="75908"/>
                </a:lnTo>
                <a:lnTo>
                  <a:pt x="156991" y="79576"/>
                </a:lnTo>
                <a:lnTo>
                  <a:pt x="157187" y="83276"/>
                </a:lnTo>
                <a:lnTo>
                  <a:pt x="157187" y="85143"/>
                </a:lnTo>
                <a:lnTo>
                  <a:pt x="157187" y="87010"/>
                </a:lnTo>
                <a:lnTo>
                  <a:pt x="156991" y="90710"/>
                </a:lnTo>
                <a:lnTo>
                  <a:pt x="156630" y="94378"/>
                </a:lnTo>
                <a:lnTo>
                  <a:pt x="156074" y="97980"/>
                </a:lnTo>
                <a:lnTo>
                  <a:pt x="155353" y="101517"/>
                </a:lnTo>
                <a:lnTo>
                  <a:pt x="154469" y="104955"/>
                </a:lnTo>
                <a:lnTo>
                  <a:pt x="153388" y="108361"/>
                </a:lnTo>
                <a:lnTo>
                  <a:pt x="152177" y="111668"/>
                </a:lnTo>
                <a:lnTo>
                  <a:pt x="150801" y="114910"/>
                </a:lnTo>
                <a:lnTo>
                  <a:pt x="149295" y="118087"/>
                </a:lnTo>
                <a:lnTo>
                  <a:pt x="147625" y="121132"/>
                </a:lnTo>
                <a:lnTo>
                  <a:pt x="145824" y="124112"/>
                </a:lnTo>
                <a:lnTo>
                  <a:pt x="143892" y="126961"/>
                </a:lnTo>
                <a:lnTo>
                  <a:pt x="141796" y="129745"/>
                </a:lnTo>
                <a:lnTo>
                  <a:pt x="139602" y="132397"/>
                </a:lnTo>
                <a:lnTo>
                  <a:pt x="137277" y="134952"/>
                </a:lnTo>
                <a:lnTo>
                  <a:pt x="134821" y="137408"/>
                </a:lnTo>
                <a:lnTo>
                  <a:pt x="132266" y="139733"/>
                </a:lnTo>
                <a:lnTo>
                  <a:pt x="129581" y="141927"/>
                </a:lnTo>
                <a:lnTo>
                  <a:pt x="126830" y="143990"/>
                </a:lnTo>
                <a:lnTo>
                  <a:pt x="123949" y="145922"/>
                </a:lnTo>
                <a:lnTo>
                  <a:pt x="120969" y="147723"/>
                </a:lnTo>
                <a:lnTo>
                  <a:pt x="117923" y="149360"/>
                </a:lnTo>
                <a:lnTo>
                  <a:pt x="114747" y="150867"/>
                </a:lnTo>
                <a:lnTo>
                  <a:pt x="111537" y="152242"/>
                </a:lnTo>
                <a:lnTo>
                  <a:pt x="108230" y="153421"/>
                </a:lnTo>
                <a:lnTo>
                  <a:pt x="104824" y="154469"/>
                </a:lnTo>
                <a:lnTo>
                  <a:pt x="101386" y="155353"/>
                </a:lnTo>
                <a:lnTo>
                  <a:pt x="97882" y="156074"/>
                </a:lnTo>
                <a:lnTo>
                  <a:pt x="94312" y="156630"/>
                </a:lnTo>
                <a:lnTo>
                  <a:pt x="90677" y="156991"/>
                </a:lnTo>
                <a:lnTo>
                  <a:pt x="87010" y="157187"/>
                </a:lnTo>
                <a:lnTo>
                  <a:pt x="83276" y="157187"/>
                </a:lnTo>
                <a:lnTo>
                  <a:pt x="79576" y="156991"/>
                </a:lnTo>
                <a:lnTo>
                  <a:pt x="75908" y="156630"/>
                </a:lnTo>
                <a:lnTo>
                  <a:pt x="72306" y="156074"/>
                </a:lnTo>
                <a:lnTo>
                  <a:pt x="68769" y="155353"/>
                </a:lnTo>
                <a:lnTo>
                  <a:pt x="65331" y="154469"/>
                </a:lnTo>
                <a:lnTo>
                  <a:pt x="61925" y="153388"/>
                </a:lnTo>
                <a:lnTo>
                  <a:pt x="58618" y="152177"/>
                </a:lnTo>
                <a:lnTo>
                  <a:pt x="55376" y="150801"/>
                </a:lnTo>
                <a:lnTo>
                  <a:pt x="52199" y="149295"/>
                </a:lnTo>
                <a:lnTo>
                  <a:pt x="49154" y="147625"/>
                </a:lnTo>
                <a:lnTo>
                  <a:pt x="46174" y="145824"/>
                </a:lnTo>
                <a:lnTo>
                  <a:pt x="43325" y="143892"/>
                </a:lnTo>
                <a:lnTo>
                  <a:pt x="40541" y="141796"/>
                </a:lnTo>
                <a:lnTo>
                  <a:pt x="37889" y="139602"/>
                </a:lnTo>
                <a:lnTo>
                  <a:pt x="35334" y="137277"/>
                </a:lnTo>
                <a:lnTo>
                  <a:pt x="32878" y="134821"/>
                </a:lnTo>
                <a:lnTo>
                  <a:pt x="30553" y="132266"/>
                </a:lnTo>
                <a:lnTo>
                  <a:pt x="28359" y="129581"/>
                </a:lnTo>
                <a:lnTo>
                  <a:pt x="26296" y="126830"/>
                </a:lnTo>
                <a:lnTo>
                  <a:pt x="24364" y="123949"/>
                </a:lnTo>
                <a:lnTo>
                  <a:pt x="22563" y="120969"/>
                </a:lnTo>
                <a:lnTo>
                  <a:pt x="20926" y="117923"/>
                </a:lnTo>
                <a:lnTo>
                  <a:pt x="19419" y="114747"/>
                </a:lnTo>
                <a:lnTo>
                  <a:pt x="18044" y="111537"/>
                </a:lnTo>
                <a:lnTo>
                  <a:pt x="16865" y="108230"/>
                </a:lnTo>
                <a:lnTo>
                  <a:pt x="15817" y="104824"/>
                </a:lnTo>
                <a:lnTo>
                  <a:pt x="14933" y="101386"/>
                </a:lnTo>
                <a:lnTo>
                  <a:pt x="14212" y="97882"/>
                </a:lnTo>
                <a:lnTo>
                  <a:pt x="13656" y="94312"/>
                </a:lnTo>
                <a:lnTo>
                  <a:pt x="13295" y="90677"/>
                </a:lnTo>
                <a:lnTo>
                  <a:pt x="13099" y="87010"/>
                </a:lnTo>
                <a:lnTo>
                  <a:pt x="13099" y="85143"/>
                </a:lnTo>
                <a:lnTo>
                  <a:pt x="13099" y="83276"/>
                </a:lnTo>
                <a:lnTo>
                  <a:pt x="13295" y="79609"/>
                </a:lnTo>
                <a:lnTo>
                  <a:pt x="13656" y="75974"/>
                </a:lnTo>
                <a:lnTo>
                  <a:pt x="14212" y="72404"/>
                </a:lnTo>
                <a:lnTo>
                  <a:pt x="14933" y="68900"/>
                </a:lnTo>
                <a:lnTo>
                  <a:pt x="15817" y="65462"/>
                </a:lnTo>
                <a:lnTo>
                  <a:pt x="16865" y="62056"/>
                </a:lnTo>
                <a:lnTo>
                  <a:pt x="18044" y="58749"/>
                </a:lnTo>
                <a:lnTo>
                  <a:pt x="19419" y="55539"/>
                </a:lnTo>
                <a:lnTo>
                  <a:pt x="20926" y="52363"/>
                </a:lnTo>
                <a:lnTo>
                  <a:pt x="22563" y="49317"/>
                </a:lnTo>
                <a:lnTo>
                  <a:pt x="24364" y="46337"/>
                </a:lnTo>
                <a:lnTo>
                  <a:pt x="26296" y="43456"/>
                </a:lnTo>
                <a:lnTo>
                  <a:pt x="28359" y="40705"/>
                </a:lnTo>
                <a:lnTo>
                  <a:pt x="30553" y="38020"/>
                </a:lnTo>
                <a:lnTo>
                  <a:pt x="32878" y="35465"/>
                </a:lnTo>
                <a:lnTo>
                  <a:pt x="35334" y="33009"/>
                </a:lnTo>
                <a:lnTo>
                  <a:pt x="37889" y="30684"/>
                </a:lnTo>
                <a:lnTo>
                  <a:pt x="40541" y="28490"/>
                </a:lnTo>
                <a:lnTo>
                  <a:pt x="43325" y="26394"/>
                </a:lnTo>
                <a:lnTo>
                  <a:pt x="46174" y="24462"/>
                </a:lnTo>
                <a:lnTo>
                  <a:pt x="49154" y="22661"/>
                </a:lnTo>
                <a:lnTo>
                  <a:pt x="52199" y="20991"/>
                </a:lnTo>
                <a:lnTo>
                  <a:pt x="55376" y="19485"/>
                </a:lnTo>
                <a:lnTo>
                  <a:pt x="58618" y="18109"/>
                </a:lnTo>
                <a:lnTo>
                  <a:pt x="61925" y="16898"/>
                </a:lnTo>
                <a:lnTo>
                  <a:pt x="65331" y="15817"/>
                </a:lnTo>
                <a:lnTo>
                  <a:pt x="68769" y="14933"/>
                </a:lnTo>
                <a:lnTo>
                  <a:pt x="72306" y="14212"/>
                </a:lnTo>
                <a:lnTo>
                  <a:pt x="75908" y="13656"/>
                </a:lnTo>
                <a:lnTo>
                  <a:pt x="79576" y="13295"/>
                </a:lnTo>
                <a:lnTo>
                  <a:pt x="83276" y="13099"/>
                </a:lnTo>
                <a:close/>
                <a:moveTo>
                  <a:pt x="84783" y="0"/>
                </a:moveTo>
                <a:lnTo>
                  <a:pt x="82589" y="33"/>
                </a:lnTo>
                <a:lnTo>
                  <a:pt x="78233" y="229"/>
                </a:lnTo>
                <a:lnTo>
                  <a:pt x="73943" y="688"/>
                </a:lnTo>
                <a:lnTo>
                  <a:pt x="69719" y="1310"/>
                </a:lnTo>
                <a:lnTo>
                  <a:pt x="65560" y="2161"/>
                </a:lnTo>
                <a:lnTo>
                  <a:pt x="61499" y="3209"/>
                </a:lnTo>
                <a:lnTo>
                  <a:pt x="57504" y="4454"/>
                </a:lnTo>
                <a:lnTo>
                  <a:pt x="53607" y="5895"/>
                </a:lnTo>
                <a:lnTo>
                  <a:pt x="49809" y="7499"/>
                </a:lnTo>
                <a:lnTo>
                  <a:pt x="46075" y="9300"/>
                </a:lnTo>
                <a:lnTo>
                  <a:pt x="42473" y="11265"/>
                </a:lnTo>
                <a:lnTo>
                  <a:pt x="39002" y="13394"/>
                </a:lnTo>
                <a:lnTo>
                  <a:pt x="35596" y="15719"/>
                </a:lnTo>
                <a:lnTo>
                  <a:pt x="32354" y="18142"/>
                </a:lnTo>
                <a:lnTo>
                  <a:pt x="29211" y="20762"/>
                </a:lnTo>
                <a:lnTo>
                  <a:pt x="26198" y="23513"/>
                </a:lnTo>
                <a:lnTo>
                  <a:pt x="23316" y="26394"/>
                </a:lnTo>
                <a:lnTo>
                  <a:pt x="20598" y="29407"/>
                </a:lnTo>
                <a:lnTo>
                  <a:pt x="18011" y="32584"/>
                </a:lnTo>
                <a:lnTo>
                  <a:pt x="15588" y="35858"/>
                </a:lnTo>
                <a:lnTo>
                  <a:pt x="13295" y="39264"/>
                </a:lnTo>
                <a:lnTo>
                  <a:pt x="11167" y="42768"/>
                </a:lnTo>
                <a:lnTo>
                  <a:pt x="9235" y="46370"/>
                </a:lnTo>
                <a:lnTo>
                  <a:pt x="7434" y="50103"/>
                </a:lnTo>
                <a:lnTo>
                  <a:pt x="5862" y="53935"/>
                </a:lnTo>
                <a:lnTo>
                  <a:pt x="4421" y="57832"/>
                </a:lnTo>
                <a:lnTo>
                  <a:pt x="3209" y="61827"/>
                </a:lnTo>
                <a:lnTo>
                  <a:pt x="2161" y="65920"/>
                </a:lnTo>
                <a:lnTo>
                  <a:pt x="1310" y="70079"/>
                </a:lnTo>
                <a:lnTo>
                  <a:pt x="655" y="74304"/>
                </a:lnTo>
                <a:lnTo>
                  <a:pt x="229" y="78594"/>
                </a:lnTo>
                <a:lnTo>
                  <a:pt x="33" y="82949"/>
                </a:lnTo>
                <a:lnTo>
                  <a:pt x="0" y="85143"/>
                </a:lnTo>
                <a:lnTo>
                  <a:pt x="33" y="87337"/>
                </a:lnTo>
                <a:lnTo>
                  <a:pt x="229" y="91692"/>
                </a:lnTo>
                <a:lnTo>
                  <a:pt x="688" y="95982"/>
                </a:lnTo>
                <a:lnTo>
                  <a:pt x="1310" y="100207"/>
                </a:lnTo>
                <a:lnTo>
                  <a:pt x="2161" y="104366"/>
                </a:lnTo>
                <a:lnTo>
                  <a:pt x="3209" y="108459"/>
                </a:lnTo>
                <a:lnTo>
                  <a:pt x="4454" y="112454"/>
                </a:lnTo>
                <a:lnTo>
                  <a:pt x="5895" y="116351"/>
                </a:lnTo>
                <a:lnTo>
                  <a:pt x="7499" y="120183"/>
                </a:lnTo>
                <a:lnTo>
                  <a:pt x="9300" y="123916"/>
                </a:lnTo>
                <a:lnTo>
                  <a:pt x="11265" y="127518"/>
                </a:lnTo>
                <a:lnTo>
                  <a:pt x="13394" y="131022"/>
                </a:lnTo>
                <a:lnTo>
                  <a:pt x="15686" y="134428"/>
                </a:lnTo>
                <a:lnTo>
                  <a:pt x="18109" y="137702"/>
                </a:lnTo>
                <a:lnTo>
                  <a:pt x="20729" y="140879"/>
                </a:lnTo>
                <a:lnTo>
                  <a:pt x="23447" y="143892"/>
                </a:lnTo>
                <a:lnTo>
                  <a:pt x="26329" y="146773"/>
                </a:lnTo>
                <a:lnTo>
                  <a:pt x="29342" y="149524"/>
                </a:lnTo>
                <a:lnTo>
                  <a:pt x="32485" y="152144"/>
                </a:lnTo>
                <a:lnTo>
                  <a:pt x="35760" y="154567"/>
                </a:lnTo>
                <a:lnTo>
                  <a:pt x="39133" y="156892"/>
                </a:lnTo>
                <a:lnTo>
                  <a:pt x="42637" y="159021"/>
                </a:lnTo>
                <a:lnTo>
                  <a:pt x="46239" y="160986"/>
                </a:lnTo>
                <a:lnTo>
                  <a:pt x="49940" y="162787"/>
                </a:lnTo>
                <a:lnTo>
                  <a:pt x="53738" y="164391"/>
                </a:lnTo>
                <a:lnTo>
                  <a:pt x="57635" y="165832"/>
                </a:lnTo>
                <a:lnTo>
                  <a:pt x="61630" y="167077"/>
                </a:lnTo>
                <a:lnTo>
                  <a:pt x="65691" y="168125"/>
                </a:lnTo>
                <a:lnTo>
                  <a:pt x="69817" y="168976"/>
                </a:lnTo>
                <a:lnTo>
                  <a:pt x="74009" y="169598"/>
                </a:lnTo>
                <a:lnTo>
                  <a:pt x="78266" y="170057"/>
                </a:lnTo>
                <a:lnTo>
                  <a:pt x="82589" y="170253"/>
                </a:lnTo>
                <a:lnTo>
                  <a:pt x="84783" y="170286"/>
                </a:lnTo>
                <a:lnTo>
                  <a:pt x="86748" y="170286"/>
                </a:lnTo>
                <a:lnTo>
                  <a:pt x="90677" y="170090"/>
                </a:lnTo>
                <a:lnTo>
                  <a:pt x="94541" y="169729"/>
                </a:lnTo>
                <a:lnTo>
                  <a:pt x="98373" y="169205"/>
                </a:lnTo>
                <a:lnTo>
                  <a:pt x="102139" y="168518"/>
                </a:lnTo>
                <a:lnTo>
                  <a:pt x="105839" y="167666"/>
                </a:lnTo>
                <a:lnTo>
                  <a:pt x="109474" y="166618"/>
                </a:lnTo>
                <a:lnTo>
                  <a:pt x="113044" y="165472"/>
                </a:lnTo>
                <a:lnTo>
                  <a:pt x="116548" y="164129"/>
                </a:lnTo>
                <a:lnTo>
                  <a:pt x="119953" y="162656"/>
                </a:lnTo>
                <a:lnTo>
                  <a:pt x="123326" y="161051"/>
                </a:lnTo>
                <a:lnTo>
                  <a:pt x="126568" y="159283"/>
                </a:lnTo>
                <a:lnTo>
                  <a:pt x="129745" y="157384"/>
                </a:lnTo>
                <a:lnTo>
                  <a:pt x="132823" y="155386"/>
                </a:lnTo>
                <a:lnTo>
                  <a:pt x="135836" y="153225"/>
                </a:lnTo>
                <a:lnTo>
                  <a:pt x="138718" y="150932"/>
                </a:lnTo>
                <a:lnTo>
                  <a:pt x="140126" y="149753"/>
                </a:lnTo>
                <a:lnTo>
                  <a:pt x="198023" y="207683"/>
                </a:lnTo>
                <a:lnTo>
                  <a:pt x="198645" y="208142"/>
                </a:lnTo>
                <a:lnTo>
                  <a:pt x="199890" y="208830"/>
                </a:lnTo>
                <a:lnTo>
                  <a:pt x="201134" y="209321"/>
                </a:lnTo>
                <a:lnTo>
                  <a:pt x="202411" y="209550"/>
                </a:lnTo>
                <a:lnTo>
                  <a:pt x="203033" y="209583"/>
                </a:lnTo>
                <a:lnTo>
                  <a:pt x="203655" y="209550"/>
                </a:lnTo>
                <a:lnTo>
                  <a:pt x="204900" y="209321"/>
                </a:lnTo>
                <a:lnTo>
                  <a:pt x="206079" y="208830"/>
                </a:lnTo>
                <a:lnTo>
                  <a:pt x="207159" y="208109"/>
                </a:lnTo>
                <a:lnTo>
                  <a:pt x="207651" y="207651"/>
                </a:lnTo>
                <a:lnTo>
                  <a:pt x="208142" y="207159"/>
                </a:lnTo>
                <a:lnTo>
                  <a:pt x="208862" y="206079"/>
                </a:lnTo>
                <a:lnTo>
                  <a:pt x="209321" y="204900"/>
                </a:lnTo>
                <a:lnTo>
                  <a:pt x="209583" y="203655"/>
                </a:lnTo>
                <a:lnTo>
                  <a:pt x="209583" y="202411"/>
                </a:lnTo>
                <a:lnTo>
                  <a:pt x="209321" y="201167"/>
                </a:lnTo>
                <a:lnTo>
                  <a:pt x="208862" y="199988"/>
                </a:lnTo>
                <a:lnTo>
                  <a:pt x="208109" y="198907"/>
                </a:lnTo>
                <a:lnTo>
                  <a:pt x="207651" y="198416"/>
                </a:lnTo>
                <a:lnTo>
                  <a:pt x="149753" y="140486"/>
                </a:lnTo>
                <a:lnTo>
                  <a:pt x="150932" y="139078"/>
                </a:lnTo>
                <a:lnTo>
                  <a:pt x="153192" y="136196"/>
                </a:lnTo>
                <a:lnTo>
                  <a:pt x="155320" y="133183"/>
                </a:lnTo>
                <a:lnTo>
                  <a:pt x="157318" y="130105"/>
                </a:lnTo>
                <a:lnTo>
                  <a:pt x="159185" y="126929"/>
                </a:lnTo>
                <a:lnTo>
                  <a:pt x="160920" y="123687"/>
                </a:lnTo>
                <a:lnTo>
                  <a:pt x="162525" y="120314"/>
                </a:lnTo>
                <a:lnTo>
                  <a:pt x="163966" y="116908"/>
                </a:lnTo>
                <a:lnTo>
                  <a:pt x="165243" y="113404"/>
                </a:lnTo>
                <a:lnTo>
                  <a:pt x="166389" y="109834"/>
                </a:lnTo>
                <a:lnTo>
                  <a:pt x="167371" y="106200"/>
                </a:lnTo>
                <a:lnTo>
                  <a:pt x="168223" y="102499"/>
                </a:lnTo>
                <a:lnTo>
                  <a:pt x="168878" y="98733"/>
                </a:lnTo>
                <a:lnTo>
                  <a:pt x="169402" y="94902"/>
                </a:lnTo>
                <a:lnTo>
                  <a:pt x="169729" y="91038"/>
                </a:lnTo>
                <a:lnTo>
                  <a:pt x="169893" y="87108"/>
                </a:lnTo>
                <a:lnTo>
                  <a:pt x="169926" y="85143"/>
                </a:lnTo>
                <a:lnTo>
                  <a:pt x="169893" y="82949"/>
                </a:lnTo>
                <a:lnTo>
                  <a:pt x="169664" y="78594"/>
                </a:lnTo>
                <a:lnTo>
                  <a:pt x="169238" y="74304"/>
                </a:lnTo>
                <a:lnTo>
                  <a:pt x="168583" y="70079"/>
                </a:lnTo>
                <a:lnTo>
                  <a:pt x="167732" y="65920"/>
                </a:lnTo>
                <a:lnTo>
                  <a:pt x="166684" y="61827"/>
                </a:lnTo>
                <a:lnTo>
                  <a:pt x="165439" y="57832"/>
                </a:lnTo>
                <a:lnTo>
                  <a:pt x="164031" y="53902"/>
                </a:lnTo>
                <a:lnTo>
                  <a:pt x="162394" y="50103"/>
                </a:lnTo>
                <a:lnTo>
                  <a:pt x="160626" y="46370"/>
                </a:lnTo>
                <a:lnTo>
                  <a:pt x="158628" y="42768"/>
                </a:lnTo>
                <a:lnTo>
                  <a:pt x="156499" y="39231"/>
                </a:lnTo>
                <a:lnTo>
                  <a:pt x="154207" y="35858"/>
                </a:lnTo>
                <a:lnTo>
                  <a:pt x="151751" y="32584"/>
                </a:lnTo>
                <a:lnTo>
                  <a:pt x="149164" y="29407"/>
                </a:lnTo>
                <a:lnTo>
                  <a:pt x="146413" y="26394"/>
                </a:lnTo>
                <a:lnTo>
                  <a:pt x="143531" y="23513"/>
                </a:lnTo>
                <a:lnTo>
                  <a:pt x="140486" y="20762"/>
                </a:lnTo>
                <a:lnTo>
                  <a:pt x="137342" y="18142"/>
                </a:lnTo>
                <a:lnTo>
                  <a:pt x="134067" y="15686"/>
                </a:lnTo>
                <a:lnTo>
                  <a:pt x="130662" y="13394"/>
                </a:lnTo>
                <a:lnTo>
                  <a:pt x="127158" y="11265"/>
                </a:lnTo>
                <a:lnTo>
                  <a:pt x="123556" y="9300"/>
                </a:lnTo>
                <a:lnTo>
                  <a:pt x="119822" y="7499"/>
                </a:lnTo>
                <a:lnTo>
                  <a:pt x="115991" y="5895"/>
                </a:lnTo>
                <a:lnTo>
                  <a:pt x="112094" y="4454"/>
                </a:lnTo>
                <a:lnTo>
                  <a:pt x="108099" y="3209"/>
                </a:lnTo>
                <a:lnTo>
                  <a:pt x="104005" y="2161"/>
                </a:lnTo>
                <a:lnTo>
                  <a:pt x="99847" y="1310"/>
                </a:lnTo>
                <a:lnTo>
                  <a:pt x="95622" y="688"/>
                </a:lnTo>
                <a:lnTo>
                  <a:pt x="91332" y="229"/>
                </a:lnTo>
                <a:lnTo>
                  <a:pt x="86977" y="33"/>
                </a:lnTo>
                <a:lnTo>
                  <a:pt x="84783" y="0"/>
                </a:ln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1" name="Google Shape;3061;p173"/>
          <p:cNvSpPr/>
          <p:nvPr/>
        </p:nvSpPr>
        <p:spPr>
          <a:xfrm>
            <a:off x="16241016" y="3983578"/>
            <a:ext cx="478897" cy="478821"/>
          </a:xfrm>
          <a:custGeom>
            <a:rect b="b" l="l" r="r" t="t"/>
            <a:pathLst>
              <a:path extrusionOk="0" h="210009" w="209583">
                <a:moveTo>
                  <a:pt x="144088" y="20926"/>
                </a:moveTo>
                <a:lnTo>
                  <a:pt x="166618" y="39690"/>
                </a:lnTo>
                <a:lnTo>
                  <a:pt x="144088" y="58454"/>
                </a:lnTo>
                <a:lnTo>
                  <a:pt x="144088" y="20926"/>
                </a:lnTo>
                <a:close/>
                <a:moveTo>
                  <a:pt x="137473" y="0"/>
                </a:moveTo>
                <a:lnTo>
                  <a:pt x="135639" y="295"/>
                </a:lnTo>
                <a:lnTo>
                  <a:pt x="134755" y="655"/>
                </a:lnTo>
                <a:lnTo>
                  <a:pt x="133936" y="1212"/>
                </a:lnTo>
                <a:lnTo>
                  <a:pt x="132528" y="2587"/>
                </a:lnTo>
                <a:lnTo>
                  <a:pt x="131546" y="4192"/>
                </a:lnTo>
                <a:lnTo>
                  <a:pt x="131022" y="5993"/>
                </a:lnTo>
                <a:lnTo>
                  <a:pt x="130989" y="6942"/>
                </a:lnTo>
                <a:lnTo>
                  <a:pt x="130629" y="33140"/>
                </a:lnTo>
                <a:lnTo>
                  <a:pt x="70177" y="33140"/>
                </a:lnTo>
                <a:lnTo>
                  <a:pt x="66510" y="33337"/>
                </a:lnTo>
                <a:lnTo>
                  <a:pt x="62875" y="33697"/>
                </a:lnTo>
                <a:lnTo>
                  <a:pt x="59305" y="34254"/>
                </a:lnTo>
                <a:lnTo>
                  <a:pt x="55801" y="34974"/>
                </a:lnTo>
                <a:lnTo>
                  <a:pt x="52330" y="35858"/>
                </a:lnTo>
                <a:lnTo>
                  <a:pt x="48957" y="36906"/>
                </a:lnTo>
                <a:lnTo>
                  <a:pt x="45650" y="38085"/>
                </a:lnTo>
                <a:lnTo>
                  <a:pt x="42408" y="39461"/>
                </a:lnTo>
                <a:lnTo>
                  <a:pt x="39264" y="40967"/>
                </a:lnTo>
                <a:lnTo>
                  <a:pt x="36219" y="42604"/>
                </a:lnTo>
                <a:lnTo>
                  <a:pt x="33239" y="44405"/>
                </a:lnTo>
                <a:lnTo>
                  <a:pt x="30357" y="46337"/>
                </a:lnTo>
                <a:lnTo>
                  <a:pt x="27573" y="48401"/>
                </a:lnTo>
                <a:lnTo>
                  <a:pt x="24921" y="50595"/>
                </a:lnTo>
                <a:lnTo>
                  <a:pt x="22366" y="52920"/>
                </a:lnTo>
                <a:lnTo>
                  <a:pt x="19910" y="55376"/>
                </a:lnTo>
                <a:lnTo>
                  <a:pt x="17585" y="57930"/>
                </a:lnTo>
                <a:lnTo>
                  <a:pt x="15391" y="60583"/>
                </a:lnTo>
                <a:lnTo>
                  <a:pt x="13295" y="63366"/>
                </a:lnTo>
                <a:lnTo>
                  <a:pt x="11363" y="66215"/>
                </a:lnTo>
                <a:lnTo>
                  <a:pt x="9562" y="69195"/>
                </a:lnTo>
                <a:lnTo>
                  <a:pt x="7892" y="72241"/>
                </a:lnTo>
                <a:lnTo>
                  <a:pt x="6353" y="75417"/>
                </a:lnTo>
                <a:lnTo>
                  <a:pt x="5010" y="78659"/>
                </a:lnTo>
                <a:lnTo>
                  <a:pt x="3799" y="81967"/>
                </a:lnTo>
                <a:lnTo>
                  <a:pt x="2718" y="85372"/>
                </a:lnTo>
                <a:lnTo>
                  <a:pt x="1834" y="88811"/>
                </a:lnTo>
                <a:lnTo>
                  <a:pt x="1113" y="92347"/>
                </a:lnTo>
                <a:lnTo>
                  <a:pt x="557" y="95950"/>
                </a:lnTo>
                <a:lnTo>
                  <a:pt x="196" y="99617"/>
                </a:lnTo>
                <a:lnTo>
                  <a:pt x="0" y="103318"/>
                </a:lnTo>
                <a:lnTo>
                  <a:pt x="0" y="105184"/>
                </a:lnTo>
                <a:lnTo>
                  <a:pt x="33" y="105872"/>
                </a:lnTo>
                <a:lnTo>
                  <a:pt x="295" y="107149"/>
                </a:lnTo>
                <a:lnTo>
                  <a:pt x="786" y="108328"/>
                </a:lnTo>
                <a:lnTo>
                  <a:pt x="1474" y="109343"/>
                </a:lnTo>
                <a:lnTo>
                  <a:pt x="2391" y="110260"/>
                </a:lnTo>
                <a:lnTo>
                  <a:pt x="3406" y="110948"/>
                </a:lnTo>
                <a:lnTo>
                  <a:pt x="4585" y="111439"/>
                </a:lnTo>
                <a:lnTo>
                  <a:pt x="5862" y="111701"/>
                </a:lnTo>
                <a:lnTo>
                  <a:pt x="6549" y="111734"/>
                </a:lnTo>
                <a:lnTo>
                  <a:pt x="7237" y="111701"/>
                </a:lnTo>
                <a:lnTo>
                  <a:pt x="8514" y="111439"/>
                </a:lnTo>
                <a:lnTo>
                  <a:pt x="9693" y="110948"/>
                </a:lnTo>
                <a:lnTo>
                  <a:pt x="10708" y="110227"/>
                </a:lnTo>
                <a:lnTo>
                  <a:pt x="11625" y="109343"/>
                </a:lnTo>
                <a:lnTo>
                  <a:pt x="12313" y="108295"/>
                </a:lnTo>
                <a:lnTo>
                  <a:pt x="12804" y="107116"/>
                </a:lnTo>
                <a:lnTo>
                  <a:pt x="13066" y="105839"/>
                </a:lnTo>
                <a:lnTo>
                  <a:pt x="13099" y="105184"/>
                </a:lnTo>
                <a:lnTo>
                  <a:pt x="13164" y="102139"/>
                </a:lnTo>
                <a:lnTo>
                  <a:pt x="13754" y="96212"/>
                </a:lnTo>
                <a:lnTo>
                  <a:pt x="14933" y="90448"/>
                </a:lnTo>
                <a:lnTo>
                  <a:pt x="16668" y="84914"/>
                </a:lnTo>
                <a:lnTo>
                  <a:pt x="18895" y="79641"/>
                </a:lnTo>
                <a:lnTo>
                  <a:pt x="21613" y="74631"/>
                </a:lnTo>
                <a:lnTo>
                  <a:pt x="24790" y="69916"/>
                </a:lnTo>
                <a:lnTo>
                  <a:pt x="28425" y="65560"/>
                </a:lnTo>
                <a:lnTo>
                  <a:pt x="32420" y="61565"/>
                </a:lnTo>
                <a:lnTo>
                  <a:pt x="36775" y="57963"/>
                </a:lnTo>
                <a:lnTo>
                  <a:pt x="41491" y="54754"/>
                </a:lnTo>
                <a:lnTo>
                  <a:pt x="46501" y="52036"/>
                </a:lnTo>
                <a:lnTo>
                  <a:pt x="51773" y="49809"/>
                </a:lnTo>
                <a:lnTo>
                  <a:pt x="57308" y="48073"/>
                </a:lnTo>
                <a:lnTo>
                  <a:pt x="63071" y="46894"/>
                </a:lnTo>
                <a:lnTo>
                  <a:pt x="68999" y="46305"/>
                </a:lnTo>
                <a:lnTo>
                  <a:pt x="72044" y="46239"/>
                </a:lnTo>
                <a:lnTo>
                  <a:pt x="130629" y="46239"/>
                </a:lnTo>
                <a:lnTo>
                  <a:pt x="130989" y="72437"/>
                </a:lnTo>
                <a:lnTo>
                  <a:pt x="131022" y="73387"/>
                </a:lnTo>
                <a:lnTo>
                  <a:pt x="131546" y="75155"/>
                </a:lnTo>
                <a:lnTo>
                  <a:pt x="132528" y="76694"/>
                </a:lnTo>
                <a:lnTo>
                  <a:pt x="133936" y="77939"/>
                </a:lnTo>
                <a:lnTo>
                  <a:pt x="134755" y="78364"/>
                </a:lnTo>
                <a:lnTo>
                  <a:pt x="135443" y="78659"/>
                </a:lnTo>
                <a:lnTo>
                  <a:pt x="136818" y="78954"/>
                </a:lnTo>
                <a:lnTo>
                  <a:pt x="137539" y="78987"/>
                </a:lnTo>
                <a:lnTo>
                  <a:pt x="138095" y="78987"/>
                </a:lnTo>
                <a:lnTo>
                  <a:pt x="139209" y="78790"/>
                </a:lnTo>
                <a:lnTo>
                  <a:pt x="140289" y="78397"/>
                </a:lnTo>
                <a:lnTo>
                  <a:pt x="141272" y="77840"/>
                </a:lnTo>
                <a:lnTo>
                  <a:pt x="141730" y="77480"/>
                </a:lnTo>
                <a:lnTo>
                  <a:pt x="181027" y="44733"/>
                </a:lnTo>
                <a:lnTo>
                  <a:pt x="181584" y="44242"/>
                </a:lnTo>
                <a:lnTo>
                  <a:pt x="182435" y="43063"/>
                </a:lnTo>
                <a:lnTo>
                  <a:pt x="183057" y="41720"/>
                </a:lnTo>
                <a:lnTo>
                  <a:pt x="183352" y="40181"/>
                </a:lnTo>
                <a:lnTo>
                  <a:pt x="183385" y="39330"/>
                </a:lnTo>
                <a:lnTo>
                  <a:pt x="183352" y="38478"/>
                </a:lnTo>
                <a:lnTo>
                  <a:pt x="183057" y="37037"/>
                </a:lnTo>
                <a:lnTo>
                  <a:pt x="182435" y="35826"/>
                </a:lnTo>
                <a:lnTo>
                  <a:pt x="181584" y="34778"/>
                </a:lnTo>
                <a:lnTo>
                  <a:pt x="181027" y="34286"/>
                </a:lnTo>
                <a:lnTo>
                  <a:pt x="141730" y="1539"/>
                </a:lnTo>
                <a:lnTo>
                  <a:pt x="140977" y="982"/>
                </a:lnTo>
                <a:lnTo>
                  <a:pt x="139274" y="229"/>
                </a:lnTo>
                <a:lnTo>
                  <a:pt x="137473" y="0"/>
                </a:lnTo>
                <a:close/>
                <a:moveTo>
                  <a:pt x="65495" y="151948"/>
                </a:moveTo>
                <a:lnTo>
                  <a:pt x="65495" y="189443"/>
                </a:lnTo>
                <a:lnTo>
                  <a:pt x="42997" y="170679"/>
                </a:lnTo>
                <a:lnTo>
                  <a:pt x="65495" y="151948"/>
                </a:lnTo>
                <a:close/>
                <a:moveTo>
                  <a:pt x="203033" y="98635"/>
                </a:moveTo>
                <a:lnTo>
                  <a:pt x="202378" y="98668"/>
                </a:lnTo>
                <a:lnTo>
                  <a:pt x="201101" y="98930"/>
                </a:lnTo>
                <a:lnTo>
                  <a:pt x="199922" y="99421"/>
                </a:lnTo>
                <a:lnTo>
                  <a:pt x="198874" y="100141"/>
                </a:lnTo>
                <a:lnTo>
                  <a:pt x="197990" y="101025"/>
                </a:lnTo>
                <a:lnTo>
                  <a:pt x="197270" y="102073"/>
                </a:lnTo>
                <a:lnTo>
                  <a:pt x="196779" y="103252"/>
                </a:lnTo>
                <a:lnTo>
                  <a:pt x="196517" y="104529"/>
                </a:lnTo>
                <a:lnTo>
                  <a:pt x="196484" y="105184"/>
                </a:lnTo>
                <a:lnTo>
                  <a:pt x="196418" y="108230"/>
                </a:lnTo>
                <a:lnTo>
                  <a:pt x="195829" y="114157"/>
                </a:lnTo>
                <a:lnTo>
                  <a:pt x="194650" y="119921"/>
                </a:lnTo>
                <a:lnTo>
                  <a:pt x="192914" y="125455"/>
                </a:lnTo>
                <a:lnTo>
                  <a:pt x="190688" y="130727"/>
                </a:lnTo>
                <a:lnTo>
                  <a:pt x="187970" y="135738"/>
                </a:lnTo>
                <a:lnTo>
                  <a:pt x="184793" y="140453"/>
                </a:lnTo>
                <a:lnTo>
                  <a:pt x="181158" y="144809"/>
                </a:lnTo>
                <a:lnTo>
                  <a:pt x="177163" y="148804"/>
                </a:lnTo>
                <a:lnTo>
                  <a:pt x="172808" y="152439"/>
                </a:lnTo>
                <a:lnTo>
                  <a:pt x="168092" y="155615"/>
                </a:lnTo>
                <a:lnTo>
                  <a:pt x="163082" y="158333"/>
                </a:lnTo>
                <a:lnTo>
                  <a:pt x="157809" y="160560"/>
                </a:lnTo>
                <a:lnTo>
                  <a:pt x="152275" y="162296"/>
                </a:lnTo>
                <a:lnTo>
                  <a:pt x="146511" y="163475"/>
                </a:lnTo>
                <a:lnTo>
                  <a:pt x="140584" y="164064"/>
                </a:lnTo>
                <a:lnTo>
                  <a:pt x="137539" y="164130"/>
                </a:lnTo>
                <a:lnTo>
                  <a:pt x="78594" y="164130"/>
                </a:lnTo>
                <a:lnTo>
                  <a:pt x="78594" y="137932"/>
                </a:lnTo>
                <a:lnTo>
                  <a:pt x="78561" y="136982"/>
                </a:lnTo>
                <a:lnTo>
                  <a:pt x="78037" y="135214"/>
                </a:lnTo>
                <a:lnTo>
                  <a:pt x="77054" y="133675"/>
                </a:lnTo>
                <a:lnTo>
                  <a:pt x="75646" y="132430"/>
                </a:lnTo>
                <a:lnTo>
                  <a:pt x="74828" y="132004"/>
                </a:lnTo>
                <a:lnTo>
                  <a:pt x="74140" y="131710"/>
                </a:lnTo>
                <a:lnTo>
                  <a:pt x="72765" y="131415"/>
                </a:lnTo>
                <a:lnTo>
                  <a:pt x="72044" y="131382"/>
                </a:lnTo>
                <a:lnTo>
                  <a:pt x="71487" y="131382"/>
                </a:lnTo>
                <a:lnTo>
                  <a:pt x="70374" y="131579"/>
                </a:lnTo>
                <a:lnTo>
                  <a:pt x="69293" y="131972"/>
                </a:lnTo>
                <a:lnTo>
                  <a:pt x="68311" y="132528"/>
                </a:lnTo>
                <a:lnTo>
                  <a:pt x="67852" y="132889"/>
                </a:lnTo>
                <a:lnTo>
                  <a:pt x="28556" y="165636"/>
                </a:lnTo>
                <a:lnTo>
                  <a:pt x="27999" y="166127"/>
                </a:lnTo>
                <a:lnTo>
                  <a:pt x="27148" y="167273"/>
                </a:lnTo>
                <a:lnTo>
                  <a:pt x="26525" y="168583"/>
                </a:lnTo>
                <a:lnTo>
                  <a:pt x="26231" y="169959"/>
                </a:lnTo>
                <a:lnTo>
                  <a:pt x="26198" y="170679"/>
                </a:lnTo>
                <a:lnTo>
                  <a:pt x="26231" y="171399"/>
                </a:lnTo>
                <a:lnTo>
                  <a:pt x="26525" y="172808"/>
                </a:lnTo>
                <a:lnTo>
                  <a:pt x="27148" y="174085"/>
                </a:lnTo>
                <a:lnTo>
                  <a:pt x="27999" y="175231"/>
                </a:lnTo>
                <a:lnTo>
                  <a:pt x="28556" y="175722"/>
                </a:lnTo>
                <a:lnTo>
                  <a:pt x="67852" y="208469"/>
                </a:lnTo>
                <a:lnTo>
                  <a:pt x="68606" y="209026"/>
                </a:lnTo>
                <a:lnTo>
                  <a:pt x="70308" y="209779"/>
                </a:lnTo>
                <a:lnTo>
                  <a:pt x="72110" y="210009"/>
                </a:lnTo>
                <a:lnTo>
                  <a:pt x="73943" y="209714"/>
                </a:lnTo>
                <a:lnTo>
                  <a:pt x="74828" y="209354"/>
                </a:lnTo>
                <a:lnTo>
                  <a:pt x="75646" y="208928"/>
                </a:lnTo>
                <a:lnTo>
                  <a:pt x="77054" y="207683"/>
                </a:lnTo>
                <a:lnTo>
                  <a:pt x="78037" y="206144"/>
                </a:lnTo>
                <a:lnTo>
                  <a:pt x="78561" y="204376"/>
                </a:lnTo>
                <a:lnTo>
                  <a:pt x="78594" y="203426"/>
                </a:lnTo>
                <a:lnTo>
                  <a:pt x="78594" y="177228"/>
                </a:lnTo>
                <a:lnTo>
                  <a:pt x="139405" y="177228"/>
                </a:lnTo>
                <a:lnTo>
                  <a:pt x="143073" y="177032"/>
                </a:lnTo>
                <a:lnTo>
                  <a:pt x="146708" y="176672"/>
                </a:lnTo>
                <a:lnTo>
                  <a:pt x="150277" y="176115"/>
                </a:lnTo>
                <a:lnTo>
                  <a:pt x="153781" y="175395"/>
                </a:lnTo>
                <a:lnTo>
                  <a:pt x="157253" y="174510"/>
                </a:lnTo>
                <a:lnTo>
                  <a:pt x="160626" y="173430"/>
                </a:lnTo>
                <a:lnTo>
                  <a:pt x="163933" y="172218"/>
                </a:lnTo>
                <a:lnTo>
                  <a:pt x="167175" y="170875"/>
                </a:lnTo>
                <a:lnTo>
                  <a:pt x="170319" y="169336"/>
                </a:lnTo>
                <a:lnTo>
                  <a:pt x="173364" y="167666"/>
                </a:lnTo>
                <a:lnTo>
                  <a:pt x="176344" y="165865"/>
                </a:lnTo>
                <a:lnTo>
                  <a:pt x="179226" y="163933"/>
                </a:lnTo>
                <a:lnTo>
                  <a:pt x="182010" y="161837"/>
                </a:lnTo>
                <a:lnTo>
                  <a:pt x="184662" y="159643"/>
                </a:lnTo>
                <a:lnTo>
                  <a:pt x="187216" y="157318"/>
                </a:lnTo>
                <a:lnTo>
                  <a:pt x="189672" y="154862"/>
                </a:lnTo>
                <a:lnTo>
                  <a:pt x="191997" y="152308"/>
                </a:lnTo>
                <a:lnTo>
                  <a:pt x="194192" y="149622"/>
                </a:lnTo>
                <a:lnTo>
                  <a:pt x="196287" y="146872"/>
                </a:lnTo>
                <a:lnTo>
                  <a:pt x="198219" y="143990"/>
                </a:lnTo>
                <a:lnTo>
                  <a:pt x="200021" y="141010"/>
                </a:lnTo>
                <a:lnTo>
                  <a:pt x="201691" y="137964"/>
                </a:lnTo>
                <a:lnTo>
                  <a:pt x="203230" y="134821"/>
                </a:lnTo>
                <a:lnTo>
                  <a:pt x="204572" y="131579"/>
                </a:lnTo>
                <a:lnTo>
                  <a:pt x="205784" y="128271"/>
                </a:lnTo>
                <a:lnTo>
                  <a:pt x="206865" y="124898"/>
                </a:lnTo>
                <a:lnTo>
                  <a:pt x="207749" y="121427"/>
                </a:lnTo>
                <a:lnTo>
                  <a:pt x="208469" y="117923"/>
                </a:lnTo>
                <a:lnTo>
                  <a:pt x="209026" y="114354"/>
                </a:lnTo>
                <a:lnTo>
                  <a:pt x="209386" y="110719"/>
                </a:lnTo>
                <a:lnTo>
                  <a:pt x="209583" y="107051"/>
                </a:lnTo>
                <a:lnTo>
                  <a:pt x="209583" y="105184"/>
                </a:lnTo>
                <a:lnTo>
                  <a:pt x="209550" y="104529"/>
                </a:lnTo>
                <a:lnTo>
                  <a:pt x="209288" y="103252"/>
                </a:lnTo>
                <a:lnTo>
                  <a:pt x="208797" y="102073"/>
                </a:lnTo>
                <a:lnTo>
                  <a:pt x="208076" y="101025"/>
                </a:lnTo>
                <a:lnTo>
                  <a:pt x="207192" y="100141"/>
                </a:lnTo>
                <a:lnTo>
                  <a:pt x="206144" y="99421"/>
                </a:lnTo>
                <a:lnTo>
                  <a:pt x="204965" y="98930"/>
                </a:lnTo>
                <a:lnTo>
                  <a:pt x="203688" y="98668"/>
                </a:lnTo>
                <a:lnTo>
                  <a:pt x="203033" y="98635"/>
                </a:ln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2" name="Google Shape;3062;p173"/>
          <p:cNvSpPr/>
          <p:nvPr/>
        </p:nvSpPr>
        <p:spPr>
          <a:xfrm>
            <a:off x="16217672" y="4901589"/>
            <a:ext cx="564826" cy="478984"/>
          </a:xfrm>
          <a:custGeom>
            <a:rect b="b" l="l" r="r" t="t"/>
            <a:pathLst>
              <a:path extrusionOk="0" h="179227" w="209583">
                <a:moveTo>
                  <a:pt x="151620" y="13100"/>
                </a:moveTo>
                <a:lnTo>
                  <a:pt x="154371" y="13231"/>
                </a:lnTo>
                <a:lnTo>
                  <a:pt x="157154" y="13493"/>
                </a:lnTo>
                <a:lnTo>
                  <a:pt x="158530" y="13722"/>
                </a:lnTo>
                <a:lnTo>
                  <a:pt x="160593" y="14082"/>
                </a:lnTo>
                <a:lnTo>
                  <a:pt x="164555" y="15130"/>
                </a:lnTo>
                <a:lnTo>
                  <a:pt x="168354" y="16473"/>
                </a:lnTo>
                <a:lnTo>
                  <a:pt x="171956" y="18176"/>
                </a:lnTo>
                <a:lnTo>
                  <a:pt x="175395" y="20140"/>
                </a:lnTo>
                <a:lnTo>
                  <a:pt x="178637" y="22400"/>
                </a:lnTo>
                <a:lnTo>
                  <a:pt x="181649" y="24922"/>
                </a:lnTo>
                <a:lnTo>
                  <a:pt x="184433" y="27672"/>
                </a:lnTo>
                <a:lnTo>
                  <a:pt x="186954" y="30685"/>
                </a:lnTo>
                <a:lnTo>
                  <a:pt x="189247" y="33862"/>
                </a:lnTo>
                <a:lnTo>
                  <a:pt x="191212" y="37267"/>
                </a:lnTo>
                <a:lnTo>
                  <a:pt x="192914" y="40804"/>
                </a:lnTo>
                <a:lnTo>
                  <a:pt x="194290" y="44537"/>
                </a:lnTo>
                <a:lnTo>
                  <a:pt x="195370" y="48401"/>
                </a:lnTo>
                <a:lnTo>
                  <a:pt x="196091" y="52364"/>
                </a:lnTo>
                <a:lnTo>
                  <a:pt x="196451" y="56424"/>
                </a:lnTo>
                <a:lnTo>
                  <a:pt x="196484" y="58520"/>
                </a:lnTo>
                <a:lnTo>
                  <a:pt x="196484" y="60878"/>
                </a:lnTo>
                <a:lnTo>
                  <a:pt x="196451" y="63400"/>
                </a:lnTo>
                <a:lnTo>
                  <a:pt x="195927" y="68344"/>
                </a:lnTo>
                <a:lnTo>
                  <a:pt x="194912" y="73158"/>
                </a:lnTo>
                <a:lnTo>
                  <a:pt x="193438" y="77841"/>
                </a:lnTo>
                <a:lnTo>
                  <a:pt x="191473" y="82328"/>
                </a:lnTo>
                <a:lnTo>
                  <a:pt x="189050" y="86617"/>
                </a:lnTo>
                <a:lnTo>
                  <a:pt x="186234" y="90645"/>
                </a:lnTo>
                <a:lnTo>
                  <a:pt x="182959" y="94379"/>
                </a:lnTo>
                <a:lnTo>
                  <a:pt x="181191" y="96147"/>
                </a:lnTo>
                <a:lnTo>
                  <a:pt x="107215" y="165178"/>
                </a:lnTo>
                <a:lnTo>
                  <a:pt x="106691" y="165604"/>
                </a:lnTo>
                <a:lnTo>
                  <a:pt x="105315" y="166095"/>
                </a:lnTo>
                <a:lnTo>
                  <a:pt x="104431" y="166128"/>
                </a:lnTo>
                <a:lnTo>
                  <a:pt x="103973" y="166095"/>
                </a:lnTo>
                <a:lnTo>
                  <a:pt x="102892" y="165604"/>
                </a:lnTo>
                <a:lnTo>
                  <a:pt x="102368" y="165178"/>
                </a:lnTo>
                <a:lnTo>
                  <a:pt x="28425" y="96147"/>
                </a:lnTo>
                <a:lnTo>
                  <a:pt x="26624" y="94379"/>
                </a:lnTo>
                <a:lnTo>
                  <a:pt x="23316" y="90645"/>
                </a:lnTo>
                <a:lnTo>
                  <a:pt x="20434" y="86617"/>
                </a:lnTo>
                <a:lnTo>
                  <a:pt x="17946" y="82328"/>
                </a:lnTo>
                <a:lnTo>
                  <a:pt x="15948" y="77841"/>
                </a:lnTo>
                <a:lnTo>
                  <a:pt x="14376" y="73158"/>
                </a:lnTo>
                <a:lnTo>
                  <a:pt x="13328" y="68344"/>
                </a:lnTo>
                <a:lnTo>
                  <a:pt x="12771" y="63400"/>
                </a:lnTo>
                <a:lnTo>
                  <a:pt x="12739" y="60878"/>
                </a:lnTo>
                <a:lnTo>
                  <a:pt x="12739" y="58520"/>
                </a:lnTo>
                <a:lnTo>
                  <a:pt x="12771" y="56424"/>
                </a:lnTo>
                <a:lnTo>
                  <a:pt x="13132" y="52364"/>
                </a:lnTo>
                <a:lnTo>
                  <a:pt x="13885" y="48401"/>
                </a:lnTo>
                <a:lnTo>
                  <a:pt x="14966" y="44537"/>
                </a:lnTo>
                <a:lnTo>
                  <a:pt x="16374" y="40804"/>
                </a:lnTo>
                <a:lnTo>
                  <a:pt x="18109" y="37267"/>
                </a:lnTo>
                <a:lnTo>
                  <a:pt x="20107" y="33862"/>
                </a:lnTo>
                <a:lnTo>
                  <a:pt x="22399" y="30685"/>
                </a:lnTo>
                <a:lnTo>
                  <a:pt x="24986" y="27672"/>
                </a:lnTo>
                <a:lnTo>
                  <a:pt x="27802" y="24922"/>
                </a:lnTo>
                <a:lnTo>
                  <a:pt x="30848" y="22400"/>
                </a:lnTo>
                <a:lnTo>
                  <a:pt x="34090" y="20140"/>
                </a:lnTo>
                <a:lnTo>
                  <a:pt x="37561" y="18176"/>
                </a:lnTo>
                <a:lnTo>
                  <a:pt x="41229" y="16473"/>
                </a:lnTo>
                <a:lnTo>
                  <a:pt x="45028" y="15130"/>
                </a:lnTo>
                <a:lnTo>
                  <a:pt x="48990" y="14082"/>
                </a:lnTo>
                <a:lnTo>
                  <a:pt x="51053" y="13722"/>
                </a:lnTo>
                <a:lnTo>
                  <a:pt x="52396" y="13493"/>
                </a:lnTo>
                <a:lnTo>
                  <a:pt x="55114" y="13231"/>
                </a:lnTo>
                <a:lnTo>
                  <a:pt x="57832" y="13100"/>
                </a:lnTo>
                <a:lnTo>
                  <a:pt x="60517" y="13133"/>
                </a:lnTo>
                <a:lnTo>
                  <a:pt x="63202" y="13329"/>
                </a:lnTo>
                <a:lnTo>
                  <a:pt x="65855" y="13689"/>
                </a:lnTo>
                <a:lnTo>
                  <a:pt x="68507" y="14213"/>
                </a:lnTo>
                <a:lnTo>
                  <a:pt x="71094" y="14868"/>
                </a:lnTo>
                <a:lnTo>
                  <a:pt x="73649" y="15687"/>
                </a:lnTo>
                <a:lnTo>
                  <a:pt x="76137" y="16636"/>
                </a:lnTo>
                <a:lnTo>
                  <a:pt x="78561" y="17750"/>
                </a:lnTo>
                <a:lnTo>
                  <a:pt x="80951" y="18994"/>
                </a:lnTo>
                <a:lnTo>
                  <a:pt x="83244" y="20402"/>
                </a:lnTo>
                <a:lnTo>
                  <a:pt x="85470" y="21942"/>
                </a:lnTo>
                <a:lnTo>
                  <a:pt x="87599" y="23612"/>
                </a:lnTo>
                <a:lnTo>
                  <a:pt x="89662" y="25413"/>
                </a:lnTo>
                <a:lnTo>
                  <a:pt x="90645" y="26395"/>
                </a:lnTo>
                <a:lnTo>
                  <a:pt x="104431" y="40575"/>
                </a:lnTo>
                <a:lnTo>
                  <a:pt x="118971" y="26395"/>
                </a:lnTo>
                <a:lnTo>
                  <a:pt x="119921" y="25413"/>
                </a:lnTo>
                <a:lnTo>
                  <a:pt x="121984" y="23612"/>
                </a:lnTo>
                <a:lnTo>
                  <a:pt x="124080" y="21942"/>
                </a:lnTo>
                <a:lnTo>
                  <a:pt x="126306" y="20402"/>
                </a:lnTo>
                <a:lnTo>
                  <a:pt x="128566" y="18994"/>
                </a:lnTo>
                <a:lnTo>
                  <a:pt x="130924" y="17750"/>
                </a:lnTo>
                <a:lnTo>
                  <a:pt x="133347" y="16636"/>
                </a:lnTo>
                <a:lnTo>
                  <a:pt x="135803" y="15687"/>
                </a:lnTo>
                <a:lnTo>
                  <a:pt x="138357" y="14868"/>
                </a:lnTo>
                <a:lnTo>
                  <a:pt x="140912" y="14213"/>
                </a:lnTo>
                <a:lnTo>
                  <a:pt x="143564" y="13689"/>
                </a:lnTo>
                <a:lnTo>
                  <a:pt x="146217" y="13329"/>
                </a:lnTo>
                <a:lnTo>
                  <a:pt x="148902" y="13133"/>
                </a:lnTo>
                <a:lnTo>
                  <a:pt x="151620" y="13100"/>
                </a:lnTo>
                <a:close/>
                <a:moveTo>
                  <a:pt x="57504" y="1"/>
                </a:moveTo>
                <a:lnTo>
                  <a:pt x="54033" y="165"/>
                </a:lnTo>
                <a:lnTo>
                  <a:pt x="50595" y="525"/>
                </a:lnTo>
                <a:lnTo>
                  <a:pt x="48892" y="787"/>
                </a:lnTo>
                <a:lnTo>
                  <a:pt x="46239" y="1278"/>
                </a:lnTo>
                <a:lnTo>
                  <a:pt x="41131" y="2621"/>
                </a:lnTo>
                <a:lnTo>
                  <a:pt x="36251" y="4356"/>
                </a:lnTo>
                <a:lnTo>
                  <a:pt x="31568" y="6518"/>
                </a:lnTo>
                <a:lnTo>
                  <a:pt x="27148" y="9072"/>
                </a:lnTo>
                <a:lnTo>
                  <a:pt x="22989" y="11986"/>
                </a:lnTo>
                <a:lnTo>
                  <a:pt x="19092" y="15228"/>
                </a:lnTo>
                <a:lnTo>
                  <a:pt x="15522" y="18798"/>
                </a:lnTo>
                <a:lnTo>
                  <a:pt x="12247" y="22629"/>
                </a:lnTo>
                <a:lnTo>
                  <a:pt x="9333" y="26755"/>
                </a:lnTo>
                <a:lnTo>
                  <a:pt x="6779" y="31111"/>
                </a:lnTo>
                <a:lnTo>
                  <a:pt x="4585" y="35695"/>
                </a:lnTo>
                <a:lnTo>
                  <a:pt x="2816" y="40509"/>
                </a:lnTo>
                <a:lnTo>
                  <a:pt x="1441" y="45454"/>
                </a:lnTo>
                <a:lnTo>
                  <a:pt x="524" y="50595"/>
                </a:lnTo>
                <a:lnTo>
                  <a:pt x="33" y="55835"/>
                </a:lnTo>
                <a:lnTo>
                  <a:pt x="0" y="58520"/>
                </a:lnTo>
                <a:lnTo>
                  <a:pt x="0" y="60878"/>
                </a:lnTo>
                <a:lnTo>
                  <a:pt x="0" y="62483"/>
                </a:lnTo>
                <a:lnTo>
                  <a:pt x="164" y="65626"/>
                </a:lnTo>
                <a:lnTo>
                  <a:pt x="491" y="68770"/>
                </a:lnTo>
                <a:lnTo>
                  <a:pt x="982" y="71881"/>
                </a:lnTo>
                <a:lnTo>
                  <a:pt x="1637" y="74959"/>
                </a:lnTo>
                <a:lnTo>
                  <a:pt x="2423" y="77972"/>
                </a:lnTo>
                <a:lnTo>
                  <a:pt x="3373" y="80952"/>
                </a:lnTo>
                <a:lnTo>
                  <a:pt x="4486" y="83899"/>
                </a:lnTo>
                <a:lnTo>
                  <a:pt x="5698" y="86748"/>
                </a:lnTo>
                <a:lnTo>
                  <a:pt x="7106" y="89532"/>
                </a:lnTo>
                <a:lnTo>
                  <a:pt x="8645" y="92283"/>
                </a:lnTo>
                <a:lnTo>
                  <a:pt x="10315" y="94903"/>
                </a:lnTo>
                <a:lnTo>
                  <a:pt x="12117" y="97490"/>
                </a:lnTo>
                <a:lnTo>
                  <a:pt x="14049" y="99946"/>
                </a:lnTo>
                <a:lnTo>
                  <a:pt x="16112" y="102336"/>
                </a:lnTo>
                <a:lnTo>
                  <a:pt x="18338" y="104628"/>
                </a:lnTo>
                <a:lnTo>
                  <a:pt x="19485" y="105709"/>
                </a:lnTo>
                <a:lnTo>
                  <a:pt x="93461" y="174773"/>
                </a:lnTo>
                <a:lnTo>
                  <a:pt x="94640" y="175788"/>
                </a:lnTo>
                <a:lnTo>
                  <a:pt x="97260" y="177458"/>
                </a:lnTo>
                <a:lnTo>
                  <a:pt x="100141" y="178605"/>
                </a:lnTo>
                <a:lnTo>
                  <a:pt x="103220" y="179161"/>
                </a:lnTo>
                <a:lnTo>
                  <a:pt x="104791" y="179227"/>
                </a:lnTo>
                <a:lnTo>
                  <a:pt x="106363" y="179161"/>
                </a:lnTo>
                <a:lnTo>
                  <a:pt x="109441" y="178605"/>
                </a:lnTo>
                <a:lnTo>
                  <a:pt x="112323" y="177458"/>
                </a:lnTo>
                <a:lnTo>
                  <a:pt x="114943" y="175788"/>
                </a:lnTo>
                <a:lnTo>
                  <a:pt x="116122" y="174773"/>
                </a:lnTo>
                <a:lnTo>
                  <a:pt x="190098" y="105709"/>
                </a:lnTo>
                <a:lnTo>
                  <a:pt x="191244" y="104628"/>
                </a:lnTo>
                <a:lnTo>
                  <a:pt x="193471" y="102336"/>
                </a:lnTo>
                <a:lnTo>
                  <a:pt x="195534" y="99946"/>
                </a:lnTo>
                <a:lnTo>
                  <a:pt x="197466" y="97490"/>
                </a:lnTo>
                <a:lnTo>
                  <a:pt x="199300" y="94903"/>
                </a:lnTo>
                <a:lnTo>
                  <a:pt x="200970" y="92283"/>
                </a:lnTo>
                <a:lnTo>
                  <a:pt x="202477" y="89532"/>
                </a:lnTo>
                <a:lnTo>
                  <a:pt x="203885" y="86748"/>
                </a:lnTo>
                <a:lnTo>
                  <a:pt x="205129" y="83899"/>
                </a:lnTo>
                <a:lnTo>
                  <a:pt x="206210" y="80952"/>
                </a:lnTo>
                <a:lnTo>
                  <a:pt x="207159" y="77972"/>
                </a:lnTo>
                <a:lnTo>
                  <a:pt x="207945" y="74959"/>
                </a:lnTo>
                <a:lnTo>
                  <a:pt x="208600" y="71881"/>
                </a:lnTo>
                <a:lnTo>
                  <a:pt x="209092" y="68770"/>
                </a:lnTo>
                <a:lnTo>
                  <a:pt x="209419" y="65626"/>
                </a:lnTo>
                <a:lnTo>
                  <a:pt x="209583" y="62483"/>
                </a:lnTo>
                <a:lnTo>
                  <a:pt x="209583" y="60878"/>
                </a:lnTo>
                <a:lnTo>
                  <a:pt x="209583" y="58520"/>
                </a:lnTo>
                <a:lnTo>
                  <a:pt x="209550" y="55835"/>
                </a:lnTo>
                <a:lnTo>
                  <a:pt x="209059" y="50595"/>
                </a:lnTo>
                <a:lnTo>
                  <a:pt x="208142" y="45454"/>
                </a:lnTo>
                <a:lnTo>
                  <a:pt x="206766" y="40509"/>
                </a:lnTo>
                <a:lnTo>
                  <a:pt x="204998" y="35695"/>
                </a:lnTo>
                <a:lnTo>
                  <a:pt x="202804" y="31111"/>
                </a:lnTo>
                <a:lnTo>
                  <a:pt x="200250" y="26755"/>
                </a:lnTo>
                <a:lnTo>
                  <a:pt x="197335" y="22629"/>
                </a:lnTo>
                <a:lnTo>
                  <a:pt x="194061" y="18798"/>
                </a:lnTo>
                <a:lnTo>
                  <a:pt x="190491" y="15228"/>
                </a:lnTo>
                <a:lnTo>
                  <a:pt x="186594" y="11986"/>
                </a:lnTo>
                <a:lnTo>
                  <a:pt x="182435" y="9072"/>
                </a:lnTo>
                <a:lnTo>
                  <a:pt x="178014" y="6518"/>
                </a:lnTo>
                <a:lnTo>
                  <a:pt x="173331" y="4356"/>
                </a:lnTo>
                <a:lnTo>
                  <a:pt x="168452" y="2621"/>
                </a:lnTo>
                <a:lnTo>
                  <a:pt x="163344" y="1278"/>
                </a:lnTo>
                <a:lnTo>
                  <a:pt x="160724" y="787"/>
                </a:lnTo>
                <a:lnTo>
                  <a:pt x="158955" y="525"/>
                </a:lnTo>
                <a:lnTo>
                  <a:pt x="155451" y="165"/>
                </a:lnTo>
                <a:lnTo>
                  <a:pt x="151947" y="1"/>
                </a:lnTo>
                <a:lnTo>
                  <a:pt x="148476" y="34"/>
                </a:lnTo>
                <a:lnTo>
                  <a:pt x="145005" y="296"/>
                </a:lnTo>
                <a:lnTo>
                  <a:pt x="141567" y="754"/>
                </a:lnTo>
                <a:lnTo>
                  <a:pt x="138161" y="1409"/>
                </a:lnTo>
                <a:lnTo>
                  <a:pt x="134821" y="2293"/>
                </a:lnTo>
                <a:lnTo>
                  <a:pt x="131513" y="3341"/>
                </a:lnTo>
                <a:lnTo>
                  <a:pt x="128271" y="4585"/>
                </a:lnTo>
                <a:lnTo>
                  <a:pt x="125127" y="5994"/>
                </a:lnTo>
                <a:lnTo>
                  <a:pt x="122016" y="7631"/>
                </a:lnTo>
                <a:lnTo>
                  <a:pt x="119036" y="9432"/>
                </a:lnTo>
                <a:lnTo>
                  <a:pt x="116122" y="11397"/>
                </a:lnTo>
                <a:lnTo>
                  <a:pt x="113306" y="13558"/>
                </a:lnTo>
                <a:lnTo>
                  <a:pt x="110620" y="15883"/>
                </a:lnTo>
                <a:lnTo>
                  <a:pt x="109343" y="17128"/>
                </a:lnTo>
                <a:lnTo>
                  <a:pt x="104431" y="22040"/>
                </a:lnTo>
                <a:lnTo>
                  <a:pt x="99879" y="17128"/>
                </a:lnTo>
                <a:lnTo>
                  <a:pt x="98602" y="15883"/>
                </a:lnTo>
                <a:lnTo>
                  <a:pt x="95982" y="13558"/>
                </a:lnTo>
                <a:lnTo>
                  <a:pt x="93199" y="11397"/>
                </a:lnTo>
                <a:lnTo>
                  <a:pt x="90350" y="9432"/>
                </a:lnTo>
                <a:lnTo>
                  <a:pt x="87337" y="7631"/>
                </a:lnTo>
                <a:lnTo>
                  <a:pt x="84292" y="5994"/>
                </a:lnTo>
                <a:lnTo>
                  <a:pt x="81115" y="4585"/>
                </a:lnTo>
                <a:lnTo>
                  <a:pt x="77873" y="3341"/>
                </a:lnTo>
                <a:lnTo>
                  <a:pt x="74566" y="2293"/>
                </a:lnTo>
                <a:lnTo>
                  <a:pt x="71225" y="1409"/>
                </a:lnTo>
                <a:lnTo>
                  <a:pt x="67820" y="754"/>
                </a:lnTo>
                <a:lnTo>
                  <a:pt x="64414" y="296"/>
                </a:lnTo>
                <a:lnTo>
                  <a:pt x="60975" y="34"/>
                </a:lnTo>
                <a:lnTo>
                  <a:pt x="57504" y="1"/>
                </a:ln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3" name="Google Shape;3063;p173"/>
          <p:cNvSpPr/>
          <p:nvPr/>
        </p:nvSpPr>
        <p:spPr>
          <a:xfrm>
            <a:off x="16380358" y="5725870"/>
            <a:ext cx="239450" cy="479121"/>
          </a:xfrm>
          <a:custGeom>
            <a:rect b="b" l="l" r="r" t="t"/>
            <a:pathLst>
              <a:path extrusionOk="0" h="209223" w="104792">
                <a:moveTo>
                  <a:pt x="51643" y="52036"/>
                </a:moveTo>
                <a:lnTo>
                  <a:pt x="51054" y="52068"/>
                </a:lnTo>
                <a:lnTo>
                  <a:pt x="49875" y="52330"/>
                </a:lnTo>
                <a:lnTo>
                  <a:pt x="48761" y="52822"/>
                </a:lnTo>
                <a:lnTo>
                  <a:pt x="47779" y="53509"/>
                </a:lnTo>
                <a:lnTo>
                  <a:pt x="46928" y="54393"/>
                </a:lnTo>
                <a:lnTo>
                  <a:pt x="46240" y="55441"/>
                </a:lnTo>
                <a:lnTo>
                  <a:pt x="45749" y="56620"/>
                </a:lnTo>
                <a:lnTo>
                  <a:pt x="45487" y="57897"/>
                </a:lnTo>
                <a:lnTo>
                  <a:pt x="45487" y="58585"/>
                </a:lnTo>
                <a:lnTo>
                  <a:pt x="45487" y="138292"/>
                </a:lnTo>
                <a:lnTo>
                  <a:pt x="44144" y="138849"/>
                </a:lnTo>
                <a:lnTo>
                  <a:pt x="41590" y="140257"/>
                </a:lnTo>
                <a:lnTo>
                  <a:pt x="39298" y="142058"/>
                </a:lnTo>
                <a:lnTo>
                  <a:pt x="37267" y="144187"/>
                </a:lnTo>
                <a:lnTo>
                  <a:pt x="35564" y="146610"/>
                </a:lnTo>
                <a:lnTo>
                  <a:pt x="34222" y="149295"/>
                </a:lnTo>
                <a:lnTo>
                  <a:pt x="33272" y="152177"/>
                </a:lnTo>
                <a:lnTo>
                  <a:pt x="32781" y="155222"/>
                </a:lnTo>
                <a:lnTo>
                  <a:pt x="32748" y="156827"/>
                </a:lnTo>
                <a:lnTo>
                  <a:pt x="32781" y="157842"/>
                </a:lnTo>
                <a:lnTo>
                  <a:pt x="32977" y="159807"/>
                </a:lnTo>
                <a:lnTo>
                  <a:pt x="33370" y="161739"/>
                </a:lnTo>
                <a:lnTo>
                  <a:pt x="33927" y="163573"/>
                </a:lnTo>
                <a:lnTo>
                  <a:pt x="34680" y="165341"/>
                </a:lnTo>
                <a:lnTo>
                  <a:pt x="35597" y="167011"/>
                </a:lnTo>
                <a:lnTo>
                  <a:pt x="36645" y="168583"/>
                </a:lnTo>
                <a:lnTo>
                  <a:pt x="37857" y="170057"/>
                </a:lnTo>
                <a:lnTo>
                  <a:pt x="39167" y="171367"/>
                </a:lnTo>
                <a:lnTo>
                  <a:pt x="40640" y="172579"/>
                </a:lnTo>
                <a:lnTo>
                  <a:pt x="42212" y="173626"/>
                </a:lnTo>
                <a:lnTo>
                  <a:pt x="43882" y="174543"/>
                </a:lnTo>
                <a:lnTo>
                  <a:pt x="45650" y="175297"/>
                </a:lnTo>
                <a:lnTo>
                  <a:pt x="47484" y="175853"/>
                </a:lnTo>
                <a:lnTo>
                  <a:pt x="49416" y="176246"/>
                </a:lnTo>
                <a:lnTo>
                  <a:pt x="51381" y="176443"/>
                </a:lnTo>
                <a:lnTo>
                  <a:pt x="52396" y="176475"/>
                </a:lnTo>
                <a:lnTo>
                  <a:pt x="53412" y="176443"/>
                </a:lnTo>
                <a:lnTo>
                  <a:pt x="55376" y="176246"/>
                </a:lnTo>
                <a:lnTo>
                  <a:pt x="57308" y="175853"/>
                </a:lnTo>
                <a:lnTo>
                  <a:pt x="59142" y="175297"/>
                </a:lnTo>
                <a:lnTo>
                  <a:pt x="60911" y="174543"/>
                </a:lnTo>
                <a:lnTo>
                  <a:pt x="62581" y="173626"/>
                </a:lnTo>
                <a:lnTo>
                  <a:pt x="64153" y="172579"/>
                </a:lnTo>
                <a:lnTo>
                  <a:pt x="65626" y="171367"/>
                </a:lnTo>
                <a:lnTo>
                  <a:pt x="66936" y="170057"/>
                </a:lnTo>
                <a:lnTo>
                  <a:pt x="68148" y="168583"/>
                </a:lnTo>
                <a:lnTo>
                  <a:pt x="69196" y="167011"/>
                </a:lnTo>
                <a:lnTo>
                  <a:pt x="70113" y="165341"/>
                </a:lnTo>
                <a:lnTo>
                  <a:pt x="70866" y="163573"/>
                </a:lnTo>
                <a:lnTo>
                  <a:pt x="71422" y="161739"/>
                </a:lnTo>
                <a:lnTo>
                  <a:pt x="71815" y="159807"/>
                </a:lnTo>
                <a:lnTo>
                  <a:pt x="72012" y="157842"/>
                </a:lnTo>
                <a:lnTo>
                  <a:pt x="72045" y="156827"/>
                </a:lnTo>
                <a:lnTo>
                  <a:pt x="72012" y="155222"/>
                </a:lnTo>
                <a:lnTo>
                  <a:pt x="71488" y="152177"/>
                </a:lnTo>
                <a:lnTo>
                  <a:pt x="70538" y="149295"/>
                </a:lnTo>
                <a:lnTo>
                  <a:pt x="69130" y="146610"/>
                </a:lnTo>
                <a:lnTo>
                  <a:pt x="67329" y="144187"/>
                </a:lnTo>
                <a:lnTo>
                  <a:pt x="65135" y="142091"/>
                </a:lnTo>
                <a:lnTo>
                  <a:pt x="62614" y="140290"/>
                </a:lnTo>
                <a:lnTo>
                  <a:pt x="59764" y="138882"/>
                </a:lnTo>
                <a:lnTo>
                  <a:pt x="58225" y="138325"/>
                </a:lnTo>
                <a:lnTo>
                  <a:pt x="58225" y="58585"/>
                </a:lnTo>
                <a:lnTo>
                  <a:pt x="58193" y="57897"/>
                </a:lnTo>
                <a:lnTo>
                  <a:pt x="57898" y="56620"/>
                </a:lnTo>
                <a:lnTo>
                  <a:pt x="57341" y="55441"/>
                </a:lnTo>
                <a:lnTo>
                  <a:pt x="56621" y="54393"/>
                </a:lnTo>
                <a:lnTo>
                  <a:pt x="55671" y="53509"/>
                </a:lnTo>
                <a:lnTo>
                  <a:pt x="54623" y="52822"/>
                </a:lnTo>
                <a:lnTo>
                  <a:pt x="53477" y="52330"/>
                </a:lnTo>
                <a:lnTo>
                  <a:pt x="52265" y="52068"/>
                </a:lnTo>
                <a:lnTo>
                  <a:pt x="51643" y="52036"/>
                </a:lnTo>
                <a:close/>
                <a:moveTo>
                  <a:pt x="53150" y="12739"/>
                </a:moveTo>
                <a:lnTo>
                  <a:pt x="54459" y="12772"/>
                </a:lnTo>
                <a:lnTo>
                  <a:pt x="57014" y="13034"/>
                </a:lnTo>
                <a:lnTo>
                  <a:pt x="59535" y="13558"/>
                </a:lnTo>
                <a:lnTo>
                  <a:pt x="61926" y="14311"/>
                </a:lnTo>
                <a:lnTo>
                  <a:pt x="64251" y="15326"/>
                </a:lnTo>
                <a:lnTo>
                  <a:pt x="66445" y="16538"/>
                </a:lnTo>
                <a:lnTo>
                  <a:pt x="68508" y="17946"/>
                </a:lnTo>
                <a:lnTo>
                  <a:pt x="70440" y="19550"/>
                </a:lnTo>
                <a:lnTo>
                  <a:pt x="72176" y="21319"/>
                </a:lnTo>
                <a:lnTo>
                  <a:pt x="73780" y="23284"/>
                </a:lnTo>
                <a:lnTo>
                  <a:pt x="75188" y="25379"/>
                </a:lnTo>
                <a:lnTo>
                  <a:pt x="76400" y="27606"/>
                </a:lnTo>
                <a:lnTo>
                  <a:pt x="77382" y="29931"/>
                </a:lnTo>
                <a:lnTo>
                  <a:pt x="78136" y="32387"/>
                </a:lnTo>
                <a:lnTo>
                  <a:pt x="78660" y="34942"/>
                </a:lnTo>
                <a:lnTo>
                  <a:pt x="78954" y="37594"/>
                </a:lnTo>
                <a:lnTo>
                  <a:pt x="78954" y="38937"/>
                </a:lnTo>
                <a:lnTo>
                  <a:pt x="78954" y="127158"/>
                </a:lnTo>
                <a:lnTo>
                  <a:pt x="80428" y="128894"/>
                </a:lnTo>
                <a:lnTo>
                  <a:pt x="83408" y="132594"/>
                </a:lnTo>
                <a:lnTo>
                  <a:pt x="85537" y="135672"/>
                </a:lnTo>
                <a:lnTo>
                  <a:pt x="87600" y="139340"/>
                </a:lnTo>
                <a:lnTo>
                  <a:pt x="89433" y="143532"/>
                </a:lnTo>
                <a:lnTo>
                  <a:pt x="90514" y="147134"/>
                </a:lnTo>
                <a:lnTo>
                  <a:pt x="91071" y="149688"/>
                </a:lnTo>
                <a:lnTo>
                  <a:pt x="91464" y="152406"/>
                </a:lnTo>
                <a:lnTo>
                  <a:pt x="91660" y="155321"/>
                </a:lnTo>
                <a:lnTo>
                  <a:pt x="91693" y="156827"/>
                </a:lnTo>
                <a:lnTo>
                  <a:pt x="91660" y="158857"/>
                </a:lnTo>
                <a:lnTo>
                  <a:pt x="91267" y="162820"/>
                </a:lnTo>
                <a:lnTo>
                  <a:pt x="90481" y="166651"/>
                </a:lnTo>
                <a:lnTo>
                  <a:pt x="89302" y="170319"/>
                </a:lnTo>
                <a:lnTo>
                  <a:pt x="87829" y="173856"/>
                </a:lnTo>
                <a:lnTo>
                  <a:pt x="85995" y="177196"/>
                </a:lnTo>
                <a:lnTo>
                  <a:pt x="83899" y="180340"/>
                </a:lnTo>
                <a:lnTo>
                  <a:pt x="81476" y="183254"/>
                </a:lnTo>
                <a:lnTo>
                  <a:pt x="78823" y="185907"/>
                </a:lnTo>
                <a:lnTo>
                  <a:pt x="75909" y="188330"/>
                </a:lnTo>
                <a:lnTo>
                  <a:pt x="72765" y="190426"/>
                </a:lnTo>
                <a:lnTo>
                  <a:pt x="69425" y="192260"/>
                </a:lnTo>
                <a:lnTo>
                  <a:pt x="65888" y="193733"/>
                </a:lnTo>
                <a:lnTo>
                  <a:pt x="62221" y="194912"/>
                </a:lnTo>
                <a:lnTo>
                  <a:pt x="58389" y="195698"/>
                </a:lnTo>
                <a:lnTo>
                  <a:pt x="54427" y="196091"/>
                </a:lnTo>
                <a:lnTo>
                  <a:pt x="52396" y="196124"/>
                </a:lnTo>
                <a:lnTo>
                  <a:pt x="52167" y="196124"/>
                </a:lnTo>
                <a:lnTo>
                  <a:pt x="50137" y="196058"/>
                </a:lnTo>
                <a:lnTo>
                  <a:pt x="46174" y="195633"/>
                </a:lnTo>
                <a:lnTo>
                  <a:pt x="42376" y="194814"/>
                </a:lnTo>
                <a:lnTo>
                  <a:pt x="38675" y="193635"/>
                </a:lnTo>
                <a:lnTo>
                  <a:pt x="35171" y="192129"/>
                </a:lnTo>
                <a:lnTo>
                  <a:pt x="31864" y="190295"/>
                </a:lnTo>
                <a:lnTo>
                  <a:pt x="28753" y="188133"/>
                </a:lnTo>
                <a:lnTo>
                  <a:pt x="25871" y="185710"/>
                </a:lnTo>
                <a:lnTo>
                  <a:pt x="23219" y="183025"/>
                </a:lnTo>
                <a:lnTo>
                  <a:pt x="20861" y="180110"/>
                </a:lnTo>
                <a:lnTo>
                  <a:pt x="18798" y="176967"/>
                </a:lnTo>
                <a:lnTo>
                  <a:pt x="17029" y="173626"/>
                </a:lnTo>
                <a:lnTo>
                  <a:pt x="15589" y="170090"/>
                </a:lnTo>
                <a:lnTo>
                  <a:pt x="14508" y="166422"/>
                </a:lnTo>
                <a:lnTo>
                  <a:pt x="13787" y="162591"/>
                </a:lnTo>
                <a:lnTo>
                  <a:pt x="13460" y="158628"/>
                </a:lnTo>
                <a:lnTo>
                  <a:pt x="13460" y="156631"/>
                </a:lnTo>
                <a:lnTo>
                  <a:pt x="13460" y="155124"/>
                </a:lnTo>
                <a:lnTo>
                  <a:pt x="13624" y="152242"/>
                </a:lnTo>
                <a:lnTo>
                  <a:pt x="13951" y="149557"/>
                </a:lnTo>
                <a:lnTo>
                  <a:pt x="14475" y="147003"/>
                </a:lnTo>
                <a:lnTo>
                  <a:pt x="15130" y="144612"/>
                </a:lnTo>
                <a:lnTo>
                  <a:pt x="15916" y="142386"/>
                </a:lnTo>
                <a:lnTo>
                  <a:pt x="17259" y="139307"/>
                </a:lnTo>
                <a:lnTo>
                  <a:pt x="19322" y="135705"/>
                </a:lnTo>
                <a:lnTo>
                  <a:pt x="21483" y="132627"/>
                </a:lnTo>
                <a:lnTo>
                  <a:pt x="24561" y="128926"/>
                </a:lnTo>
                <a:lnTo>
                  <a:pt x="26199" y="127158"/>
                </a:lnTo>
                <a:lnTo>
                  <a:pt x="26199" y="38937"/>
                </a:lnTo>
                <a:lnTo>
                  <a:pt x="26231" y="37594"/>
                </a:lnTo>
                <a:lnTo>
                  <a:pt x="26526" y="34942"/>
                </a:lnTo>
                <a:lnTo>
                  <a:pt x="27083" y="32387"/>
                </a:lnTo>
                <a:lnTo>
                  <a:pt x="27901" y="29931"/>
                </a:lnTo>
                <a:lnTo>
                  <a:pt x="28982" y="27606"/>
                </a:lnTo>
                <a:lnTo>
                  <a:pt x="30292" y="25379"/>
                </a:lnTo>
                <a:lnTo>
                  <a:pt x="31766" y="23284"/>
                </a:lnTo>
                <a:lnTo>
                  <a:pt x="33469" y="21319"/>
                </a:lnTo>
                <a:lnTo>
                  <a:pt x="35335" y="19550"/>
                </a:lnTo>
                <a:lnTo>
                  <a:pt x="37365" y="17946"/>
                </a:lnTo>
                <a:lnTo>
                  <a:pt x="39527" y="16538"/>
                </a:lnTo>
                <a:lnTo>
                  <a:pt x="41819" y="15326"/>
                </a:lnTo>
                <a:lnTo>
                  <a:pt x="44210" y="14311"/>
                </a:lnTo>
                <a:lnTo>
                  <a:pt x="46666" y="13558"/>
                </a:lnTo>
                <a:lnTo>
                  <a:pt x="49220" y="13034"/>
                </a:lnTo>
                <a:lnTo>
                  <a:pt x="51807" y="12772"/>
                </a:lnTo>
                <a:lnTo>
                  <a:pt x="53150" y="12739"/>
                </a:lnTo>
                <a:close/>
                <a:moveTo>
                  <a:pt x="51643" y="0"/>
                </a:moveTo>
                <a:lnTo>
                  <a:pt x="49646" y="33"/>
                </a:lnTo>
                <a:lnTo>
                  <a:pt x="45683" y="426"/>
                </a:lnTo>
                <a:lnTo>
                  <a:pt x="41852" y="1212"/>
                </a:lnTo>
                <a:lnTo>
                  <a:pt x="38184" y="2325"/>
                </a:lnTo>
                <a:lnTo>
                  <a:pt x="34680" y="3799"/>
                </a:lnTo>
                <a:lnTo>
                  <a:pt x="31373" y="5600"/>
                </a:lnTo>
                <a:lnTo>
                  <a:pt x="28262" y="7663"/>
                </a:lnTo>
                <a:lnTo>
                  <a:pt x="25413" y="10054"/>
                </a:lnTo>
                <a:lnTo>
                  <a:pt x="22760" y="12673"/>
                </a:lnTo>
                <a:lnTo>
                  <a:pt x="20402" y="15555"/>
                </a:lnTo>
                <a:lnTo>
                  <a:pt x="18307" y="18666"/>
                </a:lnTo>
                <a:lnTo>
                  <a:pt x="16538" y="21974"/>
                </a:lnTo>
                <a:lnTo>
                  <a:pt x="15065" y="25478"/>
                </a:lnTo>
                <a:lnTo>
                  <a:pt x="13918" y="29145"/>
                </a:lnTo>
                <a:lnTo>
                  <a:pt x="13165" y="32944"/>
                </a:lnTo>
                <a:lnTo>
                  <a:pt x="12772" y="36906"/>
                </a:lnTo>
                <a:lnTo>
                  <a:pt x="12740" y="38937"/>
                </a:lnTo>
                <a:lnTo>
                  <a:pt x="12740" y="122180"/>
                </a:lnTo>
                <a:lnTo>
                  <a:pt x="11299" y="123949"/>
                </a:lnTo>
                <a:lnTo>
                  <a:pt x="8679" y="127616"/>
                </a:lnTo>
                <a:lnTo>
                  <a:pt x="6354" y="131579"/>
                </a:lnTo>
                <a:lnTo>
                  <a:pt x="4356" y="135705"/>
                </a:lnTo>
                <a:lnTo>
                  <a:pt x="2686" y="140060"/>
                </a:lnTo>
                <a:lnTo>
                  <a:pt x="1409" y="144580"/>
                </a:lnTo>
                <a:lnTo>
                  <a:pt x="525" y="149295"/>
                </a:lnTo>
                <a:lnTo>
                  <a:pt x="34" y="154109"/>
                </a:lnTo>
                <a:lnTo>
                  <a:pt x="1" y="156598"/>
                </a:lnTo>
                <a:lnTo>
                  <a:pt x="34" y="159250"/>
                </a:lnTo>
                <a:lnTo>
                  <a:pt x="525" y="164523"/>
                </a:lnTo>
                <a:lnTo>
                  <a:pt x="1573" y="169631"/>
                </a:lnTo>
                <a:lnTo>
                  <a:pt x="3079" y="174543"/>
                </a:lnTo>
                <a:lnTo>
                  <a:pt x="5044" y="179226"/>
                </a:lnTo>
                <a:lnTo>
                  <a:pt x="7434" y="183680"/>
                </a:lnTo>
                <a:lnTo>
                  <a:pt x="10218" y="187904"/>
                </a:lnTo>
                <a:lnTo>
                  <a:pt x="13427" y="191801"/>
                </a:lnTo>
                <a:lnTo>
                  <a:pt x="16931" y="195371"/>
                </a:lnTo>
                <a:lnTo>
                  <a:pt x="20795" y="198580"/>
                </a:lnTo>
                <a:lnTo>
                  <a:pt x="24954" y="201462"/>
                </a:lnTo>
                <a:lnTo>
                  <a:pt x="29408" y="203918"/>
                </a:lnTo>
                <a:lnTo>
                  <a:pt x="34091" y="205915"/>
                </a:lnTo>
                <a:lnTo>
                  <a:pt x="38970" y="207487"/>
                </a:lnTo>
                <a:lnTo>
                  <a:pt x="44079" y="208568"/>
                </a:lnTo>
                <a:lnTo>
                  <a:pt x="49351" y="209157"/>
                </a:lnTo>
                <a:lnTo>
                  <a:pt x="52036" y="209223"/>
                </a:lnTo>
                <a:lnTo>
                  <a:pt x="52757" y="209223"/>
                </a:lnTo>
                <a:lnTo>
                  <a:pt x="55442" y="209190"/>
                </a:lnTo>
                <a:lnTo>
                  <a:pt x="60649" y="208633"/>
                </a:lnTo>
                <a:lnTo>
                  <a:pt x="65724" y="207585"/>
                </a:lnTo>
                <a:lnTo>
                  <a:pt x="70604" y="206079"/>
                </a:lnTo>
                <a:lnTo>
                  <a:pt x="75254" y="204081"/>
                </a:lnTo>
                <a:lnTo>
                  <a:pt x="79675" y="201658"/>
                </a:lnTo>
                <a:lnTo>
                  <a:pt x="83834" y="198842"/>
                </a:lnTo>
                <a:lnTo>
                  <a:pt x="87698" y="195633"/>
                </a:lnTo>
                <a:lnTo>
                  <a:pt x="91235" y="192096"/>
                </a:lnTo>
                <a:lnTo>
                  <a:pt x="94444" y="188199"/>
                </a:lnTo>
                <a:lnTo>
                  <a:pt x="97227" y="184007"/>
                </a:lnTo>
                <a:lnTo>
                  <a:pt x="99651" y="179554"/>
                </a:lnTo>
                <a:lnTo>
                  <a:pt x="101648" y="174871"/>
                </a:lnTo>
                <a:lnTo>
                  <a:pt x="103155" y="169926"/>
                </a:lnTo>
                <a:lnTo>
                  <a:pt x="104202" y="164817"/>
                </a:lnTo>
                <a:lnTo>
                  <a:pt x="104759" y="159545"/>
                </a:lnTo>
                <a:lnTo>
                  <a:pt x="104792" y="156827"/>
                </a:lnTo>
                <a:lnTo>
                  <a:pt x="104759" y="154338"/>
                </a:lnTo>
                <a:lnTo>
                  <a:pt x="104301" y="149459"/>
                </a:lnTo>
                <a:lnTo>
                  <a:pt x="103416" y="144743"/>
                </a:lnTo>
                <a:lnTo>
                  <a:pt x="102107" y="140191"/>
                </a:lnTo>
                <a:lnTo>
                  <a:pt x="100404" y="135803"/>
                </a:lnTo>
                <a:lnTo>
                  <a:pt x="98341" y="131612"/>
                </a:lnTo>
                <a:lnTo>
                  <a:pt x="95950" y="127649"/>
                </a:lnTo>
                <a:lnTo>
                  <a:pt x="93199" y="123949"/>
                </a:lnTo>
                <a:lnTo>
                  <a:pt x="91693" y="122180"/>
                </a:lnTo>
                <a:lnTo>
                  <a:pt x="91693" y="38937"/>
                </a:lnTo>
                <a:lnTo>
                  <a:pt x="91660" y="36906"/>
                </a:lnTo>
                <a:lnTo>
                  <a:pt x="91235" y="32944"/>
                </a:lnTo>
                <a:lnTo>
                  <a:pt x="90416" y="29145"/>
                </a:lnTo>
                <a:lnTo>
                  <a:pt x="89237" y="25478"/>
                </a:lnTo>
                <a:lnTo>
                  <a:pt x="87698" y="21974"/>
                </a:lnTo>
                <a:lnTo>
                  <a:pt x="85799" y="18666"/>
                </a:lnTo>
                <a:lnTo>
                  <a:pt x="83637" y="15555"/>
                </a:lnTo>
                <a:lnTo>
                  <a:pt x="81148" y="12673"/>
                </a:lnTo>
                <a:lnTo>
                  <a:pt x="78430" y="10054"/>
                </a:lnTo>
                <a:lnTo>
                  <a:pt x="75450" y="7663"/>
                </a:lnTo>
                <a:lnTo>
                  <a:pt x="72241" y="5600"/>
                </a:lnTo>
                <a:lnTo>
                  <a:pt x="68835" y="3799"/>
                </a:lnTo>
                <a:lnTo>
                  <a:pt x="65266" y="2325"/>
                </a:lnTo>
                <a:lnTo>
                  <a:pt x="61533" y="1212"/>
                </a:lnTo>
                <a:lnTo>
                  <a:pt x="57669" y="426"/>
                </a:lnTo>
                <a:lnTo>
                  <a:pt x="53674" y="33"/>
                </a:lnTo>
                <a:lnTo>
                  <a:pt x="51643" y="0"/>
                </a:ln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4" name="Google Shape;3064;p173"/>
          <p:cNvSpPr/>
          <p:nvPr/>
        </p:nvSpPr>
        <p:spPr>
          <a:xfrm>
            <a:off x="16274394" y="6792486"/>
            <a:ext cx="412158" cy="478897"/>
          </a:xfrm>
          <a:custGeom>
            <a:rect b="b" l="l" r="r" t="t"/>
            <a:pathLst>
              <a:path extrusionOk="0" h="209583" w="183385">
                <a:moveTo>
                  <a:pt x="91692" y="13099"/>
                </a:moveTo>
                <a:lnTo>
                  <a:pt x="96212" y="13132"/>
                </a:lnTo>
                <a:lnTo>
                  <a:pt x="105021" y="13459"/>
                </a:lnTo>
                <a:lnTo>
                  <a:pt x="113469" y="14081"/>
                </a:lnTo>
                <a:lnTo>
                  <a:pt x="121558" y="14966"/>
                </a:lnTo>
                <a:lnTo>
                  <a:pt x="129221" y="16112"/>
                </a:lnTo>
                <a:lnTo>
                  <a:pt x="136425" y="17520"/>
                </a:lnTo>
                <a:lnTo>
                  <a:pt x="143138" y="19124"/>
                </a:lnTo>
                <a:lnTo>
                  <a:pt x="149295" y="20958"/>
                </a:lnTo>
                <a:lnTo>
                  <a:pt x="152111" y="21941"/>
                </a:lnTo>
                <a:lnTo>
                  <a:pt x="154862" y="22923"/>
                </a:lnTo>
                <a:lnTo>
                  <a:pt x="159577" y="24986"/>
                </a:lnTo>
                <a:lnTo>
                  <a:pt x="163474" y="27049"/>
                </a:lnTo>
                <a:lnTo>
                  <a:pt x="166553" y="29047"/>
                </a:lnTo>
                <a:lnTo>
                  <a:pt x="167764" y="29997"/>
                </a:lnTo>
                <a:lnTo>
                  <a:pt x="168976" y="31143"/>
                </a:lnTo>
                <a:lnTo>
                  <a:pt x="170155" y="32616"/>
                </a:lnTo>
                <a:lnTo>
                  <a:pt x="170286" y="32944"/>
                </a:lnTo>
                <a:lnTo>
                  <a:pt x="170286" y="32977"/>
                </a:lnTo>
                <a:lnTo>
                  <a:pt x="170319" y="33009"/>
                </a:lnTo>
                <a:lnTo>
                  <a:pt x="170319" y="33042"/>
                </a:lnTo>
                <a:lnTo>
                  <a:pt x="170286" y="32977"/>
                </a:lnTo>
                <a:lnTo>
                  <a:pt x="170286" y="74533"/>
                </a:lnTo>
                <a:lnTo>
                  <a:pt x="169140" y="75352"/>
                </a:lnTo>
                <a:lnTo>
                  <a:pt x="166585" y="76956"/>
                </a:lnTo>
                <a:lnTo>
                  <a:pt x="163671" y="78528"/>
                </a:lnTo>
                <a:lnTo>
                  <a:pt x="160462" y="80067"/>
                </a:lnTo>
                <a:lnTo>
                  <a:pt x="156925" y="81541"/>
                </a:lnTo>
                <a:lnTo>
                  <a:pt x="153061" y="82949"/>
                </a:lnTo>
                <a:lnTo>
                  <a:pt x="148902" y="84292"/>
                </a:lnTo>
                <a:lnTo>
                  <a:pt x="144448" y="85536"/>
                </a:lnTo>
                <a:lnTo>
                  <a:pt x="142090" y="86125"/>
                </a:lnTo>
                <a:lnTo>
                  <a:pt x="139405" y="86780"/>
                </a:lnTo>
                <a:lnTo>
                  <a:pt x="133805" y="87927"/>
                </a:lnTo>
                <a:lnTo>
                  <a:pt x="127911" y="88974"/>
                </a:lnTo>
                <a:lnTo>
                  <a:pt x="121787" y="89826"/>
                </a:lnTo>
                <a:lnTo>
                  <a:pt x="115434" y="90546"/>
                </a:lnTo>
                <a:lnTo>
                  <a:pt x="108885" y="91103"/>
                </a:lnTo>
                <a:lnTo>
                  <a:pt x="102139" y="91496"/>
                </a:lnTo>
                <a:lnTo>
                  <a:pt x="95196" y="91692"/>
                </a:lnTo>
                <a:lnTo>
                  <a:pt x="88123" y="91692"/>
                </a:lnTo>
                <a:lnTo>
                  <a:pt x="81115" y="91496"/>
                </a:lnTo>
                <a:lnTo>
                  <a:pt x="74336" y="91103"/>
                </a:lnTo>
                <a:lnTo>
                  <a:pt x="67787" y="90546"/>
                </a:lnTo>
                <a:lnTo>
                  <a:pt x="61467" y="89826"/>
                </a:lnTo>
                <a:lnTo>
                  <a:pt x="55376" y="88974"/>
                </a:lnTo>
                <a:lnTo>
                  <a:pt x="49547" y="87927"/>
                </a:lnTo>
                <a:lnTo>
                  <a:pt x="43980" y="86780"/>
                </a:lnTo>
                <a:lnTo>
                  <a:pt x="41294" y="86125"/>
                </a:lnTo>
                <a:lnTo>
                  <a:pt x="38937" y="85536"/>
                </a:lnTo>
                <a:lnTo>
                  <a:pt x="34483" y="84292"/>
                </a:lnTo>
                <a:lnTo>
                  <a:pt x="30324" y="82949"/>
                </a:lnTo>
                <a:lnTo>
                  <a:pt x="26460" y="81541"/>
                </a:lnTo>
                <a:lnTo>
                  <a:pt x="22923" y="80067"/>
                </a:lnTo>
                <a:lnTo>
                  <a:pt x="19681" y="78528"/>
                </a:lnTo>
                <a:lnTo>
                  <a:pt x="16799" y="76956"/>
                </a:lnTo>
                <a:lnTo>
                  <a:pt x="14245" y="75352"/>
                </a:lnTo>
                <a:lnTo>
                  <a:pt x="13099" y="74533"/>
                </a:lnTo>
                <a:lnTo>
                  <a:pt x="13099" y="32977"/>
                </a:lnTo>
                <a:lnTo>
                  <a:pt x="13066" y="33042"/>
                </a:lnTo>
                <a:lnTo>
                  <a:pt x="13066" y="33009"/>
                </a:lnTo>
                <a:lnTo>
                  <a:pt x="13099" y="32977"/>
                </a:lnTo>
                <a:lnTo>
                  <a:pt x="13099" y="32944"/>
                </a:lnTo>
                <a:lnTo>
                  <a:pt x="13230" y="32616"/>
                </a:lnTo>
                <a:lnTo>
                  <a:pt x="14376" y="31143"/>
                </a:lnTo>
                <a:lnTo>
                  <a:pt x="15653" y="29997"/>
                </a:lnTo>
                <a:lnTo>
                  <a:pt x="16865" y="29047"/>
                </a:lnTo>
                <a:lnTo>
                  <a:pt x="19910" y="27049"/>
                </a:lnTo>
                <a:lnTo>
                  <a:pt x="23807" y="24986"/>
                </a:lnTo>
                <a:lnTo>
                  <a:pt x="28523" y="22923"/>
                </a:lnTo>
                <a:lnTo>
                  <a:pt x="31274" y="21941"/>
                </a:lnTo>
                <a:lnTo>
                  <a:pt x="34090" y="20958"/>
                </a:lnTo>
                <a:lnTo>
                  <a:pt x="40246" y="19124"/>
                </a:lnTo>
                <a:lnTo>
                  <a:pt x="46960" y="17520"/>
                </a:lnTo>
                <a:lnTo>
                  <a:pt x="54164" y="16112"/>
                </a:lnTo>
                <a:lnTo>
                  <a:pt x="61827" y="14966"/>
                </a:lnTo>
                <a:lnTo>
                  <a:pt x="69915" y="14081"/>
                </a:lnTo>
                <a:lnTo>
                  <a:pt x="78364" y="13459"/>
                </a:lnTo>
                <a:lnTo>
                  <a:pt x="87173" y="13132"/>
                </a:lnTo>
                <a:lnTo>
                  <a:pt x="91692" y="13099"/>
                </a:lnTo>
                <a:close/>
                <a:moveTo>
                  <a:pt x="170286" y="89859"/>
                </a:moveTo>
                <a:lnTo>
                  <a:pt x="170286" y="126929"/>
                </a:lnTo>
                <a:lnTo>
                  <a:pt x="169140" y="127747"/>
                </a:lnTo>
                <a:lnTo>
                  <a:pt x="166585" y="129352"/>
                </a:lnTo>
                <a:lnTo>
                  <a:pt x="163671" y="130924"/>
                </a:lnTo>
                <a:lnTo>
                  <a:pt x="160462" y="132463"/>
                </a:lnTo>
                <a:lnTo>
                  <a:pt x="156925" y="133936"/>
                </a:lnTo>
                <a:lnTo>
                  <a:pt x="153061" y="135345"/>
                </a:lnTo>
                <a:lnTo>
                  <a:pt x="148902" y="136687"/>
                </a:lnTo>
                <a:lnTo>
                  <a:pt x="144448" y="137932"/>
                </a:lnTo>
                <a:lnTo>
                  <a:pt x="142090" y="138521"/>
                </a:lnTo>
                <a:lnTo>
                  <a:pt x="139405" y="139176"/>
                </a:lnTo>
                <a:lnTo>
                  <a:pt x="133805" y="140322"/>
                </a:lnTo>
                <a:lnTo>
                  <a:pt x="127911" y="141370"/>
                </a:lnTo>
                <a:lnTo>
                  <a:pt x="121787" y="142222"/>
                </a:lnTo>
                <a:lnTo>
                  <a:pt x="115434" y="142942"/>
                </a:lnTo>
                <a:lnTo>
                  <a:pt x="108885" y="143499"/>
                </a:lnTo>
                <a:lnTo>
                  <a:pt x="102139" y="143892"/>
                </a:lnTo>
                <a:lnTo>
                  <a:pt x="95196" y="144088"/>
                </a:lnTo>
                <a:lnTo>
                  <a:pt x="88123" y="144088"/>
                </a:lnTo>
                <a:lnTo>
                  <a:pt x="81115" y="143892"/>
                </a:lnTo>
                <a:lnTo>
                  <a:pt x="74336" y="143499"/>
                </a:lnTo>
                <a:lnTo>
                  <a:pt x="67787" y="142942"/>
                </a:lnTo>
                <a:lnTo>
                  <a:pt x="61467" y="142222"/>
                </a:lnTo>
                <a:lnTo>
                  <a:pt x="55376" y="141370"/>
                </a:lnTo>
                <a:lnTo>
                  <a:pt x="49547" y="140322"/>
                </a:lnTo>
                <a:lnTo>
                  <a:pt x="43980" y="139176"/>
                </a:lnTo>
                <a:lnTo>
                  <a:pt x="41294" y="138521"/>
                </a:lnTo>
                <a:lnTo>
                  <a:pt x="38937" y="137932"/>
                </a:lnTo>
                <a:lnTo>
                  <a:pt x="34483" y="136687"/>
                </a:lnTo>
                <a:lnTo>
                  <a:pt x="30324" y="135345"/>
                </a:lnTo>
                <a:lnTo>
                  <a:pt x="26460" y="133936"/>
                </a:lnTo>
                <a:lnTo>
                  <a:pt x="22923" y="132463"/>
                </a:lnTo>
                <a:lnTo>
                  <a:pt x="19681" y="130924"/>
                </a:lnTo>
                <a:lnTo>
                  <a:pt x="16799" y="129352"/>
                </a:lnTo>
                <a:lnTo>
                  <a:pt x="14245" y="127747"/>
                </a:lnTo>
                <a:lnTo>
                  <a:pt x="13099" y="126929"/>
                </a:lnTo>
                <a:lnTo>
                  <a:pt x="13099" y="89859"/>
                </a:lnTo>
                <a:lnTo>
                  <a:pt x="15784" y="91201"/>
                </a:lnTo>
                <a:lnTo>
                  <a:pt x="21613" y="93690"/>
                </a:lnTo>
                <a:lnTo>
                  <a:pt x="27901" y="95950"/>
                </a:lnTo>
                <a:lnTo>
                  <a:pt x="34647" y="97947"/>
                </a:lnTo>
                <a:lnTo>
                  <a:pt x="38151" y="98864"/>
                </a:lnTo>
                <a:lnTo>
                  <a:pt x="41065" y="99552"/>
                </a:lnTo>
                <a:lnTo>
                  <a:pt x="47091" y="100796"/>
                </a:lnTo>
                <a:lnTo>
                  <a:pt x="53378" y="101910"/>
                </a:lnTo>
                <a:lnTo>
                  <a:pt x="59928" y="102827"/>
                </a:lnTo>
                <a:lnTo>
                  <a:pt x="66673" y="103612"/>
                </a:lnTo>
                <a:lnTo>
                  <a:pt x="73616" y="104169"/>
                </a:lnTo>
                <a:lnTo>
                  <a:pt x="80722" y="104562"/>
                </a:lnTo>
                <a:lnTo>
                  <a:pt x="87992" y="104759"/>
                </a:lnTo>
                <a:lnTo>
                  <a:pt x="91692" y="104791"/>
                </a:lnTo>
                <a:lnTo>
                  <a:pt x="95393" y="104759"/>
                </a:lnTo>
                <a:lnTo>
                  <a:pt x="102663" y="104562"/>
                </a:lnTo>
                <a:lnTo>
                  <a:pt x="109769" y="104169"/>
                </a:lnTo>
                <a:lnTo>
                  <a:pt x="116711" y="103612"/>
                </a:lnTo>
                <a:lnTo>
                  <a:pt x="123457" y="102827"/>
                </a:lnTo>
                <a:lnTo>
                  <a:pt x="130007" y="101910"/>
                </a:lnTo>
                <a:lnTo>
                  <a:pt x="136294" y="100796"/>
                </a:lnTo>
                <a:lnTo>
                  <a:pt x="142320" y="99552"/>
                </a:lnTo>
                <a:lnTo>
                  <a:pt x="145234" y="98864"/>
                </a:lnTo>
                <a:lnTo>
                  <a:pt x="148738" y="97947"/>
                </a:lnTo>
                <a:lnTo>
                  <a:pt x="155484" y="95950"/>
                </a:lnTo>
                <a:lnTo>
                  <a:pt x="161772" y="93690"/>
                </a:lnTo>
                <a:lnTo>
                  <a:pt x="167601" y="91201"/>
                </a:lnTo>
                <a:lnTo>
                  <a:pt x="170286" y="89859"/>
                </a:lnTo>
                <a:close/>
                <a:moveTo>
                  <a:pt x="170286" y="142254"/>
                </a:moveTo>
                <a:lnTo>
                  <a:pt x="170286" y="176672"/>
                </a:lnTo>
                <a:lnTo>
                  <a:pt x="170155" y="176966"/>
                </a:lnTo>
                <a:lnTo>
                  <a:pt x="168976" y="178440"/>
                </a:lnTo>
                <a:lnTo>
                  <a:pt x="167764" y="179586"/>
                </a:lnTo>
                <a:lnTo>
                  <a:pt x="166553" y="180536"/>
                </a:lnTo>
                <a:lnTo>
                  <a:pt x="163474" y="182533"/>
                </a:lnTo>
                <a:lnTo>
                  <a:pt x="159577" y="184597"/>
                </a:lnTo>
                <a:lnTo>
                  <a:pt x="154862" y="186627"/>
                </a:lnTo>
                <a:lnTo>
                  <a:pt x="152111" y="187642"/>
                </a:lnTo>
                <a:lnTo>
                  <a:pt x="149295" y="188624"/>
                </a:lnTo>
                <a:lnTo>
                  <a:pt x="143138" y="190458"/>
                </a:lnTo>
                <a:lnTo>
                  <a:pt x="136425" y="192063"/>
                </a:lnTo>
                <a:lnTo>
                  <a:pt x="129221" y="193471"/>
                </a:lnTo>
                <a:lnTo>
                  <a:pt x="121558" y="194617"/>
                </a:lnTo>
                <a:lnTo>
                  <a:pt x="113469" y="195501"/>
                </a:lnTo>
                <a:lnTo>
                  <a:pt x="105021" y="196124"/>
                </a:lnTo>
                <a:lnTo>
                  <a:pt x="96212" y="196451"/>
                </a:lnTo>
                <a:lnTo>
                  <a:pt x="91692" y="196484"/>
                </a:lnTo>
                <a:lnTo>
                  <a:pt x="87173" y="196451"/>
                </a:lnTo>
                <a:lnTo>
                  <a:pt x="78364" y="196124"/>
                </a:lnTo>
                <a:lnTo>
                  <a:pt x="69915" y="195501"/>
                </a:lnTo>
                <a:lnTo>
                  <a:pt x="61827" y="194617"/>
                </a:lnTo>
                <a:lnTo>
                  <a:pt x="54164" y="193471"/>
                </a:lnTo>
                <a:lnTo>
                  <a:pt x="46960" y="192063"/>
                </a:lnTo>
                <a:lnTo>
                  <a:pt x="40246" y="190458"/>
                </a:lnTo>
                <a:lnTo>
                  <a:pt x="34090" y="188624"/>
                </a:lnTo>
                <a:lnTo>
                  <a:pt x="31274" y="187642"/>
                </a:lnTo>
                <a:lnTo>
                  <a:pt x="28523" y="186627"/>
                </a:lnTo>
                <a:lnTo>
                  <a:pt x="23807" y="184597"/>
                </a:lnTo>
                <a:lnTo>
                  <a:pt x="19910" y="182533"/>
                </a:lnTo>
                <a:lnTo>
                  <a:pt x="16865" y="180536"/>
                </a:lnTo>
                <a:lnTo>
                  <a:pt x="15653" y="179586"/>
                </a:lnTo>
                <a:lnTo>
                  <a:pt x="14376" y="178440"/>
                </a:lnTo>
                <a:lnTo>
                  <a:pt x="13230" y="176966"/>
                </a:lnTo>
                <a:lnTo>
                  <a:pt x="13099" y="176672"/>
                </a:lnTo>
                <a:lnTo>
                  <a:pt x="13099" y="142254"/>
                </a:lnTo>
                <a:lnTo>
                  <a:pt x="15784" y="143597"/>
                </a:lnTo>
                <a:lnTo>
                  <a:pt x="21613" y="146086"/>
                </a:lnTo>
                <a:lnTo>
                  <a:pt x="27901" y="148345"/>
                </a:lnTo>
                <a:lnTo>
                  <a:pt x="34647" y="150343"/>
                </a:lnTo>
                <a:lnTo>
                  <a:pt x="38151" y="151260"/>
                </a:lnTo>
                <a:lnTo>
                  <a:pt x="41065" y="151947"/>
                </a:lnTo>
                <a:lnTo>
                  <a:pt x="47091" y="153192"/>
                </a:lnTo>
                <a:lnTo>
                  <a:pt x="53378" y="154305"/>
                </a:lnTo>
                <a:lnTo>
                  <a:pt x="59928" y="155222"/>
                </a:lnTo>
                <a:lnTo>
                  <a:pt x="66673" y="156008"/>
                </a:lnTo>
                <a:lnTo>
                  <a:pt x="73616" y="156565"/>
                </a:lnTo>
                <a:lnTo>
                  <a:pt x="80722" y="156958"/>
                </a:lnTo>
                <a:lnTo>
                  <a:pt x="87992" y="157154"/>
                </a:lnTo>
                <a:lnTo>
                  <a:pt x="91692" y="157187"/>
                </a:lnTo>
                <a:lnTo>
                  <a:pt x="95393" y="157154"/>
                </a:lnTo>
                <a:lnTo>
                  <a:pt x="102663" y="156958"/>
                </a:lnTo>
                <a:lnTo>
                  <a:pt x="109769" y="156565"/>
                </a:lnTo>
                <a:lnTo>
                  <a:pt x="116711" y="156008"/>
                </a:lnTo>
                <a:lnTo>
                  <a:pt x="123457" y="155222"/>
                </a:lnTo>
                <a:lnTo>
                  <a:pt x="130007" y="154305"/>
                </a:lnTo>
                <a:lnTo>
                  <a:pt x="136294" y="153192"/>
                </a:lnTo>
                <a:lnTo>
                  <a:pt x="142320" y="151947"/>
                </a:lnTo>
                <a:lnTo>
                  <a:pt x="145234" y="151260"/>
                </a:lnTo>
                <a:lnTo>
                  <a:pt x="148738" y="150343"/>
                </a:lnTo>
                <a:lnTo>
                  <a:pt x="155484" y="148345"/>
                </a:lnTo>
                <a:lnTo>
                  <a:pt x="161772" y="146086"/>
                </a:lnTo>
                <a:lnTo>
                  <a:pt x="167601" y="143597"/>
                </a:lnTo>
                <a:lnTo>
                  <a:pt x="170286" y="142254"/>
                </a:lnTo>
                <a:close/>
                <a:moveTo>
                  <a:pt x="91692" y="0"/>
                </a:moveTo>
                <a:lnTo>
                  <a:pt x="86977" y="33"/>
                </a:lnTo>
                <a:lnTo>
                  <a:pt x="77709" y="360"/>
                </a:lnTo>
                <a:lnTo>
                  <a:pt x="68769" y="1015"/>
                </a:lnTo>
                <a:lnTo>
                  <a:pt x="60157" y="1965"/>
                </a:lnTo>
                <a:lnTo>
                  <a:pt x="51937" y="3209"/>
                </a:lnTo>
                <a:lnTo>
                  <a:pt x="44143" y="4716"/>
                </a:lnTo>
                <a:lnTo>
                  <a:pt x="36808" y="6484"/>
                </a:lnTo>
                <a:lnTo>
                  <a:pt x="30029" y="8514"/>
                </a:lnTo>
                <a:lnTo>
                  <a:pt x="23807" y="10708"/>
                </a:lnTo>
                <a:lnTo>
                  <a:pt x="18175" y="13132"/>
                </a:lnTo>
                <a:lnTo>
                  <a:pt x="13230" y="15751"/>
                </a:lnTo>
                <a:lnTo>
                  <a:pt x="9006" y="18535"/>
                </a:lnTo>
                <a:lnTo>
                  <a:pt x="6353" y="20729"/>
                </a:lnTo>
                <a:lnTo>
                  <a:pt x="4814" y="22235"/>
                </a:lnTo>
                <a:lnTo>
                  <a:pt x="3471" y="23775"/>
                </a:lnTo>
                <a:lnTo>
                  <a:pt x="2325" y="25346"/>
                </a:lnTo>
                <a:lnTo>
                  <a:pt x="1408" y="26951"/>
                </a:lnTo>
                <a:lnTo>
                  <a:pt x="720" y="28588"/>
                </a:lnTo>
                <a:lnTo>
                  <a:pt x="262" y="30226"/>
                </a:lnTo>
                <a:lnTo>
                  <a:pt x="33" y="31896"/>
                </a:lnTo>
                <a:lnTo>
                  <a:pt x="0" y="32747"/>
                </a:lnTo>
                <a:lnTo>
                  <a:pt x="0" y="176835"/>
                </a:lnTo>
                <a:lnTo>
                  <a:pt x="33" y="177687"/>
                </a:lnTo>
                <a:lnTo>
                  <a:pt x="262" y="179357"/>
                </a:lnTo>
                <a:lnTo>
                  <a:pt x="720" y="180994"/>
                </a:lnTo>
                <a:lnTo>
                  <a:pt x="1408" y="182632"/>
                </a:lnTo>
                <a:lnTo>
                  <a:pt x="2325" y="184236"/>
                </a:lnTo>
                <a:lnTo>
                  <a:pt x="3471" y="185808"/>
                </a:lnTo>
                <a:lnTo>
                  <a:pt x="4814" y="187347"/>
                </a:lnTo>
                <a:lnTo>
                  <a:pt x="6353" y="188854"/>
                </a:lnTo>
                <a:lnTo>
                  <a:pt x="9006" y="191048"/>
                </a:lnTo>
                <a:lnTo>
                  <a:pt x="13230" y="193831"/>
                </a:lnTo>
                <a:lnTo>
                  <a:pt x="18175" y="196451"/>
                </a:lnTo>
                <a:lnTo>
                  <a:pt x="23807" y="198874"/>
                </a:lnTo>
                <a:lnTo>
                  <a:pt x="30029" y="201101"/>
                </a:lnTo>
                <a:lnTo>
                  <a:pt x="36808" y="203099"/>
                </a:lnTo>
                <a:lnTo>
                  <a:pt x="44143" y="204867"/>
                </a:lnTo>
                <a:lnTo>
                  <a:pt x="51937" y="206374"/>
                </a:lnTo>
                <a:lnTo>
                  <a:pt x="60157" y="207618"/>
                </a:lnTo>
                <a:lnTo>
                  <a:pt x="68769" y="208568"/>
                </a:lnTo>
                <a:lnTo>
                  <a:pt x="77709" y="209223"/>
                </a:lnTo>
                <a:lnTo>
                  <a:pt x="86977" y="209550"/>
                </a:lnTo>
                <a:lnTo>
                  <a:pt x="91692" y="209583"/>
                </a:lnTo>
                <a:lnTo>
                  <a:pt x="96408" y="209550"/>
                </a:lnTo>
                <a:lnTo>
                  <a:pt x="105675" y="209223"/>
                </a:lnTo>
                <a:lnTo>
                  <a:pt x="114615" y="208568"/>
                </a:lnTo>
                <a:lnTo>
                  <a:pt x="123228" y="207618"/>
                </a:lnTo>
                <a:lnTo>
                  <a:pt x="131448" y="206374"/>
                </a:lnTo>
                <a:lnTo>
                  <a:pt x="139241" y="204867"/>
                </a:lnTo>
                <a:lnTo>
                  <a:pt x="146577" y="203099"/>
                </a:lnTo>
                <a:lnTo>
                  <a:pt x="153356" y="201101"/>
                </a:lnTo>
                <a:lnTo>
                  <a:pt x="159577" y="198874"/>
                </a:lnTo>
                <a:lnTo>
                  <a:pt x="165210" y="196451"/>
                </a:lnTo>
                <a:lnTo>
                  <a:pt x="170155" y="193831"/>
                </a:lnTo>
                <a:lnTo>
                  <a:pt x="174379" y="191048"/>
                </a:lnTo>
                <a:lnTo>
                  <a:pt x="177032" y="188854"/>
                </a:lnTo>
                <a:lnTo>
                  <a:pt x="178571" y="187347"/>
                </a:lnTo>
                <a:lnTo>
                  <a:pt x="179914" y="185808"/>
                </a:lnTo>
                <a:lnTo>
                  <a:pt x="181060" y="184236"/>
                </a:lnTo>
                <a:lnTo>
                  <a:pt x="181977" y="182632"/>
                </a:lnTo>
                <a:lnTo>
                  <a:pt x="182664" y="180994"/>
                </a:lnTo>
                <a:lnTo>
                  <a:pt x="183123" y="179357"/>
                </a:lnTo>
                <a:lnTo>
                  <a:pt x="183352" y="177687"/>
                </a:lnTo>
                <a:lnTo>
                  <a:pt x="183385" y="176835"/>
                </a:lnTo>
                <a:lnTo>
                  <a:pt x="183385" y="32747"/>
                </a:lnTo>
                <a:lnTo>
                  <a:pt x="183352" y="31896"/>
                </a:lnTo>
                <a:lnTo>
                  <a:pt x="183123" y="30226"/>
                </a:lnTo>
                <a:lnTo>
                  <a:pt x="182664" y="28588"/>
                </a:lnTo>
                <a:lnTo>
                  <a:pt x="181977" y="26951"/>
                </a:lnTo>
                <a:lnTo>
                  <a:pt x="181060" y="25346"/>
                </a:lnTo>
                <a:lnTo>
                  <a:pt x="179914" y="23775"/>
                </a:lnTo>
                <a:lnTo>
                  <a:pt x="178571" y="22235"/>
                </a:lnTo>
                <a:lnTo>
                  <a:pt x="177032" y="20729"/>
                </a:lnTo>
                <a:lnTo>
                  <a:pt x="174379" y="18535"/>
                </a:lnTo>
                <a:lnTo>
                  <a:pt x="170155" y="15751"/>
                </a:lnTo>
                <a:lnTo>
                  <a:pt x="165210" y="13132"/>
                </a:lnTo>
                <a:lnTo>
                  <a:pt x="159577" y="10708"/>
                </a:lnTo>
                <a:lnTo>
                  <a:pt x="153356" y="8514"/>
                </a:lnTo>
                <a:lnTo>
                  <a:pt x="146577" y="6484"/>
                </a:lnTo>
                <a:lnTo>
                  <a:pt x="139241" y="4716"/>
                </a:lnTo>
                <a:lnTo>
                  <a:pt x="131448" y="3209"/>
                </a:lnTo>
                <a:lnTo>
                  <a:pt x="123228" y="1965"/>
                </a:lnTo>
                <a:lnTo>
                  <a:pt x="114615" y="1015"/>
                </a:lnTo>
                <a:lnTo>
                  <a:pt x="105675" y="360"/>
                </a:lnTo>
                <a:lnTo>
                  <a:pt x="96408" y="33"/>
                </a:lnTo>
                <a:lnTo>
                  <a:pt x="91692" y="0"/>
                </a:ln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sz="1309"/>
          </a:p>
        </p:txBody>
      </p:sp>
      <p:sp>
        <p:nvSpPr>
          <p:cNvPr id="3065" name="Google Shape;3065;p173"/>
          <p:cNvSpPr/>
          <p:nvPr/>
        </p:nvSpPr>
        <p:spPr>
          <a:xfrm>
            <a:off x="16190724" y="7692924"/>
            <a:ext cx="555845" cy="555845"/>
          </a:xfrm>
          <a:custGeom>
            <a:rect b="b" l="l" r="r" t="t"/>
            <a:pathLst>
              <a:path extrusionOk="0" h="208768" w="208768">
                <a:moveTo>
                  <a:pt x="143527" y="71756"/>
                </a:moveTo>
                <a:cubicBezTo>
                  <a:pt x="141856" y="71756"/>
                  <a:pt x="140184" y="72400"/>
                  <a:pt x="138928" y="73688"/>
                </a:cubicBezTo>
                <a:lnTo>
                  <a:pt x="91336" y="121248"/>
                </a:lnTo>
                <a:lnTo>
                  <a:pt x="69839" y="99784"/>
                </a:lnTo>
                <a:cubicBezTo>
                  <a:pt x="68583" y="98496"/>
                  <a:pt x="66911" y="97851"/>
                  <a:pt x="65240" y="97851"/>
                </a:cubicBezTo>
                <a:cubicBezTo>
                  <a:pt x="63568" y="97851"/>
                  <a:pt x="61896" y="98496"/>
                  <a:pt x="60640" y="99784"/>
                </a:cubicBezTo>
                <a:cubicBezTo>
                  <a:pt x="58063" y="102296"/>
                  <a:pt x="58063" y="106471"/>
                  <a:pt x="60640" y="108983"/>
                </a:cubicBezTo>
                <a:lnTo>
                  <a:pt x="86736" y="135079"/>
                </a:lnTo>
                <a:cubicBezTo>
                  <a:pt x="87992" y="136367"/>
                  <a:pt x="89664" y="137012"/>
                  <a:pt x="91336" y="137012"/>
                </a:cubicBezTo>
                <a:cubicBezTo>
                  <a:pt x="93007" y="137012"/>
                  <a:pt x="94679" y="136367"/>
                  <a:pt x="95935" y="135079"/>
                </a:cubicBezTo>
                <a:lnTo>
                  <a:pt x="148127" y="82887"/>
                </a:lnTo>
                <a:cubicBezTo>
                  <a:pt x="150704" y="80375"/>
                  <a:pt x="150704" y="76200"/>
                  <a:pt x="148127" y="73688"/>
                </a:cubicBezTo>
                <a:cubicBezTo>
                  <a:pt x="146871" y="72400"/>
                  <a:pt x="145199" y="71756"/>
                  <a:pt x="143527" y="71756"/>
                </a:cubicBezTo>
                <a:close/>
                <a:moveTo>
                  <a:pt x="104384" y="13048"/>
                </a:moveTo>
                <a:cubicBezTo>
                  <a:pt x="154814" y="13048"/>
                  <a:pt x="195719" y="53953"/>
                  <a:pt x="195719" y="104384"/>
                </a:cubicBezTo>
                <a:cubicBezTo>
                  <a:pt x="195719" y="154814"/>
                  <a:pt x="154814" y="195719"/>
                  <a:pt x="104384" y="195719"/>
                </a:cubicBezTo>
                <a:cubicBezTo>
                  <a:pt x="53953" y="195719"/>
                  <a:pt x="13048" y="154814"/>
                  <a:pt x="13048" y="104384"/>
                </a:cubicBezTo>
                <a:cubicBezTo>
                  <a:pt x="13048" y="53953"/>
                  <a:pt x="53953" y="13048"/>
                  <a:pt x="104384" y="13048"/>
                </a:cubicBezTo>
                <a:close/>
                <a:moveTo>
                  <a:pt x="104384" y="0"/>
                </a:moveTo>
                <a:cubicBezTo>
                  <a:pt x="46744" y="0"/>
                  <a:pt x="0" y="46744"/>
                  <a:pt x="0" y="104384"/>
                </a:cubicBezTo>
                <a:cubicBezTo>
                  <a:pt x="0" y="162055"/>
                  <a:pt x="46744" y="208767"/>
                  <a:pt x="104384" y="208767"/>
                </a:cubicBezTo>
                <a:cubicBezTo>
                  <a:pt x="162055" y="208767"/>
                  <a:pt x="208767" y="162055"/>
                  <a:pt x="208767" y="104384"/>
                </a:cubicBezTo>
                <a:cubicBezTo>
                  <a:pt x="208767" y="46744"/>
                  <a:pt x="162055" y="0"/>
                  <a:pt x="104384" y="0"/>
                </a:cubicBez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
        <p:nvSpPr>
          <p:cNvPr id="3066" name="Google Shape;3066;p173"/>
          <p:cNvSpPr/>
          <p:nvPr/>
        </p:nvSpPr>
        <p:spPr>
          <a:xfrm>
            <a:off x="16190825" y="8620901"/>
            <a:ext cx="555845" cy="555845"/>
          </a:xfrm>
          <a:custGeom>
            <a:rect b="b" l="l" r="r" t="t"/>
            <a:pathLst>
              <a:path extrusionOk="0" h="208768" w="208768">
                <a:moveTo>
                  <a:pt x="78288" y="71756"/>
                </a:moveTo>
                <a:cubicBezTo>
                  <a:pt x="76616" y="71756"/>
                  <a:pt x="74944" y="72400"/>
                  <a:pt x="73688" y="73688"/>
                </a:cubicBezTo>
                <a:cubicBezTo>
                  <a:pt x="71111" y="76200"/>
                  <a:pt x="71111" y="80375"/>
                  <a:pt x="73688" y="82887"/>
                </a:cubicBezTo>
                <a:lnTo>
                  <a:pt x="95185" y="104384"/>
                </a:lnTo>
                <a:lnTo>
                  <a:pt x="73688" y="125880"/>
                </a:lnTo>
                <a:cubicBezTo>
                  <a:pt x="71111" y="128392"/>
                  <a:pt x="71111" y="132567"/>
                  <a:pt x="73688" y="135079"/>
                </a:cubicBezTo>
                <a:cubicBezTo>
                  <a:pt x="74944" y="136367"/>
                  <a:pt x="76616" y="137012"/>
                  <a:pt x="78288" y="137012"/>
                </a:cubicBezTo>
                <a:cubicBezTo>
                  <a:pt x="79959" y="137012"/>
                  <a:pt x="81631" y="136367"/>
                  <a:pt x="82887" y="135079"/>
                </a:cubicBezTo>
                <a:lnTo>
                  <a:pt x="104384" y="113615"/>
                </a:lnTo>
                <a:lnTo>
                  <a:pt x="125880" y="135079"/>
                </a:lnTo>
                <a:cubicBezTo>
                  <a:pt x="127136" y="136367"/>
                  <a:pt x="128808" y="137012"/>
                  <a:pt x="130479" y="137012"/>
                </a:cubicBezTo>
                <a:cubicBezTo>
                  <a:pt x="132151" y="137012"/>
                  <a:pt x="133823" y="136367"/>
                  <a:pt x="135079" y="135079"/>
                </a:cubicBezTo>
                <a:cubicBezTo>
                  <a:pt x="137656" y="132567"/>
                  <a:pt x="137656" y="128392"/>
                  <a:pt x="135079" y="125880"/>
                </a:cubicBezTo>
                <a:lnTo>
                  <a:pt x="113615" y="104384"/>
                </a:lnTo>
                <a:lnTo>
                  <a:pt x="135079" y="82887"/>
                </a:lnTo>
                <a:cubicBezTo>
                  <a:pt x="137656" y="80375"/>
                  <a:pt x="137656" y="76200"/>
                  <a:pt x="135079" y="73688"/>
                </a:cubicBezTo>
                <a:cubicBezTo>
                  <a:pt x="133823" y="72400"/>
                  <a:pt x="132151" y="71756"/>
                  <a:pt x="130479" y="71756"/>
                </a:cubicBezTo>
                <a:cubicBezTo>
                  <a:pt x="128808" y="71756"/>
                  <a:pt x="127136" y="72400"/>
                  <a:pt x="125880" y="73688"/>
                </a:cubicBezTo>
                <a:lnTo>
                  <a:pt x="104384" y="95185"/>
                </a:lnTo>
                <a:lnTo>
                  <a:pt x="82887" y="73688"/>
                </a:lnTo>
                <a:cubicBezTo>
                  <a:pt x="81631" y="72400"/>
                  <a:pt x="79959" y="71756"/>
                  <a:pt x="78288" y="71756"/>
                </a:cubicBezTo>
                <a:close/>
                <a:moveTo>
                  <a:pt x="104384" y="13048"/>
                </a:moveTo>
                <a:cubicBezTo>
                  <a:pt x="154814" y="13048"/>
                  <a:pt x="195719" y="53953"/>
                  <a:pt x="195719" y="104384"/>
                </a:cubicBezTo>
                <a:cubicBezTo>
                  <a:pt x="195719" y="154814"/>
                  <a:pt x="154814" y="195719"/>
                  <a:pt x="104384" y="195719"/>
                </a:cubicBezTo>
                <a:cubicBezTo>
                  <a:pt x="53953" y="195719"/>
                  <a:pt x="13048" y="154814"/>
                  <a:pt x="13048" y="104384"/>
                </a:cubicBezTo>
                <a:cubicBezTo>
                  <a:pt x="13048" y="53953"/>
                  <a:pt x="53953" y="13048"/>
                  <a:pt x="104384" y="13048"/>
                </a:cubicBezTo>
                <a:close/>
                <a:moveTo>
                  <a:pt x="104384" y="0"/>
                </a:moveTo>
                <a:cubicBezTo>
                  <a:pt x="46744" y="0"/>
                  <a:pt x="0" y="46744"/>
                  <a:pt x="0" y="104384"/>
                </a:cubicBezTo>
                <a:cubicBezTo>
                  <a:pt x="0" y="162055"/>
                  <a:pt x="46744" y="208767"/>
                  <a:pt x="104384" y="208767"/>
                </a:cubicBezTo>
                <a:cubicBezTo>
                  <a:pt x="162055" y="208767"/>
                  <a:pt x="208767" y="162055"/>
                  <a:pt x="208767" y="104384"/>
                </a:cubicBezTo>
                <a:cubicBezTo>
                  <a:pt x="208767" y="46744"/>
                  <a:pt x="162055" y="0"/>
                  <a:pt x="104384" y="0"/>
                </a:cubicBezTo>
                <a:close/>
              </a:path>
            </a:pathLst>
          </a:custGeom>
          <a:solidFill>
            <a:schemeClr val="dk2"/>
          </a:solidFill>
          <a:ln>
            <a:noFill/>
          </a:ln>
        </p:spPr>
        <p:txBody>
          <a:bodyPr anchorCtr="0" anchor="ctr" bIns="85500" lIns="85500" spcFirstLastPara="1" rIns="85500" wrap="square" tIns="85500">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0" name="Shape 3070"/>
        <p:cNvGrpSpPr/>
        <p:nvPr/>
      </p:nvGrpSpPr>
      <p:grpSpPr>
        <a:xfrm>
          <a:off x="0" y="0"/>
          <a:ext cx="0" cy="0"/>
          <a:chOff x="0" y="0"/>
          <a:chExt cx="0" cy="0"/>
        </a:xfrm>
      </p:grpSpPr>
      <p:sp>
        <p:nvSpPr>
          <p:cNvPr id="3071" name="Google Shape;3071;p174"/>
          <p:cNvSpPr txBox="1"/>
          <p:nvPr>
            <p:ph type="title"/>
          </p:nvPr>
        </p:nvSpPr>
        <p:spPr>
          <a:xfrm>
            <a:off x="1088575" y="1140800"/>
            <a:ext cx="2167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Icons</a:t>
            </a:r>
            <a:endParaRPr/>
          </a:p>
        </p:txBody>
      </p:sp>
      <p:sp>
        <p:nvSpPr>
          <p:cNvPr id="3072" name="Google Shape;3072;p174"/>
          <p:cNvSpPr/>
          <p:nvPr/>
        </p:nvSpPr>
        <p:spPr>
          <a:xfrm>
            <a:off x="8621468" y="6554508"/>
            <a:ext cx="707006" cy="530554"/>
          </a:xfrm>
          <a:custGeom>
            <a:rect b="b" l="l" r="r" t="t"/>
            <a:pathLst>
              <a:path extrusionOk="0" h="9760" w="13006">
                <a:moveTo>
                  <a:pt x="2925" y="654"/>
                </a:moveTo>
                <a:lnTo>
                  <a:pt x="3056" y="666"/>
                </a:lnTo>
                <a:lnTo>
                  <a:pt x="3294" y="761"/>
                </a:lnTo>
                <a:lnTo>
                  <a:pt x="3460" y="939"/>
                </a:lnTo>
                <a:lnTo>
                  <a:pt x="3567" y="1165"/>
                </a:lnTo>
                <a:lnTo>
                  <a:pt x="3579" y="1308"/>
                </a:lnTo>
                <a:lnTo>
                  <a:pt x="3567" y="1439"/>
                </a:lnTo>
                <a:lnTo>
                  <a:pt x="3460" y="1665"/>
                </a:lnTo>
                <a:lnTo>
                  <a:pt x="3294" y="1843"/>
                </a:lnTo>
                <a:lnTo>
                  <a:pt x="3056" y="1938"/>
                </a:lnTo>
                <a:lnTo>
                  <a:pt x="2925" y="1950"/>
                </a:lnTo>
                <a:lnTo>
                  <a:pt x="2794" y="1938"/>
                </a:lnTo>
                <a:lnTo>
                  <a:pt x="2557" y="1843"/>
                </a:lnTo>
                <a:lnTo>
                  <a:pt x="2378" y="1665"/>
                </a:lnTo>
                <a:lnTo>
                  <a:pt x="2283" y="1439"/>
                </a:lnTo>
                <a:lnTo>
                  <a:pt x="2271" y="1308"/>
                </a:lnTo>
                <a:lnTo>
                  <a:pt x="2283" y="1165"/>
                </a:lnTo>
                <a:lnTo>
                  <a:pt x="2378" y="939"/>
                </a:lnTo>
                <a:lnTo>
                  <a:pt x="2557" y="761"/>
                </a:lnTo>
                <a:lnTo>
                  <a:pt x="2794" y="666"/>
                </a:lnTo>
                <a:lnTo>
                  <a:pt x="2925" y="654"/>
                </a:lnTo>
                <a:close/>
                <a:moveTo>
                  <a:pt x="10069" y="654"/>
                </a:moveTo>
                <a:lnTo>
                  <a:pt x="10212" y="666"/>
                </a:lnTo>
                <a:lnTo>
                  <a:pt x="10438" y="761"/>
                </a:lnTo>
                <a:lnTo>
                  <a:pt x="10616" y="939"/>
                </a:lnTo>
                <a:lnTo>
                  <a:pt x="10711" y="1165"/>
                </a:lnTo>
                <a:lnTo>
                  <a:pt x="10723" y="1308"/>
                </a:lnTo>
                <a:lnTo>
                  <a:pt x="10711" y="1439"/>
                </a:lnTo>
                <a:lnTo>
                  <a:pt x="10616" y="1665"/>
                </a:lnTo>
                <a:lnTo>
                  <a:pt x="10438" y="1843"/>
                </a:lnTo>
                <a:lnTo>
                  <a:pt x="10212" y="1938"/>
                </a:lnTo>
                <a:lnTo>
                  <a:pt x="10069" y="1950"/>
                </a:lnTo>
                <a:lnTo>
                  <a:pt x="9938" y="1938"/>
                </a:lnTo>
                <a:lnTo>
                  <a:pt x="9712" y="1843"/>
                </a:lnTo>
                <a:lnTo>
                  <a:pt x="9534" y="1665"/>
                </a:lnTo>
                <a:lnTo>
                  <a:pt x="9427" y="1439"/>
                </a:lnTo>
                <a:lnTo>
                  <a:pt x="9427" y="1308"/>
                </a:lnTo>
                <a:lnTo>
                  <a:pt x="9427" y="1165"/>
                </a:lnTo>
                <a:lnTo>
                  <a:pt x="9534" y="939"/>
                </a:lnTo>
                <a:lnTo>
                  <a:pt x="9712" y="761"/>
                </a:lnTo>
                <a:lnTo>
                  <a:pt x="9938" y="666"/>
                </a:lnTo>
                <a:lnTo>
                  <a:pt x="10069" y="654"/>
                </a:lnTo>
                <a:close/>
                <a:moveTo>
                  <a:pt x="6955" y="7810"/>
                </a:moveTo>
                <a:lnTo>
                  <a:pt x="7192" y="7917"/>
                </a:lnTo>
                <a:lnTo>
                  <a:pt x="7371" y="8083"/>
                </a:lnTo>
                <a:lnTo>
                  <a:pt x="7466" y="8321"/>
                </a:lnTo>
                <a:lnTo>
                  <a:pt x="7478" y="8452"/>
                </a:lnTo>
                <a:lnTo>
                  <a:pt x="7466" y="8583"/>
                </a:lnTo>
                <a:lnTo>
                  <a:pt x="7371" y="8820"/>
                </a:lnTo>
                <a:lnTo>
                  <a:pt x="7192" y="8999"/>
                </a:lnTo>
                <a:lnTo>
                  <a:pt x="6955" y="9094"/>
                </a:lnTo>
                <a:lnTo>
                  <a:pt x="6824" y="9106"/>
                </a:lnTo>
                <a:lnTo>
                  <a:pt x="6693" y="9094"/>
                </a:lnTo>
                <a:lnTo>
                  <a:pt x="6455" y="8999"/>
                </a:lnTo>
                <a:lnTo>
                  <a:pt x="6277" y="8820"/>
                </a:lnTo>
                <a:lnTo>
                  <a:pt x="6182" y="8583"/>
                </a:lnTo>
                <a:lnTo>
                  <a:pt x="6170" y="8452"/>
                </a:lnTo>
                <a:lnTo>
                  <a:pt x="6182" y="8321"/>
                </a:lnTo>
                <a:lnTo>
                  <a:pt x="6277" y="8083"/>
                </a:lnTo>
                <a:lnTo>
                  <a:pt x="6455" y="7917"/>
                </a:lnTo>
                <a:lnTo>
                  <a:pt x="6693" y="7810"/>
                </a:lnTo>
                <a:close/>
                <a:moveTo>
                  <a:pt x="2925" y="0"/>
                </a:moveTo>
                <a:lnTo>
                  <a:pt x="2652" y="24"/>
                </a:lnTo>
                <a:lnTo>
                  <a:pt x="2188" y="214"/>
                </a:lnTo>
                <a:lnTo>
                  <a:pt x="1843" y="571"/>
                </a:lnTo>
                <a:lnTo>
                  <a:pt x="1641" y="1035"/>
                </a:lnTo>
                <a:lnTo>
                  <a:pt x="1617" y="1308"/>
                </a:lnTo>
                <a:lnTo>
                  <a:pt x="1629" y="1522"/>
                </a:lnTo>
                <a:lnTo>
                  <a:pt x="1772" y="1926"/>
                </a:lnTo>
                <a:lnTo>
                  <a:pt x="2033" y="2259"/>
                </a:lnTo>
                <a:lnTo>
                  <a:pt x="2390" y="2485"/>
                </a:lnTo>
                <a:lnTo>
                  <a:pt x="2592" y="2544"/>
                </a:lnTo>
                <a:lnTo>
                  <a:pt x="2592" y="4874"/>
                </a:lnTo>
                <a:lnTo>
                  <a:pt x="322" y="4874"/>
                </a:lnTo>
                <a:lnTo>
                  <a:pt x="191" y="4898"/>
                </a:lnTo>
                <a:lnTo>
                  <a:pt x="13" y="5076"/>
                </a:lnTo>
                <a:lnTo>
                  <a:pt x="1" y="5207"/>
                </a:lnTo>
                <a:lnTo>
                  <a:pt x="13" y="5338"/>
                </a:lnTo>
                <a:lnTo>
                  <a:pt x="191" y="5516"/>
                </a:lnTo>
                <a:lnTo>
                  <a:pt x="322" y="5528"/>
                </a:lnTo>
                <a:lnTo>
                  <a:pt x="6503" y="5528"/>
                </a:lnTo>
                <a:lnTo>
                  <a:pt x="6503" y="7192"/>
                </a:lnTo>
                <a:lnTo>
                  <a:pt x="6289" y="7263"/>
                </a:lnTo>
                <a:lnTo>
                  <a:pt x="5944" y="7489"/>
                </a:lnTo>
                <a:lnTo>
                  <a:pt x="5683" y="7822"/>
                </a:lnTo>
                <a:lnTo>
                  <a:pt x="5540" y="8226"/>
                </a:lnTo>
                <a:lnTo>
                  <a:pt x="5528" y="8452"/>
                </a:lnTo>
                <a:lnTo>
                  <a:pt x="5540" y="8725"/>
                </a:lnTo>
                <a:lnTo>
                  <a:pt x="5742" y="9189"/>
                </a:lnTo>
                <a:lnTo>
                  <a:pt x="6087" y="9534"/>
                </a:lnTo>
                <a:lnTo>
                  <a:pt x="6562" y="9736"/>
                </a:lnTo>
                <a:lnTo>
                  <a:pt x="6824" y="9759"/>
                </a:lnTo>
                <a:lnTo>
                  <a:pt x="7085" y="9736"/>
                </a:lnTo>
                <a:lnTo>
                  <a:pt x="7549" y="9534"/>
                </a:lnTo>
                <a:lnTo>
                  <a:pt x="7906" y="9189"/>
                </a:lnTo>
                <a:lnTo>
                  <a:pt x="8108" y="8725"/>
                </a:lnTo>
                <a:lnTo>
                  <a:pt x="8120" y="8452"/>
                </a:lnTo>
                <a:lnTo>
                  <a:pt x="8108" y="8226"/>
                </a:lnTo>
                <a:lnTo>
                  <a:pt x="7965" y="7822"/>
                </a:lnTo>
                <a:lnTo>
                  <a:pt x="7704" y="7489"/>
                </a:lnTo>
                <a:lnTo>
                  <a:pt x="7359" y="7263"/>
                </a:lnTo>
                <a:lnTo>
                  <a:pt x="7145" y="7192"/>
                </a:lnTo>
                <a:lnTo>
                  <a:pt x="7145" y="5528"/>
                </a:lnTo>
                <a:lnTo>
                  <a:pt x="12672" y="5528"/>
                </a:lnTo>
                <a:lnTo>
                  <a:pt x="12803" y="5516"/>
                </a:lnTo>
                <a:lnTo>
                  <a:pt x="12981" y="5338"/>
                </a:lnTo>
                <a:lnTo>
                  <a:pt x="13005" y="5207"/>
                </a:lnTo>
                <a:lnTo>
                  <a:pt x="12981" y="5076"/>
                </a:lnTo>
                <a:lnTo>
                  <a:pt x="12803" y="4898"/>
                </a:lnTo>
                <a:lnTo>
                  <a:pt x="12672" y="4874"/>
                </a:lnTo>
                <a:lnTo>
                  <a:pt x="10402" y="4874"/>
                </a:lnTo>
                <a:lnTo>
                  <a:pt x="10402" y="2544"/>
                </a:lnTo>
                <a:lnTo>
                  <a:pt x="10604" y="2485"/>
                </a:lnTo>
                <a:lnTo>
                  <a:pt x="10961" y="2259"/>
                </a:lnTo>
                <a:lnTo>
                  <a:pt x="11222" y="1938"/>
                </a:lnTo>
                <a:lnTo>
                  <a:pt x="11365" y="1522"/>
                </a:lnTo>
                <a:lnTo>
                  <a:pt x="11377" y="1308"/>
                </a:lnTo>
                <a:lnTo>
                  <a:pt x="11353" y="1035"/>
                </a:lnTo>
                <a:lnTo>
                  <a:pt x="11163" y="571"/>
                </a:lnTo>
                <a:lnTo>
                  <a:pt x="10806" y="214"/>
                </a:lnTo>
                <a:lnTo>
                  <a:pt x="10342" y="24"/>
                </a:lnTo>
                <a:lnTo>
                  <a:pt x="10069" y="0"/>
                </a:lnTo>
                <a:lnTo>
                  <a:pt x="9808" y="24"/>
                </a:lnTo>
                <a:lnTo>
                  <a:pt x="9344" y="214"/>
                </a:lnTo>
                <a:lnTo>
                  <a:pt x="8987" y="571"/>
                </a:lnTo>
                <a:lnTo>
                  <a:pt x="8797" y="1035"/>
                </a:lnTo>
                <a:lnTo>
                  <a:pt x="8773" y="1308"/>
                </a:lnTo>
                <a:lnTo>
                  <a:pt x="8785" y="1522"/>
                </a:lnTo>
                <a:lnTo>
                  <a:pt x="8928" y="1926"/>
                </a:lnTo>
                <a:lnTo>
                  <a:pt x="9189" y="2259"/>
                </a:lnTo>
                <a:lnTo>
                  <a:pt x="9546" y="2485"/>
                </a:lnTo>
                <a:lnTo>
                  <a:pt x="9748" y="2544"/>
                </a:lnTo>
                <a:lnTo>
                  <a:pt x="9748" y="4874"/>
                </a:lnTo>
                <a:lnTo>
                  <a:pt x="3246" y="4874"/>
                </a:lnTo>
                <a:lnTo>
                  <a:pt x="3246" y="2544"/>
                </a:lnTo>
                <a:lnTo>
                  <a:pt x="3448" y="2485"/>
                </a:lnTo>
                <a:lnTo>
                  <a:pt x="3805" y="2259"/>
                </a:lnTo>
                <a:lnTo>
                  <a:pt x="4066" y="1938"/>
                </a:lnTo>
                <a:lnTo>
                  <a:pt x="4209" y="1522"/>
                </a:lnTo>
                <a:lnTo>
                  <a:pt x="4221" y="1308"/>
                </a:lnTo>
                <a:lnTo>
                  <a:pt x="4209" y="1035"/>
                </a:lnTo>
                <a:lnTo>
                  <a:pt x="4007" y="571"/>
                </a:lnTo>
                <a:lnTo>
                  <a:pt x="3650" y="214"/>
                </a:lnTo>
                <a:lnTo>
                  <a:pt x="3187" y="24"/>
                </a:lnTo>
                <a:lnTo>
                  <a:pt x="2925"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3" name="Google Shape;3073;p174"/>
          <p:cNvSpPr/>
          <p:nvPr/>
        </p:nvSpPr>
        <p:spPr>
          <a:xfrm>
            <a:off x="2174767" y="6572609"/>
            <a:ext cx="565453" cy="494350"/>
          </a:xfrm>
          <a:custGeom>
            <a:rect b="b" l="l" r="r" t="t"/>
            <a:pathLst>
              <a:path extrusionOk="0" h="9094" w="10402">
                <a:moveTo>
                  <a:pt x="5088" y="0"/>
                </a:moveTo>
                <a:lnTo>
                  <a:pt x="4815" y="71"/>
                </a:lnTo>
                <a:lnTo>
                  <a:pt x="4363" y="333"/>
                </a:lnTo>
                <a:lnTo>
                  <a:pt x="4042" y="618"/>
                </a:lnTo>
                <a:lnTo>
                  <a:pt x="3852" y="808"/>
                </a:lnTo>
                <a:lnTo>
                  <a:pt x="3626" y="904"/>
                </a:lnTo>
                <a:lnTo>
                  <a:pt x="3448" y="892"/>
                </a:lnTo>
                <a:lnTo>
                  <a:pt x="3246" y="880"/>
                </a:lnTo>
                <a:lnTo>
                  <a:pt x="2747" y="880"/>
                </a:lnTo>
                <a:lnTo>
                  <a:pt x="2402" y="951"/>
                </a:lnTo>
                <a:lnTo>
                  <a:pt x="2152" y="1070"/>
                </a:lnTo>
                <a:lnTo>
                  <a:pt x="2045" y="1153"/>
                </a:lnTo>
                <a:lnTo>
                  <a:pt x="1903" y="1284"/>
                </a:lnTo>
                <a:lnTo>
                  <a:pt x="1713" y="1569"/>
                </a:lnTo>
                <a:lnTo>
                  <a:pt x="1534" y="2045"/>
                </a:lnTo>
                <a:lnTo>
                  <a:pt x="1475" y="2330"/>
                </a:lnTo>
                <a:lnTo>
                  <a:pt x="1415" y="2568"/>
                </a:lnTo>
                <a:lnTo>
                  <a:pt x="1166" y="2924"/>
                </a:lnTo>
                <a:lnTo>
                  <a:pt x="987" y="3055"/>
                </a:lnTo>
                <a:lnTo>
                  <a:pt x="750" y="3198"/>
                </a:lnTo>
                <a:lnTo>
                  <a:pt x="369" y="3519"/>
                </a:lnTo>
                <a:lnTo>
                  <a:pt x="155" y="3804"/>
                </a:lnTo>
                <a:lnTo>
                  <a:pt x="84" y="3970"/>
                </a:lnTo>
                <a:lnTo>
                  <a:pt x="60" y="4101"/>
                </a:lnTo>
                <a:lnTo>
                  <a:pt x="167" y="4327"/>
                </a:lnTo>
                <a:lnTo>
                  <a:pt x="286" y="4386"/>
                </a:lnTo>
                <a:lnTo>
                  <a:pt x="405" y="4422"/>
                </a:lnTo>
                <a:lnTo>
                  <a:pt x="631" y="4315"/>
                </a:lnTo>
                <a:lnTo>
                  <a:pt x="702" y="4196"/>
                </a:lnTo>
                <a:lnTo>
                  <a:pt x="738" y="4101"/>
                </a:lnTo>
                <a:lnTo>
                  <a:pt x="869" y="3935"/>
                </a:lnTo>
                <a:lnTo>
                  <a:pt x="1130" y="3721"/>
                </a:lnTo>
                <a:lnTo>
                  <a:pt x="1320" y="3614"/>
                </a:lnTo>
                <a:lnTo>
                  <a:pt x="1522" y="3495"/>
                </a:lnTo>
                <a:lnTo>
                  <a:pt x="1784" y="3281"/>
                </a:lnTo>
                <a:lnTo>
                  <a:pt x="1950" y="3043"/>
                </a:lnTo>
                <a:lnTo>
                  <a:pt x="2057" y="2710"/>
                </a:lnTo>
                <a:lnTo>
                  <a:pt x="2117" y="2473"/>
                </a:lnTo>
                <a:lnTo>
                  <a:pt x="2164" y="2235"/>
                </a:lnTo>
                <a:lnTo>
                  <a:pt x="2271" y="1914"/>
                </a:lnTo>
                <a:lnTo>
                  <a:pt x="2378" y="1724"/>
                </a:lnTo>
                <a:lnTo>
                  <a:pt x="2450" y="1664"/>
                </a:lnTo>
                <a:lnTo>
                  <a:pt x="2545" y="1593"/>
                </a:lnTo>
                <a:lnTo>
                  <a:pt x="2782" y="1534"/>
                </a:lnTo>
                <a:lnTo>
                  <a:pt x="2949" y="1522"/>
                </a:lnTo>
                <a:lnTo>
                  <a:pt x="3222" y="1534"/>
                </a:lnTo>
                <a:lnTo>
                  <a:pt x="3412" y="1545"/>
                </a:lnTo>
                <a:lnTo>
                  <a:pt x="3579" y="1557"/>
                </a:lnTo>
                <a:lnTo>
                  <a:pt x="3840" y="1534"/>
                </a:lnTo>
                <a:lnTo>
                  <a:pt x="4066" y="1438"/>
                </a:lnTo>
                <a:lnTo>
                  <a:pt x="4328" y="1248"/>
                </a:lnTo>
                <a:lnTo>
                  <a:pt x="4494" y="1082"/>
                </a:lnTo>
                <a:lnTo>
                  <a:pt x="4708" y="880"/>
                </a:lnTo>
                <a:lnTo>
                  <a:pt x="5088" y="666"/>
                </a:lnTo>
                <a:lnTo>
                  <a:pt x="5243" y="642"/>
                </a:lnTo>
                <a:lnTo>
                  <a:pt x="5398" y="666"/>
                </a:lnTo>
                <a:lnTo>
                  <a:pt x="5730" y="904"/>
                </a:lnTo>
                <a:lnTo>
                  <a:pt x="5921" y="1082"/>
                </a:lnTo>
                <a:lnTo>
                  <a:pt x="6087" y="1248"/>
                </a:lnTo>
                <a:lnTo>
                  <a:pt x="6349" y="1450"/>
                </a:lnTo>
                <a:lnTo>
                  <a:pt x="6574" y="1534"/>
                </a:lnTo>
                <a:lnTo>
                  <a:pt x="6836" y="1557"/>
                </a:lnTo>
                <a:lnTo>
                  <a:pt x="7002" y="1545"/>
                </a:lnTo>
                <a:lnTo>
                  <a:pt x="7192" y="1534"/>
                </a:lnTo>
                <a:lnTo>
                  <a:pt x="7466" y="1522"/>
                </a:lnTo>
                <a:lnTo>
                  <a:pt x="7632" y="1534"/>
                </a:lnTo>
                <a:lnTo>
                  <a:pt x="7870" y="1593"/>
                </a:lnTo>
                <a:lnTo>
                  <a:pt x="7965" y="1664"/>
                </a:lnTo>
                <a:lnTo>
                  <a:pt x="8036" y="1724"/>
                </a:lnTo>
                <a:lnTo>
                  <a:pt x="8143" y="1914"/>
                </a:lnTo>
                <a:lnTo>
                  <a:pt x="8250" y="2235"/>
                </a:lnTo>
                <a:lnTo>
                  <a:pt x="8298" y="2473"/>
                </a:lnTo>
                <a:lnTo>
                  <a:pt x="8357" y="2710"/>
                </a:lnTo>
                <a:lnTo>
                  <a:pt x="8464" y="3055"/>
                </a:lnTo>
                <a:lnTo>
                  <a:pt x="8631" y="3281"/>
                </a:lnTo>
                <a:lnTo>
                  <a:pt x="8892" y="3495"/>
                </a:lnTo>
                <a:lnTo>
                  <a:pt x="9094" y="3614"/>
                </a:lnTo>
                <a:lnTo>
                  <a:pt x="9308" y="3745"/>
                </a:lnTo>
                <a:lnTo>
                  <a:pt x="9629" y="4018"/>
                </a:lnTo>
                <a:lnTo>
                  <a:pt x="9724" y="4196"/>
                </a:lnTo>
                <a:lnTo>
                  <a:pt x="9760" y="4291"/>
                </a:lnTo>
                <a:lnTo>
                  <a:pt x="9926" y="4398"/>
                </a:lnTo>
                <a:lnTo>
                  <a:pt x="10022" y="4410"/>
                </a:lnTo>
                <a:lnTo>
                  <a:pt x="10081" y="4410"/>
                </a:lnTo>
                <a:lnTo>
                  <a:pt x="10140" y="4386"/>
                </a:lnTo>
                <a:lnTo>
                  <a:pt x="10247" y="4327"/>
                </a:lnTo>
                <a:lnTo>
                  <a:pt x="10354" y="4101"/>
                </a:lnTo>
                <a:lnTo>
                  <a:pt x="10331" y="3970"/>
                </a:lnTo>
                <a:lnTo>
                  <a:pt x="10259" y="3804"/>
                </a:lnTo>
                <a:lnTo>
                  <a:pt x="10045" y="3519"/>
                </a:lnTo>
                <a:lnTo>
                  <a:pt x="9665" y="3198"/>
                </a:lnTo>
                <a:lnTo>
                  <a:pt x="9427" y="3055"/>
                </a:lnTo>
                <a:lnTo>
                  <a:pt x="9237" y="2924"/>
                </a:lnTo>
                <a:lnTo>
                  <a:pt x="8999" y="2568"/>
                </a:lnTo>
                <a:lnTo>
                  <a:pt x="8940" y="2330"/>
                </a:lnTo>
                <a:lnTo>
                  <a:pt x="8869" y="2045"/>
                </a:lnTo>
                <a:lnTo>
                  <a:pt x="8702" y="1569"/>
                </a:lnTo>
                <a:lnTo>
                  <a:pt x="8512" y="1284"/>
                </a:lnTo>
                <a:lnTo>
                  <a:pt x="8369" y="1153"/>
                </a:lnTo>
                <a:lnTo>
                  <a:pt x="8250" y="1070"/>
                </a:lnTo>
                <a:lnTo>
                  <a:pt x="8013" y="951"/>
                </a:lnTo>
                <a:lnTo>
                  <a:pt x="7656" y="880"/>
                </a:lnTo>
                <a:lnTo>
                  <a:pt x="7169" y="880"/>
                </a:lnTo>
                <a:lnTo>
                  <a:pt x="6955" y="904"/>
                </a:lnTo>
                <a:lnTo>
                  <a:pt x="6776" y="904"/>
                </a:lnTo>
                <a:lnTo>
                  <a:pt x="6562" y="808"/>
                </a:lnTo>
                <a:lnTo>
                  <a:pt x="6372" y="618"/>
                </a:lnTo>
                <a:lnTo>
                  <a:pt x="6146" y="404"/>
                </a:lnTo>
                <a:lnTo>
                  <a:pt x="5730" y="119"/>
                </a:lnTo>
                <a:lnTo>
                  <a:pt x="5409" y="12"/>
                </a:lnTo>
                <a:lnTo>
                  <a:pt x="5231" y="0"/>
                </a:lnTo>
                <a:close/>
                <a:moveTo>
                  <a:pt x="3567" y="5195"/>
                </a:moveTo>
                <a:lnTo>
                  <a:pt x="3436" y="5219"/>
                </a:lnTo>
                <a:lnTo>
                  <a:pt x="3258" y="5385"/>
                </a:lnTo>
                <a:lnTo>
                  <a:pt x="3234" y="5528"/>
                </a:lnTo>
                <a:lnTo>
                  <a:pt x="3258" y="5658"/>
                </a:lnTo>
                <a:lnTo>
                  <a:pt x="3436" y="5825"/>
                </a:lnTo>
                <a:lnTo>
                  <a:pt x="3567" y="5849"/>
                </a:lnTo>
                <a:lnTo>
                  <a:pt x="3698" y="5825"/>
                </a:lnTo>
                <a:lnTo>
                  <a:pt x="3864" y="5658"/>
                </a:lnTo>
                <a:lnTo>
                  <a:pt x="3888" y="5528"/>
                </a:lnTo>
                <a:lnTo>
                  <a:pt x="3876" y="5385"/>
                </a:lnTo>
                <a:lnTo>
                  <a:pt x="3698" y="5219"/>
                </a:lnTo>
                <a:lnTo>
                  <a:pt x="3567" y="5195"/>
                </a:lnTo>
                <a:close/>
                <a:moveTo>
                  <a:pt x="2259" y="6502"/>
                </a:moveTo>
                <a:lnTo>
                  <a:pt x="2129" y="6514"/>
                </a:lnTo>
                <a:lnTo>
                  <a:pt x="1974" y="6693"/>
                </a:lnTo>
                <a:lnTo>
                  <a:pt x="1962" y="6823"/>
                </a:lnTo>
                <a:lnTo>
                  <a:pt x="1974" y="6954"/>
                </a:lnTo>
                <a:lnTo>
                  <a:pt x="2152" y="7132"/>
                </a:lnTo>
                <a:lnTo>
                  <a:pt x="2283" y="7144"/>
                </a:lnTo>
                <a:lnTo>
                  <a:pt x="2414" y="7132"/>
                </a:lnTo>
                <a:lnTo>
                  <a:pt x="2592" y="6954"/>
                </a:lnTo>
                <a:lnTo>
                  <a:pt x="2604" y="6823"/>
                </a:lnTo>
                <a:lnTo>
                  <a:pt x="2592" y="6693"/>
                </a:lnTo>
                <a:lnTo>
                  <a:pt x="2402" y="6514"/>
                </a:lnTo>
                <a:lnTo>
                  <a:pt x="2259" y="6502"/>
                </a:lnTo>
                <a:close/>
                <a:moveTo>
                  <a:pt x="5207" y="3245"/>
                </a:moveTo>
                <a:lnTo>
                  <a:pt x="5635" y="3257"/>
                </a:lnTo>
                <a:lnTo>
                  <a:pt x="6455" y="3435"/>
                </a:lnTo>
                <a:lnTo>
                  <a:pt x="7216" y="3768"/>
                </a:lnTo>
                <a:lnTo>
                  <a:pt x="7918" y="4244"/>
                </a:lnTo>
                <a:lnTo>
                  <a:pt x="8524" y="4838"/>
                </a:lnTo>
                <a:lnTo>
                  <a:pt x="9023" y="5551"/>
                </a:lnTo>
                <a:lnTo>
                  <a:pt x="9415" y="6360"/>
                </a:lnTo>
                <a:lnTo>
                  <a:pt x="9677" y="7239"/>
                </a:lnTo>
                <a:lnTo>
                  <a:pt x="9748" y="7703"/>
                </a:lnTo>
                <a:lnTo>
                  <a:pt x="9760" y="7857"/>
                </a:lnTo>
                <a:lnTo>
                  <a:pt x="9689" y="8119"/>
                </a:lnTo>
                <a:lnTo>
                  <a:pt x="9522" y="8321"/>
                </a:lnTo>
                <a:lnTo>
                  <a:pt x="9296" y="8440"/>
                </a:lnTo>
                <a:lnTo>
                  <a:pt x="9154" y="8452"/>
                </a:lnTo>
                <a:lnTo>
                  <a:pt x="1237" y="8452"/>
                </a:lnTo>
                <a:lnTo>
                  <a:pt x="1106" y="8440"/>
                </a:lnTo>
                <a:lnTo>
                  <a:pt x="881" y="8321"/>
                </a:lnTo>
                <a:lnTo>
                  <a:pt x="726" y="8119"/>
                </a:lnTo>
                <a:lnTo>
                  <a:pt x="655" y="7857"/>
                </a:lnTo>
                <a:lnTo>
                  <a:pt x="667" y="7703"/>
                </a:lnTo>
                <a:lnTo>
                  <a:pt x="738" y="7239"/>
                </a:lnTo>
                <a:lnTo>
                  <a:pt x="999" y="6360"/>
                </a:lnTo>
                <a:lnTo>
                  <a:pt x="1380" y="5551"/>
                </a:lnTo>
                <a:lnTo>
                  <a:pt x="1891" y="4838"/>
                </a:lnTo>
                <a:lnTo>
                  <a:pt x="2497" y="4244"/>
                </a:lnTo>
                <a:lnTo>
                  <a:pt x="3187" y="3768"/>
                </a:lnTo>
                <a:lnTo>
                  <a:pt x="3947" y="3435"/>
                </a:lnTo>
                <a:lnTo>
                  <a:pt x="4768" y="3257"/>
                </a:lnTo>
                <a:lnTo>
                  <a:pt x="5207" y="3245"/>
                </a:lnTo>
                <a:close/>
                <a:moveTo>
                  <a:pt x="5207" y="2592"/>
                </a:moveTo>
                <a:lnTo>
                  <a:pt x="4720" y="2615"/>
                </a:lnTo>
                <a:lnTo>
                  <a:pt x="3793" y="2805"/>
                </a:lnTo>
                <a:lnTo>
                  <a:pt x="2925" y="3174"/>
                </a:lnTo>
                <a:lnTo>
                  <a:pt x="2129" y="3709"/>
                </a:lnTo>
                <a:lnTo>
                  <a:pt x="1427" y="4386"/>
                </a:lnTo>
                <a:lnTo>
                  <a:pt x="845" y="5183"/>
                </a:lnTo>
                <a:lnTo>
                  <a:pt x="393" y="6098"/>
                </a:lnTo>
                <a:lnTo>
                  <a:pt x="96" y="7097"/>
                </a:lnTo>
                <a:lnTo>
                  <a:pt x="13" y="7632"/>
                </a:lnTo>
                <a:lnTo>
                  <a:pt x="1" y="7774"/>
                </a:lnTo>
                <a:lnTo>
                  <a:pt x="25" y="8059"/>
                </a:lnTo>
                <a:lnTo>
                  <a:pt x="108" y="8321"/>
                </a:lnTo>
                <a:lnTo>
                  <a:pt x="251" y="8571"/>
                </a:lnTo>
                <a:lnTo>
                  <a:pt x="334" y="8690"/>
                </a:lnTo>
                <a:lnTo>
                  <a:pt x="524" y="8868"/>
                </a:lnTo>
                <a:lnTo>
                  <a:pt x="987" y="9082"/>
                </a:lnTo>
                <a:lnTo>
                  <a:pt x="1237" y="9094"/>
                </a:lnTo>
                <a:lnTo>
                  <a:pt x="9178" y="9094"/>
                </a:lnTo>
                <a:lnTo>
                  <a:pt x="9427" y="9082"/>
                </a:lnTo>
                <a:lnTo>
                  <a:pt x="9891" y="8868"/>
                </a:lnTo>
                <a:lnTo>
                  <a:pt x="10069" y="8690"/>
                </a:lnTo>
                <a:lnTo>
                  <a:pt x="10164" y="8571"/>
                </a:lnTo>
                <a:lnTo>
                  <a:pt x="10295" y="8321"/>
                </a:lnTo>
                <a:lnTo>
                  <a:pt x="10378" y="8059"/>
                </a:lnTo>
                <a:lnTo>
                  <a:pt x="10402" y="7774"/>
                </a:lnTo>
                <a:lnTo>
                  <a:pt x="10390" y="7632"/>
                </a:lnTo>
                <a:lnTo>
                  <a:pt x="10307" y="7097"/>
                </a:lnTo>
                <a:lnTo>
                  <a:pt x="10010" y="6098"/>
                </a:lnTo>
                <a:lnTo>
                  <a:pt x="9558" y="5183"/>
                </a:lnTo>
                <a:lnTo>
                  <a:pt x="8976" y="4386"/>
                </a:lnTo>
                <a:lnTo>
                  <a:pt x="8286" y="3709"/>
                </a:lnTo>
                <a:lnTo>
                  <a:pt x="7490" y="3174"/>
                </a:lnTo>
                <a:lnTo>
                  <a:pt x="6622" y="2805"/>
                </a:lnTo>
                <a:lnTo>
                  <a:pt x="5683" y="2615"/>
                </a:lnTo>
                <a:lnTo>
                  <a:pt x="5207" y="259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4" name="Google Shape;3074;p174"/>
          <p:cNvSpPr/>
          <p:nvPr/>
        </p:nvSpPr>
        <p:spPr>
          <a:xfrm>
            <a:off x="3296509" y="6572609"/>
            <a:ext cx="482119" cy="482064"/>
          </a:xfrm>
          <a:custGeom>
            <a:rect b="b" l="l" r="r" t="t"/>
            <a:pathLst>
              <a:path extrusionOk="0" h="8868" w="8869">
                <a:moveTo>
                  <a:pt x="2283" y="1783"/>
                </a:moveTo>
                <a:lnTo>
                  <a:pt x="2176" y="1795"/>
                </a:lnTo>
                <a:lnTo>
                  <a:pt x="1998" y="1866"/>
                </a:lnTo>
                <a:lnTo>
                  <a:pt x="1867" y="1997"/>
                </a:lnTo>
                <a:lnTo>
                  <a:pt x="1796" y="2175"/>
                </a:lnTo>
                <a:lnTo>
                  <a:pt x="1796" y="2271"/>
                </a:lnTo>
                <a:lnTo>
                  <a:pt x="1796" y="2366"/>
                </a:lnTo>
                <a:lnTo>
                  <a:pt x="1867" y="2544"/>
                </a:lnTo>
                <a:lnTo>
                  <a:pt x="1998" y="2675"/>
                </a:lnTo>
                <a:lnTo>
                  <a:pt x="2176" y="2746"/>
                </a:lnTo>
                <a:lnTo>
                  <a:pt x="2283" y="2758"/>
                </a:lnTo>
                <a:lnTo>
                  <a:pt x="2378" y="2746"/>
                </a:lnTo>
                <a:lnTo>
                  <a:pt x="2556" y="2675"/>
                </a:lnTo>
                <a:lnTo>
                  <a:pt x="2687" y="2544"/>
                </a:lnTo>
                <a:lnTo>
                  <a:pt x="2758" y="2366"/>
                </a:lnTo>
                <a:lnTo>
                  <a:pt x="2770" y="2271"/>
                </a:lnTo>
                <a:lnTo>
                  <a:pt x="2758" y="2175"/>
                </a:lnTo>
                <a:lnTo>
                  <a:pt x="2687" y="1997"/>
                </a:lnTo>
                <a:lnTo>
                  <a:pt x="2556" y="1866"/>
                </a:lnTo>
                <a:lnTo>
                  <a:pt x="2378" y="1795"/>
                </a:lnTo>
                <a:lnTo>
                  <a:pt x="2283" y="1783"/>
                </a:lnTo>
                <a:close/>
                <a:moveTo>
                  <a:pt x="4018" y="642"/>
                </a:moveTo>
                <a:lnTo>
                  <a:pt x="4137" y="654"/>
                </a:lnTo>
                <a:lnTo>
                  <a:pt x="4375" y="749"/>
                </a:lnTo>
                <a:lnTo>
                  <a:pt x="4470" y="832"/>
                </a:lnTo>
                <a:lnTo>
                  <a:pt x="8048" y="4410"/>
                </a:lnTo>
                <a:lnTo>
                  <a:pt x="8131" y="4517"/>
                </a:lnTo>
                <a:lnTo>
                  <a:pt x="8226" y="4743"/>
                </a:lnTo>
                <a:lnTo>
                  <a:pt x="8226" y="4993"/>
                </a:lnTo>
                <a:lnTo>
                  <a:pt x="8131" y="5230"/>
                </a:lnTo>
                <a:lnTo>
                  <a:pt x="8048" y="5326"/>
                </a:lnTo>
                <a:lnTo>
                  <a:pt x="5338" y="8036"/>
                </a:lnTo>
                <a:lnTo>
                  <a:pt x="5231" y="8131"/>
                </a:lnTo>
                <a:lnTo>
                  <a:pt x="5005" y="8226"/>
                </a:lnTo>
                <a:lnTo>
                  <a:pt x="4755" y="8226"/>
                </a:lnTo>
                <a:lnTo>
                  <a:pt x="4518" y="8131"/>
                </a:lnTo>
                <a:lnTo>
                  <a:pt x="4423" y="8036"/>
                </a:lnTo>
                <a:lnTo>
                  <a:pt x="845" y="4470"/>
                </a:lnTo>
                <a:lnTo>
                  <a:pt x="761" y="4363"/>
                </a:lnTo>
                <a:lnTo>
                  <a:pt x="654" y="4125"/>
                </a:lnTo>
                <a:lnTo>
                  <a:pt x="654" y="4006"/>
                </a:lnTo>
                <a:lnTo>
                  <a:pt x="654" y="975"/>
                </a:lnTo>
                <a:lnTo>
                  <a:pt x="666" y="844"/>
                </a:lnTo>
                <a:lnTo>
                  <a:pt x="845" y="666"/>
                </a:lnTo>
                <a:lnTo>
                  <a:pt x="975" y="642"/>
                </a:lnTo>
                <a:close/>
                <a:moveTo>
                  <a:pt x="975" y="0"/>
                </a:moveTo>
                <a:lnTo>
                  <a:pt x="773" y="12"/>
                </a:lnTo>
                <a:lnTo>
                  <a:pt x="429" y="155"/>
                </a:lnTo>
                <a:lnTo>
                  <a:pt x="167" y="416"/>
                </a:lnTo>
                <a:lnTo>
                  <a:pt x="12" y="773"/>
                </a:lnTo>
                <a:lnTo>
                  <a:pt x="1" y="975"/>
                </a:lnTo>
                <a:lnTo>
                  <a:pt x="1" y="4006"/>
                </a:lnTo>
                <a:lnTo>
                  <a:pt x="12" y="4268"/>
                </a:lnTo>
                <a:lnTo>
                  <a:pt x="215" y="4731"/>
                </a:lnTo>
                <a:lnTo>
                  <a:pt x="381" y="4933"/>
                </a:lnTo>
                <a:lnTo>
                  <a:pt x="3959" y="8499"/>
                </a:lnTo>
                <a:lnTo>
                  <a:pt x="4149" y="8678"/>
                </a:lnTo>
                <a:lnTo>
                  <a:pt x="4625" y="8868"/>
                </a:lnTo>
                <a:lnTo>
                  <a:pt x="5124" y="8868"/>
                </a:lnTo>
                <a:lnTo>
                  <a:pt x="5599" y="8678"/>
                </a:lnTo>
                <a:lnTo>
                  <a:pt x="5801" y="8499"/>
                </a:lnTo>
                <a:lnTo>
                  <a:pt x="8512" y="5789"/>
                </a:lnTo>
                <a:lnTo>
                  <a:pt x="8678" y="5587"/>
                </a:lnTo>
                <a:lnTo>
                  <a:pt x="8868" y="5123"/>
                </a:lnTo>
                <a:lnTo>
                  <a:pt x="8868" y="4624"/>
                </a:lnTo>
                <a:lnTo>
                  <a:pt x="8678" y="4149"/>
                </a:lnTo>
                <a:lnTo>
                  <a:pt x="8512" y="3947"/>
                </a:lnTo>
                <a:lnTo>
                  <a:pt x="4934" y="381"/>
                </a:lnTo>
                <a:lnTo>
                  <a:pt x="4732" y="202"/>
                </a:lnTo>
                <a:lnTo>
                  <a:pt x="4268" y="12"/>
                </a:lnTo>
                <a:lnTo>
                  <a:pt x="4018"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5" name="Google Shape;3075;p174"/>
          <p:cNvSpPr/>
          <p:nvPr/>
        </p:nvSpPr>
        <p:spPr>
          <a:xfrm>
            <a:off x="4347150" y="6571957"/>
            <a:ext cx="566105" cy="495002"/>
          </a:xfrm>
          <a:custGeom>
            <a:rect b="b" l="l" r="r" t="t"/>
            <a:pathLst>
              <a:path extrusionOk="0" h="9106" w="10414">
                <a:moveTo>
                  <a:pt x="1796" y="3911"/>
                </a:moveTo>
                <a:lnTo>
                  <a:pt x="1855" y="3923"/>
                </a:lnTo>
                <a:lnTo>
                  <a:pt x="1938" y="4006"/>
                </a:lnTo>
                <a:lnTo>
                  <a:pt x="1950" y="4066"/>
                </a:lnTo>
                <a:lnTo>
                  <a:pt x="1950" y="8297"/>
                </a:lnTo>
                <a:lnTo>
                  <a:pt x="1938" y="8357"/>
                </a:lnTo>
                <a:lnTo>
                  <a:pt x="1855" y="8452"/>
                </a:lnTo>
                <a:lnTo>
                  <a:pt x="1796" y="8464"/>
                </a:lnTo>
                <a:lnTo>
                  <a:pt x="821" y="8464"/>
                </a:lnTo>
                <a:lnTo>
                  <a:pt x="750" y="8452"/>
                </a:lnTo>
                <a:lnTo>
                  <a:pt x="666" y="8357"/>
                </a:lnTo>
                <a:lnTo>
                  <a:pt x="655" y="8297"/>
                </a:lnTo>
                <a:lnTo>
                  <a:pt x="655" y="4066"/>
                </a:lnTo>
                <a:lnTo>
                  <a:pt x="666" y="4006"/>
                </a:lnTo>
                <a:lnTo>
                  <a:pt x="750" y="3923"/>
                </a:lnTo>
                <a:lnTo>
                  <a:pt x="821" y="3911"/>
                </a:lnTo>
                <a:close/>
                <a:moveTo>
                  <a:pt x="821" y="3257"/>
                </a:moveTo>
                <a:lnTo>
                  <a:pt x="655" y="3269"/>
                </a:lnTo>
                <a:lnTo>
                  <a:pt x="357" y="3388"/>
                </a:lnTo>
                <a:lnTo>
                  <a:pt x="143" y="3614"/>
                </a:lnTo>
                <a:lnTo>
                  <a:pt x="13" y="3899"/>
                </a:lnTo>
                <a:lnTo>
                  <a:pt x="1" y="4066"/>
                </a:lnTo>
                <a:lnTo>
                  <a:pt x="1" y="8297"/>
                </a:lnTo>
                <a:lnTo>
                  <a:pt x="13" y="8464"/>
                </a:lnTo>
                <a:lnTo>
                  <a:pt x="143" y="8749"/>
                </a:lnTo>
                <a:lnTo>
                  <a:pt x="357" y="8975"/>
                </a:lnTo>
                <a:lnTo>
                  <a:pt x="655" y="9094"/>
                </a:lnTo>
                <a:lnTo>
                  <a:pt x="821" y="9106"/>
                </a:lnTo>
                <a:lnTo>
                  <a:pt x="1796" y="9106"/>
                </a:lnTo>
                <a:lnTo>
                  <a:pt x="1962" y="9094"/>
                </a:lnTo>
                <a:lnTo>
                  <a:pt x="2247" y="8975"/>
                </a:lnTo>
                <a:lnTo>
                  <a:pt x="2473" y="8749"/>
                </a:lnTo>
                <a:lnTo>
                  <a:pt x="2592" y="8464"/>
                </a:lnTo>
                <a:lnTo>
                  <a:pt x="2604" y="8297"/>
                </a:lnTo>
                <a:lnTo>
                  <a:pt x="2604" y="4066"/>
                </a:lnTo>
                <a:lnTo>
                  <a:pt x="2592" y="3899"/>
                </a:lnTo>
                <a:lnTo>
                  <a:pt x="2473" y="3614"/>
                </a:lnTo>
                <a:lnTo>
                  <a:pt x="2247" y="3388"/>
                </a:lnTo>
                <a:lnTo>
                  <a:pt x="1962" y="3269"/>
                </a:lnTo>
                <a:lnTo>
                  <a:pt x="1796" y="3257"/>
                </a:lnTo>
                <a:close/>
                <a:moveTo>
                  <a:pt x="6206" y="0"/>
                </a:moveTo>
                <a:lnTo>
                  <a:pt x="6051" y="12"/>
                </a:lnTo>
                <a:lnTo>
                  <a:pt x="5790" y="60"/>
                </a:lnTo>
                <a:lnTo>
                  <a:pt x="5493" y="214"/>
                </a:lnTo>
                <a:lnTo>
                  <a:pt x="5231" y="535"/>
                </a:lnTo>
                <a:lnTo>
                  <a:pt x="5065" y="916"/>
                </a:lnTo>
                <a:lnTo>
                  <a:pt x="5005" y="1118"/>
                </a:lnTo>
                <a:lnTo>
                  <a:pt x="4886" y="1427"/>
                </a:lnTo>
                <a:lnTo>
                  <a:pt x="4637" y="1950"/>
                </a:lnTo>
                <a:lnTo>
                  <a:pt x="4197" y="2544"/>
                </a:lnTo>
                <a:lnTo>
                  <a:pt x="3650" y="3055"/>
                </a:lnTo>
                <a:lnTo>
                  <a:pt x="3365" y="3329"/>
                </a:lnTo>
                <a:lnTo>
                  <a:pt x="3270" y="3495"/>
                </a:lnTo>
                <a:lnTo>
                  <a:pt x="3258" y="3578"/>
                </a:lnTo>
                <a:lnTo>
                  <a:pt x="3282" y="3709"/>
                </a:lnTo>
                <a:lnTo>
                  <a:pt x="3460" y="3887"/>
                </a:lnTo>
                <a:lnTo>
                  <a:pt x="3579" y="3899"/>
                </a:lnTo>
                <a:lnTo>
                  <a:pt x="3709" y="3887"/>
                </a:lnTo>
                <a:lnTo>
                  <a:pt x="3816" y="3804"/>
                </a:lnTo>
                <a:lnTo>
                  <a:pt x="4518" y="3127"/>
                </a:lnTo>
                <a:lnTo>
                  <a:pt x="5136" y="2425"/>
                </a:lnTo>
                <a:lnTo>
                  <a:pt x="5457" y="1783"/>
                </a:lnTo>
                <a:lnTo>
                  <a:pt x="5611" y="1320"/>
                </a:lnTo>
                <a:lnTo>
                  <a:pt x="5742" y="951"/>
                </a:lnTo>
                <a:lnTo>
                  <a:pt x="5920" y="714"/>
                </a:lnTo>
                <a:lnTo>
                  <a:pt x="6087" y="654"/>
                </a:lnTo>
                <a:lnTo>
                  <a:pt x="6206" y="654"/>
                </a:lnTo>
                <a:lnTo>
                  <a:pt x="6348" y="666"/>
                </a:lnTo>
                <a:lnTo>
                  <a:pt x="6586" y="773"/>
                </a:lnTo>
                <a:lnTo>
                  <a:pt x="6729" y="951"/>
                </a:lnTo>
                <a:lnTo>
                  <a:pt x="6800" y="1141"/>
                </a:lnTo>
                <a:lnTo>
                  <a:pt x="6812" y="1237"/>
                </a:lnTo>
                <a:lnTo>
                  <a:pt x="6788" y="1450"/>
                </a:lnTo>
                <a:lnTo>
                  <a:pt x="6515" y="2283"/>
                </a:lnTo>
                <a:lnTo>
                  <a:pt x="6265" y="2770"/>
                </a:lnTo>
                <a:lnTo>
                  <a:pt x="6230" y="2853"/>
                </a:lnTo>
                <a:lnTo>
                  <a:pt x="6230" y="2924"/>
                </a:lnTo>
                <a:lnTo>
                  <a:pt x="6241" y="3067"/>
                </a:lnTo>
                <a:lnTo>
                  <a:pt x="6432" y="3234"/>
                </a:lnTo>
                <a:lnTo>
                  <a:pt x="6550" y="3257"/>
                </a:lnTo>
                <a:lnTo>
                  <a:pt x="9154" y="3257"/>
                </a:lnTo>
                <a:lnTo>
                  <a:pt x="9284" y="3269"/>
                </a:lnTo>
                <a:lnTo>
                  <a:pt x="9498" y="3352"/>
                </a:lnTo>
                <a:lnTo>
                  <a:pt x="9653" y="3519"/>
                </a:lnTo>
                <a:lnTo>
                  <a:pt x="9748" y="3733"/>
                </a:lnTo>
                <a:lnTo>
                  <a:pt x="9760" y="3852"/>
                </a:lnTo>
                <a:lnTo>
                  <a:pt x="9748" y="3971"/>
                </a:lnTo>
                <a:lnTo>
                  <a:pt x="9665" y="4173"/>
                </a:lnTo>
                <a:lnTo>
                  <a:pt x="9510" y="4339"/>
                </a:lnTo>
                <a:lnTo>
                  <a:pt x="9308" y="4434"/>
                </a:lnTo>
                <a:lnTo>
                  <a:pt x="9201" y="4446"/>
                </a:lnTo>
                <a:lnTo>
                  <a:pt x="9070" y="4470"/>
                </a:lnTo>
                <a:lnTo>
                  <a:pt x="8916" y="4648"/>
                </a:lnTo>
                <a:lnTo>
                  <a:pt x="8892" y="4767"/>
                </a:lnTo>
                <a:lnTo>
                  <a:pt x="8928" y="4933"/>
                </a:lnTo>
                <a:lnTo>
                  <a:pt x="9059" y="5100"/>
                </a:lnTo>
                <a:lnTo>
                  <a:pt x="9130" y="5266"/>
                </a:lnTo>
                <a:lnTo>
                  <a:pt x="9142" y="5397"/>
                </a:lnTo>
                <a:lnTo>
                  <a:pt x="9130" y="5504"/>
                </a:lnTo>
                <a:lnTo>
                  <a:pt x="9059" y="5694"/>
                </a:lnTo>
                <a:lnTo>
                  <a:pt x="8928" y="5849"/>
                </a:lnTo>
                <a:lnTo>
                  <a:pt x="8750" y="5956"/>
                </a:lnTo>
                <a:lnTo>
                  <a:pt x="8654" y="5979"/>
                </a:lnTo>
                <a:lnTo>
                  <a:pt x="8559" y="6003"/>
                </a:lnTo>
                <a:lnTo>
                  <a:pt x="8405" y="6170"/>
                </a:lnTo>
                <a:lnTo>
                  <a:pt x="8381" y="6300"/>
                </a:lnTo>
                <a:lnTo>
                  <a:pt x="8405" y="6419"/>
                </a:lnTo>
                <a:lnTo>
                  <a:pt x="8512" y="6609"/>
                </a:lnTo>
                <a:lnTo>
                  <a:pt x="8524" y="6776"/>
                </a:lnTo>
                <a:lnTo>
                  <a:pt x="8524" y="6895"/>
                </a:lnTo>
                <a:lnTo>
                  <a:pt x="8464" y="7061"/>
                </a:lnTo>
                <a:lnTo>
                  <a:pt x="8322" y="7228"/>
                </a:lnTo>
                <a:lnTo>
                  <a:pt x="8084" y="7358"/>
                </a:lnTo>
                <a:lnTo>
                  <a:pt x="7941" y="7465"/>
                </a:lnTo>
                <a:lnTo>
                  <a:pt x="7894" y="7584"/>
                </a:lnTo>
                <a:lnTo>
                  <a:pt x="7882" y="7655"/>
                </a:lnTo>
                <a:lnTo>
                  <a:pt x="7894" y="7739"/>
                </a:lnTo>
                <a:lnTo>
                  <a:pt x="7906" y="7858"/>
                </a:lnTo>
                <a:lnTo>
                  <a:pt x="7894" y="7976"/>
                </a:lnTo>
                <a:lnTo>
                  <a:pt x="7810" y="8190"/>
                </a:lnTo>
                <a:lnTo>
                  <a:pt x="7644" y="8357"/>
                </a:lnTo>
                <a:lnTo>
                  <a:pt x="7430" y="8452"/>
                </a:lnTo>
                <a:lnTo>
                  <a:pt x="5873" y="8452"/>
                </a:lnTo>
                <a:lnTo>
                  <a:pt x="5350" y="8345"/>
                </a:lnTo>
                <a:lnTo>
                  <a:pt x="4910" y="8155"/>
                </a:lnTo>
                <a:lnTo>
                  <a:pt x="4553" y="7929"/>
                </a:lnTo>
                <a:lnTo>
                  <a:pt x="4126" y="7560"/>
                </a:lnTo>
                <a:lnTo>
                  <a:pt x="3816" y="7275"/>
                </a:lnTo>
                <a:lnTo>
                  <a:pt x="3650" y="7168"/>
                </a:lnTo>
                <a:lnTo>
                  <a:pt x="3579" y="7156"/>
                </a:lnTo>
                <a:lnTo>
                  <a:pt x="3448" y="7180"/>
                </a:lnTo>
                <a:lnTo>
                  <a:pt x="3270" y="7346"/>
                </a:lnTo>
                <a:lnTo>
                  <a:pt x="3258" y="7477"/>
                </a:lnTo>
                <a:lnTo>
                  <a:pt x="3258" y="7548"/>
                </a:lnTo>
                <a:lnTo>
                  <a:pt x="3377" y="7751"/>
                </a:lnTo>
                <a:lnTo>
                  <a:pt x="3733" y="8143"/>
                </a:lnTo>
                <a:lnTo>
                  <a:pt x="4304" y="8559"/>
                </a:lnTo>
                <a:lnTo>
                  <a:pt x="4779" y="8797"/>
                </a:lnTo>
                <a:lnTo>
                  <a:pt x="5302" y="8987"/>
                </a:lnTo>
                <a:lnTo>
                  <a:pt x="5873" y="9094"/>
                </a:lnTo>
                <a:lnTo>
                  <a:pt x="6182" y="9106"/>
                </a:lnTo>
                <a:lnTo>
                  <a:pt x="7311" y="9106"/>
                </a:lnTo>
                <a:lnTo>
                  <a:pt x="7561" y="9094"/>
                </a:lnTo>
                <a:lnTo>
                  <a:pt x="8013" y="8904"/>
                </a:lnTo>
                <a:lnTo>
                  <a:pt x="8345" y="8559"/>
                </a:lnTo>
                <a:lnTo>
                  <a:pt x="8536" y="8107"/>
                </a:lnTo>
                <a:lnTo>
                  <a:pt x="8559" y="7858"/>
                </a:lnTo>
                <a:lnTo>
                  <a:pt x="8690" y="7774"/>
                </a:lnTo>
                <a:lnTo>
                  <a:pt x="8916" y="7537"/>
                </a:lnTo>
                <a:lnTo>
                  <a:pt x="9082" y="7263"/>
                </a:lnTo>
                <a:lnTo>
                  <a:pt x="9166" y="6954"/>
                </a:lnTo>
                <a:lnTo>
                  <a:pt x="9177" y="6788"/>
                </a:lnTo>
                <a:lnTo>
                  <a:pt x="9166" y="6633"/>
                </a:lnTo>
                <a:lnTo>
                  <a:pt x="9142" y="6491"/>
                </a:lnTo>
                <a:lnTo>
                  <a:pt x="9284" y="6407"/>
                </a:lnTo>
                <a:lnTo>
                  <a:pt x="9522" y="6181"/>
                </a:lnTo>
                <a:lnTo>
                  <a:pt x="9689" y="5896"/>
                </a:lnTo>
                <a:lnTo>
                  <a:pt x="9784" y="5563"/>
                </a:lnTo>
                <a:lnTo>
                  <a:pt x="9784" y="5397"/>
                </a:lnTo>
                <a:lnTo>
                  <a:pt x="9772" y="5171"/>
                </a:lnTo>
                <a:lnTo>
                  <a:pt x="9712" y="4969"/>
                </a:lnTo>
                <a:lnTo>
                  <a:pt x="9867" y="4886"/>
                </a:lnTo>
                <a:lnTo>
                  <a:pt x="10117" y="4660"/>
                </a:lnTo>
                <a:lnTo>
                  <a:pt x="10307" y="4363"/>
                </a:lnTo>
                <a:lnTo>
                  <a:pt x="10402" y="4030"/>
                </a:lnTo>
                <a:lnTo>
                  <a:pt x="10414" y="3852"/>
                </a:lnTo>
                <a:lnTo>
                  <a:pt x="10390" y="3602"/>
                </a:lnTo>
                <a:lnTo>
                  <a:pt x="10200" y="3150"/>
                </a:lnTo>
                <a:lnTo>
                  <a:pt x="9867" y="2817"/>
                </a:lnTo>
                <a:lnTo>
                  <a:pt x="9415" y="2627"/>
                </a:lnTo>
                <a:lnTo>
                  <a:pt x="9166" y="2604"/>
                </a:lnTo>
                <a:lnTo>
                  <a:pt x="7073" y="2604"/>
                </a:lnTo>
                <a:lnTo>
                  <a:pt x="7252" y="2187"/>
                </a:lnTo>
                <a:lnTo>
                  <a:pt x="7442" y="1474"/>
                </a:lnTo>
                <a:lnTo>
                  <a:pt x="7466" y="1237"/>
                </a:lnTo>
                <a:lnTo>
                  <a:pt x="7442" y="1011"/>
                </a:lnTo>
                <a:lnTo>
                  <a:pt x="7276" y="583"/>
                </a:lnTo>
                <a:lnTo>
                  <a:pt x="6955" y="226"/>
                </a:lnTo>
                <a:lnTo>
                  <a:pt x="6610" y="60"/>
                </a:lnTo>
                <a:lnTo>
                  <a:pt x="6348" y="12"/>
                </a:lnTo>
                <a:lnTo>
                  <a:pt x="6206"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6" name="Google Shape;3076;p174"/>
          <p:cNvSpPr/>
          <p:nvPr/>
        </p:nvSpPr>
        <p:spPr>
          <a:xfrm>
            <a:off x="5433342" y="6571957"/>
            <a:ext cx="565453" cy="495002"/>
          </a:xfrm>
          <a:custGeom>
            <a:rect b="b" l="l" r="r" t="t"/>
            <a:pathLst>
              <a:path extrusionOk="0" h="9106" w="10402">
                <a:moveTo>
                  <a:pt x="1796" y="654"/>
                </a:moveTo>
                <a:lnTo>
                  <a:pt x="1855" y="666"/>
                </a:lnTo>
                <a:lnTo>
                  <a:pt x="1938" y="749"/>
                </a:lnTo>
                <a:lnTo>
                  <a:pt x="1950" y="820"/>
                </a:lnTo>
                <a:lnTo>
                  <a:pt x="1950" y="5040"/>
                </a:lnTo>
                <a:lnTo>
                  <a:pt x="1938" y="5112"/>
                </a:lnTo>
                <a:lnTo>
                  <a:pt x="1855" y="5195"/>
                </a:lnTo>
                <a:lnTo>
                  <a:pt x="1796" y="5207"/>
                </a:lnTo>
                <a:lnTo>
                  <a:pt x="821" y="5207"/>
                </a:lnTo>
                <a:lnTo>
                  <a:pt x="750" y="5195"/>
                </a:lnTo>
                <a:lnTo>
                  <a:pt x="666" y="5112"/>
                </a:lnTo>
                <a:lnTo>
                  <a:pt x="654" y="5040"/>
                </a:lnTo>
                <a:lnTo>
                  <a:pt x="654" y="820"/>
                </a:lnTo>
                <a:lnTo>
                  <a:pt x="666" y="749"/>
                </a:lnTo>
                <a:lnTo>
                  <a:pt x="750" y="666"/>
                </a:lnTo>
                <a:lnTo>
                  <a:pt x="821" y="654"/>
                </a:lnTo>
                <a:close/>
                <a:moveTo>
                  <a:pt x="821" y="0"/>
                </a:moveTo>
                <a:lnTo>
                  <a:pt x="654" y="12"/>
                </a:lnTo>
                <a:lnTo>
                  <a:pt x="357" y="143"/>
                </a:lnTo>
                <a:lnTo>
                  <a:pt x="143" y="357"/>
                </a:lnTo>
                <a:lnTo>
                  <a:pt x="13" y="654"/>
                </a:lnTo>
                <a:lnTo>
                  <a:pt x="1" y="820"/>
                </a:lnTo>
                <a:lnTo>
                  <a:pt x="1" y="5040"/>
                </a:lnTo>
                <a:lnTo>
                  <a:pt x="13" y="5207"/>
                </a:lnTo>
                <a:lnTo>
                  <a:pt x="143" y="5504"/>
                </a:lnTo>
                <a:lnTo>
                  <a:pt x="357" y="5718"/>
                </a:lnTo>
                <a:lnTo>
                  <a:pt x="654" y="5849"/>
                </a:lnTo>
                <a:lnTo>
                  <a:pt x="821" y="5861"/>
                </a:lnTo>
                <a:lnTo>
                  <a:pt x="1796" y="5861"/>
                </a:lnTo>
                <a:lnTo>
                  <a:pt x="1962" y="5849"/>
                </a:lnTo>
                <a:lnTo>
                  <a:pt x="2247" y="5718"/>
                </a:lnTo>
                <a:lnTo>
                  <a:pt x="2473" y="5504"/>
                </a:lnTo>
                <a:lnTo>
                  <a:pt x="2592" y="5207"/>
                </a:lnTo>
                <a:lnTo>
                  <a:pt x="2604" y="5040"/>
                </a:lnTo>
                <a:lnTo>
                  <a:pt x="2604" y="820"/>
                </a:lnTo>
                <a:lnTo>
                  <a:pt x="2592" y="654"/>
                </a:lnTo>
                <a:lnTo>
                  <a:pt x="2473" y="357"/>
                </a:lnTo>
                <a:lnTo>
                  <a:pt x="2247" y="143"/>
                </a:lnTo>
                <a:lnTo>
                  <a:pt x="1962" y="12"/>
                </a:lnTo>
                <a:lnTo>
                  <a:pt x="1796" y="0"/>
                </a:lnTo>
                <a:close/>
                <a:moveTo>
                  <a:pt x="6170" y="0"/>
                </a:moveTo>
                <a:lnTo>
                  <a:pt x="5873" y="12"/>
                </a:lnTo>
                <a:lnTo>
                  <a:pt x="5314" y="119"/>
                </a:lnTo>
                <a:lnTo>
                  <a:pt x="4791" y="309"/>
                </a:lnTo>
                <a:lnTo>
                  <a:pt x="4328" y="559"/>
                </a:lnTo>
                <a:lnTo>
                  <a:pt x="3745" y="963"/>
                </a:lnTo>
                <a:lnTo>
                  <a:pt x="3377" y="1355"/>
                </a:lnTo>
                <a:lnTo>
                  <a:pt x="3258" y="1557"/>
                </a:lnTo>
                <a:lnTo>
                  <a:pt x="3246" y="1629"/>
                </a:lnTo>
                <a:lnTo>
                  <a:pt x="3270" y="1760"/>
                </a:lnTo>
                <a:lnTo>
                  <a:pt x="3448" y="1938"/>
                </a:lnTo>
                <a:lnTo>
                  <a:pt x="3579" y="1950"/>
                </a:lnTo>
                <a:lnTo>
                  <a:pt x="3650" y="1950"/>
                </a:lnTo>
                <a:lnTo>
                  <a:pt x="3816" y="1843"/>
                </a:lnTo>
                <a:lnTo>
                  <a:pt x="4125" y="1546"/>
                </a:lnTo>
                <a:lnTo>
                  <a:pt x="4553" y="1189"/>
                </a:lnTo>
                <a:lnTo>
                  <a:pt x="4910" y="951"/>
                </a:lnTo>
                <a:lnTo>
                  <a:pt x="5350" y="773"/>
                </a:lnTo>
                <a:lnTo>
                  <a:pt x="5873" y="666"/>
                </a:lnTo>
                <a:lnTo>
                  <a:pt x="6170" y="654"/>
                </a:lnTo>
                <a:lnTo>
                  <a:pt x="7299" y="654"/>
                </a:lnTo>
                <a:lnTo>
                  <a:pt x="7418" y="666"/>
                </a:lnTo>
                <a:lnTo>
                  <a:pt x="7644" y="749"/>
                </a:lnTo>
                <a:lnTo>
                  <a:pt x="7799" y="916"/>
                </a:lnTo>
                <a:lnTo>
                  <a:pt x="7894" y="1130"/>
                </a:lnTo>
                <a:lnTo>
                  <a:pt x="7906" y="1248"/>
                </a:lnTo>
                <a:lnTo>
                  <a:pt x="7894" y="1367"/>
                </a:lnTo>
                <a:lnTo>
                  <a:pt x="7882" y="1462"/>
                </a:lnTo>
                <a:lnTo>
                  <a:pt x="7882" y="1534"/>
                </a:lnTo>
                <a:lnTo>
                  <a:pt x="7929" y="1641"/>
                </a:lnTo>
                <a:lnTo>
                  <a:pt x="8072" y="1760"/>
                </a:lnTo>
                <a:lnTo>
                  <a:pt x="8322" y="1890"/>
                </a:lnTo>
                <a:lnTo>
                  <a:pt x="8464" y="2057"/>
                </a:lnTo>
                <a:lnTo>
                  <a:pt x="8512" y="2223"/>
                </a:lnTo>
                <a:lnTo>
                  <a:pt x="8512" y="2330"/>
                </a:lnTo>
                <a:lnTo>
                  <a:pt x="8500" y="2497"/>
                </a:lnTo>
                <a:lnTo>
                  <a:pt x="8393" y="2687"/>
                </a:lnTo>
                <a:lnTo>
                  <a:pt x="8381" y="2806"/>
                </a:lnTo>
                <a:lnTo>
                  <a:pt x="8405" y="2948"/>
                </a:lnTo>
                <a:lnTo>
                  <a:pt x="8559" y="3103"/>
                </a:lnTo>
                <a:lnTo>
                  <a:pt x="8642" y="3127"/>
                </a:lnTo>
                <a:lnTo>
                  <a:pt x="8749" y="3162"/>
                </a:lnTo>
                <a:lnTo>
                  <a:pt x="8928" y="3257"/>
                </a:lnTo>
                <a:lnTo>
                  <a:pt x="9059" y="3424"/>
                </a:lnTo>
                <a:lnTo>
                  <a:pt x="9130" y="3614"/>
                </a:lnTo>
                <a:lnTo>
                  <a:pt x="9130" y="3721"/>
                </a:lnTo>
                <a:lnTo>
                  <a:pt x="9130" y="3840"/>
                </a:lnTo>
                <a:lnTo>
                  <a:pt x="9059" y="4006"/>
                </a:lnTo>
                <a:lnTo>
                  <a:pt x="8916" y="4184"/>
                </a:lnTo>
                <a:lnTo>
                  <a:pt x="8892" y="4339"/>
                </a:lnTo>
                <a:lnTo>
                  <a:pt x="8904" y="4470"/>
                </a:lnTo>
                <a:lnTo>
                  <a:pt x="9070" y="4636"/>
                </a:lnTo>
                <a:lnTo>
                  <a:pt x="9189" y="4660"/>
                </a:lnTo>
                <a:lnTo>
                  <a:pt x="9308" y="4684"/>
                </a:lnTo>
                <a:lnTo>
                  <a:pt x="9510" y="4779"/>
                </a:lnTo>
                <a:lnTo>
                  <a:pt x="9665" y="4933"/>
                </a:lnTo>
                <a:lnTo>
                  <a:pt x="9748" y="5147"/>
                </a:lnTo>
                <a:lnTo>
                  <a:pt x="9748" y="5254"/>
                </a:lnTo>
                <a:lnTo>
                  <a:pt x="9748" y="5385"/>
                </a:lnTo>
                <a:lnTo>
                  <a:pt x="9653" y="5599"/>
                </a:lnTo>
                <a:lnTo>
                  <a:pt x="9486" y="5754"/>
                </a:lnTo>
                <a:lnTo>
                  <a:pt x="9272" y="5849"/>
                </a:lnTo>
                <a:lnTo>
                  <a:pt x="9154" y="5861"/>
                </a:lnTo>
                <a:lnTo>
                  <a:pt x="6550" y="5861"/>
                </a:lnTo>
                <a:lnTo>
                  <a:pt x="6420" y="5872"/>
                </a:lnTo>
                <a:lnTo>
                  <a:pt x="6253" y="6051"/>
                </a:lnTo>
                <a:lnTo>
                  <a:pt x="6241" y="6181"/>
                </a:lnTo>
                <a:lnTo>
                  <a:pt x="6253" y="6265"/>
                </a:lnTo>
                <a:lnTo>
                  <a:pt x="6289" y="6336"/>
                </a:lnTo>
                <a:lnTo>
                  <a:pt x="6527" y="6823"/>
                </a:lnTo>
                <a:lnTo>
                  <a:pt x="6800" y="7655"/>
                </a:lnTo>
                <a:lnTo>
                  <a:pt x="6824" y="7869"/>
                </a:lnTo>
                <a:lnTo>
                  <a:pt x="6812" y="7965"/>
                </a:lnTo>
                <a:lnTo>
                  <a:pt x="6729" y="8167"/>
                </a:lnTo>
                <a:lnTo>
                  <a:pt x="6574" y="8333"/>
                </a:lnTo>
                <a:lnTo>
                  <a:pt x="6348" y="8440"/>
                </a:lnTo>
                <a:lnTo>
                  <a:pt x="6194" y="8452"/>
                </a:lnTo>
                <a:lnTo>
                  <a:pt x="6075" y="8452"/>
                </a:lnTo>
                <a:lnTo>
                  <a:pt x="5908" y="8392"/>
                </a:lnTo>
                <a:lnTo>
                  <a:pt x="5742" y="8155"/>
                </a:lnTo>
                <a:lnTo>
                  <a:pt x="5611" y="7786"/>
                </a:lnTo>
                <a:lnTo>
                  <a:pt x="5457" y="7323"/>
                </a:lnTo>
                <a:lnTo>
                  <a:pt x="5136" y="6693"/>
                </a:lnTo>
                <a:lnTo>
                  <a:pt x="4518" y="5979"/>
                </a:lnTo>
                <a:lnTo>
                  <a:pt x="3805" y="5302"/>
                </a:lnTo>
                <a:lnTo>
                  <a:pt x="3709" y="5219"/>
                </a:lnTo>
                <a:lnTo>
                  <a:pt x="3579" y="5207"/>
                </a:lnTo>
                <a:lnTo>
                  <a:pt x="3448" y="5219"/>
                </a:lnTo>
                <a:lnTo>
                  <a:pt x="3270" y="5397"/>
                </a:lnTo>
                <a:lnTo>
                  <a:pt x="3258" y="5516"/>
                </a:lnTo>
                <a:lnTo>
                  <a:pt x="3258" y="5599"/>
                </a:lnTo>
                <a:lnTo>
                  <a:pt x="3365" y="5765"/>
                </a:lnTo>
                <a:lnTo>
                  <a:pt x="3650" y="6039"/>
                </a:lnTo>
                <a:lnTo>
                  <a:pt x="4197" y="6550"/>
                </a:lnTo>
                <a:lnTo>
                  <a:pt x="4625" y="7144"/>
                </a:lnTo>
                <a:lnTo>
                  <a:pt x="4886" y="7667"/>
                </a:lnTo>
                <a:lnTo>
                  <a:pt x="4993" y="7976"/>
                </a:lnTo>
                <a:lnTo>
                  <a:pt x="5065" y="8178"/>
                </a:lnTo>
                <a:lnTo>
                  <a:pt x="5231" y="8571"/>
                </a:lnTo>
                <a:lnTo>
                  <a:pt x="5481" y="8892"/>
                </a:lnTo>
                <a:lnTo>
                  <a:pt x="5790" y="9046"/>
                </a:lnTo>
                <a:lnTo>
                  <a:pt x="6039" y="9106"/>
                </a:lnTo>
                <a:lnTo>
                  <a:pt x="6336" y="9106"/>
                </a:lnTo>
                <a:lnTo>
                  <a:pt x="6610" y="9046"/>
                </a:lnTo>
                <a:lnTo>
                  <a:pt x="6943" y="8880"/>
                </a:lnTo>
                <a:lnTo>
                  <a:pt x="7275" y="8535"/>
                </a:lnTo>
                <a:lnTo>
                  <a:pt x="7442" y="8107"/>
                </a:lnTo>
                <a:lnTo>
                  <a:pt x="7454" y="7881"/>
                </a:lnTo>
                <a:lnTo>
                  <a:pt x="7442" y="7632"/>
                </a:lnTo>
                <a:lnTo>
                  <a:pt x="7240" y="6918"/>
                </a:lnTo>
                <a:lnTo>
                  <a:pt x="7073" y="6502"/>
                </a:lnTo>
                <a:lnTo>
                  <a:pt x="9154" y="6502"/>
                </a:lnTo>
                <a:lnTo>
                  <a:pt x="9415" y="6491"/>
                </a:lnTo>
                <a:lnTo>
                  <a:pt x="9855" y="6300"/>
                </a:lnTo>
                <a:lnTo>
                  <a:pt x="10200" y="5956"/>
                </a:lnTo>
                <a:lnTo>
                  <a:pt x="10390" y="5516"/>
                </a:lnTo>
                <a:lnTo>
                  <a:pt x="10402" y="5254"/>
                </a:lnTo>
                <a:lnTo>
                  <a:pt x="10390" y="5076"/>
                </a:lnTo>
                <a:lnTo>
                  <a:pt x="10295" y="4743"/>
                </a:lnTo>
                <a:lnTo>
                  <a:pt x="10105" y="4458"/>
                </a:lnTo>
                <a:lnTo>
                  <a:pt x="9855" y="4232"/>
                </a:lnTo>
                <a:lnTo>
                  <a:pt x="9700" y="4149"/>
                </a:lnTo>
                <a:lnTo>
                  <a:pt x="9772" y="3935"/>
                </a:lnTo>
                <a:lnTo>
                  <a:pt x="9784" y="3721"/>
                </a:lnTo>
                <a:lnTo>
                  <a:pt x="9772" y="3543"/>
                </a:lnTo>
                <a:lnTo>
                  <a:pt x="9677" y="3222"/>
                </a:lnTo>
                <a:lnTo>
                  <a:pt x="9510" y="2936"/>
                </a:lnTo>
                <a:lnTo>
                  <a:pt x="9272" y="2711"/>
                </a:lnTo>
                <a:lnTo>
                  <a:pt x="9130" y="2627"/>
                </a:lnTo>
                <a:lnTo>
                  <a:pt x="9154" y="2473"/>
                </a:lnTo>
                <a:lnTo>
                  <a:pt x="9166" y="2330"/>
                </a:lnTo>
                <a:lnTo>
                  <a:pt x="9154" y="2164"/>
                </a:lnTo>
                <a:lnTo>
                  <a:pt x="9070" y="1855"/>
                </a:lnTo>
                <a:lnTo>
                  <a:pt x="8916" y="1569"/>
                </a:lnTo>
                <a:lnTo>
                  <a:pt x="8690" y="1344"/>
                </a:lnTo>
                <a:lnTo>
                  <a:pt x="8547" y="1260"/>
                </a:lnTo>
                <a:lnTo>
                  <a:pt x="8536" y="999"/>
                </a:lnTo>
                <a:lnTo>
                  <a:pt x="8345" y="559"/>
                </a:lnTo>
                <a:lnTo>
                  <a:pt x="8001" y="214"/>
                </a:lnTo>
                <a:lnTo>
                  <a:pt x="7549" y="24"/>
                </a:lnTo>
                <a:lnTo>
                  <a:pt x="7299"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7" name="Google Shape;3077;p174"/>
          <p:cNvSpPr/>
          <p:nvPr/>
        </p:nvSpPr>
        <p:spPr>
          <a:xfrm>
            <a:off x="6589982" y="6537059"/>
            <a:ext cx="424606" cy="565453"/>
          </a:xfrm>
          <a:custGeom>
            <a:rect b="b" l="l" r="r" t="t"/>
            <a:pathLst>
              <a:path extrusionOk="0" h="10402" w="7811">
                <a:moveTo>
                  <a:pt x="5373" y="654"/>
                </a:moveTo>
                <a:lnTo>
                  <a:pt x="5647" y="4196"/>
                </a:lnTo>
                <a:lnTo>
                  <a:pt x="5896" y="4375"/>
                </a:lnTo>
                <a:lnTo>
                  <a:pt x="6098" y="4517"/>
                </a:lnTo>
                <a:lnTo>
                  <a:pt x="6455" y="4874"/>
                </a:lnTo>
                <a:lnTo>
                  <a:pt x="6752" y="5278"/>
                </a:lnTo>
                <a:lnTo>
                  <a:pt x="6966" y="5742"/>
                </a:lnTo>
                <a:lnTo>
                  <a:pt x="7037" y="5991"/>
                </a:lnTo>
                <a:lnTo>
                  <a:pt x="7156" y="6503"/>
                </a:lnTo>
                <a:lnTo>
                  <a:pt x="4232" y="6503"/>
                </a:lnTo>
                <a:lnTo>
                  <a:pt x="4232" y="4553"/>
                </a:lnTo>
                <a:lnTo>
                  <a:pt x="4220" y="4422"/>
                </a:lnTo>
                <a:lnTo>
                  <a:pt x="4042" y="4244"/>
                </a:lnTo>
                <a:lnTo>
                  <a:pt x="3911" y="4220"/>
                </a:lnTo>
                <a:lnTo>
                  <a:pt x="3780" y="4244"/>
                </a:lnTo>
                <a:lnTo>
                  <a:pt x="3602" y="4422"/>
                </a:lnTo>
                <a:lnTo>
                  <a:pt x="3578" y="4553"/>
                </a:lnTo>
                <a:lnTo>
                  <a:pt x="3578" y="6503"/>
                </a:lnTo>
                <a:lnTo>
                  <a:pt x="654" y="6503"/>
                </a:lnTo>
                <a:lnTo>
                  <a:pt x="785" y="5991"/>
                </a:lnTo>
                <a:lnTo>
                  <a:pt x="856" y="5742"/>
                </a:lnTo>
                <a:lnTo>
                  <a:pt x="1070" y="5278"/>
                </a:lnTo>
                <a:lnTo>
                  <a:pt x="1355" y="4874"/>
                </a:lnTo>
                <a:lnTo>
                  <a:pt x="1712" y="4517"/>
                </a:lnTo>
                <a:lnTo>
                  <a:pt x="1914" y="4375"/>
                </a:lnTo>
                <a:lnTo>
                  <a:pt x="2176" y="4196"/>
                </a:lnTo>
                <a:lnTo>
                  <a:pt x="2449" y="654"/>
                </a:lnTo>
                <a:close/>
                <a:moveTo>
                  <a:pt x="1308" y="0"/>
                </a:moveTo>
                <a:lnTo>
                  <a:pt x="1177" y="24"/>
                </a:lnTo>
                <a:lnTo>
                  <a:pt x="999" y="191"/>
                </a:lnTo>
                <a:lnTo>
                  <a:pt x="975" y="321"/>
                </a:lnTo>
                <a:lnTo>
                  <a:pt x="987" y="416"/>
                </a:lnTo>
                <a:lnTo>
                  <a:pt x="1070" y="559"/>
                </a:lnTo>
                <a:lnTo>
                  <a:pt x="1141" y="607"/>
                </a:lnTo>
                <a:lnTo>
                  <a:pt x="1225" y="642"/>
                </a:lnTo>
                <a:lnTo>
                  <a:pt x="1308" y="654"/>
                </a:lnTo>
                <a:lnTo>
                  <a:pt x="1795" y="654"/>
                </a:lnTo>
                <a:lnTo>
                  <a:pt x="1546" y="3840"/>
                </a:lnTo>
                <a:lnTo>
                  <a:pt x="1296" y="4018"/>
                </a:lnTo>
                <a:lnTo>
                  <a:pt x="856" y="4446"/>
                </a:lnTo>
                <a:lnTo>
                  <a:pt x="500" y="4957"/>
                </a:lnTo>
                <a:lnTo>
                  <a:pt x="238" y="5528"/>
                </a:lnTo>
                <a:lnTo>
                  <a:pt x="155" y="5837"/>
                </a:lnTo>
                <a:lnTo>
                  <a:pt x="24" y="6348"/>
                </a:lnTo>
                <a:lnTo>
                  <a:pt x="0" y="6491"/>
                </a:lnTo>
                <a:lnTo>
                  <a:pt x="60" y="6776"/>
                </a:lnTo>
                <a:lnTo>
                  <a:pt x="143" y="6907"/>
                </a:lnTo>
                <a:lnTo>
                  <a:pt x="238" y="7014"/>
                </a:lnTo>
                <a:lnTo>
                  <a:pt x="511" y="7144"/>
                </a:lnTo>
                <a:lnTo>
                  <a:pt x="654" y="7156"/>
                </a:lnTo>
                <a:lnTo>
                  <a:pt x="3578" y="7156"/>
                </a:lnTo>
                <a:lnTo>
                  <a:pt x="3566" y="10080"/>
                </a:lnTo>
                <a:lnTo>
                  <a:pt x="3578" y="10211"/>
                </a:lnTo>
                <a:lnTo>
                  <a:pt x="3768" y="10378"/>
                </a:lnTo>
                <a:lnTo>
                  <a:pt x="3887" y="10401"/>
                </a:lnTo>
                <a:lnTo>
                  <a:pt x="4030" y="10378"/>
                </a:lnTo>
                <a:lnTo>
                  <a:pt x="4208" y="10211"/>
                </a:lnTo>
                <a:lnTo>
                  <a:pt x="4232" y="10080"/>
                </a:lnTo>
                <a:lnTo>
                  <a:pt x="4232" y="7156"/>
                </a:lnTo>
                <a:lnTo>
                  <a:pt x="7156" y="7156"/>
                </a:lnTo>
                <a:lnTo>
                  <a:pt x="7311" y="7144"/>
                </a:lnTo>
                <a:lnTo>
                  <a:pt x="7572" y="7014"/>
                </a:lnTo>
                <a:lnTo>
                  <a:pt x="7667" y="6907"/>
                </a:lnTo>
                <a:lnTo>
                  <a:pt x="7751" y="6776"/>
                </a:lnTo>
                <a:lnTo>
                  <a:pt x="7810" y="6491"/>
                </a:lnTo>
                <a:lnTo>
                  <a:pt x="7786" y="6348"/>
                </a:lnTo>
                <a:lnTo>
                  <a:pt x="7655" y="5837"/>
                </a:lnTo>
                <a:lnTo>
                  <a:pt x="7572" y="5528"/>
                </a:lnTo>
                <a:lnTo>
                  <a:pt x="7311" y="4957"/>
                </a:lnTo>
                <a:lnTo>
                  <a:pt x="6954" y="4446"/>
                </a:lnTo>
                <a:lnTo>
                  <a:pt x="6514" y="4018"/>
                </a:lnTo>
                <a:lnTo>
                  <a:pt x="6265" y="3840"/>
                </a:lnTo>
                <a:lnTo>
                  <a:pt x="6015" y="654"/>
                </a:lnTo>
                <a:lnTo>
                  <a:pt x="6502" y="654"/>
                </a:lnTo>
                <a:lnTo>
                  <a:pt x="6598" y="642"/>
                </a:lnTo>
                <a:lnTo>
                  <a:pt x="6669" y="607"/>
                </a:lnTo>
                <a:lnTo>
                  <a:pt x="6740" y="559"/>
                </a:lnTo>
                <a:lnTo>
                  <a:pt x="6823" y="416"/>
                </a:lnTo>
                <a:lnTo>
                  <a:pt x="6835" y="321"/>
                </a:lnTo>
                <a:lnTo>
                  <a:pt x="6812" y="191"/>
                </a:lnTo>
                <a:lnTo>
                  <a:pt x="6633" y="24"/>
                </a:lnTo>
                <a:lnTo>
                  <a:pt x="6502"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8" name="Google Shape;3078;p174"/>
          <p:cNvSpPr/>
          <p:nvPr/>
        </p:nvSpPr>
        <p:spPr>
          <a:xfrm>
            <a:off x="7535276" y="6607507"/>
            <a:ext cx="707006" cy="424552"/>
          </a:xfrm>
          <a:custGeom>
            <a:rect b="b" l="l" r="r" t="t"/>
            <a:pathLst>
              <a:path extrusionOk="0" h="7810" w="13006">
                <a:moveTo>
                  <a:pt x="9427" y="1629"/>
                </a:moveTo>
                <a:lnTo>
                  <a:pt x="9296" y="1640"/>
                </a:lnTo>
                <a:lnTo>
                  <a:pt x="9118" y="1819"/>
                </a:lnTo>
                <a:lnTo>
                  <a:pt x="9094" y="1950"/>
                </a:lnTo>
                <a:lnTo>
                  <a:pt x="9118" y="2080"/>
                </a:lnTo>
                <a:lnTo>
                  <a:pt x="9296" y="2259"/>
                </a:lnTo>
                <a:lnTo>
                  <a:pt x="9427" y="2282"/>
                </a:lnTo>
                <a:lnTo>
                  <a:pt x="9558" y="2259"/>
                </a:lnTo>
                <a:lnTo>
                  <a:pt x="9736" y="2080"/>
                </a:lnTo>
                <a:lnTo>
                  <a:pt x="9748" y="1950"/>
                </a:lnTo>
                <a:lnTo>
                  <a:pt x="9736" y="1819"/>
                </a:lnTo>
                <a:lnTo>
                  <a:pt x="9558" y="1640"/>
                </a:lnTo>
                <a:lnTo>
                  <a:pt x="9427" y="1629"/>
                </a:lnTo>
                <a:close/>
                <a:moveTo>
                  <a:pt x="9427" y="2924"/>
                </a:moveTo>
                <a:lnTo>
                  <a:pt x="9296" y="2948"/>
                </a:lnTo>
                <a:lnTo>
                  <a:pt x="9118" y="3126"/>
                </a:lnTo>
                <a:lnTo>
                  <a:pt x="9094" y="3257"/>
                </a:lnTo>
                <a:lnTo>
                  <a:pt x="9118" y="3388"/>
                </a:lnTo>
                <a:lnTo>
                  <a:pt x="9296" y="3554"/>
                </a:lnTo>
                <a:lnTo>
                  <a:pt x="9427" y="3578"/>
                </a:lnTo>
                <a:lnTo>
                  <a:pt x="9558" y="3554"/>
                </a:lnTo>
                <a:lnTo>
                  <a:pt x="9736" y="3388"/>
                </a:lnTo>
                <a:lnTo>
                  <a:pt x="9748" y="3257"/>
                </a:lnTo>
                <a:lnTo>
                  <a:pt x="9736" y="3126"/>
                </a:lnTo>
                <a:lnTo>
                  <a:pt x="9558" y="2948"/>
                </a:lnTo>
                <a:lnTo>
                  <a:pt x="9427" y="2924"/>
                </a:lnTo>
                <a:close/>
                <a:moveTo>
                  <a:pt x="9427" y="4232"/>
                </a:moveTo>
                <a:lnTo>
                  <a:pt x="9296" y="4244"/>
                </a:lnTo>
                <a:lnTo>
                  <a:pt x="9118" y="4422"/>
                </a:lnTo>
                <a:lnTo>
                  <a:pt x="9094" y="4553"/>
                </a:lnTo>
                <a:lnTo>
                  <a:pt x="9118" y="4684"/>
                </a:lnTo>
                <a:lnTo>
                  <a:pt x="9296" y="4862"/>
                </a:lnTo>
                <a:lnTo>
                  <a:pt x="9427" y="4874"/>
                </a:lnTo>
                <a:lnTo>
                  <a:pt x="9558" y="4862"/>
                </a:lnTo>
                <a:lnTo>
                  <a:pt x="9736" y="4684"/>
                </a:lnTo>
                <a:lnTo>
                  <a:pt x="9748" y="4553"/>
                </a:lnTo>
                <a:lnTo>
                  <a:pt x="9736" y="4422"/>
                </a:lnTo>
                <a:lnTo>
                  <a:pt x="9558" y="4244"/>
                </a:lnTo>
                <a:lnTo>
                  <a:pt x="9427" y="4232"/>
                </a:lnTo>
                <a:close/>
                <a:moveTo>
                  <a:pt x="4435" y="1938"/>
                </a:moveTo>
                <a:lnTo>
                  <a:pt x="4518" y="1961"/>
                </a:lnTo>
                <a:lnTo>
                  <a:pt x="4565" y="2009"/>
                </a:lnTo>
                <a:lnTo>
                  <a:pt x="5469" y="3554"/>
                </a:lnTo>
                <a:lnTo>
                  <a:pt x="6479" y="3554"/>
                </a:lnTo>
                <a:lnTo>
                  <a:pt x="6658" y="3566"/>
                </a:lnTo>
                <a:lnTo>
                  <a:pt x="6979" y="3721"/>
                </a:lnTo>
                <a:lnTo>
                  <a:pt x="7121" y="3840"/>
                </a:lnTo>
                <a:lnTo>
                  <a:pt x="7145" y="3899"/>
                </a:lnTo>
                <a:lnTo>
                  <a:pt x="7121" y="3947"/>
                </a:lnTo>
                <a:lnTo>
                  <a:pt x="6979" y="4065"/>
                </a:lnTo>
                <a:lnTo>
                  <a:pt x="6658" y="4196"/>
                </a:lnTo>
                <a:lnTo>
                  <a:pt x="6479" y="4208"/>
                </a:lnTo>
                <a:lnTo>
                  <a:pt x="5469" y="4208"/>
                </a:lnTo>
                <a:lnTo>
                  <a:pt x="4565" y="5765"/>
                </a:lnTo>
                <a:lnTo>
                  <a:pt x="4518" y="5837"/>
                </a:lnTo>
                <a:lnTo>
                  <a:pt x="4435" y="5848"/>
                </a:lnTo>
                <a:lnTo>
                  <a:pt x="4031" y="5848"/>
                </a:lnTo>
                <a:lnTo>
                  <a:pt x="4565" y="4208"/>
                </a:lnTo>
                <a:lnTo>
                  <a:pt x="3091" y="4208"/>
                </a:lnTo>
                <a:lnTo>
                  <a:pt x="2604" y="4862"/>
                </a:lnTo>
                <a:lnTo>
                  <a:pt x="2533" y="4862"/>
                </a:lnTo>
                <a:lnTo>
                  <a:pt x="2735" y="4065"/>
                </a:lnTo>
                <a:lnTo>
                  <a:pt x="2759" y="3899"/>
                </a:lnTo>
                <a:lnTo>
                  <a:pt x="2735" y="3744"/>
                </a:lnTo>
                <a:lnTo>
                  <a:pt x="2533" y="2924"/>
                </a:lnTo>
                <a:lnTo>
                  <a:pt x="2604" y="2924"/>
                </a:lnTo>
                <a:lnTo>
                  <a:pt x="3091" y="3578"/>
                </a:lnTo>
                <a:lnTo>
                  <a:pt x="4565" y="3578"/>
                </a:lnTo>
                <a:lnTo>
                  <a:pt x="4031" y="1938"/>
                </a:lnTo>
                <a:close/>
                <a:moveTo>
                  <a:pt x="9427" y="5527"/>
                </a:moveTo>
                <a:lnTo>
                  <a:pt x="9296" y="5551"/>
                </a:lnTo>
                <a:lnTo>
                  <a:pt x="9118" y="5718"/>
                </a:lnTo>
                <a:lnTo>
                  <a:pt x="9094" y="5848"/>
                </a:lnTo>
                <a:lnTo>
                  <a:pt x="9118" y="5979"/>
                </a:lnTo>
                <a:lnTo>
                  <a:pt x="9296" y="6157"/>
                </a:lnTo>
                <a:lnTo>
                  <a:pt x="9427" y="6181"/>
                </a:lnTo>
                <a:lnTo>
                  <a:pt x="9558" y="6157"/>
                </a:lnTo>
                <a:lnTo>
                  <a:pt x="9736" y="5979"/>
                </a:lnTo>
                <a:lnTo>
                  <a:pt x="9748" y="5848"/>
                </a:lnTo>
                <a:lnTo>
                  <a:pt x="9736" y="5718"/>
                </a:lnTo>
                <a:lnTo>
                  <a:pt x="9558" y="5551"/>
                </a:lnTo>
                <a:lnTo>
                  <a:pt x="9427" y="5527"/>
                </a:lnTo>
                <a:close/>
                <a:moveTo>
                  <a:pt x="3805" y="1284"/>
                </a:moveTo>
                <a:lnTo>
                  <a:pt x="3674" y="1296"/>
                </a:lnTo>
                <a:lnTo>
                  <a:pt x="3472" y="1403"/>
                </a:lnTo>
                <a:lnTo>
                  <a:pt x="3341" y="1593"/>
                </a:lnTo>
                <a:lnTo>
                  <a:pt x="3305" y="1831"/>
                </a:lnTo>
                <a:lnTo>
                  <a:pt x="3341" y="1950"/>
                </a:lnTo>
                <a:lnTo>
                  <a:pt x="3662" y="2912"/>
                </a:lnTo>
                <a:lnTo>
                  <a:pt x="3412" y="2912"/>
                </a:lnTo>
                <a:lnTo>
                  <a:pt x="3115" y="2544"/>
                </a:lnTo>
                <a:lnTo>
                  <a:pt x="3020" y="2425"/>
                </a:lnTo>
                <a:lnTo>
                  <a:pt x="2747" y="2270"/>
                </a:lnTo>
                <a:lnTo>
                  <a:pt x="2592" y="2259"/>
                </a:lnTo>
                <a:lnTo>
                  <a:pt x="2319" y="2259"/>
                </a:lnTo>
                <a:lnTo>
                  <a:pt x="2200" y="2270"/>
                </a:lnTo>
                <a:lnTo>
                  <a:pt x="2010" y="2377"/>
                </a:lnTo>
                <a:lnTo>
                  <a:pt x="1867" y="2556"/>
                </a:lnTo>
                <a:lnTo>
                  <a:pt x="1820" y="2770"/>
                </a:lnTo>
                <a:lnTo>
                  <a:pt x="1843" y="2889"/>
                </a:lnTo>
                <a:lnTo>
                  <a:pt x="2093" y="3887"/>
                </a:lnTo>
                <a:lnTo>
                  <a:pt x="1843" y="4921"/>
                </a:lnTo>
                <a:lnTo>
                  <a:pt x="1820" y="5040"/>
                </a:lnTo>
                <a:lnTo>
                  <a:pt x="1867" y="5254"/>
                </a:lnTo>
                <a:lnTo>
                  <a:pt x="2010" y="5420"/>
                </a:lnTo>
                <a:lnTo>
                  <a:pt x="2200" y="5516"/>
                </a:lnTo>
                <a:lnTo>
                  <a:pt x="2319" y="5527"/>
                </a:lnTo>
                <a:lnTo>
                  <a:pt x="2592" y="5527"/>
                </a:lnTo>
                <a:lnTo>
                  <a:pt x="2747" y="5516"/>
                </a:lnTo>
                <a:lnTo>
                  <a:pt x="3020" y="5385"/>
                </a:lnTo>
                <a:lnTo>
                  <a:pt x="3115" y="5266"/>
                </a:lnTo>
                <a:lnTo>
                  <a:pt x="3412" y="4862"/>
                </a:lnTo>
                <a:lnTo>
                  <a:pt x="3662" y="4862"/>
                </a:lnTo>
                <a:lnTo>
                  <a:pt x="3341" y="5860"/>
                </a:lnTo>
                <a:lnTo>
                  <a:pt x="3305" y="5979"/>
                </a:lnTo>
                <a:lnTo>
                  <a:pt x="3341" y="6193"/>
                </a:lnTo>
                <a:lnTo>
                  <a:pt x="3472" y="6383"/>
                </a:lnTo>
                <a:lnTo>
                  <a:pt x="3674" y="6490"/>
                </a:lnTo>
                <a:lnTo>
                  <a:pt x="3805" y="6502"/>
                </a:lnTo>
                <a:lnTo>
                  <a:pt x="4435" y="6502"/>
                </a:lnTo>
                <a:lnTo>
                  <a:pt x="4649" y="6490"/>
                </a:lnTo>
                <a:lnTo>
                  <a:pt x="5005" y="6276"/>
                </a:lnTo>
                <a:lnTo>
                  <a:pt x="5136" y="6098"/>
                </a:lnTo>
                <a:lnTo>
                  <a:pt x="5849" y="4862"/>
                </a:lnTo>
                <a:lnTo>
                  <a:pt x="6479" y="4862"/>
                </a:lnTo>
                <a:lnTo>
                  <a:pt x="6634" y="4850"/>
                </a:lnTo>
                <a:lnTo>
                  <a:pt x="6931" y="4802"/>
                </a:lnTo>
                <a:lnTo>
                  <a:pt x="7204" y="4695"/>
                </a:lnTo>
                <a:lnTo>
                  <a:pt x="7466" y="4529"/>
                </a:lnTo>
                <a:lnTo>
                  <a:pt x="7573" y="4422"/>
                </a:lnTo>
                <a:lnTo>
                  <a:pt x="7680" y="4315"/>
                </a:lnTo>
                <a:lnTo>
                  <a:pt x="7787" y="4042"/>
                </a:lnTo>
                <a:lnTo>
                  <a:pt x="7787" y="3756"/>
                </a:lnTo>
                <a:lnTo>
                  <a:pt x="7680" y="3495"/>
                </a:lnTo>
                <a:lnTo>
                  <a:pt x="7573" y="3388"/>
                </a:lnTo>
                <a:lnTo>
                  <a:pt x="7466" y="3281"/>
                </a:lnTo>
                <a:lnTo>
                  <a:pt x="7204" y="3114"/>
                </a:lnTo>
                <a:lnTo>
                  <a:pt x="6931" y="2996"/>
                </a:lnTo>
                <a:lnTo>
                  <a:pt x="6634" y="2936"/>
                </a:lnTo>
                <a:lnTo>
                  <a:pt x="6479" y="2924"/>
                </a:lnTo>
                <a:lnTo>
                  <a:pt x="5849" y="2924"/>
                </a:lnTo>
                <a:lnTo>
                  <a:pt x="5136" y="1712"/>
                </a:lnTo>
                <a:lnTo>
                  <a:pt x="5005" y="1533"/>
                </a:lnTo>
                <a:lnTo>
                  <a:pt x="4649" y="1320"/>
                </a:lnTo>
                <a:lnTo>
                  <a:pt x="4435" y="1308"/>
                </a:lnTo>
                <a:lnTo>
                  <a:pt x="3805" y="1284"/>
                </a:lnTo>
                <a:close/>
                <a:moveTo>
                  <a:pt x="11698" y="654"/>
                </a:moveTo>
                <a:lnTo>
                  <a:pt x="11828" y="666"/>
                </a:lnTo>
                <a:lnTo>
                  <a:pt x="12066" y="761"/>
                </a:lnTo>
                <a:lnTo>
                  <a:pt x="12244" y="939"/>
                </a:lnTo>
                <a:lnTo>
                  <a:pt x="12340" y="1165"/>
                </a:lnTo>
                <a:lnTo>
                  <a:pt x="12351" y="1308"/>
                </a:lnTo>
                <a:lnTo>
                  <a:pt x="12351" y="2306"/>
                </a:lnTo>
                <a:lnTo>
                  <a:pt x="12078" y="2377"/>
                </a:lnTo>
                <a:lnTo>
                  <a:pt x="11603" y="2663"/>
                </a:lnTo>
                <a:lnTo>
                  <a:pt x="11258" y="3091"/>
                </a:lnTo>
                <a:lnTo>
                  <a:pt x="11068" y="3614"/>
                </a:lnTo>
                <a:lnTo>
                  <a:pt x="11056" y="3899"/>
                </a:lnTo>
                <a:lnTo>
                  <a:pt x="11068" y="4196"/>
                </a:lnTo>
                <a:lnTo>
                  <a:pt x="11258" y="4707"/>
                </a:lnTo>
                <a:lnTo>
                  <a:pt x="11603" y="5135"/>
                </a:lnTo>
                <a:lnTo>
                  <a:pt x="12078" y="5420"/>
                </a:lnTo>
                <a:lnTo>
                  <a:pt x="12351" y="5492"/>
                </a:lnTo>
                <a:lnTo>
                  <a:pt x="12351" y="6502"/>
                </a:lnTo>
                <a:lnTo>
                  <a:pt x="12340" y="6633"/>
                </a:lnTo>
                <a:lnTo>
                  <a:pt x="12244" y="6871"/>
                </a:lnTo>
                <a:lnTo>
                  <a:pt x="12066" y="7049"/>
                </a:lnTo>
                <a:lnTo>
                  <a:pt x="11828" y="7144"/>
                </a:lnTo>
                <a:lnTo>
                  <a:pt x="11698" y="7156"/>
                </a:lnTo>
                <a:lnTo>
                  <a:pt x="1297" y="7156"/>
                </a:lnTo>
                <a:lnTo>
                  <a:pt x="1166" y="7144"/>
                </a:lnTo>
                <a:lnTo>
                  <a:pt x="928" y="7049"/>
                </a:lnTo>
                <a:lnTo>
                  <a:pt x="750" y="6871"/>
                </a:lnTo>
                <a:lnTo>
                  <a:pt x="655" y="6633"/>
                </a:lnTo>
                <a:lnTo>
                  <a:pt x="643" y="6502"/>
                </a:lnTo>
                <a:lnTo>
                  <a:pt x="643" y="1308"/>
                </a:lnTo>
                <a:lnTo>
                  <a:pt x="655" y="1165"/>
                </a:lnTo>
                <a:lnTo>
                  <a:pt x="750" y="939"/>
                </a:lnTo>
                <a:lnTo>
                  <a:pt x="928" y="761"/>
                </a:lnTo>
                <a:lnTo>
                  <a:pt x="1166" y="666"/>
                </a:lnTo>
                <a:lnTo>
                  <a:pt x="1297" y="654"/>
                </a:lnTo>
                <a:close/>
                <a:moveTo>
                  <a:pt x="1297" y="0"/>
                </a:moveTo>
                <a:lnTo>
                  <a:pt x="1035" y="24"/>
                </a:lnTo>
                <a:lnTo>
                  <a:pt x="571" y="214"/>
                </a:lnTo>
                <a:lnTo>
                  <a:pt x="215" y="571"/>
                </a:lnTo>
                <a:lnTo>
                  <a:pt x="13" y="1034"/>
                </a:lnTo>
                <a:lnTo>
                  <a:pt x="1" y="1308"/>
                </a:lnTo>
                <a:lnTo>
                  <a:pt x="1" y="6502"/>
                </a:lnTo>
                <a:lnTo>
                  <a:pt x="13" y="6764"/>
                </a:lnTo>
                <a:lnTo>
                  <a:pt x="215" y="7239"/>
                </a:lnTo>
                <a:lnTo>
                  <a:pt x="571" y="7584"/>
                </a:lnTo>
                <a:lnTo>
                  <a:pt x="1035" y="7786"/>
                </a:lnTo>
                <a:lnTo>
                  <a:pt x="1297" y="7810"/>
                </a:lnTo>
                <a:lnTo>
                  <a:pt x="11698" y="7810"/>
                </a:lnTo>
                <a:lnTo>
                  <a:pt x="11959" y="7786"/>
                </a:lnTo>
                <a:lnTo>
                  <a:pt x="12435" y="7584"/>
                </a:lnTo>
                <a:lnTo>
                  <a:pt x="12779" y="7239"/>
                </a:lnTo>
                <a:lnTo>
                  <a:pt x="12981" y="6764"/>
                </a:lnTo>
                <a:lnTo>
                  <a:pt x="13005" y="6502"/>
                </a:lnTo>
                <a:lnTo>
                  <a:pt x="13005" y="5159"/>
                </a:lnTo>
                <a:lnTo>
                  <a:pt x="12981" y="5040"/>
                </a:lnTo>
                <a:lnTo>
                  <a:pt x="12791" y="4897"/>
                </a:lnTo>
                <a:lnTo>
                  <a:pt x="12672" y="4874"/>
                </a:lnTo>
                <a:lnTo>
                  <a:pt x="12470" y="4862"/>
                </a:lnTo>
                <a:lnTo>
                  <a:pt x="12126" y="4719"/>
                </a:lnTo>
                <a:lnTo>
                  <a:pt x="11864" y="4458"/>
                </a:lnTo>
                <a:lnTo>
                  <a:pt x="11710" y="4101"/>
                </a:lnTo>
                <a:lnTo>
                  <a:pt x="11698" y="3899"/>
                </a:lnTo>
                <a:lnTo>
                  <a:pt x="11710" y="3709"/>
                </a:lnTo>
                <a:lnTo>
                  <a:pt x="11864" y="3352"/>
                </a:lnTo>
                <a:lnTo>
                  <a:pt x="12126" y="3091"/>
                </a:lnTo>
                <a:lnTo>
                  <a:pt x="12470" y="2948"/>
                </a:lnTo>
                <a:lnTo>
                  <a:pt x="12672" y="2924"/>
                </a:lnTo>
                <a:lnTo>
                  <a:pt x="12791" y="2912"/>
                </a:lnTo>
                <a:lnTo>
                  <a:pt x="12981" y="2770"/>
                </a:lnTo>
                <a:lnTo>
                  <a:pt x="13005" y="2651"/>
                </a:lnTo>
                <a:lnTo>
                  <a:pt x="13005" y="1308"/>
                </a:lnTo>
                <a:lnTo>
                  <a:pt x="12981" y="1034"/>
                </a:lnTo>
                <a:lnTo>
                  <a:pt x="12779" y="571"/>
                </a:lnTo>
                <a:lnTo>
                  <a:pt x="12435" y="214"/>
                </a:lnTo>
                <a:lnTo>
                  <a:pt x="11959" y="24"/>
                </a:lnTo>
                <a:lnTo>
                  <a:pt x="11698"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79" name="Google Shape;3079;p174"/>
          <p:cNvSpPr/>
          <p:nvPr/>
        </p:nvSpPr>
        <p:spPr>
          <a:xfrm>
            <a:off x="1089227" y="6572609"/>
            <a:ext cx="565453" cy="494350"/>
          </a:xfrm>
          <a:custGeom>
            <a:rect b="b" l="l" r="r" t="t"/>
            <a:pathLst>
              <a:path extrusionOk="0" h="9094" w="10402">
                <a:moveTo>
                  <a:pt x="9094" y="642"/>
                </a:moveTo>
                <a:lnTo>
                  <a:pt x="9225" y="654"/>
                </a:lnTo>
                <a:lnTo>
                  <a:pt x="9463" y="749"/>
                </a:lnTo>
                <a:lnTo>
                  <a:pt x="9641" y="927"/>
                </a:lnTo>
                <a:lnTo>
                  <a:pt x="9736" y="1165"/>
                </a:lnTo>
                <a:lnTo>
                  <a:pt x="9748" y="1296"/>
                </a:lnTo>
                <a:lnTo>
                  <a:pt x="9748" y="2603"/>
                </a:lnTo>
                <a:lnTo>
                  <a:pt x="643" y="2603"/>
                </a:lnTo>
                <a:lnTo>
                  <a:pt x="643" y="1296"/>
                </a:lnTo>
                <a:lnTo>
                  <a:pt x="655" y="1165"/>
                </a:lnTo>
                <a:lnTo>
                  <a:pt x="750" y="927"/>
                </a:lnTo>
                <a:lnTo>
                  <a:pt x="928" y="749"/>
                </a:lnTo>
                <a:lnTo>
                  <a:pt x="1166" y="654"/>
                </a:lnTo>
                <a:lnTo>
                  <a:pt x="1297" y="642"/>
                </a:lnTo>
                <a:close/>
                <a:moveTo>
                  <a:pt x="3246" y="3245"/>
                </a:moveTo>
                <a:lnTo>
                  <a:pt x="3246" y="8452"/>
                </a:lnTo>
                <a:lnTo>
                  <a:pt x="1297" y="8452"/>
                </a:lnTo>
                <a:lnTo>
                  <a:pt x="1166" y="8440"/>
                </a:lnTo>
                <a:lnTo>
                  <a:pt x="928" y="8345"/>
                </a:lnTo>
                <a:lnTo>
                  <a:pt x="750" y="8166"/>
                </a:lnTo>
                <a:lnTo>
                  <a:pt x="655" y="7929"/>
                </a:lnTo>
                <a:lnTo>
                  <a:pt x="643" y="7798"/>
                </a:lnTo>
                <a:lnTo>
                  <a:pt x="643" y="3245"/>
                </a:lnTo>
                <a:close/>
                <a:moveTo>
                  <a:pt x="9748" y="3245"/>
                </a:moveTo>
                <a:lnTo>
                  <a:pt x="9748" y="7798"/>
                </a:lnTo>
                <a:lnTo>
                  <a:pt x="9736" y="7929"/>
                </a:lnTo>
                <a:lnTo>
                  <a:pt x="9641" y="8166"/>
                </a:lnTo>
                <a:lnTo>
                  <a:pt x="9463" y="8345"/>
                </a:lnTo>
                <a:lnTo>
                  <a:pt x="9225" y="8440"/>
                </a:lnTo>
                <a:lnTo>
                  <a:pt x="9094" y="8452"/>
                </a:lnTo>
                <a:lnTo>
                  <a:pt x="3900" y="8452"/>
                </a:lnTo>
                <a:lnTo>
                  <a:pt x="3900" y="3245"/>
                </a:lnTo>
                <a:close/>
                <a:moveTo>
                  <a:pt x="1297" y="0"/>
                </a:moveTo>
                <a:lnTo>
                  <a:pt x="1035" y="12"/>
                </a:lnTo>
                <a:lnTo>
                  <a:pt x="560" y="214"/>
                </a:lnTo>
                <a:lnTo>
                  <a:pt x="215" y="559"/>
                </a:lnTo>
                <a:lnTo>
                  <a:pt x="13" y="1034"/>
                </a:lnTo>
                <a:lnTo>
                  <a:pt x="1" y="1296"/>
                </a:lnTo>
                <a:lnTo>
                  <a:pt x="1" y="7798"/>
                </a:lnTo>
                <a:lnTo>
                  <a:pt x="13" y="8059"/>
                </a:lnTo>
                <a:lnTo>
                  <a:pt x="215" y="8523"/>
                </a:lnTo>
                <a:lnTo>
                  <a:pt x="560" y="8880"/>
                </a:lnTo>
                <a:lnTo>
                  <a:pt x="1035" y="9082"/>
                </a:lnTo>
                <a:lnTo>
                  <a:pt x="1297" y="9094"/>
                </a:lnTo>
                <a:lnTo>
                  <a:pt x="9094" y="9094"/>
                </a:lnTo>
                <a:lnTo>
                  <a:pt x="9356" y="9082"/>
                </a:lnTo>
                <a:lnTo>
                  <a:pt x="9831" y="8880"/>
                </a:lnTo>
                <a:lnTo>
                  <a:pt x="10176" y="8523"/>
                </a:lnTo>
                <a:lnTo>
                  <a:pt x="10378" y="8059"/>
                </a:lnTo>
                <a:lnTo>
                  <a:pt x="10402" y="7798"/>
                </a:lnTo>
                <a:lnTo>
                  <a:pt x="10402" y="1296"/>
                </a:lnTo>
                <a:lnTo>
                  <a:pt x="10378" y="1034"/>
                </a:lnTo>
                <a:lnTo>
                  <a:pt x="10176" y="559"/>
                </a:lnTo>
                <a:lnTo>
                  <a:pt x="9831" y="214"/>
                </a:lnTo>
                <a:lnTo>
                  <a:pt x="9356" y="12"/>
                </a:lnTo>
                <a:lnTo>
                  <a:pt x="9094"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0" name="Google Shape;3080;p174"/>
          <p:cNvSpPr/>
          <p:nvPr/>
        </p:nvSpPr>
        <p:spPr>
          <a:xfrm>
            <a:off x="9707007" y="6554508"/>
            <a:ext cx="707006" cy="529901"/>
          </a:xfrm>
          <a:custGeom>
            <a:rect b="b" l="l" r="r" t="t"/>
            <a:pathLst>
              <a:path extrusionOk="0" h="9748" w="13006">
                <a:moveTo>
                  <a:pt x="2259" y="654"/>
                </a:moveTo>
                <a:lnTo>
                  <a:pt x="2402" y="666"/>
                </a:lnTo>
                <a:lnTo>
                  <a:pt x="2640" y="761"/>
                </a:lnTo>
                <a:lnTo>
                  <a:pt x="2806" y="939"/>
                </a:lnTo>
                <a:lnTo>
                  <a:pt x="2901" y="1165"/>
                </a:lnTo>
                <a:lnTo>
                  <a:pt x="2913" y="1308"/>
                </a:lnTo>
                <a:lnTo>
                  <a:pt x="2901" y="1439"/>
                </a:lnTo>
                <a:lnTo>
                  <a:pt x="2806" y="1665"/>
                </a:lnTo>
                <a:lnTo>
                  <a:pt x="2640" y="1843"/>
                </a:lnTo>
                <a:lnTo>
                  <a:pt x="2402" y="1950"/>
                </a:lnTo>
                <a:lnTo>
                  <a:pt x="2141" y="1950"/>
                </a:lnTo>
                <a:lnTo>
                  <a:pt x="1903" y="1843"/>
                </a:lnTo>
                <a:lnTo>
                  <a:pt x="1724" y="1665"/>
                </a:lnTo>
                <a:lnTo>
                  <a:pt x="1617" y="1439"/>
                </a:lnTo>
                <a:lnTo>
                  <a:pt x="1617" y="1308"/>
                </a:lnTo>
                <a:lnTo>
                  <a:pt x="1617" y="1165"/>
                </a:lnTo>
                <a:lnTo>
                  <a:pt x="1724" y="939"/>
                </a:lnTo>
                <a:lnTo>
                  <a:pt x="1903" y="761"/>
                </a:lnTo>
                <a:lnTo>
                  <a:pt x="2141" y="666"/>
                </a:lnTo>
                <a:lnTo>
                  <a:pt x="2259" y="654"/>
                </a:lnTo>
                <a:close/>
                <a:moveTo>
                  <a:pt x="7478" y="654"/>
                </a:moveTo>
                <a:lnTo>
                  <a:pt x="7620" y="666"/>
                </a:lnTo>
                <a:lnTo>
                  <a:pt x="7846" y="761"/>
                </a:lnTo>
                <a:lnTo>
                  <a:pt x="8025" y="939"/>
                </a:lnTo>
                <a:lnTo>
                  <a:pt x="8120" y="1165"/>
                </a:lnTo>
                <a:lnTo>
                  <a:pt x="8132" y="1308"/>
                </a:lnTo>
                <a:lnTo>
                  <a:pt x="8120" y="1439"/>
                </a:lnTo>
                <a:lnTo>
                  <a:pt x="8025" y="1665"/>
                </a:lnTo>
                <a:lnTo>
                  <a:pt x="7846" y="1843"/>
                </a:lnTo>
                <a:lnTo>
                  <a:pt x="7620" y="1950"/>
                </a:lnTo>
                <a:lnTo>
                  <a:pt x="7347" y="1950"/>
                </a:lnTo>
                <a:lnTo>
                  <a:pt x="7121" y="1843"/>
                </a:lnTo>
                <a:lnTo>
                  <a:pt x="6943" y="1665"/>
                </a:lnTo>
                <a:lnTo>
                  <a:pt x="6836" y="1439"/>
                </a:lnTo>
                <a:lnTo>
                  <a:pt x="6836" y="1308"/>
                </a:lnTo>
                <a:lnTo>
                  <a:pt x="6836" y="1165"/>
                </a:lnTo>
                <a:lnTo>
                  <a:pt x="6943" y="939"/>
                </a:lnTo>
                <a:lnTo>
                  <a:pt x="7121" y="761"/>
                </a:lnTo>
                <a:lnTo>
                  <a:pt x="7347" y="666"/>
                </a:lnTo>
                <a:lnTo>
                  <a:pt x="7478" y="654"/>
                </a:lnTo>
                <a:close/>
                <a:moveTo>
                  <a:pt x="4863" y="7798"/>
                </a:moveTo>
                <a:lnTo>
                  <a:pt x="5005" y="7810"/>
                </a:lnTo>
                <a:lnTo>
                  <a:pt x="5243" y="7905"/>
                </a:lnTo>
                <a:lnTo>
                  <a:pt x="5409" y="8083"/>
                </a:lnTo>
                <a:lnTo>
                  <a:pt x="5505" y="8321"/>
                </a:lnTo>
                <a:lnTo>
                  <a:pt x="5516" y="8452"/>
                </a:lnTo>
                <a:lnTo>
                  <a:pt x="5505" y="8583"/>
                </a:lnTo>
                <a:lnTo>
                  <a:pt x="5409" y="8820"/>
                </a:lnTo>
                <a:lnTo>
                  <a:pt x="5243" y="8999"/>
                </a:lnTo>
                <a:lnTo>
                  <a:pt x="5005" y="9094"/>
                </a:lnTo>
                <a:lnTo>
                  <a:pt x="4863" y="9106"/>
                </a:lnTo>
                <a:lnTo>
                  <a:pt x="4732" y="9094"/>
                </a:lnTo>
                <a:lnTo>
                  <a:pt x="4506" y="8999"/>
                </a:lnTo>
                <a:lnTo>
                  <a:pt x="4328" y="8820"/>
                </a:lnTo>
                <a:lnTo>
                  <a:pt x="4221" y="8583"/>
                </a:lnTo>
                <a:lnTo>
                  <a:pt x="4209" y="8452"/>
                </a:lnTo>
                <a:lnTo>
                  <a:pt x="4221" y="8321"/>
                </a:lnTo>
                <a:lnTo>
                  <a:pt x="4328" y="8083"/>
                </a:lnTo>
                <a:lnTo>
                  <a:pt x="4506" y="7905"/>
                </a:lnTo>
                <a:lnTo>
                  <a:pt x="4732" y="7810"/>
                </a:lnTo>
                <a:lnTo>
                  <a:pt x="4863" y="7798"/>
                </a:lnTo>
                <a:close/>
                <a:moveTo>
                  <a:pt x="2283" y="0"/>
                </a:moveTo>
                <a:lnTo>
                  <a:pt x="2022" y="24"/>
                </a:lnTo>
                <a:lnTo>
                  <a:pt x="1546" y="214"/>
                </a:lnTo>
                <a:lnTo>
                  <a:pt x="1201" y="571"/>
                </a:lnTo>
                <a:lnTo>
                  <a:pt x="999" y="1035"/>
                </a:lnTo>
                <a:lnTo>
                  <a:pt x="976" y="1296"/>
                </a:lnTo>
                <a:lnTo>
                  <a:pt x="999" y="1522"/>
                </a:lnTo>
                <a:lnTo>
                  <a:pt x="1142" y="1926"/>
                </a:lnTo>
                <a:lnTo>
                  <a:pt x="1404" y="2259"/>
                </a:lnTo>
                <a:lnTo>
                  <a:pt x="1748" y="2485"/>
                </a:lnTo>
                <a:lnTo>
                  <a:pt x="1950" y="2544"/>
                </a:lnTo>
                <a:lnTo>
                  <a:pt x="1950" y="4874"/>
                </a:lnTo>
                <a:lnTo>
                  <a:pt x="334" y="4874"/>
                </a:lnTo>
                <a:lnTo>
                  <a:pt x="203" y="4898"/>
                </a:lnTo>
                <a:lnTo>
                  <a:pt x="25" y="5076"/>
                </a:lnTo>
                <a:lnTo>
                  <a:pt x="1" y="5195"/>
                </a:lnTo>
                <a:lnTo>
                  <a:pt x="25" y="5326"/>
                </a:lnTo>
                <a:lnTo>
                  <a:pt x="203" y="5504"/>
                </a:lnTo>
                <a:lnTo>
                  <a:pt x="334" y="5528"/>
                </a:lnTo>
                <a:lnTo>
                  <a:pt x="4554" y="5528"/>
                </a:lnTo>
                <a:lnTo>
                  <a:pt x="4554" y="7192"/>
                </a:lnTo>
                <a:lnTo>
                  <a:pt x="4351" y="7263"/>
                </a:lnTo>
                <a:lnTo>
                  <a:pt x="3995" y="7489"/>
                </a:lnTo>
                <a:lnTo>
                  <a:pt x="3733" y="7822"/>
                </a:lnTo>
                <a:lnTo>
                  <a:pt x="3591" y="8226"/>
                </a:lnTo>
                <a:lnTo>
                  <a:pt x="3579" y="8452"/>
                </a:lnTo>
                <a:lnTo>
                  <a:pt x="3603" y="8713"/>
                </a:lnTo>
                <a:lnTo>
                  <a:pt x="3793" y="9189"/>
                </a:lnTo>
                <a:lnTo>
                  <a:pt x="4149" y="9534"/>
                </a:lnTo>
                <a:lnTo>
                  <a:pt x="4613" y="9736"/>
                </a:lnTo>
                <a:lnTo>
                  <a:pt x="4886" y="9748"/>
                </a:lnTo>
                <a:lnTo>
                  <a:pt x="5148" y="9736"/>
                </a:lnTo>
                <a:lnTo>
                  <a:pt x="5612" y="9534"/>
                </a:lnTo>
                <a:lnTo>
                  <a:pt x="5968" y="9189"/>
                </a:lnTo>
                <a:lnTo>
                  <a:pt x="6158" y="8713"/>
                </a:lnTo>
                <a:lnTo>
                  <a:pt x="6182" y="8452"/>
                </a:lnTo>
                <a:lnTo>
                  <a:pt x="6170" y="8226"/>
                </a:lnTo>
                <a:lnTo>
                  <a:pt x="6028" y="7822"/>
                </a:lnTo>
                <a:lnTo>
                  <a:pt x="5766" y="7489"/>
                </a:lnTo>
                <a:lnTo>
                  <a:pt x="5409" y="7263"/>
                </a:lnTo>
                <a:lnTo>
                  <a:pt x="5207" y="7192"/>
                </a:lnTo>
                <a:lnTo>
                  <a:pt x="5207" y="5528"/>
                </a:lnTo>
                <a:lnTo>
                  <a:pt x="11781" y="5528"/>
                </a:lnTo>
                <a:lnTo>
                  <a:pt x="10521" y="6574"/>
                </a:lnTo>
                <a:lnTo>
                  <a:pt x="10473" y="6621"/>
                </a:lnTo>
                <a:lnTo>
                  <a:pt x="10414" y="6740"/>
                </a:lnTo>
                <a:lnTo>
                  <a:pt x="10414" y="6919"/>
                </a:lnTo>
                <a:lnTo>
                  <a:pt x="10485" y="7037"/>
                </a:lnTo>
                <a:lnTo>
                  <a:pt x="10580" y="7121"/>
                </a:lnTo>
                <a:lnTo>
                  <a:pt x="10830" y="7144"/>
                </a:lnTo>
                <a:lnTo>
                  <a:pt x="10937" y="7073"/>
                </a:lnTo>
                <a:lnTo>
                  <a:pt x="12886" y="5456"/>
                </a:lnTo>
                <a:lnTo>
                  <a:pt x="12910" y="5433"/>
                </a:lnTo>
                <a:lnTo>
                  <a:pt x="12934" y="5409"/>
                </a:lnTo>
                <a:lnTo>
                  <a:pt x="12993" y="5326"/>
                </a:lnTo>
                <a:lnTo>
                  <a:pt x="12993" y="5207"/>
                </a:lnTo>
                <a:lnTo>
                  <a:pt x="13005" y="5207"/>
                </a:lnTo>
                <a:lnTo>
                  <a:pt x="12993" y="5076"/>
                </a:lnTo>
                <a:lnTo>
                  <a:pt x="12922" y="4981"/>
                </a:lnTo>
                <a:lnTo>
                  <a:pt x="12910" y="4969"/>
                </a:lnTo>
                <a:lnTo>
                  <a:pt x="12886" y="4945"/>
                </a:lnTo>
                <a:lnTo>
                  <a:pt x="10937" y="3329"/>
                </a:lnTo>
                <a:lnTo>
                  <a:pt x="10830" y="3257"/>
                </a:lnTo>
                <a:lnTo>
                  <a:pt x="10640" y="3257"/>
                </a:lnTo>
                <a:lnTo>
                  <a:pt x="10533" y="3317"/>
                </a:lnTo>
                <a:lnTo>
                  <a:pt x="10485" y="3364"/>
                </a:lnTo>
                <a:lnTo>
                  <a:pt x="10414" y="3483"/>
                </a:lnTo>
                <a:lnTo>
                  <a:pt x="10414" y="3673"/>
                </a:lnTo>
                <a:lnTo>
                  <a:pt x="10473" y="3780"/>
                </a:lnTo>
                <a:lnTo>
                  <a:pt x="10521" y="3828"/>
                </a:lnTo>
                <a:lnTo>
                  <a:pt x="11781" y="4874"/>
                </a:lnTo>
                <a:lnTo>
                  <a:pt x="7811" y="4874"/>
                </a:lnTo>
                <a:lnTo>
                  <a:pt x="7811" y="2544"/>
                </a:lnTo>
                <a:lnTo>
                  <a:pt x="8013" y="2485"/>
                </a:lnTo>
                <a:lnTo>
                  <a:pt x="8369" y="2259"/>
                </a:lnTo>
                <a:lnTo>
                  <a:pt x="8631" y="1938"/>
                </a:lnTo>
                <a:lnTo>
                  <a:pt x="8773" y="1522"/>
                </a:lnTo>
                <a:lnTo>
                  <a:pt x="8785" y="1308"/>
                </a:lnTo>
                <a:lnTo>
                  <a:pt x="8762" y="1035"/>
                </a:lnTo>
                <a:lnTo>
                  <a:pt x="8571" y="571"/>
                </a:lnTo>
                <a:lnTo>
                  <a:pt x="8215" y="214"/>
                </a:lnTo>
                <a:lnTo>
                  <a:pt x="7751" y="24"/>
                </a:lnTo>
                <a:lnTo>
                  <a:pt x="7478" y="0"/>
                </a:lnTo>
                <a:lnTo>
                  <a:pt x="7216" y="24"/>
                </a:lnTo>
                <a:lnTo>
                  <a:pt x="6741" y="214"/>
                </a:lnTo>
                <a:lnTo>
                  <a:pt x="6384" y="571"/>
                </a:lnTo>
                <a:lnTo>
                  <a:pt x="6182" y="1035"/>
                </a:lnTo>
                <a:lnTo>
                  <a:pt x="6170" y="1308"/>
                </a:lnTo>
                <a:lnTo>
                  <a:pt x="6182" y="1522"/>
                </a:lnTo>
                <a:lnTo>
                  <a:pt x="6325" y="1926"/>
                </a:lnTo>
                <a:lnTo>
                  <a:pt x="6598" y="2259"/>
                </a:lnTo>
                <a:lnTo>
                  <a:pt x="6955" y="2485"/>
                </a:lnTo>
                <a:lnTo>
                  <a:pt x="7157" y="2544"/>
                </a:lnTo>
                <a:lnTo>
                  <a:pt x="7157" y="4874"/>
                </a:lnTo>
                <a:lnTo>
                  <a:pt x="2592" y="4874"/>
                </a:lnTo>
                <a:lnTo>
                  <a:pt x="2592" y="2544"/>
                </a:lnTo>
                <a:lnTo>
                  <a:pt x="2806" y="2485"/>
                </a:lnTo>
                <a:lnTo>
                  <a:pt x="3151" y="2259"/>
                </a:lnTo>
                <a:lnTo>
                  <a:pt x="3412" y="1938"/>
                </a:lnTo>
                <a:lnTo>
                  <a:pt x="3555" y="1522"/>
                </a:lnTo>
                <a:lnTo>
                  <a:pt x="3567" y="1308"/>
                </a:lnTo>
                <a:lnTo>
                  <a:pt x="3567" y="1296"/>
                </a:lnTo>
                <a:lnTo>
                  <a:pt x="3579" y="1296"/>
                </a:lnTo>
                <a:lnTo>
                  <a:pt x="3567" y="1035"/>
                </a:lnTo>
                <a:lnTo>
                  <a:pt x="3365" y="571"/>
                </a:lnTo>
                <a:lnTo>
                  <a:pt x="3008" y="214"/>
                </a:lnTo>
                <a:lnTo>
                  <a:pt x="2545" y="24"/>
                </a:lnTo>
                <a:lnTo>
                  <a:pt x="2283"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1" name="Google Shape;3081;p174"/>
          <p:cNvSpPr/>
          <p:nvPr/>
        </p:nvSpPr>
        <p:spPr>
          <a:xfrm>
            <a:off x="10899198" y="6537059"/>
            <a:ext cx="495002" cy="565453"/>
          </a:xfrm>
          <a:custGeom>
            <a:rect b="b" l="l" r="r" t="t"/>
            <a:pathLst>
              <a:path extrusionOk="0" h="10402" w="9106">
                <a:moveTo>
                  <a:pt x="5504" y="642"/>
                </a:moveTo>
                <a:lnTo>
                  <a:pt x="5587" y="654"/>
                </a:lnTo>
                <a:lnTo>
                  <a:pt x="5718" y="737"/>
                </a:lnTo>
                <a:lnTo>
                  <a:pt x="5777" y="797"/>
                </a:lnTo>
                <a:lnTo>
                  <a:pt x="6086" y="1296"/>
                </a:lnTo>
                <a:lnTo>
                  <a:pt x="3031" y="1296"/>
                </a:lnTo>
                <a:lnTo>
                  <a:pt x="3340" y="797"/>
                </a:lnTo>
                <a:lnTo>
                  <a:pt x="3388" y="737"/>
                </a:lnTo>
                <a:lnTo>
                  <a:pt x="3531" y="654"/>
                </a:lnTo>
                <a:lnTo>
                  <a:pt x="3614" y="642"/>
                </a:lnTo>
                <a:close/>
                <a:moveTo>
                  <a:pt x="2604" y="3246"/>
                </a:moveTo>
                <a:lnTo>
                  <a:pt x="2473" y="3269"/>
                </a:lnTo>
                <a:lnTo>
                  <a:pt x="2294" y="3448"/>
                </a:lnTo>
                <a:lnTo>
                  <a:pt x="2283" y="3578"/>
                </a:lnTo>
                <a:lnTo>
                  <a:pt x="2283" y="8119"/>
                </a:lnTo>
                <a:lnTo>
                  <a:pt x="2294" y="8250"/>
                </a:lnTo>
                <a:lnTo>
                  <a:pt x="2473" y="8428"/>
                </a:lnTo>
                <a:lnTo>
                  <a:pt x="2604" y="8452"/>
                </a:lnTo>
                <a:lnTo>
                  <a:pt x="2734" y="8428"/>
                </a:lnTo>
                <a:lnTo>
                  <a:pt x="2913" y="8250"/>
                </a:lnTo>
                <a:lnTo>
                  <a:pt x="2936" y="8119"/>
                </a:lnTo>
                <a:lnTo>
                  <a:pt x="2936" y="3578"/>
                </a:lnTo>
                <a:lnTo>
                  <a:pt x="2913" y="3448"/>
                </a:lnTo>
                <a:lnTo>
                  <a:pt x="2734" y="3269"/>
                </a:lnTo>
                <a:lnTo>
                  <a:pt x="2604" y="3246"/>
                </a:lnTo>
                <a:close/>
                <a:moveTo>
                  <a:pt x="4553" y="3246"/>
                </a:moveTo>
                <a:lnTo>
                  <a:pt x="4422" y="3269"/>
                </a:lnTo>
                <a:lnTo>
                  <a:pt x="4256" y="3448"/>
                </a:lnTo>
                <a:lnTo>
                  <a:pt x="4232" y="3578"/>
                </a:lnTo>
                <a:lnTo>
                  <a:pt x="4232" y="8119"/>
                </a:lnTo>
                <a:lnTo>
                  <a:pt x="4256" y="8250"/>
                </a:lnTo>
                <a:lnTo>
                  <a:pt x="4422" y="8428"/>
                </a:lnTo>
                <a:lnTo>
                  <a:pt x="4553" y="8452"/>
                </a:lnTo>
                <a:lnTo>
                  <a:pt x="4684" y="8428"/>
                </a:lnTo>
                <a:lnTo>
                  <a:pt x="4862" y="8250"/>
                </a:lnTo>
                <a:lnTo>
                  <a:pt x="4886" y="8119"/>
                </a:lnTo>
                <a:lnTo>
                  <a:pt x="4886" y="3578"/>
                </a:lnTo>
                <a:lnTo>
                  <a:pt x="4862" y="3448"/>
                </a:lnTo>
                <a:lnTo>
                  <a:pt x="4684" y="3269"/>
                </a:lnTo>
                <a:lnTo>
                  <a:pt x="4553" y="3246"/>
                </a:lnTo>
                <a:close/>
                <a:moveTo>
                  <a:pt x="6502" y="3246"/>
                </a:moveTo>
                <a:lnTo>
                  <a:pt x="6372" y="3269"/>
                </a:lnTo>
                <a:lnTo>
                  <a:pt x="6205" y="3448"/>
                </a:lnTo>
                <a:lnTo>
                  <a:pt x="6181" y="3578"/>
                </a:lnTo>
                <a:lnTo>
                  <a:pt x="6181" y="8119"/>
                </a:lnTo>
                <a:lnTo>
                  <a:pt x="6205" y="8250"/>
                </a:lnTo>
                <a:lnTo>
                  <a:pt x="6372" y="8428"/>
                </a:lnTo>
                <a:lnTo>
                  <a:pt x="6502" y="8452"/>
                </a:lnTo>
                <a:lnTo>
                  <a:pt x="6633" y="8428"/>
                </a:lnTo>
                <a:lnTo>
                  <a:pt x="6811" y="8250"/>
                </a:lnTo>
                <a:lnTo>
                  <a:pt x="6835" y="8119"/>
                </a:lnTo>
                <a:lnTo>
                  <a:pt x="6835" y="3578"/>
                </a:lnTo>
                <a:lnTo>
                  <a:pt x="6811" y="3448"/>
                </a:lnTo>
                <a:lnTo>
                  <a:pt x="6633" y="3269"/>
                </a:lnTo>
                <a:lnTo>
                  <a:pt x="6502" y="3246"/>
                </a:lnTo>
                <a:close/>
                <a:moveTo>
                  <a:pt x="7810" y="1950"/>
                </a:moveTo>
                <a:lnTo>
                  <a:pt x="7810" y="8773"/>
                </a:lnTo>
                <a:lnTo>
                  <a:pt x="7786" y="8975"/>
                </a:lnTo>
                <a:lnTo>
                  <a:pt x="7644" y="9320"/>
                </a:lnTo>
                <a:lnTo>
                  <a:pt x="7382" y="9593"/>
                </a:lnTo>
                <a:lnTo>
                  <a:pt x="7025" y="9736"/>
                </a:lnTo>
                <a:lnTo>
                  <a:pt x="6835" y="9748"/>
                </a:lnTo>
                <a:lnTo>
                  <a:pt x="2283" y="9748"/>
                </a:lnTo>
                <a:lnTo>
                  <a:pt x="2080" y="9736"/>
                </a:lnTo>
                <a:lnTo>
                  <a:pt x="1736" y="9593"/>
                </a:lnTo>
                <a:lnTo>
                  <a:pt x="1462" y="9320"/>
                </a:lnTo>
                <a:lnTo>
                  <a:pt x="1320" y="8975"/>
                </a:lnTo>
                <a:lnTo>
                  <a:pt x="1308" y="8773"/>
                </a:lnTo>
                <a:lnTo>
                  <a:pt x="1308" y="1950"/>
                </a:lnTo>
                <a:close/>
                <a:moveTo>
                  <a:pt x="3495" y="0"/>
                </a:moveTo>
                <a:lnTo>
                  <a:pt x="3257" y="72"/>
                </a:lnTo>
                <a:lnTo>
                  <a:pt x="3043" y="179"/>
                </a:lnTo>
                <a:lnTo>
                  <a:pt x="2853" y="357"/>
                </a:lnTo>
                <a:lnTo>
                  <a:pt x="2782" y="452"/>
                </a:lnTo>
                <a:lnTo>
                  <a:pt x="2259" y="1296"/>
                </a:lnTo>
                <a:lnTo>
                  <a:pt x="333" y="1296"/>
                </a:lnTo>
                <a:lnTo>
                  <a:pt x="202" y="1320"/>
                </a:lnTo>
                <a:lnTo>
                  <a:pt x="24" y="1498"/>
                </a:lnTo>
                <a:lnTo>
                  <a:pt x="0" y="1629"/>
                </a:lnTo>
                <a:lnTo>
                  <a:pt x="24" y="1760"/>
                </a:lnTo>
                <a:lnTo>
                  <a:pt x="202" y="1926"/>
                </a:lnTo>
                <a:lnTo>
                  <a:pt x="333" y="1950"/>
                </a:lnTo>
                <a:lnTo>
                  <a:pt x="654" y="1950"/>
                </a:lnTo>
                <a:lnTo>
                  <a:pt x="654" y="8773"/>
                </a:lnTo>
                <a:lnTo>
                  <a:pt x="666" y="8939"/>
                </a:lnTo>
                <a:lnTo>
                  <a:pt x="725" y="9260"/>
                </a:lnTo>
                <a:lnTo>
                  <a:pt x="844" y="9557"/>
                </a:lnTo>
                <a:lnTo>
                  <a:pt x="1023" y="9807"/>
                </a:lnTo>
                <a:lnTo>
                  <a:pt x="1248" y="10033"/>
                </a:lnTo>
                <a:lnTo>
                  <a:pt x="1510" y="10211"/>
                </a:lnTo>
                <a:lnTo>
                  <a:pt x="1795" y="10330"/>
                </a:lnTo>
                <a:lnTo>
                  <a:pt x="2116" y="10401"/>
                </a:lnTo>
                <a:lnTo>
                  <a:pt x="7002" y="10401"/>
                </a:lnTo>
                <a:lnTo>
                  <a:pt x="7311" y="10330"/>
                </a:lnTo>
                <a:lnTo>
                  <a:pt x="7608" y="10211"/>
                </a:lnTo>
                <a:lnTo>
                  <a:pt x="7869" y="10033"/>
                </a:lnTo>
                <a:lnTo>
                  <a:pt x="8083" y="9807"/>
                </a:lnTo>
                <a:lnTo>
                  <a:pt x="8262" y="9557"/>
                </a:lnTo>
                <a:lnTo>
                  <a:pt x="8381" y="9260"/>
                </a:lnTo>
                <a:lnTo>
                  <a:pt x="8452" y="8939"/>
                </a:lnTo>
                <a:lnTo>
                  <a:pt x="8452" y="8773"/>
                </a:lnTo>
                <a:lnTo>
                  <a:pt x="8452" y="1950"/>
                </a:lnTo>
                <a:lnTo>
                  <a:pt x="8785" y="1950"/>
                </a:lnTo>
                <a:lnTo>
                  <a:pt x="8915" y="1926"/>
                </a:lnTo>
                <a:lnTo>
                  <a:pt x="9094" y="1760"/>
                </a:lnTo>
                <a:lnTo>
                  <a:pt x="9106" y="1629"/>
                </a:lnTo>
                <a:lnTo>
                  <a:pt x="9094" y="1498"/>
                </a:lnTo>
                <a:lnTo>
                  <a:pt x="8915" y="1320"/>
                </a:lnTo>
                <a:lnTo>
                  <a:pt x="8785" y="1296"/>
                </a:lnTo>
                <a:lnTo>
                  <a:pt x="6847" y="1296"/>
                </a:lnTo>
                <a:lnTo>
                  <a:pt x="6312" y="452"/>
                </a:lnTo>
                <a:lnTo>
                  <a:pt x="6300" y="452"/>
                </a:lnTo>
                <a:lnTo>
                  <a:pt x="6241" y="357"/>
                </a:lnTo>
                <a:lnTo>
                  <a:pt x="6063" y="191"/>
                </a:lnTo>
                <a:lnTo>
                  <a:pt x="5861" y="72"/>
                </a:lnTo>
                <a:lnTo>
                  <a:pt x="5623"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2" name="Google Shape;3082;p174"/>
          <p:cNvSpPr/>
          <p:nvPr/>
        </p:nvSpPr>
        <p:spPr>
          <a:xfrm>
            <a:off x="11950492" y="6571957"/>
            <a:ext cx="565453" cy="495002"/>
          </a:xfrm>
          <a:custGeom>
            <a:rect b="b" l="l" r="r" t="t"/>
            <a:pathLst>
              <a:path extrusionOk="0" h="9106" w="10402">
                <a:moveTo>
                  <a:pt x="5195" y="2283"/>
                </a:moveTo>
                <a:lnTo>
                  <a:pt x="5076" y="2294"/>
                </a:lnTo>
                <a:lnTo>
                  <a:pt x="4898" y="2473"/>
                </a:lnTo>
                <a:lnTo>
                  <a:pt x="4874" y="2604"/>
                </a:lnTo>
                <a:lnTo>
                  <a:pt x="4874" y="5528"/>
                </a:lnTo>
                <a:lnTo>
                  <a:pt x="4898" y="5658"/>
                </a:lnTo>
                <a:lnTo>
                  <a:pt x="5064" y="5837"/>
                </a:lnTo>
                <a:lnTo>
                  <a:pt x="5195" y="5861"/>
                </a:lnTo>
                <a:lnTo>
                  <a:pt x="5326" y="5837"/>
                </a:lnTo>
                <a:lnTo>
                  <a:pt x="5492" y="5658"/>
                </a:lnTo>
                <a:lnTo>
                  <a:pt x="5504" y="5528"/>
                </a:lnTo>
                <a:lnTo>
                  <a:pt x="5504" y="2604"/>
                </a:lnTo>
                <a:lnTo>
                  <a:pt x="5492" y="2473"/>
                </a:lnTo>
                <a:lnTo>
                  <a:pt x="5314" y="2294"/>
                </a:lnTo>
                <a:lnTo>
                  <a:pt x="5195" y="2283"/>
                </a:lnTo>
                <a:close/>
                <a:moveTo>
                  <a:pt x="5195" y="6669"/>
                </a:moveTo>
                <a:lnTo>
                  <a:pt x="5100" y="6681"/>
                </a:lnTo>
                <a:lnTo>
                  <a:pt x="4933" y="6752"/>
                </a:lnTo>
                <a:lnTo>
                  <a:pt x="4803" y="6883"/>
                </a:lnTo>
                <a:lnTo>
                  <a:pt x="4731" y="7061"/>
                </a:lnTo>
                <a:lnTo>
                  <a:pt x="4731" y="7156"/>
                </a:lnTo>
                <a:lnTo>
                  <a:pt x="4731" y="7251"/>
                </a:lnTo>
                <a:lnTo>
                  <a:pt x="4815" y="7430"/>
                </a:lnTo>
                <a:lnTo>
                  <a:pt x="4933" y="7560"/>
                </a:lnTo>
                <a:lnTo>
                  <a:pt x="5112" y="7644"/>
                </a:lnTo>
                <a:lnTo>
                  <a:pt x="5302" y="7644"/>
                </a:lnTo>
                <a:lnTo>
                  <a:pt x="5468" y="7560"/>
                </a:lnTo>
                <a:lnTo>
                  <a:pt x="5599" y="7430"/>
                </a:lnTo>
                <a:lnTo>
                  <a:pt x="5658" y="7251"/>
                </a:lnTo>
                <a:lnTo>
                  <a:pt x="5670" y="7156"/>
                </a:lnTo>
                <a:lnTo>
                  <a:pt x="5670" y="7061"/>
                </a:lnTo>
                <a:lnTo>
                  <a:pt x="5599" y="6883"/>
                </a:lnTo>
                <a:lnTo>
                  <a:pt x="5468" y="6752"/>
                </a:lnTo>
                <a:lnTo>
                  <a:pt x="5302" y="6681"/>
                </a:lnTo>
                <a:lnTo>
                  <a:pt x="5195" y="6669"/>
                </a:lnTo>
                <a:close/>
                <a:moveTo>
                  <a:pt x="5195" y="654"/>
                </a:moveTo>
                <a:lnTo>
                  <a:pt x="5326" y="666"/>
                </a:lnTo>
                <a:lnTo>
                  <a:pt x="5552" y="785"/>
                </a:lnTo>
                <a:lnTo>
                  <a:pt x="5623" y="892"/>
                </a:lnTo>
                <a:lnTo>
                  <a:pt x="9688" y="7762"/>
                </a:lnTo>
                <a:lnTo>
                  <a:pt x="9724" y="7869"/>
                </a:lnTo>
                <a:lnTo>
                  <a:pt x="9736" y="8095"/>
                </a:lnTo>
                <a:lnTo>
                  <a:pt x="9676" y="8202"/>
                </a:lnTo>
                <a:lnTo>
                  <a:pt x="9605" y="8309"/>
                </a:lnTo>
                <a:lnTo>
                  <a:pt x="9391" y="8452"/>
                </a:lnTo>
                <a:lnTo>
                  <a:pt x="1011" y="8452"/>
                </a:lnTo>
                <a:lnTo>
                  <a:pt x="785" y="8321"/>
                </a:lnTo>
                <a:lnTo>
                  <a:pt x="714" y="8214"/>
                </a:lnTo>
                <a:lnTo>
                  <a:pt x="654" y="8107"/>
                </a:lnTo>
                <a:lnTo>
                  <a:pt x="666" y="7869"/>
                </a:lnTo>
                <a:lnTo>
                  <a:pt x="714" y="7762"/>
                </a:lnTo>
                <a:lnTo>
                  <a:pt x="4779" y="892"/>
                </a:lnTo>
                <a:lnTo>
                  <a:pt x="4850" y="785"/>
                </a:lnTo>
                <a:lnTo>
                  <a:pt x="5064" y="666"/>
                </a:lnTo>
                <a:lnTo>
                  <a:pt x="5195" y="654"/>
                </a:lnTo>
                <a:close/>
                <a:moveTo>
                  <a:pt x="5195" y="0"/>
                </a:moveTo>
                <a:lnTo>
                  <a:pt x="5052" y="12"/>
                </a:lnTo>
                <a:lnTo>
                  <a:pt x="4755" y="83"/>
                </a:lnTo>
                <a:lnTo>
                  <a:pt x="4505" y="226"/>
                </a:lnTo>
                <a:lnTo>
                  <a:pt x="4291" y="440"/>
                </a:lnTo>
                <a:lnTo>
                  <a:pt x="4208" y="559"/>
                </a:lnTo>
                <a:lnTo>
                  <a:pt x="155" y="7430"/>
                </a:lnTo>
                <a:lnTo>
                  <a:pt x="84" y="7560"/>
                </a:lnTo>
                <a:lnTo>
                  <a:pt x="0" y="7834"/>
                </a:lnTo>
                <a:lnTo>
                  <a:pt x="0" y="8119"/>
                </a:lnTo>
                <a:lnTo>
                  <a:pt x="72" y="8404"/>
                </a:lnTo>
                <a:lnTo>
                  <a:pt x="143" y="8535"/>
                </a:lnTo>
                <a:lnTo>
                  <a:pt x="226" y="8666"/>
                </a:lnTo>
                <a:lnTo>
                  <a:pt x="440" y="8880"/>
                </a:lnTo>
                <a:lnTo>
                  <a:pt x="690" y="9022"/>
                </a:lnTo>
                <a:lnTo>
                  <a:pt x="987" y="9106"/>
                </a:lnTo>
                <a:lnTo>
                  <a:pt x="9415" y="9106"/>
                </a:lnTo>
                <a:lnTo>
                  <a:pt x="9700" y="9022"/>
                </a:lnTo>
                <a:lnTo>
                  <a:pt x="9962" y="8880"/>
                </a:lnTo>
                <a:lnTo>
                  <a:pt x="10176" y="8666"/>
                </a:lnTo>
                <a:lnTo>
                  <a:pt x="10259" y="8535"/>
                </a:lnTo>
                <a:lnTo>
                  <a:pt x="10318" y="8404"/>
                </a:lnTo>
                <a:lnTo>
                  <a:pt x="10401" y="8119"/>
                </a:lnTo>
                <a:lnTo>
                  <a:pt x="10389" y="7834"/>
                </a:lnTo>
                <a:lnTo>
                  <a:pt x="10318" y="7560"/>
                </a:lnTo>
                <a:lnTo>
                  <a:pt x="10247" y="7430"/>
                </a:lnTo>
                <a:lnTo>
                  <a:pt x="6182" y="559"/>
                </a:lnTo>
                <a:lnTo>
                  <a:pt x="6098" y="440"/>
                </a:lnTo>
                <a:lnTo>
                  <a:pt x="5896" y="226"/>
                </a:lnTo>
                <a:lnTo>
                  <a:pt x="5635" y="83"/>
                </a:lnTo>
                <a:lnTo>
                  <a:pt x="5349" y="12"/>
                </a:lnTo>
                <a:lnTo>
                  <a:pt x="5195"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3" name="Google Shape;3083;p174"/>
          <p:cNvSpPr/>
          <p:nvPr/>
        </p:nvSpPr>
        <p:spPr>
          <a:xfrm>
            <a:off x="13000481" y="6537059"/>
            <a:ext cx="637208" cy="565453"/>
          </a:xfrm>
          <a:custGeom>
            <a:rect b="b" l="l" r="r" t="t"/>
            <a:pathLst>
              <a:path extrusionOk="0" h="10402" w="11722">
                <a:moveTo>
                  <a:pt x="2628" y="1950"/>
                </a:moveTo>
                <a:lnTo>
                  <a:pt x="2663" y="2556"/>
                </a:lnTo>
                <a:lnTo>
                  <a:pt x="2842" y="3923"/>
                </a:lnTo>
                <a:lnTo>
                  <a:pt x="3103" y="4981"/>
                </a:lnTo>
                <a:lnTo>
                  <a:pt x="3353" y="5670"/>
                </a:lnTo>
                <a:lnTo>
                  <a:pt x="3662" y="6324"/>
                </a:lnTo>
                <a:lnTo>
                  <a:pt x="4054" y="6919"/>
                </a:lnTo>
                <a:lnTo>
                  <a:pt x="4280" y="7192"/>
                </a:lnTo>
                <a:lnTo>
                  <a:pt x="3816" y="7026"/>
                </a:lnTo>
                <a:lnTo>
                  <a:pt x="2996" y="6610"/>
                </a:lnTo>
                <a:lnTo>
                  <a:pt x="2295" y="6110"/>
                </a:lnTo>
                <a:lnTo>
                  <a:pt x="1712" y="5516"/>
                </a:lnTo>
                <a:lnTo>
                  <a:pt x="1475" y="5183"/>
                </a:lnTo>
                <a:lnTo>
                  <a:pt x="1320" y="4945"/>
                </a:lnTo>
                <a:lnTo>
                  <a:pt x="1070" y="4458"/>
                </a:lnTo>
                <a:lnTo>
                  <a:pt x="821" y="3745"/>
                </a:lnTo>
                <a:lnTo>
                  <a:pt x="678" y="2877"/>
                </a:lnTo>
                <a:lnTo>
                  <a:pt x="666" y="2188"/>
                </a:lnTo>
                <a:lnTo>
                  <a:pt x="690" y="1950"/>
                </a:lnTo>
                <a:close/>
                <a:moveTo>
                  <a:pt x="11044" y="1950"/>
                </a:moveTo>
                <a:lnTo>
                  <a:pt x="11055" y="2188"/>
                </a:lnTo>
                <a:lnTo>
                  <a:pt x="11044" y="2877"/>
                </a:lnTo>
                <a:lnTo>
                  <a:pt x="10913" y="3745"/>
                </a:lnTo>
                <a:lnTo>
                  <a:pt x="10651" y="4458"/>
                </a:lnTo>
                <a:lnTo>
                  <a:pt x="10414" y="4945"/>
                </a:lnTo>
                <a:lnTo>
                  <a:pt x="10259" y="5183"/>
                </a:lnTo>
                <a:lnTo>
                  <a:pt x="10021" y="5516"/>
                </a:lnTo>
                <a:lnTo>
                  <a:pt x="9439" y="6110"/>
                </a:lnTo>
                <a:lnTo>
                  <a:pt x="8726" y="6610"/>
                </a:lnTo>
                <a:lnTo>
                  <a:pt x="7905" y="7037"/>
                </a:lnTo>
                <a:lnTo>
                  <a:pt x="7454" y="7204"/>
                </a:lnTo>
                <a:lnTo>
                  <a:pt x="7454" y="7204"/>
                </a:lnTo>
                <a:lnTo>
                  <a:pt x="7680" y="6930"/>
                </a:lnTo>
                <a:lnTo>
                  <a:pt x="8060" y="6336"/>
                </a:lnTo>
                <a:lnTo>
                  <a:pt x="8369" y="5670"/>
                </a:lnTo>
                <a:lnTo>
                  <a:pt x="8619" y="4981"/>
                </a:lnTo>
                <a:lnTo>
                  <a:pt x="8892" y="3923"/>
                </a:lnTo>
                <a:lnTo>
                  <a:pt x="9070" y="2556"/>
                </a:lnTo>
                <a:lnTo>
                  <a:pt x="9106" y="1950"/>
                </a:lnTo>
                <a:close/>
                <a:moveTo>
                  <a:pt x="8131" y="642"/>
                </a:moveTo>
                <a:lnTo>
                  <a:pt x="8262" y="666"/>
                </a:lnTo>
                <a:lnTo>
                  <a:pt x="8428" y="832"/>
                </a:lnTo>
                <a:lnTo>
                  <a:pt x="8440" y="963"/>
                </a:lnTo>
                <a:lnTo>
                  <a:pt x="8452" y="1653"/>
                </a:lnTo>
                <a:lnTo>
                  <a:pt x="8369" y="3008"/>
                </a:lnTo>
                <a:lnTo>
                  <a:pt x="8214" y="3994"/>
                </a:lnTo>
                <a:lnTo>
                  <a:pt x="7953" y="4981"/>
                </a:lnTo>
                <a:lnTo>
                  <a:pt x="7573" y="5908"/>
                </a:lnTo>
                <a:lnTo>
                  <a:pt x="7168" y="6538"/>
                </a:lnTo>
                <a:lnTo>
                  <a:pt x="6859" y="6907"/>
                </a:lnTo>
                <a:lnTo>
                  <a:pt x="6503" y="7228"/>
                </a:lnTo>
                <a:lnTo>
                  <a:pt x="6087" y="7501"/>
                </a:lnTo>
                <a:lnTo>
                  <a:pt x="5861" y="7608"/>
                </a:lnTo>
                <a:lnTo>
                  <a:pt x="5635" y="7501"/>
                </a:lnTo>
                <a:lnTo>
                  <a:pt x="5231" y="7228"/>
                </a:lnTo>
                <a:lnTo>
                  <a:pt x="4862" y="6907"/>
                </a:lnTo>
                <a:lnTo>
                  <a:pt x="4553" y="6538"/>
                </a:lnTo>
                <a:lnTo>
                  <a:pt x="4161" y="5908"/>
                </a:lnTo>
                <a:lnTo>
                  <a:pt x="3769" y="4981"/>
                </a:lnTo>
                <a:lnTo>
                  <a:pt x="3507" y="3994"/>
                </a:lnTo>
                <a:lnTo>
                  <a:pt x="3353" y="3008"/>
                </a:lnTo>
                <a:lnTo>
                  <a:pt x="3258" y="1653"/>
                </a:lnTo>
                <a:lnTo>
                  <a:pt x="3269" y="963"/>
                </a:lnTo>
                <a:lnTo>
                  <a:pt x="3293" y="832"/>
                </a:lnTo>
                <a:lnTo>
                  <a:pt x="3472" y="666"/>
                </a:lnTo>
                <a:lnTo>
                  <a:pt x="3590" y="642"/>
                </a:lnTo>
                <a:close/>
                <a:moveTo>
                  <a:pt x="3590" y="0"/>
                </a:moveTo>
                <a:lnTo>
                  <a:pt x="3400" y="12"/>
                </a:lnTo>
                <a:lnTo>
                  <a:pt x="3056" y="155"/>
                </a:lnTo>
                <a:lnTo>
                  <a:pt x="2782" y="405"/>
                </a:lnTo>
                <a:lnTo>
                  <a:pt x="2639" y="749"/>
                </a:lnTo>
                <a:lnTo>
                  <a:pt x="2616" y="951"/>
                </a:lnTo>
                <a:lnTo>
                  <a:pt x="2616" y="1118"/>
                </a:lnTo>
                <a:lnTo>
                  <a:pt x="2616" y="1296"/>
                </a:lnTo>
                <a:lnTo>
                  <a:pt x="405" y="1296"/>
                </a:lnTo>
                <a:lnTo>
                  <a:pt x="298" y="1308"/>
                </a:lnTo>
                <a:lnTo>
                  <a:pt x="119" y="1451"/>
                </a:lnTo>
                <a:lnTo>
                  <a:pt x="84" y="1558"/>
                </a:lnTo>
                <a:lnTo>
                  <a:pt x="72" y="1653"/>
                </a:lnTo>
                <a:lnTo>
                  <a:pt x="1" y="2342"/>
                </a:lnTo>
                <a:lnTo>
                  <a:pt x="48" y="3162"/>
                </a:lnTo>
                <a:lnTo>
                  <a:pt x="167" y="3804"/>
                </a:lnTo>
                <a:lnTo>
                  <a:pt x="369" y="4482"/>
                </a:lnTo>
                <a:lnTo>
                  <a:pt x="702" y="5183"/>
                </a:lnTo>
                <a:lnTo>
                  <a:pt x="928" y="5540"/>
                </a:lnTo>
                <a:lnTo>
                  <a:pt x="1094" y="5766"/>
                </a:lnTo>
                <a:lnTo>
                  <a:pt x="1463" y="6205"/>
                </a:lnTo>
                <a:lnTo>
                  <a:pt x="1879" y="6598"/>
                </a:lnTo>
                <a:lnTo>
                  <a:pt x="2342" y="6954"/>
                </a:lnTo>
                <a:lnTo>
                  <a:pt x="3127" y="7430"/>
                </a:lnTo>
                <a:lnTo>
                  <a:pt x="4351" y="7929"/>
                </a:lnTo>
                <a:lnTo>
                  <a:pt x="5041" y="8119"/>
                </a:lnTo>
                <a:lnTo>
                  <a:pt x="5148" y="8143"/>
                </a:lnTo>
                <a:lnTo>
                  <a:pt x="5326" y="8262"/>
                </a:lnTo>
                <a:lnTo>
                  <a:pt x="5457" y="8428"/>
                </a:lnTo>
                <a:lnTo>
                  <a:pt x="5528" y="8630"/>
                </a:lnTo>
                <a:lnTo>
                  <a:pt x="5540" y="8737"/>
                </a:lnTo>
                <a:lnTo>
                  <a:pt x="5540" y="9748"/>
                </a:lnTo>
                <a:lnTo>
                  <a:pt x="3590" y="9748"/>
                </a:lnTo>
                <a:lnTo>
                  <a:pt x="3460" y="9771"/>
                </a:lnTo>
                <a:lnTo>
                  <a:pt x="3281" y="9950"/>
                </a:lnTo>
                <a:lnTo>
                  <a:pt x="3258" y="10080"/>
                </a:lnTo>
                <a:lnTo>
                  <a:pt x="3281" y="10199"/>
                </a:lnTo>
                <a:lnTo>
                  <a:pt x="3460" y="10378"/>
                </a:lnTo>
                <a:lnTo>
                  <a:pt x="3590" y="10401"/>
                </a:lnTo>
                <a:lnTo>
                  <a:pt x="8119" y="10401"/>
                </a:lnTo>
                <a:lnTo>
                  <a:pt x="8250" y="10378"/>
                </a:lnTo>
                <a:lnTo>
                  <a:pt x="8405" y="10199"/>
                </a:lnTo>
                <a:lnTo>
                  <a:pt x="8428" y="10080"/>
                </a:lnTo>
                <a:lnTo>
                  <a:pt x="8417" y="9950"/>
                </a:lnTo>
                <a:lnTo>
                  <a:pt x="8262" y="9771"/>
                </a:lnTo>
                <a:lnTo>
                  <a:pt x="8119" y="9748"/>
                </a:lnTo>
                <a:lnTo>
                  <a:pt x="6170" y="9748"/>
                </a:lnTo>
                <a:lnTo>
                  <a:pt x="6170" y="8749"/>
                </a:lnTo>
                <a:lnTo>
                  <a:pt x="6182" y="8630"/>
                </a:lnTo>
                <a:lnTo>
                  <a:pt x="6253" y="8428"/>
                </a:lnTo>
                <a:lnTo>
                  <a:pt x="6384" y="8262"/>
                </a:lnTo>
                <a:lnTo>
                  <a:pt x="6562" y="8143"/>
                </a:lnTo>
                <a:lnTo>
                  <a:pt x="6669" y="8119"/>
                </a:lnTo>
                <a:lnTo>
                  <a:pt x="7359" y="7929"/>
                </a:lnTo>
                <a:lnTo>
                  <a:pt x="8583" y="7430"/>
                </a:lnTo>
                <a:lnTo>
                  <a:pt x="9367" y="6966"/>
                </a:lnTo>
                <a:lnTo>
                  <a:pt x="9831" y="6598"/>
                </a:lnTo>
                <a:lnTo>
                  <a:pt x="10247" y="6205"/>
                </a:lnTo>
                <a:lnTo>
                  <a:pt x="10616" y="5777"/>
                </a:lnTo>
                <a:lnTo>
                  <a:pt x="10782" y="5540"/>
                </a:lnTo>
                <a:lnTo>
                  <a:pt x="11008" y="5183"/>
                </a:lnTo>
                <a:lnTo>
                  <a:pt x="11341" y="4482"/>
                </a:lnTo>
                <a:lnTo>
                  <a:pt x="11555" y="3804"/>
                </a:lnTo>
                <a:lnTo>
                  <a:pt x="11674" y="3162"/>
                </a:lnTo>
                <a:lnTo>
                  <a:pt x="11721" y="2342"/>
                </a:lnTo>
                <a:lnTo>
                  <a:pt x="11650" y="1653"/>
                </a:lnTo>
                <a:lnTo>
                  <a:pt x="11638" y="1558"/>
                </a:lnTo>
                <a:lnTo>
                  <a:pt x="11602" y="1451"/>
                </a:lnTo>
                <a:lnTo>
                  <a:pt x="11436" y="1308"/>
                </a:lnTo>
                <a:lnTo>
                  <a:pt x="11317" y="1296"/>
                </a:lnTo>
                <a:lnTo>
                  <a:pt x="9106" y="1296"/>
                </a:lnTo>
                <a:lnTo>
                  <a:pt x="9106" y="1118"/>
                </a:lnTo>
                <a:lnTo>
                  <a:pt x="9106" y="951"/>
                </a:lnTo>
                <a:lnTo>
                  <a:pt x="9094" y="749"/>
                </a:lnTo>
                <a:lnTo>
                  <a:pt x="8928" y="405"/>
                </a:lnTo>
                <a:lnTo>
                  <a:pt x="8666" y="155"/>
                </a:lnTo>
                <a:lnTo>
                  <a:pt x="8321" y="12"/>
                </a:lnTo>
                <a:lnTo>
                  <a:pt x="8131"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4" name="Google Shape;3084;p174"/>
          <p:cNvSpPr/>
          <p:nvPr/>
        </p:nvSpPr>
        <p:spPr>
          <a:xfrm>
            <a:off x="14122875" y="6537711"/>
            <a:ext cx="565453" cy="564800"/>
          </a:xfrm>
          <a:custGeom>
            <a:rect b="b" l="l" r="r" t="t"/>
            <a:pathLst>
              <a:path extrusionOk="0" h="10390" w="10402">
                <a:moveTo>
                  <a:pt x="8773" y="3721"/>
                </a:moveTo>
                <a:lnTo>
                  <a:pt x="8678" y="3733"/>
                </a:lnTo>
                <a:lnTo>
                  <a:pt x="8499" y="3804"/>
                </a:lnTo>
                <a:lnTo>
                  <a:pt x="8369" y="3935"/>
                </a:lnTo>
                <a:lnTo>
                  <a:pt x="8285" y="4113"/>
                </a:lnTo>
                <a:lnTo>
                  <a:pt x="8285" y="4208"/>
                </a:lnTo>
                <a:lnTo>
                  <a:pt x="8285" y="4315"/>
                </a:lnTo>
                <a:lnTo>
                  <a:pt x="8369" y="4482"/>
                </a:lnTo>
                <a:lnTo>
                  <a:pt x="8499" y="4624"/>
                </a:lnTo>
                <a:lnTo>
                  <a:pt x="8678" y="4696"/>
                </a:lnTo>
                <a:lnTo>
                  <a:pt x="8868" y="4696"/>
                </a:lnTo>
                <a:lnTo>
                  <a:pt x="9046" y="4624"/>
                </a:lnTo>
                <a:lnTo>
                  <a:pt x="9177" y="4482"/>
                </a:lnTo>
                <a:lnTo>
                  <a:pt x="9248" y="4315"/>
                </a:lnTo>
                <a:lnTo>
                  <a:pt x="9260" y="4208"/>
                </a:lnTo>
                <a:lnTo>
                  <a:pt x="9248" y="4113"/>
                </a:lnTo>
                <a:lnTo>
                  <a:pt x="9177" y="3935"/>
                </a:lnTo>
                <a:lnTo>
                  <a:pt x="9046" y="3804"/>
                </a:lnTo>
                <a:lnTo>
                  <a:pt x="8868" y="3733"/>
                </a:lnTo>
                <a:lnTo>
                  <a:pt x="8773" y="3721"/>
                </a:lnTo>
                <a:close/>
                <a:moveTo>
                  <a:pt x="8678" y="5028"/>
                </a:moveTo>
                <a:lnTo>
                  <a:pt x="8499" y="5112"/>
                </a:lnTo>
                <a:lnTo>
                  <a:pt x="8369" y="5242"/>
                </a:lnTo>
                <a:lnTo>
                  <a:pt x="8285" y="5409"/>
                </a:lnTo>
                <a:lnTo>
                  <a:pt x="8285" y="5516"/>
                </a:lnTo>
                <a:lnTo>
                  <a:pt x="8285" y="5611"/>
                </a:lnTo>
                <a:lnTo>
                  <a:pt x="8369" y="5789"/>
                </a:lnTo>
                <a:lnTo>
                  <a:pt x="8499" y="5920"/>
                </a:lnTo>
                <a:lnTo>
                  <a:pt x="8678" y="5991"/>
                </a:lnTo>
                <a:lnTo>
                  <a:pt x="8773" y="6003"/>
                </a:lnTo>
                <a:lnTo>
                  <a:pt x="8868" y="5991"/>
                </a:lnTo>
                <a:lnTo>
                  <a:pt x="9046" y="5920"/>
                </a:lnTo>
                <a:lnTo>
                  <a:pt x="9177" y="5789"/>
                </a:lnTo>
                <a:lnTo>
                  <a:pt x="9248" y="5611"/>
                </a:lnTo>
                <a:lnTo>
                  <a:pt x="9260" y="5516"/>
                </a:lnTo>
                <a:lnTo>
                  <a:pt x="9248" y="5409"/>
                </a:lnTo>
                <a:lnTo>
                  <a:pt x="9177" y="5242"/>
                </a:lnTo>
                <a:lnTo>
                  <a:pt x="9046" y="5112"/>
                </a:lnTo>
                <a:lnTo>
                  <a:pt x="8868" y="5028"/>
                </a:lnTo>
                <a:close/>
                <a:moveTo>
                  <a:pt x="6490" y="3887"/>
                </a:moveTo>
                <a:lnTo>
                  <a:pt x="6633" y="3899"/>
                </a:lnTo>
                <a:lnTo>
                  <a:pt x="6859" y="3994"/>
                </a:lnTo>
                <a:lnTo>
                  <a:pt x="7037" y="4173"/>
                </a:lnTo>
                <a:lnTo>
                  <a:pt x="7132" y="4410"/>
                </a:lnTo>
                <a:lnTo>
                  <a:pt x="7144" y="4541"/>
                </a:lnTo>
                <a:lnTo>
                  <a:pt x="7144" y="7786"/>
                </a:lnTo>
                <a:lnTo>
                  <a:pt x="7132" y="7917"/>
                </a:lnTo>
                <a:lnTo>
                  <a:pt x="7037" y="8155"/>
                </a:lnTo>
                <a:lnTo>
                  <a:pt x="6859" y="8333"/>
                </a:lnTo>
                <a:lnTo>
                  <a:pt x="6633" y="8428"/>
                </a:lnTo>
                <a:lnTo>
                  <a:pt x="6490" y="8440"/>
                </a:lnTo>
                <a:lnTo>
                  <a:pt x="2592" y="8440"/>
                </a:lnTo>
                <a:lnTo>
                  <a:pt x="2461" y="8428"/>
                </a:lnTo>
                <a:lnTo>
                  <a:pt x="2223" y="8333"/>
                </a:lnTo>
                <a:lnTo>
                  <a:pt x="2057" y="8155"/>
                </a:lnTo>
                <a:lnTo>
                  <a:pt x="1950" y="7917"/>
                </a:lnTo>
                <a:lnTo>
                  <a:pt x="1938" y="7786"/>
                </a:lnTo>
                <a:lnTo>
                  <a:pt x="1938" y="4541"/>
                </a:lnTo>
                <a:lnTo>
                  <a:pt x="1950" y="4410"/>
                </a:lnTo>
                <a:lnTo>
                  <a:pt x="2057" y="4173"/>
                </a:lnTo>
                <a:lnTo>
                  <a:pt x="2223" y="3994"/>
                </a:lnTo>
                <a:lnTo>
                  <a:pt x="2461" y="3899"/>
                </a:lnTo>
                <a:lnTo>
                  <a:pt x="2592" y="3887"/>
                </a:lnTo>
                <a:close/>
                <a:moveTo>
                  <a:pt x="2592" y="3234"/>
                </a:moveTo>
                <a:lnTo>
                  <a:pt x="2330" y="3257"/>
                </a:lnTo>
                <a:lnTo>
                  <a:pt x="1866" y="3459"/>
                </a:lnTo>
                <a:lnTo>
                  <a:pt x="1510" y="3804"/>
                </a:lnTo>
                <a:lnTo>
                  <a:pt x="1320" y="4268"/>
                </a:lnTo>
                <a:lnTo>
                  <a:pt x="1296" y="4541"/>
                </a:lnTo>
                <a:lnTo>
                  <a:pt x="1296" y="7786"/>
                </a:lnTo>
                <a:lnTo>
                  <a:pt x="1320" y="8060"/>
                </a:lnTo>
                <a:lnTo>
                  <a:pt x="1510" y="8523"/>
                </a:lnTo>
                <a:lnTo>
                  <a:pt x="1866" y="8868"/>
                </a:lnTo>
                <a:lnTo>
                  <a:pt x="2330" y="9070"/>
                </a:lnTo>
                <a:lnTo>
                  <a:pt x="2592" y="9094"/>
                </a:lnTo>
                <a:lnTo>
                  <a:pt x="6479" y="9094"/>
                </a:lnTo>
                <a:lnTo>
                  <a:pt x="6740" y="9070"/>
                </a:lnTo>
                <a:lnTo>
                  <a:pt x="7216" y="8868"/>
                </a:lnTo>
                <a:lnTo>
                  <a:pt x="7560" y="8523"/>
                </a:lnTo>
                <a:lnTo>
                  <a:pt x="7762" y="8060"/>
                </a:lnTo>
                <a:lnTo>
                  <a:pt x="7786" y="7786"/>
                </a:lnTo>
                <a:lnTo>
                  <a:pt x="7786" y="4541"/>
                </a:lnTo>
                <a:lnTo>
                  <a:pt x="7762" y="4268"/>
                </a:lnTo>
                <a:lnTo>
                  <a:pt x="7584" y="3804"/>
                </a:lnTo>
                <a:lnTo>
                  <a:pt x="7227" y="3459"/>
                </a:lnTo>
                <a:lnTo>
                  <a:pt x="6764" y="3257"/>
                </a:lnTo>
                <a:lnTo>
                  <a:pt x="6502" y="3234"/>
                </a:lnTo>
                <a:close/>
                <a:moveTo>
                  <a:pt x="9224" y="2592"/>
                </a:moveTo>
                <a:lnTo>
                  <a:pt x="9462" y="2699"/>
                </a:lnTo>
                <a:lnTo>
                  <a:pt x="9640" y="2877"/>
                </a:lnTo>
                <a:lnTo>
                  <a:pt x="9736" y="3103"/>
                </a:lnTo>
                <a:lnTo>
                  <a:pt x="9747" y="3234"/>
                </a:lnTo>
                <a:lnTo>
                  <a:pt x="9747" y="9094"/>
                </a:lnTo>
                <a:lnTo>
                  <a:pt x="9736" y="9225"/>
                </a:lnTo>
                <a:lnTo>
                  <a:pt x="9640" y="9450"/>
                </a:lnTo>
                <a:lnTo>
                  <a:pt x="9462" y="9629"/>
                </a:lnTo>
                <a:lnTo>
                  <a:pt x="9224" y="9736"/>
                </a:lnTo>
                <a:lnTo>
                  <a:pt x="1165" y="9736"/>
                </a:lnTo>
                <a:lnTo>
                  <a:pt x="927" y="9629"/>
                </a:lnTo>
                <a:lnTo>
                  <a:pt x="749" y="9450"/>
                </a:lnTo>
                <a:lnTo>
                  <a:pt x="654" y="9225"/>
                </a:lnTo>
                <a:lnTo>
                  <a:pt x="642" y="9094"/>
                </a:lnTo>
                <a:lnTo>
                  <a:pt x="642" y="3234"/>
                </a:lnTo>
                <a:lnTo>
                  <a:pt x="654" y="3103"/>
                </a:lnTo>
                <a:lnTo>
                  <a:pt x="749" y="2877"/>
                </a:lnTo>
                <a:lnTo>
                  <a:pt x="927" y="2699"/>
                </a:lnTo>
                <a:lnTo>
                  <a:pt x="1165" y="2592"/>
                </a:lnTo>
                <a:close/>
                <a:moveTo>
                  <a:pt x="3019" y="0"/>
                </a:moveTo>
                <a:lnTo>
                  <a:pt x="2770" y="12"/>
                </a:lnTo>
                <a:lnTo>
                  <a:pt x="2675" y="107"/>
                </a:lnTo>
                <a:lnTo>
                  <a:pt x="2603" y="214"/>
                </a:lnTo>
                <a:lnTo>
                  <a:pt x="2627" y="464"/>
                </a:lnTo>
                <a:lnTo>
                  <a:pt x="2710" y="559"/>
                </a:lnTo>
                <a:lnTo>
                  <a:pt x="4315" y="1938"/>
                </a:lnTo>
                <a:lnTo>
                  <a:pt x="1296" y="1938"/>
                </a:lnTo>
                <a:lnTo>
                  <a:pt x="1034" y="1962"/>
                </a:lnTo>
                <a:lnTo>
                  <a:pt x="559" y="2152"/>
                </a:lnTo>
                <a:lnTo>
                  <a:pt x="214" y="2497"/>
                </a:lnTo>
                <a:lnTo>
                  <a:pt x="12" y="2960"/>
                </a:lnTo>
                <a:lnTo>
                  <a:pt x="0" y="3222"/>
                </a:lnTo>
                <a:lnTo>
                  <a:pt x="0" y="9058"/>
                </a:lnTo>
                <a:lnTo>
                  <a:pt x="12" y="9332"/>
                </a:lnTo>
                <a:lnTo>
                  <a:pt x="214" y="9807"/>
                </a:lnTo>
                <a:lnTo>
                  <a:pt x="559" y="10175"/>
                </a:lnTo>
                <a:lnTo>
                  <a:pt x="1034" y="10366"/>
                </a:lnTo>
                <a:lnTo>
                  <a:pt x="1296" y="10389"/>
                </a:lnTo>
                <a:lnTo>
                  <a:pt x="9094" y="10389"/>
                </a:lnTo>
                <a:lnTo>
                  <a:pt x="9367" y="10366"/>
                </a:lnTo>
                <a:lnTo>
                  <a:pt x="9831" y="10175"/>
                </a:lnTo>
                <a:lnTo>
                  <a:pt x="10175" y="9831"/>
                </a:lnTo>
                <a:lnTo>
                  <a:pt x="10377" y="9367"/>
                </a:lnTo>
                <a:lnTo>
                  <a:pt x="10401" y="9106"/>
                </a:lnTo>
                <a:lnTo>
                  <a:pt x="10401" y="3234"/>
                </a:lnTo>
                <a:lnTo>
                  <a:pt x="10377" y="2972"/>
                </a:lnTo>
                <a:lnTo>
                  <a:pt x="10175" y="2508"/>
                </a:lnTo>
                <a:lnTo>
                  <a:pt x="9831" y="2152"/>
                </a:lnTo>
                <a:lnTo>
                  <a:pt x="9355" y="1962"/>
                </a:lnTo>
                <a:lnTo>
                  <a:pt x="9094" y="1938"/>
                </a:lnTo>
                <a:lnTo>
                  <a:pt x="6074" y="1938"/>
                </a:lnTo>
                <a:lnTo>
                  <a:pt x="7679" y="559"/>
                </a:lnTo>
                <a:lnTo>
                  <a:pt x="7762" y="464"/>
                </a:lnTo>
                <a:lnTo>
                  <a:pt x="7786" y="214"/>
                </a:lnTo>
                <a:lnTo>
                  <a:pt x="7715" y="107"/>
                </a:lnTo>
                <a:lnTo>
                  <a:pt x="7620" y="12"/>
                </a:lnTo>
                <a:lnTo>
                  <a:pt x="7370" y="0"/>
                </a:lnTo>
                <a:lnTo>
                  <a:pt x="7263" y="72"/>
                </a:lnTo>
                <a:lnTo>
                  <a:pt x="5195" y="1831"/>
                </a:lnTo>
                <a:lnTo>
                  <a:pt x="3126" y="72"/>
                </a:lnTo>
                <a:lnTo>
                  <a:pt x="3019"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5" name="Google Shape;3085;p174"/>
          <p:cNvSpPr/>
          <p:nvPr/>
        </p:nvSpPr>
        <p:spPr>
          <a:xfrm>
            <a:off x="15172864" y="6537059"/>
            <a:ext cx="636556" cy="565453"/>
          </a:xfrm>
          <a:custGeom>
            <a:rect b="b" l="l" r="r" t="t"/>
            <a:pathLst>
              <a:path extrusionOk="0" h="10402" w="11710">
                <a:moveTo>
                  <a:pt x="6110" y="654"/>
                </a:moveTo>
                <a:lnTo>
                  <a:pt x="6598" y="749"/>
                </a:lnTo>
                <a:lnTo>
                  <a:pt x="7038" y="928"/>
                </a:lnTo>
                <a:lnTo>
                  <a:pt x="7430" y="1177"/>
                </a:lnTo>
                <a:lnTo>
                  <a:pt x="7763" y="1498"/>
                </a:lnTo>
                <a:lnTo>
                  <a:pt x="8024" y="1867"/>
                </a:lnTo>
                <a:lnTo>
                  <a:pt x="8202" y="2283"/>
                </a:lnTo>
                <a:lnTo>
                  <a:pt x="8298" y="2746"/>
                </a:lnTo>
                <a:lnTo>
                  <a:pt x="8298" y="2996"/>
                </a:lnTo>
                <a:lnTo>
                  <a:pt x="8274" y="3008"/>
                </a:lnTo>
                <a:lnTo>
                  <a:pt x="8131" y="3103"/>
                </a:lnTo>
                <a:lnTo>
                  <a:pt x="7858" y="3222"/>
                </a:lnTo>
                <a:lnTo>
                  <a:pt x="7537" y="3353"/>
                </a:lnTo>
                <a:lnTo>
                  <a:pt x="6812" y="3507"/>
                </a:lnTo>
                <a:lnTo>
                  <a:pt x="6205" y="3566"/>
                </a:lnTo>
                <a:lnTo>
                  <a:pt x="5861" y="3578"/>
                </a:lnTo>
                <a:lnTo>
                  <a:pt x="5516" y="3566"/>
                </a:lnTo>
                <a:lnTo>
                  <a:pt x="4910" y="3507"/>
                </a:lnTo>
                <a:lnTo>
                  <a:pt x="4197" y="3353"/>
                </a:lnTo>
                <a:lnTo>
                  <a:pt x="3864" y="3222"/>
                </a:lnTo>
                <a:lnTo>
                  <a:pt x="3590" y="3103"/>
                </a:lnTo>
                <a:lnTo>
                  <a:pt x="3448" y="3008"/>
                </a:lnTo>
                <a:lnTo>
                  <a:pt x="3424" y="2996"/>
                </a:lnTo>
                <a:lnTo>
                  <a:pt x="3424" y="2746"/>
                </a:lnTo>
                <a:lnTo>
                  <a:pt x="3519" y="2283"/>
                </a:lnTo>
                <a:lnTo>
                  <a:pt x="3697" y="1867"/>
                </a:lnTo>
                <a:lnTo>
                  <a:pt x="3959" y="1498"/>
                </a:lnTo>
                <a:lnTo>
                  <a:pt x="4292" y="1177"/>
                </a:lnTo>
                <a:lnTo>
                  <a:pt x="4684" y="928"/>
                </a:lnTo>
                <a:lnTo>
                  <a:pt x="5124" y="749"/>
                </a:lnTo>
                <a:lnTo>
                  <a:pt x="5611" y="654"/>
                </a:lnTo>
                <a:close/>
                <a:moveTo>
                  <a:pt x="1867" y="3578"/>
                </a:moveTo>
                <a:lnTo>
                  <a:pt x="1688" y="3662"/>
                </a:lnTo>
                <a:lnTo>
                  <a:pt x="1558" y="3792"/>
                </a:lnTo>
                <a:lnTo>
                  <a:pt x="1474" y="3959"/>
                </a:lnTo>
                <a:lnTo>
                  <a:pt x="1474" y="4066"/>
                </a:lnTo>
                <a:lnTo>
                  <a:pt x="1474" y="4161"/>
                </a:lnTo>
                <a:lnTo>
                  <a:pt x="1558" y="4339"/>
                </a:lnTo>
                <a:lnTo>
                  <a:pt x="1688" y="4470"/>
                </a:lnTo>
                <a:lnTo>
                  <a:pt x="1855" y="4541"/>
                </a:lnTo>
                <a:lnTo>
                  <a:pt x="1962" y="4553"/>
                </a:lnTo>
                <a:lnTo>
                  <a:pt x="2057" y="4541"/>
                </a:lnTo>
                <a:lnTo>
                  <a:pt x="2235" y="4470"/>
                </a:lnTo>
                <a:lnTo>
                  <a:pt x="2366" y="4339"/>
                </a:lnTo>
                <a:lnTo>
                  <a:pt x="2437" y="4161"/>
                </a:lnTo>
                <a:lnTo>
                  <a:pt x="2449" y="4066"/>
                </a:lnTo>
                <a:lnTo>
                  <a:pt x="2437" y="3959"/>
                </a:lnTo>
                <a:lnTo>
                  <a:pt x="2366" y="3792"/>
                </a:lnTo>
                <a:lnTo>
                  <a:pt x="2235" y="3662"/>
                </a:lnTo>
                <a:lnTo>
                  <a:pt x="2057" y="3578"/>
                </a:lnTo>
                <a:close/>
                <a:moveTo>
                  <a:pt x="9665" y="3578"/>
                </a:moveTo>
                <a:lnTo>
                  <a:pt x="9486" y="3662"/>
                </a:lnTo>
                <a:lnTo>
                  <a:pt x="9355" y="3792"/>
                </a:lnTo>
                <a:lnTo>
                  <a:pt x="9284" y="3959"/>
                </a:lnTo>
                <a:lnTo>
                  <a:pt x="9272" y="4066"/>
                </a:lnTo>
                <a:lnTo>
                  <a:pt x="9284" y="4161"/>
                </a:lnTo>
                <a:lnTo>
                  <a:pt x="9355" y="4339"/>
                </a:lnTo>
                <a:lnTo>
                  <a:pt x="9486" y="4470"/>
                </a:lnTo>
                <a:lnTo>
                  <a:pt x="9665" y="4541"/>
                </a:lnTo>
                <a:lnTo>
                  <a:pt x="9760" y="4553"/>
                </a:lnTo>
                <a:lnTo>
                  <a:pt x="9867" y="4541"/>
                </a:lnTo>
                <a:lnTo>
                  <a:pt x="10033" y="4470"/>
                </a:lnTo>
                <a:lnTo>
                  <a:pt x="10164" y="4339"/>
                </a:lnTo>
                <a:lnTo>
                  <a:pt x="10247" y="4161"/>
                </a:lnTo>
                <a:lnTo>
                  <a:pt x="10247" y="4066"/>
                </a:lnTo>
                <a:lnTo>
                  <a:pt x="10247" y="3959"/>
                </a:lnTo>
                <a:lnTo>
                  <a:pt x="10164" y="3792"/>
                </a:lnTo>
                <a:lnTo>
                  <a:pt x="10033" y="3662"/>
                </a:lnTo>
                <a:lnTo>
                  <a:pt x="9867" y="3578"/>
                </a:lnTo>
                <a:close/>
                <a:moveTo>
                  <a:pt x="5766" y="4553"/>
                </a:moveTo>
                <a:lnTo>
                  <a:pt x="5587" y="4636"/>
                </a:lnTo>
                <a:lnTo>
                  <a:pt x="5457" y="4767"/>
                </a:lnTo>
                <a:lnTo>
                  <a:pt x="5385" y="4933"/>
                </a:lnTo>
                <a:lnTo>
                  <a:pt x="5373" y="5040"/>
                </a:lnTo>
                <a:lnTo>
                  <a:pt x="5385" y="5136"/>
                </a:lnTo>
                <a:lnTo>
                  <a:pt x="5457" y="5314"/>
                </a:lnTo>
                <a:lnTo>
                  <a:pt x="5587" y="5445"/>
                </a:lnTo>
                <a:lnTo>
                  <a:pt x="5766" y="5516"/>
                </a:lnTo>
                <a:lnTo>
                  <a:pt x="5861" y="5528"/>
                </a:lnTo>
                <a:lnTo>
                  <a:pt x="5956" y="5516"/>
                </a:lnTo>
                <a:lnTo>
                  <a:pt x="6134" y="5445"/>
                </a:lnTo>
                <a:lnTo>
                  <a:pt x="6265" y="5314"/>
                </a:lnTo>
                <a:lnTo>
                  <a:pt x="6336" y="5136"/>
                </a:lnTo>
                <a:lnTo>
                  <a:pt x="6348" y="5040"/>
                </a:lnTo>
                <a:lnTo>
                  <a:pt x="6336" y="4933"/>
                </a:lnTo>
                <a:lnTo>
                  <a:pt x="6265" y="4767"/>
                </a:lnTo>
                <a:lnTo>
                  <a:pt x="6134" y="4636"/>
                </a:lnTo>
                <a:lnTo>
                  <a:pt x="5956" y="4553"/>
                </a:lnTo>
                <a:close/>
                <a:moveTo>
                  <a:pt x="8939" y="2699"/>
                </a:moveTo>
                <a:lnTo>
                  <a:pt x="9391" y="2829"/>
                </a:lnTo>
                <a:lnTo>
                  <a:pt x="10140" y="3127"/>
                </a:lnTo>
                <a:lnTo>
                  <a:pt x="10425" y="3305"/>
                </a:lnTo>
                <a:lnTo>
                  <a:pt x="10592" y="3412"/>
                </a:lnTo>
                <a:lnTo>
                  <a:pt x="10841" y="3626"/>
                </a:lnTo>
                <a:lnTo>
                  <a:pt x="10984" y="3828"/>
                </a:lnTo>
                <a:lnTo>
                  <a:pt x="11055" y="4006"/>
                </a:lnTo>
                <a:lnTo>
                  <a:pt x="11067" y="4101"/>
                </a:lnTo>
                <a:lnTo>
                  <a:pt x="11055" y="4220"/>
                </a:lnTo>
                <a:lnTo>
                  <a:pt x="10889" y="4506"/>
                </a:lnTo>
                <a:lnTo>
                  <a:pt x="10722" y="4660"/>
                </a:lnTo>
                <a:lnTo>
                  <a:pt x="10532" y="4815"/>
                </a:lnTo>
                <a:lnTo>
                  <a:pt x="9997" y="5124"/>
                </a:lnTo>
                <a:lnTo>
                  <a:pt x="9653" y="5254"/>
                </a:lnTo>
                <a:lnTo>
                  <a:pt x="9284" y="5385"/>
                </a:lnTo>
                <a:lnTo>
                  <a:pt x="8440" y="5611"/>
                </a:lnTo>
                <a:lnTo>
                  <a:pt x="7477" y="5766"/>
                </a:lnTo>
                <a:lnTo>
                  <a:pt x="6419" y="5837"/>
                </a:lnTo>
                <a:lnTo>
                  <a:pt x="5861" y="5849"/>
                </a:lnTo>
                <a:lnTo>
                  <a:pt x="5302" y="5837"/>
                </a:lnTo>
                <a:lnTo>
                  <a:pt x="4256" y="5766"/>
                </a:lnTo>
                <a:lnTo>
                  <a:pt x="3293" y="5611"/>
                </a:lnTo>
                <a:lnTo>
                  <a:pt x="2437" y="5385"/>
                </a:lnTo>
                <a:lnTo>
                  <a:pt x="2069" y="5254"/>
                </a:lnTo>
                <a:lnTo>
                  <a:pt x="1724" y="5124"/>
                </a:lnTo>
                <a:lnTo>
                  <a:pt x="1177" y="4815"/>
                </a:lnTo>
                <a:lnTo>
                  <a:pt x="987" y="4660"/>
                </a:lnTo>
                <a:lnTo>
                  <a:pt x="821" y="4506"/>
                </a:lnTo>
                <a:lnTo>
                  <a:pt x="666" y="4220"/>
                </a:lnTo>
                <a:lnTo>
                  <a:pt x="666" y="4101"/>
                </a:lnTo>
                <a:lnTo>
                  <a:pt x="666" y="4006"/>
                </a:lnTo>
                <a:lnTo>
                  <a:pt x="737" y="3828"/>
                </a:lnTo>
                <a:lnTo>
                  <a:pt x="880" y="3626"/>
                </a:lnTo>
                <a:lnTo>
                  <a:pt x="1130" y="3412"/>
                </a:lnTo>
                <a:lnTo>
                  <a:pt x="1296" y="3305"/>
                </a:lnTo>
                <a:lnTo>
                  <a:pt x="1581" y="3127"/>
                </a:lnTo>
                <a:lnTo>
                  <a:pt x="2330" y="2829"/>
                </a:lnTo>
                <a:lnTo>
                  <a:pt x="2782" y="2699"/>
                </a:lnTo>
                <a:lnTo>
                  <a:pt x="2770" y="2936"/>
                </a:lnTo>
                <a:lnTo>
                  <a:pt x="2782" y="3186"/>
                </a:lnTo>
                <a:lnTo>
                  <a:pt x="2806" y="3293"/>
                </a:lnTo>
                <a:lnTo>
                  <a:pt x="2877" y="3388"/>
                </a:lnTo>
                <a:lnTo>
                  <a:pt x="2889" y="3388"/>
                </a:lnTo>
                <a:lnTo>
                  <a:pt x="2901" y="3400"/>
                </a:lnTo>
                <a:lnTo>
                  <a:pt x="2913" y="3412"/>
                </a:lnTo>
                <a:lnTo>
                  <a:pt x="2937" y="3436"/>
                </a:lnTo>
                <a:lnTo>
                  <a:pt x="2996" y="3483"/>
                </a:lnTo>
                <a:lnTo>
                  <a:pt x="3079" y="3543"/>
                </a:lnTo>
                <a:lnTo>
                  <a:pt x="3281" y="3673"/>
                </a:lnTo>
                <a:lnTo>
                  <a:pt x="3614" y="3828"/>
                </a:lnTo>
                <a:lnTo>
                  <a:pt x="3994" y="3983"/>
                </a:lnTo>
                <a:lnTo>
                  <a:pt x="4815" y="4149"/>
                </a:lnTo>
                <a:lnTo>
                  <a:pt x="5480" y="4220"/>
                </a:lnTo>
                <a:lnTo>
                  <a:pt x="6241" y="4220"/>
                </a:lnTo>
                <a:lnTo>
                  <a:pt x="6907" y="4149"/>
                </a:lnTo>
                <a:lnTo>
                  <a:pt x="7727" y="3983"/>
                </a:lnTo>
                <a:lnTo>
                  <a:pt x="8119" y="3828"/>
                </a:lnTo>
                <a:lnTo>
                  <a:pt x="8440" y="3673"/>
                </a:lnTo>
                <a:lnTo>
                  <a:pt x="8654" y="3543"/>
                </a:lnTo>
                <a:lnTo>
                  <a:pt x="8725" y="3483"/>
                </a:lnTo>
                <a:lnTo>
                  <a:pt x="8785" y="3436"/>
                </a:lnTo>
                <a:lnTo>
                  <a:pt x="8809" y="3412"/>
                </a:lnTo>
                <a:lnTo>
                  <a:pt x="8821" y="3400"/>
                </a:lnTo>
                <a:lnTo>
                  <a:pt x="8832" y="3388"/>
                </a:lnTo>
                <a:lnTo>
                  <a:pt x="8844" y="3388"/>
                </a:lnTo>
                <a:lnTo>
                  <a:pt x="8916" y="3293"/>
                </a:lnTo>
                <a:lnTo>
                  <a:pt x="8939" y="3186"/>
                </a:lnTo>
                <a:lnTo>
                  <a:pt x="8951" y="2936"/>
                </a:lnTo>
                <a:lnTo>
                  <a:pt x="8939" y="2699"/>
                </a:lnTo>
                <a:close/>
                <a:moveTo>
                  <a:pt x="5611" y="0"/>
                </a:moveTo>
                <a:lnTo>
                  <a:pt x="5136" y="84"/>
                </a:lnTo>
                <a:lnTo>
                  <a:pt x="4672" y="214"/>
                </a:lnTo>
                <a:lnTo>
                  <a:pt x="4244" y="428"/>
                </a:lnTo>
                <a:lnTo>
                  <a:pt x="3864" y="690"/>
                </a:lnTo>
                <a:lnTo>
                  <a:pt x="3519" y="999"/>
                </a:lnTo>
                <a:lnTo>
                  <a:pt x="3234" y="1367"/>
                </a:lnTo>
                <a:lnTo>
                  <a:pt x="3008" y="1772"/>
                </a:lnTo>
                <a:lnTo>
                  <a:pt x="2925" y="1997"/>
                </a:lnTo>
                <a:lnTo>
                  <a:pt x="2342" y="2140"/>
                </a:lnTo>
                <a:lnTo>
                  <a:pt x="1344" y="2520"/>
                </a:lnTo>
                <a:lnTo>
                  <a:pt x="951" y="2746"/>
                </a:lnTo>
                <a:lnTo>
                  <a:pt x="749" y="2877"/>
                </a:lnTo>
                <a:lnTo>
                  <a:pt x="416" y="3162"/>
                </a:lnTo>
                <a:lnTo>
                  <a:pt x="167" y="3507"/>
                </a:lnTo>
                <a:lnTo>
                  <a:pt x="24" y="3887"/>
                </a:lnTo>
                <a:lnTo>
                  <a:pt x="12" y="4089"/>
                </a:lnTo>
                <a:lnTo>
                  <a:pt x="12" y="4244"/>
                </a:lnTo>
                <a:lnTo>
                  <a:pt x="96" y="4529"/>
                </a:lnTo>
                <a:lnTo>
                  <a:pt x="321" y="4922"/>
                </a:lnTo>
                <a:lnTo>
                  <a:pt x="547" y="5147"/>
                </a:lnTo>
                <a:lnTo>
                  <a:pt x="809" y="5350"/>
                </a:lnTo>
                <a:lnTo>
                  <a:pt x="1463" y="5706"/>
                </a:lnTo>
                <a:lnTo>
                  <a:pt x="1843" y="5849"/>
                </a:lnTo>
                <a:lnTo>
                  <a:pt x="2247" y="6003"/>
                </a:lnTo>
                <a:lnTo>
                  <a:pt x="3162" y="6241"/>
                </a:lnTo>
                <a:lnTo>
                  <a:pt x="4173" y="6407"/>
                </a:lnTo>
                <a:lnTo>
                  <a:pt x="5278" y="6491"/>
                </a:lnTo>
                <a:lnTo>
                  <a:pt x="6443" y="6491"/>
                </a:lnTo>
                <a:lnTo>
                  <a:pt x="7549" y="6407"/>
                </a:lnTo>
                <a:lnTo>
                  <a:pt x="8559" y="6241"/>
                </a:lnTo>
                <a:lnTo>
                  <a:pt x="9462" y="6003"/>
                </a:lnTo>
                <a:lnTo>
                  <a:pt x="9867" y="5849"/>
                </a:lnTo>
                <a:lnTo>
                  <a:pt x="10259" y="5706"/>
                </a:lnTo>
                <a:lnTo>
                  <a:pt x="10913" y="5350"/>
                </a:lnTo>
                <a:lnTo>
                  <a:pt x="11174" y="5147"/>
                </a:lnTo>
                <a:lnTo>
                  <a:pt x="11388" y="4922"/>
                </a:lnTo>
                <a:lnTo>
                  <a:pt x="11626" y="4529"/>
                </a:lnTo>
                <a:lnTo>
                  <a:pt x="11709" y="4244"/>
                </a:lnTo>
                <a:lnTo>
                  <a:pt x="11709" y="4089"/>
                </a:lnTo>
                <a:lnTo>
                  <a:pt x="11697" y="3887"/>
                </a:lnTo>
                <a:lnTo>
                  <a:pt x="11555" y="3507"/>
                </a:lnTo>
                <a:lnTo>
                  <a:pt x="11305" y="3174"/>
                </a:lnTo>
                <a:lnTo>
                  <a:pt x="10972" y="2877"/>
                </a:lnTo>
                <a:lnTo>
                  <a:pt x="10770" y="2746"/>
                </a:lnTo>
                <a:lnTo>
                  <a:pt x="10366" y="2520"/>
                </a:lnTo>
                <a:lnTo>
                  <a:pt x="9379" y="2140"/>
                </a:lnTo>
                <a:lnTo>
                  <a:pt x="8797" y="1997"/>
                </a:lnTo>
                <a:lnTo>
                  <a:pt x="8714" y="1772"/>
                </a:lnTo>
                <a:lnTo>
                  <a:pt x="8488" y="1367"/>
                </a:lnTo>
                <a:lnTo>
                  <a:pt x="8202" y="999"/>
                </a:lnTo>
                <a:lnTo>
                  <a:pt x="7858" y="690"/>
                </a:lnTo>
                <a:lnTo>
                  <a:pt x="7477" y="428"/>
                </a:lnTo>
                <a:lnTo>
                  <a:pt x="7049" y="214"/>
                </a:lnTo>
                <a:lnTo>
                  <a:pt x="6586" y="84"/>
                </a:lnTo>
                <a:lnTo>
                  <a:pt x="6110" y="0"/>
                </a:lnTo>
                <a:close/>
                <a:moveTo>
                  <a:pt x="1997" y="6812"/>
                </a:moveTo>
                <a:lnTo>
                  <a:pt x="1760" y="6883"/>
                </a:lnTo>
                <a:lnTo>
                  <a:pt x="1677" y="6990"/>
                </a:lnTo>
                <a:lnTo>
                  <a:pt x="48" y="9914"/>
                </a:lnTo>
                <a:lnTo>
                  <a:pt x="0" y="10033"/>
                </a:lnTo>
                <a:lnTo>
                  <a:pt x="72" y="10271"/>
                </a:lnTo>
                <a:lnTo>
                  <a:pt x="179" y="10342"/>
                </a:lnTo>
                <a:lnTo>
                  <a:pt x="298" y="10401"/>
                </a:lnTo>
                <a:lnTo>
                  <a:pt x="535" y="10342"/>
                </a:lnTo>
                <a:lnTo>
                  <a:pt x="619" y="10235"/>
                </a:lnTo>
                <a:lnTo>
                  <a:pt x="2223" y="7311"/>
                </a:lnTo>
                <a:lnTo>
                  <a:pt x="2283" y="7180"/>
                </a:lnTo>
                <a:lnTo>
                  <a:pt x="2223" y="6942"/>
                </a:lnTo>
                <a:lnTo>
                  <a:pt x="2116" y="6871"/>
                </a:lnTo>
                <a:lnTo>
                  <a:pt x="2116" y="6859"/>
                </a:lnTo>
                <a:lnTo>
                  <a:pt x="1997" y="6812"/>
                </a:lnTo>
                <a:close/>
                <a:moveTo>
                  <a:pt x="9712" y="6823"/>
                </a:moveTo>
                <a:lnTo>
                  <a:pt x="9605" y="6871"/>
                </a:lnTo>
                <a:lnTo>
                  <a:pt x="9498" y="6942"/>
                </a:lnTo>
                <a:lnTo>
                  <a:pt x="9427" y="7192"/>
                </a:lnTo>
                <a:lnTo>
                  <a:pt x="9474" y="7311"/>
                </a:lnTo>
                <a:lnTo>
                  <a:pt x="11103" y="10235"/>
                </a:lnTo>
                <a:lnTo>
                  <a:pt x="11186" y="10342"/>
                </a:lnTo>
                <a:lnTo>
                  <a:pt x="11424" y="10401"/>
                </a:lnTo>
                <a:lnTo>
                  <a:pt x="11543" y="10342"/>
                </a:lnTo>
                <a:lnTo>
                  <a:pt x="11650" y="10271"/>
                </a:lnTo>
                <a:lnTo>
                  <a:pt x="11709" y="10033"/>
                </a:lnTo>
                <a:lnTo>
                  <a:pt x="11650" y="9914"/>
                </a:lnTo>
                <a:lnTo>
                  <a:pt x="10021" y="6990"/>
                </a:lnTo>
                <a:lnTo>
                  <a:pt x="9962" y="6883"/>
                </a:lnTo>
                <a:lnTo>
                  <a:pt x="9712" y="682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6" name="Google Shape;3086;p174"/>
          <p:cNvSpPr/>
          <p:nvPr/>
        </p:nvSpPr>
        <p:spPr>
          <a:xfrm>
            <a:off x="8656366" y="7593560"/>
            <a:ext cx="707006" cy="565453"/>
          </a:xfrm>
          <a:custGeom>
            <a:rect b="b" l="l" r="r" t="t"/>
            <a:pathLst>
              <a:path extrusionOk="0" h="10402" w="13006">
                <a:moveTo>
                  <a:pt x="4553" y="654"/>
                </a:moveTo>
                <a:lnTo>
                  <a:pt x="4755" y="666"/>
                </a:lnTo>
                <a:lnTo>
                  <a:pt x="5136" y="737"/>
                </a:lnTo>
                <a:lnTo>
                  <a:pt x="5481" y="892"/>
                </a:lnTo>
                <a:lnTo>
                  <a:pt x="5802" y="1094"/>
                </a:lnTo>
                <a:lnTo>
                  <a:pt x="6063" y="1367"/>
                </a:lnTo>
                <a:lnTo>
                  <a:pt x="6277" y="1676"/>
                </a:lnTo>
                <a:lnTo>
                  <a:pt x="6420" y="2021"/>
                </a:lnTo>
                <a:lnTo>
                  <a:pt x="6503" y="2401"/>
                </a:lnTo>
                <a:lnTo>
                  <a:pt x="6503" y="2603"/>
                </a:lnTo>
                <a:lnTo>
                  <a:pt x="6503" y="2806"/>
                </a:lnTo>
                <a:lnTo>
                  <a:pt x="6420" y="3186"/>
                </a:lnTo>
                <a:lnTo>
                  <a:pt x="6277" y="3531"/>
                </a:lnTo>
                <a:lnTo>
                  <a:pt x="6063" y="3852"/>
                </a:lnTo>
                <a:lnTo>
                  <a:pt x="5802" y="4113"/>
                </a:lnTo>
                <a:lnTo>
                  <a:pt x="5481" y="4327"/>
                </a:lnTo>
                <a:lnTo>
                  <a:pt x="5136" y="4470"/>
                </a:lnTo>
                <a:lnTo>
                  <a:pt x="4755" y="4553"/>
                </a:lnTo>
                <a:lnTo>
                  <a:pt x="4351" y="4553"/>
                </a:lnTo>
                <a:lnTo>
                  <a:pt x="3971" y="4470"/>
                </a:lnTo>
                <a:lnTo>
                  <a:pt x="3626" y="4327"/>
                </a:lnTo>
                <a:lnTo>
                  <a:pt x="3317" y="4113"/>
                </a:lnTo>
                <a:lnTo>
                  <a:pt x="3044" y="3852"/>
                </a:lnTo>
                <a:lnTo>
                  <a:pt x="2842" y="3531"/>
                </a:lnTo>
                <a:lnTo>
                  <a:pt x="2687" y="3186"/>
                </a:lnTo>
                <a:lnTo>
                  <a:pt x="2616" y="2806"/>
                </a:lnTo>
                <a:lnTo>
                  <a:pt x="2604" y="2603"/>
                </a:lnTo>
                <a:lnTo>
                  <a:pt x="2616" y="2401"/>
                </a:lnTo>
                <a:lnTo>
                  <a:pt x="2687" y="2021"/>
                </a:lnTo>
                <a:lnTo>
                  <a:pt x="2842" y="1676"/>
                </a:lnTo>
                <a:lnTo>
                  <a:pt x="3044" y="1367"/>
                </a:lnTo>
                <a:lnTo>
                  <a:pt x="3317" y="1094"/>
                </a:lnTo>
                <a:lnTo>
                  <a:pt x="3626" y="892"/>
                </a:lnTo>
                <a:lnTo>
                  <a:pt x="3971" y="737"/>
                </a:lnTo>
                <a:lnTo>
                  <a:pt x="4351" y="666"/>
                </a:lnTo>
                <a:lnTo>
                  <a:pt x="4553" y="654"/>
                </a:lnTo>
                <a:close/>
                <a:moveTo>
                  <a:pt x="4553" y="0"/>
                </a:moveTo>
                <a:lnTo>
                  <a:pt x="4292" y="12"/>
                </a:lnTo>
                <a:lnTo>
                  <a:pt x="3781" y="119"/>
                </a:lnTo>
                <a:lnTo>
                  <a:pt x="3317" y="309"/>
                </a:lnTo>
                <a:lnTo>
                  <a:pt x="2901" y="595"/>
                </a:lnTo>
                <a:lnTo>
                  <a:pt x="2545" y="951"/>
                </a:lnTo>
                <a:lnTo>
                  <a:pt x="2259" y="1367"/>
                </a:lnTo>
                <a:lnTo>
                  <a:pt x="2069" y="1831"/>
                </a:lnTo>
                <a:lnTo>
                  <a:pt x="1962" y="2342"/>
                </a:lnTo>
                <a:lnTo>
                  <a:pt x="1950" y="2603"/>
                </a:lnTo>
                <a:lnTo>
                  <a:pt x="1962" y="2877"/>
                </a:lnTo>
                <a:lnTo>
                  <a:pt x="2069" y="3376"/>
                </a:lnTo>
                <a:lnTo>
                  <a:pt x="2259" y="3852"/>
                </a:lnTo>
                <a:lnTo>
                  <a:pt x="2545" y="4256"/>
                </a:lnTo>
                <a:lnTo>
                  <a:pt x="2901" y="4612"/>
                </a:lnTo>
                <a:lnTo>
                  <a:pt x="3317" y="4898"/>
                </a:lnTo>
                <a:lnTo>
                  <a:pt x="3781" y="5088"/>
                </a:lnTo>
                <a:lnTo>
                  <a:pt x="4292" y="5195"/>
                </a:lnTo>
                <a:lnTo>
                  <a:pt x="4553" y="5207"/>
                </a:lnTo>
                <a:lnTo>
                  <a:pt x="4827" y="5195"/>
                </a:lnTo>
                <a:lnTo>
                  <a:pt x="5326" y="5088"/>
                </a:lnTo>
                <a:lnTo>
                  <a:pt x="5802" y="4898"/>
                </a:lnTo>
                <a:lnTo>
                  <a:pt x="6218" y="4612"/>
                </a:lnTo>
                <a:lnTo>
                  <a:pt x="6562" y="4256"/>
                </a:lnTo>
                <a:lnTo>
                  <a:pt x="6848" y="3852"/>
                </a:lnTo>
                <a:lnTo>
                  <a:pt x="7038" y="3376"/>
                </a:lnTo>
                <a:lnTo>
                  <a:pt x="7145" y="2877"/>
                </a:lnTo>
                <a:lnTo>
                  <a:pt x="7157" y="2603"/>
                </a:lnTo>
                <a:lnTo>
                  <a:pt x="7145" y="2342"/>
                </a:lnTo>
                <a:lnTo>
                  <a:pt x="7038" y="1831"/>
                </a:lnTo>
                <a:lnTo>
                  <a:pt x="6848" y="1367"/>
                </a:lnTo>
                <a:lnTo>
                  <a:pt x="6562" y="951"/>
                </a:lnTo>
                <a:lnTo>
                  <a:pt x="6218" y="595"/>
                </a:lnTo>
                <a:lnTo>
                  <a:pt x="5802" y="309"/>
                </a:lnTo>
                <a:lnTo>
                  <a:pt x="5326" y="119"/>
                </a:lnTo>
                <a:lnTo>
                  <a:pt x="4827" y="12"/>
                </a:lnTo>
                <a:lnTo>
                  <a:pt x="4553" y="0"/>
                </a:lnTo>
                <a:close/>
                <a:moveTo>
                  <a:pt x="9855" y="6348"/>
                </a:moveTo>
                <a:lnTo>
                  <a:pt x="10021" y="6419"/>
                </a:lnTo>
                <a:lnTo>
                  <a:pt x="10152" y="6550"/>
                </a:lnTo>
                <a:lnTo>
                  <a:pt x="10223" y="6728"/>
                </a:lnTo>
                <a:lnTo>
                  <a:pt x="10223" y="6823"/>
                </a:lnTo>
                <a:lnTo>
                  <a:pt x="10223" y="6930"/>
                </a:lnTo>
                <a:lnTo>
                  <a:pt x="10152" y="7109"/>
                </a:lnTo>
                <a:lnTo>
                  <a:pt x="10021" y="7239"/>
                </a:lnTo>
                <a:lnTo>
                  <a:pt x="9855" y="7311"/>
                </a:lnTo>
                <a:lnTo>
                  <a:pt x="9653" y="7311"/>
                </a:lnTo>
                <a:lnTo>
                  <a:pt x="9486" y="7239"/>
                </a:lnTo>
                <a:lnTo>
                  <a:pt x="9344" y="7109"/>
                </a:lnTo>
                <a:lnTo>
                  <a:pt x="9273" y="6930"/>
                </a:lnTo>
                <a:lnTo>
                  <a:pt x="9273" y="6823"/>
                </a:lnTo>
                <a:lnTo>
                  <a:pt x="9273" y="6728"/>
                </a:lnTo>
                <a:lnTo>
                  <a:pt x="9344" y="6550"/>
                </a:lnTo>
                <a:lnTo>
                  <a:pt x="9486" y="6419"/>
                </a:lnTo>
                <a:lnTo>
                  <a:pt x="9653" y="6348"/>
                </a:lnTo>
                <a:close/>
                <a:moveTo>
                  <a:pt x="9760" y="5694"/>
                </a:moveTo>
                <a:lnTo>
                  <a:pt x="9522" y="5706"/>
                </a:lnTo>
                <a:lnTo>
                  <a:pt x="9118" y="5884"/>
                </a:lnTo>
                <a:lnTo>
                  <a:pt x="8821" y="6193"/>
                </a:lnTo>
                <a:lnTo>
                  <a:pt x="8654" y="6597"/>
                </a:lnTo>
                <a:lnTo>
                  <a:pt x="8643" y="6823"/>
                </a:lnTo>
                <a:lnTo>
                  <a:pt x="8654" y="7061"/>
                </a:lnTo>
                <a:lnTo>
                  <a:pt x="8821" y="7465"/>
                </a:lnTo>
                <a:lnTo>
                  <a:pt x="9130" y="7774"/>
                </a:lnTo>
                <a:lnTo>
                  <a:pt x="9534" y="7953"/>
                </a:lnTo>
                <a:lnTo>
                  <a:pt x="9760" y="7964"/>
                </a:lnTo>
                <a:lnTo>
                  <a:pt x="9986" y="7953"/>
                </a:lnTo>
                <a:lnTo>
                  <a:pt x="10378" y="7774"/>
                </a:lnTo>
                <a:lnTo>
                  <a:pt x="10687" y="7465"/>
                </a:lnTo>
                <a:lnTo>
                  <a:pt x="10865" y="7061"/>
                </a:lnTo>
                <a:lnTo>
                  <a:pt x="10877" y="6823"/>
                </a:lnTo>
                <a:lnTo>
                  <a:pt x="10865" y="6597"/>
                </a:lnTo>
                <a:lnTo>
                  <a:pt x="10687" y="6193"/>
                </a:lnTo>
                <a:lnTo>
                  <a:pt x="10390" y="5884"/>
                </a:lnTo>
                <a:lnTo>
                  <a:pt x="9986" y="5706"/>
                </a:lnTo>
                <a:lnTo>
                  <a:pt x="9760" y="5694"/>
                </a:lnTo>
                <a:close/>
                <a:moveTo>
                  <a:pt x="9974" y="4089"/>
                </a:moveTo>
                <a:lnTo>
                  <a:pt x="10200" y="4113"/>
                </a:lnTo>
                <a:lnTo>
                  <a:pt x="10200" y="4862"/>
                </a:lnTo>
                <a:lnTo>
                  <a:pt x="10414" y="4945"/>
                </a:lnTo>
                <a:lnTo>
                  <a:pt x="10592" y="5005"/>
                </a:lnTo>
                <a:lnTo>
                  <a:pt x="10913" y="5195"/>
                </a:lnTo>
                <a:lnTo>
                  <a:pt x="11056" y="5314"/>
                </a:lnTo>
                <a:lnTo>
                  <a:pt x="11234" y="5468"/>
                </a:lnTo>
                <a:lnTo>
                  <a:pt x="11888" y="5088"/>
                </a:lnTo>
                <a:lnTo>
                  <a:pt x="12018" y="5266"/>
                </a:lnTo>
                <a:lnTo>
                  <a:pt x="12244" y="5647"/>
                </a:lnTo>
                <a:lnTo>
                  <a:pt x="12327" y="5861"/>
                </a:lnTo>
                <a:lnTo>
                  <a:pt x="11686" y="6229"/>
                </a:lnTo>
                <a:lnTo>
                  <a:pt x="11733" y="6455"/>
                </a:lnTo>
                <a:lnTo>
                  <a:pt x="11757" y="6645"/>
                </a:lnTo>
                <a:lnTo>
                  <a:pt x="11769" y="6835"/>
                </a:lnTo>
                <a:lnTo>
                  <a:pt x="11757" y="7025"/>
                </a:lnTo>
                <a:lnTo>
                  <a:pt x="11733" y="7204"/>
                </a:lnTo>
                <a:lnTo>
                  <a:pt x="11686" y="7430"/>
                </a:lnTo>
                <a:lnTo>
                  <a:pt x="12327" y="7798"/>
                </a:lnTo>
                <a:lnTo>
                  <a:pt x="12244" y="8012"/>
                </a:lnTo>
                <a:lnTo>
                  <a:pt x="12018" y="8392"/>
                </a:lnTo>
                <a:lnTo>
                  <a:pt x="11876" y="8571"/>
                </a:lnTo>
                <a:lnTo>
                  <a:pt x="11234" y="8202"/>
                </a:lnTo>
                <a:lnTo>
                  <a:pt x="11067" y="8345"/>
                </a:lnTo>
                <a:lnTo>
                  <a:pt x="10913" y="8464"/>
                </a:lnTo>
                <a:lnTo>
                  <a:pt x="10592" y="8654"/>
                </a:lnTo>
                <a:lnTo>
                  <a:pt x="10414" y="8725"/>
                </a:lnTo>
                <a:lnTo>
                  <a:pt x="10200" y="8797"/>
                </a:lnTo>
                <a:lnTo>
                  <a:pt x="10200" y="9534"/>
                </a:lnTo>
                <a:lnTo>
                  <a:pt x="9974" y="9569"/>
                </a:lnTo>
                <a:lnTo>
                  <a:pt x="9534" y="9569"/>
                </a:lnTo>
                <a:lnTo>
                  <a:pt x="9308" y="9534"/>
                </a:lnTo>
                <a:lnTo>
                  <a:pt x="9308" y="8797"/>
                </a:lnTo>
                <a:lnTo>
                  <a:pt x="9094" y="8725"/>
                </a:lnTo>
                <a:lnTo>
                  <a:pt x="8916" y="8654"/>
                </a:lnTo>
                <a:lnTo>
                  <a:pt x="8595" y="8464"/>
                </a:lnTo>
                <a:lnTo>
                  <a:pt x="8440" y="8345"/>
                </a:lnTo>
                <a:lnTo>
                  <a:pt x="8274" y="8202"/>
                </a:lnTo>
                <a:lnTo>
                  <a:pt x="7632" y="8571"/>
                </a:lnTo>
                <a:lnTo>
                  <a:pt x="7489" y="8392"/>
                </a:lnTo>
                <a:lnTo>
                  <a:pt x="7264" y="8012"/>
                </a:lnTo>
                <a:lnTo>
                  <a:pt x="7180" y="7798"/>
                </a:lnTo>
                <a:lnTo>
                  <a:pt x="7822" y="7430"/>
                </a:lnTo>
                <a:lnTo>
                  <a:pt x="7775" y="7204"/>
                </a:lnTo>
                <a:lnTo>
                  <a:pt x="7751" y="7025"/>
                </a:lnTo>
                <a:lnTo>
                  <a:pt x="7739" y="6835"/>
                </a:lnTo>
                <a:lnTo>
                  <a:pt x="7751" y="6645"/>
                </a:lnTo>
                <a:lnTo>
                  <a:pt x="7775" y="6455"/>
                </a:lnTo>
                <a:lnTo>
                  <a:pt x="7822" y="6229"/>
                </a:lnTo>
                <a:lnTo>
                  <a:pt x="7180" y="5861"/>
                </a:lnTo>
                <a:lnTo>
                  <a:pt x="7264" y="5647"/>
                </a:lnTo>
                <a:lnTo>
                  <a:pt x="7489" y="5266"/>
                </a:lnTo>
                <a:lnTo>
                  <a:pt x="7632" y="5088"/>
                </a:lnTo>
                <a:lnTo>
                  <a:pt x="8274" y="5468"/>
                </a:lnTo>
                <a:lnTo>
                  <a:pt x="8452" y="5314"/>
                </a:lnTo>
                <a:lnTo>
                  <a:pt x="8595" y="5195"/>
                </a:lnTo>
                <a:lnTo>
                  <a:pt x="8916" y="5005"/>
                </a:lnTo>
                <a:lnTo>
                  <a:pt x="9094" y="4945"/>
                </a:lnTo>
                <a:lnTo>
                  <a:pt x="9308" y="4862"/>
                </a:lnTo>
                <a:lnTo>
                  <a:pt x="9308" y="4113"/>
                </a:lnTo>
                <a:lnTo>
                  <a:pt x="9534" y="4089"/>
                </a:lnTo>
                <a:close/>
                <a:moveTo>
                  <a:pt x="9415" y="3436"/>
                </a:moveTo>
                <a:lnTo>
                  <a:pt x="9070" y="3495"/>
                </a:lnTo>
                <a:lnTo>
                  <a:pt x="8975" y="3531"/>
                </a:lnTo>
                <a:lnTo>
                  <a:pt x="8833" y="3614"/>
                </a:lnTo>
                <a:lnTo>
                  <a:pt x="8726" y="3757"/>
                </a:lnTo>
                <a:lnTo>
                  <a:pt x="8666" y="3923"/>
                </a:lnTo>
                <a:lnTo>
                  <a:pt x="8666" y="4006"/>
                </a:lnTo>
                <a:lnTo>
                  <a:pt x="8666" y="4410"/>
                </a:lnTo>
                <a:lnTo>
                  <a:pt x="8429" y="4529"/>
                </a:lnTo>
                <a:lnTo>
                  <a:pt x="8215" y="4672"/>
                </a:lnTo>
                <a:lnTo>
                  <a:pt x="7858" y="4470"/>
                </a:lnTo>
                <a:lnTo>
                  <a:pt x="7775" y="4434"/>
                </a:lnTo>
                <a:lnTo>
                  <a:pt x="7608" y="4398"/>
                </a:lnTo>
                <a:lnTo>
                  <a:pt x="7430" y="4434"/>
                </a:lnTo>
                <a:lnTo>
                  <a:pt x="7276" y="4517"/>
                </a:lnTo>
                <a:lnTo>
                  <a:pt x="7216" y="4577"/>
                </a:lnTo>
                <a:lnTo>
                  <a:pt x="6990" y="4838"/>
                </a:lnTo>
                <a:lnTo>
                  <a:pt x="6646" y="5433"/>
                </a:lnTo>
                <a:lnTo>
                  <a:pt x="6527" y="5754"/>
                </a:lnTo>
                <a:lnTo>
                  <a:pt x="6503" y="5849"/>
                </a:lnTo>
                <a:lnTo>
                  <a:pt x="6515" y="6015"/>
                </a:lnTo>
                <a:lnTo>
                  <a:pt x="6574" y="6181"/>
                </a:lnTo>
                <a:lnTo>
                  <a:pt x="6693" y="6312"/>
                </a:lnTo>
                <a:lnTo>
                  <a:pt x="6764" y="6372"/>
                </a:lnTo>
                <a:lnTo>
                  <a:pt x="7109" y="6562"/>
                </a:lnTo>
                <a:lnTo>
                  <a:pt x="7097" y="6704"/>
                </a:lnTo>
                <a:lnTo>
                  <a:pt x="7085" y="6835"/>
                </a:lnTo>
                <a:lnTo>
                  <a:pt x="7097" y="6966"/>
                </a:lnTo>
                <a:lnTo>
                  <a:pt x="7109" y="7097"/>
                </a:lnTo>
                <a:lnTo>
                  <a:pt x="6764" y="7287"/>
                </a:lnTo>
                <a:lnTo>
                  <a:pt x="6693" y="7346"/>
                </a:lnTo>
                <a:lnTo>
                  <a:pt x="6574" y="7477"/>
                </a:lnTo>
                <a:lnTo>
                  <a:pt x="6515" y="7644"/>
                </a:lnTo>
                <a:lnTo>
                  <a:pt x="6503" y="7810"/>
                </a:lnTo>
                <a:lnTo>
                  <a:pt x="6527" y="7905"/>
                </a:lnTo>
                <a:lnTo>
                  <a:pt x="6657" y="8226"/>
                </a:lnTo>
                <a:lnTo>
                  <a:pt x="6990" y="8820"/>
                </a:lnTo>
                <a:lnTo>
                  <a:pt x="7216" y="9082"/>
                </a:lnTo>
                <a:lnTo>
                  <a:pt x="7276" y="9141"/>
                </a:lnTo>
                <a:lnTo>
                  <a:pt x="7430" y="9224"/>
                </a:lnTo>
                <a:lnTo>
                  <a:pt x="7608" y="9260"/>
                </a:lnTo>
                <a:lnTo>
                  <a:pt x="7775" y="9224"/>
                </a:lnTo>
                <a:lnTo>
                  <a:pt x="7858" y="9189"/>
                </a:lnTo>
                <a:lnTo>
                  <a:pt x="8203" y="8987"/>
                </a:lnTo>
                <a:lnTo>
                  <a:pt x="8429" y="9141"/>
                </a:lnTo>
                <a:lnTo>
                  <a:pt x="8666" y="9248"/>
                </a:lnTo>
                <a:lnTo>
                  <a:pt x="8666" y="9652"/>
                </a:lnTo>
                <a:lnTo>
                  <a:pt x="8666" y="9736"/>
                </a:lnTo>
                <a:lnTo>
                  <a:pt x="8726" y="9902"/>
                </a:lnTo>
                <a:lnTo>
                  <a:pt x="8833" y="10045"/>
                </a:lnTo>
                <a:lnTo>
                  <a:pt x="8987" y="10140"/>
                </a:lnTo>
                <a:lnTo>
                  <a:pt x="9070" y="10164"/>
                </a:lnTo>
                <a:lnTo>
                  <a:pt x="9415" y="10223"/>
                </a:lnTo>
                <a:lnTo>
                  <a:pt x="9760" y="10235"/>
                </a:lnTo>
                <a:lnTo>
                  <a:pt x="10093" y="10223"/>
                </a:lnTo>
                <a:lnTo>
                  <a:pt x="10437" y="10164"/>
                </a:lnTo>
                <a:lnTo>
                  <a:pt x="10533" y="10140"/>
                </a:lnTo>
                <a:lnTo>
                  <a:pt x="10675" y="10045"/>
                </a:lnTo>
                <a:lnTo>
                  <a:pt x="10782" y="9902"/>
                </a:lnTo>
                <a:lnTo>
                  <a:pt x="10842" y="9736"/>
                </a:lnTo>
                <a:lnTo>
                  <a:pt x="10853" y="9652"/>
                </a:lnTo>
                <a:lnTo>
                  <a:pt x="10853" y="9248"/>
                </a:lnTo>
                <a:lnTo>
                  <a:pt x="11091" y="9141"/>
                </a:lnTo>
                <a:lnTo>
                  <a:pt x="11305" y="8987"/>
                </a:lnTo>
                <a:lnTo>
                  <a:pt x="11650" y="9189"/>
                </a:lnTo>
                <a:lnTo>
                  <a:pt x="11733" y="9224"/>
                </a:lnTo>
                <a:lnTo>
                  <a:pt x="11911" y="9260"/>
                </a:lnTo>
                <a:lnTo>
                  <a:pt x="12078" y="9224"/>
                </a:lnTo>
                <a:lnTo>
                  <a:pt x="12232" y="9153"/>
                </a:lnTo>
                <a:lnTo>
                  <a:pt x="12304" y="9082"/>
                </a:lnTo>
                <a:lnTo>
                  <a:pt x="12518" y="8820"/>
                </a:lnTo>
                <a:lnTo>
                  <a:pt x="12862" y="8226"/>
                </a:lnTo>
                <a:lnTo>
                  <a:pt x="12981" y="7905"/>
                </a:lnTo>
                <a:lnTo>
                  <a:pt x="13005" y="7822"/>
                </a:lnTo>
                <a:lnTo>
                  <a:pt x="12993" y="7644"/>
                </a:lnTo>
                <a:lnTo>
                  <a:pt x="12934" y="7477"/>
                </a:lnTo>
                <a:lnTo>
                  <a:pt x="12815" y="7346"/>
                </a:lnTo>
                <a:lnTo>
                  <a:pt x="12744" y="7299"/>
                </a:lnTo>
                <a:lnTo>
                  <a:pt x="12399" y="7097"/>
                </a:lnTo>
                <a:lnTo>
                  <a:pt x="12411" y="6966"/>
                </a:lnTo>
                <a:lnTo>
                  <a:pt x="12423" y="6835"/>
                </a:lnTo>
                <a:lnTo>
                  <a:pt x="12411" y="6704"/>
                </a:lnTo>
                <a:lnTo>
                  <a:pt x="12399" y="6562"/>
                </a:lnTo>
                <a:lnTo>
                  <a:pt x="12744" y="6372"/>
                </a:lnTo>
                <a:lnTo>
                  <a:pt x="12815" y="6312"/>
                </a:lnTo>
                <a:lnTo>
                  <a:pt x="12934" y="6181"/>
                </a:lnTo>
                <a:lnTo>
                  <a:pt x="12993" y="6015"/>
                </a:lnTo>
                <a:lnTo>
                  <a:pt x="13005" y="5849"/>
                </a:lnTo>
                <a:lnTo>
                  <a:pt x="12981" y="5754"/>
                </a:lnTo>
                <a:lnTo>
                  <a:pt x="12862" y="5433"/>
                </a:lnTo>
                <a:lnTo>
                  <a:pt x="12518" y="4838"/>
                </a:lnTo>
                <a:lnTo>
                  <a:pt x="12292" y="4577"/>
                </a:lnTo>
                <a:lnTo>
                  <a:pt x="12232" y="4505"/>
                </a:lnTo>
                <a:lnTo>
                  <a:pt x="12078" y="4434"/>
                </a:lnTo>
                <a:lnTo>
                  <a:pt x="11900" y="4398"/>
                </a:lnTo>
                <a:lnTo>
                  <a:pt x="11733" y="4434"/>
                </a:lnTo>
                <a:lnTo>
                  <a:pt x="11650" y="4470"/>
                </a:lnTo>
                <a:lnTo>
                  <a:pt x="11305" y="4672"/>
                </a:lnTo>
                <a:lnTo>
                  <a:pt x="11079" y="4529"/>
                </a:lnTo>
                <a:lnTo>
                  <a:pt x="10853" y="4410"/>
                </a:lnTo>
                <a:lnTo>
                  <a:pt x="10853" y="4006"/>
                </a:lnTo>
                <a:lnTo>
                  <a:pt x="10842" y="3923"/>
                </a:lnTo>
                <a:lnTo>
                  <a:pt x="10782" y="3757"/>
                </a:lnTo>
                <a:lnTo>
                  <a:pt x="10675" y="3614"/>
                </a:lnTo>
                <a:lnTo>
                  <a:pt x="10521" y="3531"/>
                </a:lnTo>
                <a:lnTo>
                  <a:pt x="10437" y="3495"/>
                </a:lnTo>
                <a:lnTo>
                  <a:pt x="10093" y="3436"/>
                </a:lnTo>
                <a:close/>
                <a:moveTo>
                  <a:pt x="3531" y="6181"/>
                </a:moveTo>
                <a:lnTo>
                  <a:pt x="3163" y="6193"/>
                </a:lnTo>
                <a:lnTo>
                  <a:pt x="2473" y="6336"/>
                </a:lnTo>
                <a:lnTo>
                  <a:pt x="1843" y="6597"/>
                </a:lnTo>
                <a:lnTo>
                  <a:pt x="1285" y="6978"/>
                </a:lnTo>
                <a:lnTo>
                  <a:pt x="809" y="7453"/>
                </a:lnTo>
                <a:lnTo>
                  <a:pt x="429" y="8024"/>
                </a:lnTo>
                <a:lnTo>
                  <a:pt x="155" y="8654"/>
                </a:lnTo>
                <a:lnTo>
                  <a:pt x="13" y="9343"/>
                </a:lnTo>
                <a:lnTo>
                  <a:pt x="1" y="9700"/>
                </a:lnTo>
                <a:lnTo>
                  <a:pt x="13" y="9843"/>
                </a:lnTo>
                <a:lnTo>
                  <a:pt x="120" y="10092"/>
                </a:lnTo>
                <a:lnTo>
                  <a:pt x="310" y="10294"/>
                </a:lnTo>
                <a:lnTo>
                  <a:pt x="571" y="10401"/>
                </a:lnTo>
                <a:lnTo>
                  <a:pt x="7478" y="10401"/>
                </a:lnTo>
                <a:lnTo>
                  <a:pt x="7608" y="10389"/>
                </a:lnTo>
                <a:lnTo>
                  <a:pt x="7787" y="10211"/>
                </a:lnTo>
                <a:lnTo>
                  <a:pt x="7810" y="10080"/>
                </a:lnTo>
                <a:lnTo>
                  <a:pt x="7787" y="9950"/>
                </a:lnTo>
                <a:lnTo>
                  <a:pt x="7608" y="9771"/>
                </a:lnTo>
                <a:lnTo>
                  <a:pt x="7478" y="9759"/>
                </a:lnTo>
                <a:lnTo>
                  <a:pt x="714" y="9759"/>
                </a:lnTo>
                <a:lnTo>
                  <a:pt x="666" y="9748"/>
                </a:lnTo>
                <a:lnTo>
                  <a:pt x="655" y="9700"/>
                </a:lnTo>
                <a:lnTo>
                  <a:pt x="666" y="9403"/>
                </a:lnTo>
                <a:lnTo>
                  <a:pt x="785" y="8844"/>
                </a:lnTo>
                <a:lnTo>
                  <a:pt x="999" y="8333"/>
                </a:lnTo>
                <a:lnTo>
                  <a:pt x="1308" y="7869"/>
                </a:lnTo>
                <a:lnTo>
                  <a:pt x="1701" y="7489"/>
                </a:lnTo>
                <a:lnTo>
                  <a:pt x="2152" y="7180"/>
                </a:lnTo>
                <a:lnTo>
                  <a:pt x="2675" y="6954"/>
                </a:lnTo>
                <a:lnTo>
                  <a:pt x="3234" y="6835"/>
                </a:lnTo>
                <a:lnTo>
                  <a:pt x="5528" y="6835"/>
                </a:lnTo>
                <a:lnTo>
                  <a:pt x="5659" y="6811"/>
                </a:lnTo>
                <a:lnTo>
                  <a:pt x="5837" y="6633"/>
                </a:lnTo>
                <a:lnTo>
                  <a:pt x="5861" y="6502"/>
                </a:lnTo>
                <a:lnTo>
                  <a:pt x="5837" y="6372"/>
                </a:lnTo>
                <a:lnTo>
                  <a:pt x="5659" y="6193"/>
                </a:lnTo>
                <a:lnTo>
                  <a:pt x="5528"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7" name="Google Shape;3087;p174"/>
          <p:cNvSpPr/>
          <p:nvPr/>
        </p:nvSpPr>
        <p:spPr>
          <a:xfrm>
            <a:off x="2139869" y="7594213"/>
            <a:ext cx="706354" cy="564800"/>
          </a:xfrm>
          <a:custGeom>
            <a:rect b="b" l="l" r="r" t="t"/>
            <a:pathLst>
              <a:path extrusionOk="0" h="10390" w="12994">
                <a:moveTo>
                  <a:pt x="7145" y="642"/>
                </a:moveTo>
                <a:lnTo>
                  <a:pt x="7335" y="654"/>
                </a:lnTo>
                <a:lnTo>
                  <a:pt x="7026" y="868"/>
                </a:lnTo>
                <a:lnTo>
                  <a:pt x="6420" y="1427"/>
                </a:lnTo>
                <a:lnTo>
                  <a:pt x="5849" y="2140"/>
                </a:lnTo>
                <a:lnTo>
                  <a:pt x="5314" y="2984"/>
                </a:lnTo>
                <a:lnTo>
                  <a:pt x="5089" y="3447"/>
                </a:lnTo>
                <a:lnTo>
                  <a:pt x="2830" y="2675"/>
                </a:lnTo>
                <a:lnTo>
                  <a:pt x="2996" y="2437"/>
                </a:lnTo>
                <a:lnTo>
                  <a:pt x="3389" y="2021"/>
                </a:lnTo>
                <a:lnTo>
                  <a:pt x="3829" y="1641"/>
                </a:lnTo>
                <a:lnTo>
                  <a:pt x="4316" y="1320"/>
                </a:lnTo>
                <a:lnTo>
                  <a:pt x="4851" y="1058"/>
                </a:lnTo>
                <a:lnTo>
                  <a:pt x="5410" y="856"/>
                </a:lnTo>
                <a:lnTo>
                  <a:pt x="6004" y="713"/>
                </a:lnTo>
                <a:lnTo>
                  <a:pt x="6634" y="654"/>
                </a:lnTo>
                <a:lnTo>
                  <a:pt x="6943" y="642"/>
                </a:lnTo>
                <a:close/>
                <a:moveTo>
                  <a:pt x="8607" y="904"/>
                </a:moveTo>
                <a:lnTo>
                  <a:pt x="8702" y="927"/>
                </a:lnTo>
                <a:lnTo>
                  <a:pt x="8821" y="963"/>
                </a:lnTo>
                <a:lnTo>
                  <a:pt x="8940" y="999"/>
                </a:lnTo>
                <a:lnTo>
                  <a:pt x="9047" y="1058"/>
                </a:lnTo>
                <a:lnTo>
                  <a:pt x="9249" y="1224"/>
                </a:lnTo>
                <a:lnTo>
                  <a:pt x="9332" y="1331"/>
                </a:lnTo>
                <a:lnTo>
                  <a:pt x="9427" y="1486"/>
                </a:lnTo>
                <a:lnTo>
                  <a:pt x="9594" y="1866"/>
                </a:lnTo>
                <a:lnTo>
                  <a:pt x="9724" y="2544"/>
                </a:lnTo>
                <a:lnTo>
                  <a:pt x="9748" y="3554"/>
                </a:lnTo>
                <a:lnTo>
                  <a:pt x="9641" y="4553"/>
                </a:lnTo>
                <a:lnTo>
                  <a:pt x="9558" y="4993"/>
                </a:lnTo>
                <a:lnTo>
                  <a:pt x="5707" y="3638"/>
                </a:lnTo>
                <a:lnTo>
                  <a:pt x="6016" y="3055"/>
                </a:lnTo>
                <a:lnTo>
                  <a:pt x="6717" y="2057"/>
                </a:lnTo>
                <a:lnTo>
                  <a:pt x="7264" y="1498"/>
                </a:lnTo>
                <a:lnTo>
                  <a:pt x="7632" y="1213"/>
                </a:lnTo>
                <a:lnTo>
                  <a:pt x="8001" y="1011"/>
                </a:lnTo>
                <a:lnTo>
                  <a:pt x="8346" y="915"/>
                </a:lnTo>
                <a:lnTo>
                  <a:pt x="8512" y="904"/>
                </a:lnTo>
                <a:close/>
                <a:moveTo>
                  <a:pt x="10188" y="1676"/>
                </a:moveTo>
                <a:lnTo>
                  <a:pt x="10580" y="1961"/>
                </a:lnTo>
                <a:lnTo>
                  <a:pt x="11246" y="2627"/>
                </a:lnTo>
                <a:lnTo>
                  <a:pt x="11531" y="3019"/>
                </a:lnTo>
                <a:lnTo>
                  <a:pt x="11757" y="3364"/>
                </a:lnTo>
                <a:lnTo>
                  <a:pt x="12078" y="4077"/>
                </a:lnTo>
                <a:lnTo>
                  <a:pt x="12280" y="4826"/>
                </a:lnTo>
                <a:lnTo>
                  <a:pt x="12352" y="5587"/>
                </a:lnTo>
                <a:lnTo>
                  <a:pt x="12340" y="5967"/>
                </a:lnTo>
                <a:lnTo>
                  <a:pt x="10176" y="5218"/>
                </a:lnTo>
                <a:lnTo>
                  <a:pt x="10248" y="4850"/>
                </a:lnTo>
                <a:lnTo>
                  <a:pt x="10366" y="3982"/>
                </a:lnTo>
                <a:lnTo>
                  <a:pt x="10402" y="3043"/>
                </a:lnTo>
                <a:lnTo>
                  <a:pt x="10307" y="2104"/>
                </a:lnTo>
                <a:lnTo>
                  <a:pt x="10188" y="1676"/>
                </a:lnTo>
                <a:close/>
                <a:moveTo>
                  <a:pt x="6551" y="0"/>
                </a:moveTo>
                <a:lnTo>
                  <a:pt x="5778" y="107"/>
                </a:lnTo>
                <a:lnTo>
                  <a:pt x="5041" y="297"/>
                </a:lnTo>
                <a:lnTo>
                  <a:pt x="4352" y="583"/>
                </a:lnTo>
                <a:lnTo>
                  <a:pt x="3698" y="951"/>
                </a:lnTo>
                <a:lnTo>
                  <a:pt x="3115" y="1403"/>
                </a:lnTo>
                <a:lnTo>
                  <a:pt x="2592" y="1926"/>
                </a:lnTo>
                <a:lnTo>
                  <a:pt x="2153" y="2532"/>
                </a:lnTo>
                <a:lnTo>
                  <a:pt x="1962" y="2865"/>
                </a:lnTo>
                <a:lnTo>
                  <a:pt x="1939" y="2936"/>
                </a:lnTo>
                <a:lnTo>
                  <a:pt x="1998" y="3055"/>
                </a:lnTo>
                <a:lnTo>
                  <a:pt x="2057" y="3091"/>
                </a:lnTo>
                <a:lnTo>
                  <a:pt x="12672" y="6776"/>
                </a:lnTo>
                <a:lnTo>
                  <a:pt x="12708" y="6788"/>
                </a:lnTo>
                <a:lnTo>
                  <a:pt x="12732" y="6788"/>
                </a:lnTo>
                <a:lnTo>
                  <a:pt x="12803" y="6776"/>
                </a:lnTo>
                <a:lnTo>
                  <a:pt x="12875" y="6692"/>
                </a:lnTo>
                <a:lnTo>
                  <a:pt x="12886" y="6657"/>
                </a:lnTo>
                <a:lnTo>
                  <a:pt x="12982" y="6158"/>
                </a:lnTo>
                <a:lnTo>
                  <a:pt x="12993" y="5171"/>
                </a:lnTo>
                <a:lnTo>
                  <a:pt x="12803" y="4208"/>
                </a:lnTo>
                <a:lnTo>
                  <a:pt x="12447" y="3293"/>
                </a:lnTo>
                <a:lnTo>
                  <a:pt x="11935" y="2449"/>
                </a:lnTo>
                <a:lnTo>
                  <a:pt x="11270" y="1700"/>
                </a:lnTo>
                <a:lnTo>
                  <a:pt x="10461" y="1058"/>
                </a:lnTo>
                <a:lnTo>
                  <a:pt x="9546" y="547"/>
                </a:lnTo>
                <a:lnTo>
                  <a:pt x="9035" y="357"/>
                </a:lnTo>
                <a:lnTo>
                  <a:pt x="8964" y="333"/>
                </a:lnTo>
                <a:lnTo>
                  <a:pt x="8881" y="309"/>
                </a:lnTo>
                <a:lnTo>
                  <a:pt x="8453" y="178"/>
                </a:lnTo>
                <a:lnTo>
                  <a:pt x="8025" y="83"/>
                </a:lnTo>
                <a:lnTo>
                  <a:pt x="7478" y="12"/>
                </a:lnTo>
                <a:lnTo>
                  <a:pt x="6943" y="0"/>
                </a:lnTo>
                <a:close/>
                <a:moveTo>
                  <a:pt x="6967" y="5516"/>
                </a:moveTo>
                <a:lnTo>
                  <a:pt x="6741" y="5611"/>
                </a:lnTo>
                <a:lnTo>
                  <a:pt x="6681" y="5730"/>
                </a:lnTo>
                <a:lnTo>
                  <a:pt x="5291" y="9747"/>
                </a:lnTo>
                <a:lnTo>
                  <a:pt x="322" y="9747"/>
                </a:lnTo>
                <a:lnTo>
                  <a:pt x="191" y="9759"/>
                </a:lnTo>
                <a:lnTo>
                  <a:pt x="13" y="9938"/>
                </a:lnTo>
                <a:lnTo>
                  <a:pt x="1" y="10068"/>
                </a:lnTo>
                <a:lnTo>
                  <a:pt x="13" y="10199"/>
                </a:lnTo>
                <a:lnTo>
                  <a:pt x="191" y="10377"/>
                </a:lnTo>
                <a:lnTo>
                  <a:pt x="322" y="10389"/>
                </a:lnTo>
                <a:lnTo>
                  <a:pt x="11377" y="10389"/>
                </a:lnTo>
                <a:lnTo>
                  <a:pt x="11508" y="10377"/>
                </a:lnTo>
                <a:lnTo>
                  <a:pt x="11686" y="10211"/>
                </a:lnTo>
                <a:lnTo>
                  <a:pt x="11698" y="10092"/>
                </a:lnTo>
                <a:lnTo>
                  <a:pt x="11698" y="10080"/>
                </a:lnTo>
                <a:lnTo>
                  <a:pt x="11674" y="9961"/>
                </a:lnTo>
                <a:lnTo>
                  <a:pt x="11508" y="9759"/>
                </a:lnTo>
                <a:lnTo>
                  <a:pt x="11377" y="9736"/>
                </a:lnTo>
                <a:lnTo>
                  <a:pt x="5980" y="9736"/>
                </a:lnTo>
                <a:lnTo>
                  <a:pt x="7288" y="5955"/>
                </a:lnTo>
                <a:lnTo>
                  <a:pt x="7323" y="5825"/>
                </a:lnTo>
                <a:lnTo>
                  <a:pt x="7216" y="5599"/>
                </a:lnTo>
                <a:lnTo>
                  <a:pt x="7097" y="5539"/>
                </a:lnTo>
                <a:lnTo>
                  <a:pt x="6967" y="5516"/>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8" name="Google Shape;3088;p174"/>
          <p:cNvSpPr/>
          <p:nvPr/>
        </p:nvSpPr>
        <p:spPr>
          <a:xfrm>
            <a:off x="3296509" y="7593560"/>
            <a:ext cx="565453" cy="565453"/>
          </a:xfrm>
          <a:custGeom>
            <a:rect b="b" l="l" r="r" t="t"/>
            <a:pathLst>
              <a:path extrusionOk="0" h="10402" w="10402">
                <a:moveTo>
                  <a:pt x="5207" y="2603"/>
                </a:moveTo>
                <a:lnTo>
                  <a:pt x="5326" y="2627"/>
                </a:lnTo>
                <a:lnTo>
                  <a:pt x="5504" y="2806"/>
                </a:lnTo>
                <a:lnTo>
                  <a:pt x="5528" y="2924"/>
                </a:lnTo>
                <a:lnTo>
                  <a:pt x="5504" y="3055"/>
                </a:lnTo>
                <a:lnTo>
                  <a:pt x="5326" y="3233"/>
                </a:lnTo>
                <a:lnTo>
                  <a:pt x="5207" y="3257"/>
                </a:lnTo>
                <a:lnTo>
                  <a:pt x="5076" y="3233"/>
                </a:lnTo>
                <a:lnTo>
                  <a:pt x="4898" y="3055"/>
                </a:lnTo>
                <a:lnTo>
                  <a:pt x="4874" y="2924"/>
                </a:lnTo>
                <a:lnTo>
                  <a:pt x="4898" y="2806"/>
                </a:lnTo>
                <a:lnTo>
                  <a:pt x="5076" y="2627"/>
                </a:lnTo>
                <a:lnTo>
                  <a:pt x="5207" y="2603"/>
                </a:lnTo>
                <a:close/>
                <a:moveTo>
                  <a:pt x="5195" y="1962"/>
                </a:moveTo>
                <a:lnTo>
                  <a:pt x="5005" y="1973"/>
                </a:lnTo>
                <a:lnTo>
                  <a:pt x="4648" y="2116"/>
                </a:lnTo>
                <a:lnTo>
                  <a:pt x="4387" y="2378"/>
                </a:lnTo>
                <a:lnTo>
                  <a:pt x="4244" y="2734"/>
                </a:lnTo>
                <a:lnTo>
                  <a:pt x="4220" y="2924"/>
                </a:lnTo>
                <a:lnTo>
                  <a:pt x="4244" y="3127"/>
                </a:lnTo>
                <a:lnTo>
                  <a:pt x="4387" y="3483"/>
                </a:lnTo>
                <a:lnTo>
                  <a:pt x="4648" y="3745"/>
                </a:lnTo>
                <a:lnTo>
                  <a:pt x="5005" y="3887"/>
                </a:lnTo>
                <a:lnTo>
                  <a:pt x="5195" y="3899"/>
                </a:lnTo>
                <a:lnTo>
                  <a:pt x="5397" y="3887"/>
                </a:lnTo>
                <a:lnTo>
                  <a:pt x="5754" y="3745"/>
                </a:lnTo>
                <a:lnTo>
                  <a:pt x="6015" y="3483"/>
                </a:lnTo>
                <a:lnTo>
                  <a:pt x="6158" y="3127"/>
                </a:lnTo>
                <a:lnTo>
                  <a:pt x="6170" y="2924"/>
                </a:lnTo>
                <a:lnTo>
                  <a:pt x="6158" y="2734"/>
                </a:lnTo>
                <a:lnTo>
                  <a:pt x="6015" y="2378"/>
                </a:lnTo>
                <a:lnTo>
                  <a:pt x="5754" y="2116"/>
                </a:lnTo>
                <a:lnTo>
                  <a:pt x="5397" y="1973"/>
                </a:lnTo>
                <a:lnTo>
                  <a:pt x="5195" y="1962"/>
                </a:lnTo>
                <a:close/>
                <a:moveTo>
                  <a:pt x="5528" y="5135"/>
                </a:moveTo>
                <a:lnTo>
                  <a:pt x="5528" y="6181"/>
                </a:lnTo>
                <a:lnTo>
                  <a:pt x="4874" y="6181"/>
                </a:lnTo>
                <a:lnTo>
                  <a:pt x="4874" y="5135"/>
                </a:lnTo>
                <a:lnTo>
                  <a:pt x="5041" y="5159"/>
                </a:lnTo>
                <a:lnTo>
                  <a:pt x="5362" y="5159"/>
                </a:lnTo>
                <a:lnTo>
                  <a:pt x="5528" y="5135"/>
                </a:lnTo>
                <a:close/>
                <a:moveTo>
                  <a:pt x="2901" y="3935"/>
                </a:moveTo>
                <a:lnTo>
                  <a:pt x="2675" y="4042"/>
                </a:lnTo>
                <a:lnTo>
                  <a:pt x="2616" y="4161"/>
                </a:lnTo>
                <a:lnTo>
                  <a:pt x="2592" y="4291"/>
                </a:lnTo>
                <a:lnTo>
                  <a:pt x="2711" y="4517"/>
                </a:lnTo>
                <a:lnTo>
                  <a:pt x="2830" y="4577"/>
                </a:lnTo>
                <a:lnTo>
                  <a:pt x="3995" y="4969"/>
                </a:lnTo>
                <a:lnTo>
                  <a:pt x="4102" y="4993"/>
                </a:lnTo>
                <a:lnTo>
                  <a:pt x="4220" y="5028"/>
                </a:lnTo>
                <a:lnTo>
                  <a:pt x="4220" y="6479"/>
                </a:lnTo>
                <a:lnTo>
                  <a:pt x="3911" y="8071"/>
                </a:lnTo>
                <a:lnTo>
                  <a:pt x="3900" y="8202"/>
                </a:lnTo>
                <a:lnTo>
                  <a:pt x="4042" y="8404"/>
                </a:lnTo>
                <a:lnTo>
                  <a:pt x="4161" y="8452"/>
                </a:lnTo>
                <a:lnTo>
                  <a:pt x="4292" y="8452"/>
                </a:lnTo>
                <a:lnTo>
                  <a:pt x="4506" y="8321"/>
                </a:lnTo>
                <a:lnTo>
                  <a:pt x="4541" y="8190"/>
                </a:lnTo>
                <a:lnTo>
                  <a:pt x="4815" y="6835"/>
                </a:lnTo>
                <a:lnTo>
                  <a:pt x="5587" y="6835"/>
                </a:lnTo>
                <a:lnTo>
                  <a:pt x="5861" y="8190"/>
                </a:lnTo>
                <a:lnTo>
                  <a:pt x="5897" y="8309"/>
                </a:lnTo>
                <a:lnTo>
                  <a:pt x="6051" y="8440"/>
                </a:lnTo>
                <a:lnTo>
                  <a:pt x="6158" y="8452"/>
                </a:lnTo>
                <a:lnTo>
                  <a:pt x="6217" y="8452"/>
                </a:lnTo>
                <a:lnTo>
                  <a:pt x="6348" y="8404"/>
                </a:lnTo>
                <a:lnTo>
                  <a:pt x="6479" y="8202"/>
                </a:lnTo>
                <a:lnTo>
                  <a:pt x="6479" y="8071"/>
                </a:lnTo>
                <a:lnTo>
                  <a:pt x="6182" y="6479"/>
                </a:lnTo>
                <a:lnTo>
                  <a:pt x="6182" y="5028"/>
                </a:lnTo>
                <a:lnTo>
                  <a:pt x="6289" y="5005"/>
                </a:lnTo>
                <a:lnTo>
                  <a:pt x="6408" y="4969"/>
                </a:lnTo>
                <a:lnTo>
                  <a:pt x="7584" y="4577"/>
                </a:lnTo>
                <a:lnTo>
                  <a:pt x="7691" y="4517"/>
                </a:lnTo>
                <a:lnTo>
                  <a:pt x="7810" y="4303"/>
                </a:lnTo>
                <a:lnTo>
                  <a:pt x="7787" y="4173"/>
                </a:lnTo>
                <a:lnTo>
                  <a:pt x="7727" y="4042"/>
                </a:lnTo>
                <a:lnTo>
                  <a:pt x="7573" y="3947"/>
                </a:lnTo>
                <a:lnTo>
                  <a:pt x="7442" y="3935"/>
                </a:lnTo>
                <a:lnTo>
                  <a:pt x="7382" y="3959"/>
                </a:lnTo>
                <a:lnTo>
                  <a:pt x="6206" y="4327"/>
                </a:lnTo>
                <a:lnTo>
                  <a:pt x="5968" y="4410"/>
                </a:lnTo>
                <a:lnTo>
                  <a:pt x="5457" y="4482"/>
                </a:lnTo>
                <a:lnTo>
                  <a:pt x="4946" y="4482"/>
                </a:lnTo>
                <a:lnTo>
                  <a:pt x="4446" y="4410"/>
                </a:lnTo>
                <a:lnTo>
                  <a:pt x="4197" y="4327"/>
                </a:lnTo>
                <a:lnTo>
                  <a:pt x="3032" y="3959"/>
                </a:lnTo>
                <a:lnTo>
                  <a:pt x="2901" y="3935"/>
                </a:lnTo>
                <a:close/>
                <a:moveTo>
                  <a:pt x="5207" y="654"/>
                </a:moveTo>
                <a:lnTo>
                  <a:pt x="5671" y="666"/>
                </a:lnTo>
                <a:lnTo>
                  <a:pt x="6550" y="856"/>
                </a:lnTo>
                <a:lnTo>
                  <a:pt x="7370" y="1201"/>
                </a:lnTo>
                <a:lnTo>
                  <a:pt x="8096" y="1688"/>
                </a:lnTo>
                <a:lnTo>
                  <a:pt x="8714" y="2306"/>
                </a:lnTo>
                <a:lnTo>
                  <a:pt x="9201" y="3031"/>
                </a:lnTo>
                <a:lnTo>
                  <a:pt x="9558" y="3852"/>
                </a:lnTo>
                <a:lnTo>
                  <a:pt x="9736" y="4743"/>
                </a:lnTo>
                <a:lnTo>
                  <a:pt x="9748" y="5207"/>
                </a:lnTo>
                <a:lnTo>
                  <a:pt x="9736" y="5670"/>
                </a:lnTo>
                <a:lnTo>
                  <a:pt x="9558" y="6562"/>
                </a:lnTo>
                <a:lnTo>
                  <a:pt x="9201" y="7370"/>
                </a:lnTo>
                <a:lnTo>
                  <a:pt x="8714" y="8107"/>
                </a:lnTo>
                <a:lnTo>
                  <a:pt x="8096" y="8725"/>
                </a:lnTo>
                <a:lnTo>
                  <a:pt x="7370" y="9213"/>
                </a:lnTo>
                <a:lnTo>
                  <a:pt x="6550" y="9557"/>
                </a:lnTo>
                <a:lnTo>
                  <a:pt x="5671" y="9736"/>
                </a:lnTo>
                <a:lnTo>
                  <a:pt x="5207" y="9759"/>
                </a:lnTo>
                <a:lnTo>
                  <a:pt x="4732" y="9736"/>
                </a:lnTo>
                <a:lnTo>
                  <a:pt x="3852" y="9557"/>
                </a:lnTo>
                <a:lnTo>
                  <a:pt x="3032" y="9213"/>
                </a:lnTo>
                <a:lnTo>
                  <a:pt x="2307" y="8725"/>
                </a:lnTo>
                <a:lnTo>
                  <a:pt x="1689" y="8107"/>
                </a:lnTo>
                <a:lnTo>
                  <a:pt x="1201" y="7370"/>
                </a:lnTo>
                <a:lnTo>
                  <a:pt x="845" y="6562"/>
                </a:lnTo>
                <a:lnTo>
                  <a:pt x="666" y="5670"/>
                </a:lnTo>
                <a:lnTo>
                  <a:pt x="654" y="5207"/>
                </a:lnTo>
                <a:lnTo>
                  <a:pt x="666" y="4743"/>
                </a:lnTo>
                <a:lnTo>
                  <a:pt x="845" y="3852"/>
                </a:lnTo>
                <a:lnTo>
                  <a:pt x="1201" y="3031"/>
                </a:lnTo>
                <a:lnTo>
                  <a:pt x="1689" y="2306"/>
                </a:lnTo>
                <a:lnTo>
                  <a:pt x="2307" y="1688"/>
                </a:lnTo>
                <a:lnTo>
                  <a:pt x="3032" y="1201"/>
                </a:lnTo>
                <a:lnTo>
                  <a:pt x="3852" y="856"/>
                </a:lnTo>
                <a:lnTo>
                  <a:pt x="4732" y="666"/>
                </a:lnTo>
                <a:lnTo>
                  <a:pt x="5207" y="654"/>
                </a:lnTo>
                <a:close/>
                <a:moveTo>
                  <a:pt x="5207" y="0"/>
                </a:moveTo>
                <a:lnTo>
                  <a:pt x="4672" y="24"/>
                </a:lnTo>
                <a:lnTo>
                  <a:pt x="3650" y="226"/>
                </a:lnTo>
                <a:lnTo>
                  <a:pt x="2723" y="630"/>
                </a:lnTo>
                <a:lnTo>
                  <a:pt x="1891" y="1189"/>
                </a:lnTo>
                <a:lnTo>
                  <a:pt x="1177" y="1890"/>
                </a:lnTo>
                <a:lnTo>
                  <a:pt x="619" y="2722"/>
                </a:lnTo>
                <a:lnTo>
                  <a:pt x="226" y="3650"/>
                </a:lnTo>
                <a:lnTo>
                  <a:pt x="24" y="4672"/>
                </a:lnTo>
                <a:lnTo>
                  <a:pt x="1" y="5207"/>
                </a:lnTo>
                <a:lnTo>
                  <a:pt x="24" y="5742"/>
                </a:lnTo>
                <a:lnTo>
                  <a:pt x="226" y="6752"/>
                </a:lnTo>
                <a:lnTo>
                  <a:pt x="619" y="7691"/>
                </a:lnTo>
                <a:lnTo>
                  <a:pt x="1177" y="8523"/>
                </a:lnTo>
                <a:lnTo>
                  <a:pt x="1891" y="9224"/>
                </a:lnTo>
                <a:lnTo>
                  <a:pt x="2723" y="9783"/>
                </a:lnTo>
                <a:lnTo>
                  <a:pt x="3650" y="10175"/>
                </a:lnTo>
                <a:lnTo>
                  <a:pt x="4672" y="10389"/>
                </a:lnTo>
                <a:lnTo>
                  <a:pt x="5207" y="10401"/>
                </a:lnTo>
                <a:lnTo>
                  <a:pt x="5730" y="10389"/>
                </a:lnTo>
                <a:lnTo>
                  <a:pt x="6752" y="10175"/>
                </a:lnTo>
                <a:lnTo>
                  <a:pt x="7680" y="9783"/>
                </a:lnTo>
                <a:lnTo>
                  <a:pt x="8512" y="9224"/>
                </a:lnTo>
                <a:lnTo>
                  <a:pt x="9225" y="8523"/>
                </a:lnTo>
                <a:lnTo>
                  <a:pt x="9784" y="7691"/>
                </a:lnTo>
                <a:lnTo>
                  <a:pt x="10176" y="6752"/>
                </a:lnTo>
                <a:lnTo>
                  <a:pt x="10378" y="5742"/>
                </a:lnTo>
                <a:lnTo>
                  <a:pt x="10402" y="5207"/>
                </a:lnTo>
                <a:lnTo>
                  <a:pt x="10378" y="4672"/>
                </a:lnTo>
                <a:lnTo>
                  <a:pt x="10176" y="3650"/>
                </a:lnTo>
                <a:lnTo>
                  <a:pt x="9784" y="2722"/>
                </a:lnTo>
                <a:lnTo>
                  <a:pt x="9225" y="1890"/>
                </a:lnTo>
                <a:lnTo>
                  <a:pt x="8512" y="1189"/>
                </a:lnTo>
                <a:lnTo>
                  <a:pt x="7680" y="630"/>
                </a:lnTo>
                <a:lnTo>
                  <a:pt x="6752" y="226"/>
                </a:lnTo>
                <a:lnTo>
                  <a:pt x="5730" y="24"/>
                </a:lnTo>
                <a:lnTo>
                  <a:pt x="5207"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89" name="Google Shape;3089;p174"/>
          <p:cNvSpPr/>
          <p:nvPr/>
        </p:nvSpPr>
        <p:spPr>
          <a:xfrm>
            <a:off x="4418251" y="7593560"/>
            <a:ext cx="494350" cy="565453"/>
          </a:xfrm>
          <a:custGeom>
            <a:rect b="b" l="l" r="r" t="t"/>
            <a:pathLst>
              <a:path extrusionOk="0" h="10402" w="9094">
                <a:moveTo>
                  <a:pt x="4541" y="654"/>
                </a:moveTo>
                <a:lnTo>
                  <a:pt x="4743" y="666"/>
                </a:lnTo>
                <a:lnTo>
                  <a:pt x="5124" y="737"/>
                </a:lnTo>
                <a:lnTo>
                  <a:pt x="5480" y="892"/>
                </a:lnTo>
                <a:lnTo>
                  <a:pt x="5789" y="1094"/>
                </a:lnTo>
                <a:lnTo>
                  <a:pt x="6051" y="1367"/>
                </a:lnTo>
                <a:lnTo>
                  <a:pt x="6265" y="1676"/>
                </a:lnTo>
                <a:lnTo>
                  <a:pt x="6407" y="2021"/>
                </a:lnTo>
                <a:lnTo>
                  <a:pt x="6491" y="2401"/>
                </a:lnTo>
                <a:lnTo>
                  <a:pt x="6491" y="2603"/>
                </a:lnTo>
                <a:lnTo>
                  <a:pt x="6491" y="2806"/>
                </a:lnTo>
                <a:lnTo>
                  <a:pt x="6407" y="3186"/>
                </a:lnTo>
                <a:lnTo>
                  <a:pt x="6265" y="3531"/>
                </a:lnTo>
                <a:lnTo>
                  <a:pt x="6051" y="3852"/>
                </a:lnTo>
                <a:lnTo>
                  <a:pt x="5789" y="4113"/>
                </a:lnTo>
                <a:lnTo>
                  <a:pt x="5480" y="4327"/>
                </a:lnTo>
                <a:lnTo>
                  <a:pt x="5124" y="4470"/>
                </a:lnTo>
                <a:lnTo>
                  <a:pt x="4743" y="4553"/>
                </a:lnTo>
                <a:lnTo>
                  <a:pt x="4351" y="4553"/>
                </a:lnTo>
                <a:lnTo>
                  <a:pt x="3971" y="4470"/>
                </a:lnTo>
                <a:lnTo>
                  <a:pt x="3614" y="4327"/>
                </a:lnTo>
                <a:lnTo>
                  <a:pt x="3305" y="4113"/>
                </a:lnTo>
                <a:lnTo>
                  <a:pt x="3043" y="3852"/>
                </a:lnTo>
                <a:lnTo>
                  <a:pt x="2829" y="3531"/>
                </a:lnTo>
                <a:lnTo>
                  <a:pt x="2687" y="3186"/>
                </a:lnTo>
                <a:lnTo>
                  <a:pt x="2604" y="2806"/>
                </a:lnTo>
                <a:lnTo>
                  <a:pt x="2592" y="2603"/>
                </a:lnTo>
                <a:lnTo>
                  <a:pt x="2604" y="2401"/>
                </a:lnTo>
                <a:lnTo>
                  <a:pt x="2687" y="2021"/>
                </a:lnTo>
                <a:lnTo>
                  <a:pt x="2829" y="1676"/>
                </a:lnTo>
                <a:lnTo>
                  <a:pt x="3043" y="1367"/>
                </a:lnTo>
                <a:lnTo>
                  <a:pt x="3305" y="1094"/>
                </a:lnTo>
                <a:lnTo>
                  <a:pt x="3614" y="892"/>
                </a:lnTo>
                <a:lnTo>
                  <a:pt x="3971" y="737"/>
                </a:lnTo>
                <a:lnTo>
                  <a:pt x="4351" y="666"/>
                </a:lnTo>
                <a:lnTo>
                  <a:pt x="4541" y="654"/>
                </a:lnTo>
                <a:close/>
                <a:moveTo>
                  <a:pt x="4541" y="0"/>
                </a:moveTo>
                <a:lnTo>
                  <a:pt x="4280" y="12"/>
                </a:lnTo>
                <a:lnTo>
                  <a:pt x="3768" y="119"/>
                </a:lnTo>
                <a:lnTo>
                  <a:pt x="3305" y="309"/>
                </a:lnTo>
                <a:lnTo>
                  <a:pt x="2889" y="595"/>
                </a:lnTo>
                <a:lnTo>
                  <a:pt x="2532" y="951"/>
                </a:lnTo>
                <a:lnTo>
                  <a:pt x="2259" y="1367"/>
                </a:lnTo>
                <a:lnTo>
                  <a:pt x="2057" y="1831"/>
                </a:lnTo>
                <a:lnTo>
                  <a:pt x="1950" y="2342"/>
                </a:lnTo>
                <a:lnTo>
                  <a:pt x="1950" y="2603"/>
                </a:lnTo>
                <a:lnTo>
                  <a:pt x="1950" y="2877"/>
                </a:lnTo>
                <a:lnTo>
                  <a:pt x="2057" y="3376"/>
                </a:lnTo>
                <a:lnTo>
                  <a:pt x="2259" y="3852"/>
                </a:lnTo>
                <a:lnTo>
                  <a:pt x="2532" y="4256"/>
                </a:lnTo>
                <a:lnTo>
                  <a:pt x="2889" y="4612"/>
                </a:lnTo>
                <a:lnTo>
                  <a:pt x="3305" y="4898"/>
                </a:lnTo>
                <a:lnTo>
                  <a:pt x="3768" y="5088"/>
                </a:lnTo>
                <a:lnTo>
                  <a:pt x="4280" y="5195"/>
                </a:lnTo>
                <a:lnTo>
                  <a:pt x="4541" y="5207"/>
                </a:lnTo>
                <a:lnTo>
                  <a:pt x="4815" y="5195"/>
                </a:lnTo>
                <a:lnTo>
                  <a:pt x="5326" y="5088"/>
                </a:lnTo>
                <a:lnTo>
                  <a:pt x="5789" y="4898"/>
                </a:lnTo>
                <a:lnTo>
                  <a:pt x="6205" y="4612"/>
                </a:lnTo>
                <a:lnTo>
                  <a:pt x="6550" y="4256"/>
                </a:lnTo>
                <a:lnTo>
                  <a:pt x="6835" y="3852"/>
                </a:lnTo>
                <a:lnTo>
                  <a:pt x="7037" y="3376"/>
                </a:lnTo>
                <a:lnTo>
                  <a:pt x="7132" y="2877"/>
                </a:lnTo>
                <a:lnTo>
                  <a:pt x="7144" y="2603"/>
                </a:lnTo>
                <a:lnTo>
                  <a:pt x="7132" y="2342"/>
                </a:lnTo>
                <a:lnTo>
                  <a:pt x="7037" y="1831"/>
                </a:lnTo>
                <a:lnTo>
                  <a:pt x="6835" y="1367"/>
                </a:lnTo>
                <a:lnTo>
                  <a:pt x="6550" y="951"/>
                </a:lnTo>
                <a:lnTo>
                  <a:pt x="6205" y="595"/>
                </a:lnTo>
                <a:lnTo>
                  <a:pt x="5789" y="309"/>
                </a:lnTo>
                <a:lnTo>
                  <a:pt x="5326" y="119"/>
                </a:lnTo>
                <a:lnTo>
                  <a:pt x="4815" y="12"/>
                </a:lnTo>
                <a:lnTo>
                  <a:pt x="4541" y="0"/>
                </a:lnTo>
                <a:close/>
                <a:moveTo>
                  <a:pt x="5872" y="6835"/>
                </a:moveTo>
                <a:lnTo>
                  <a:pt x="6431" y="6954"/>
                </a:lnTo>
                <a:lnTo>
                  <a:pt x="6942" y="7180"/>
                </a:lnTo>
                <a:lnTo>
                  <a:pt x="7406" y="7489"/>
                </a:lnTo>
                <a:lnTo>
                  <a:pt x="7798" y="7869"/>
                </a:lnTo>
                <a:lnTo>
                  <a:pt x="8107" y="8333"/>
                </a:lnTo>
                <a:lnTo>
                  <a:pt x="8321" y="8844"/>
                </a:lnTo>
                <a:lnTo>
                  <a:pt x="8440" y="9403"/>
                </a:lnTo>
                <a:lnTo>
                  <a:pt x="8452" y="9700"/>
                </a:lnTo>
                <a:lnTo>
                  <a:pt x="8440" y="9748"/>
                </a:lnTo>
                <a:lnTo>
                  <a:pt x="8392" y="9759"/>
                </a:lnTo>
                <a:lnTo>
                  <a:pt x="702" y="9759"/>
                </a:lnTo>
                <a:lnTo>
                  <a:pt x="654" y="9748"/>
                </a:lnTo>
                <a:lnTo>
                  <a:pt x="642" y="9700"/>
                </a:lnTo>
                <a:lnTo>
                  <a:pt x="654" y="9403"/>
                </a:lnTo>
                <a:lnTo>
                  <a:pt x="773" y="8844"/>
                </a:lnTo>
                <a:lnTo>
                  <a:pt x="987" y="8333"/>
                </a:lnTo>
                <a:lnTo>
                  <a:pt x="1296" y="7869"/>
                </a:lnTo>
                <a:lnTo>
                  <a:pt x="1688" y="7489"/>
                </a:lnTo>
                <a:lnTo>
                  <a:pt x="2152" y="7180"/>
                </a:lnTo>
                <a:lnTo>
                  <a:pt x="2663" y="6954"/>
                </a:lnTo>
                <a:lnTo>
                  <a:pt x="3222" y="6835"/>
                </a:lnTo>
                <a:close/>
                <a:moveTo>
                  <a:pt x="3519" y="6181"/>
                </a:moveTo>
                <a:lnTo>
                  <a:pt x="3150" y="6193"/>
                </a:lnTo>
                <a:lnTo>
                  <a:pt x="2461" y="6336"/>
                </a:lnTo>
                <a:lnTo>
                  <a:pt x="1831" y="6597"/>
                </a:lnTo>
                <a:lnTo>
                  <a:pt x="1272" y="6978"/>
                </a:lnTo>
                <a:lnTo>
                  <a:pt x="797" y="7453"/>
                </a:lnTo>
                <a:lnTo>
                  <a:pt x="416" y="8024"/>
                </a:lnTo>
                <a:lnTo>
                  <a:pt x="143" y="8654"/>
                </a:lnTo>
                <a:lnTo>
                  <a:pt x="12" y="9343"/>
                </a:lnTo>
                <a:lnTo>
                  <a:pt x="0" y="9700"/>
                </a:lnTo>
                <a:lnTo>
                  <a:pt x="0" y="9843"/>
                </a:lnTo>
                <a:lnTo>
                  <a:pt x="107" y="10092"/>
                </a:lnTo>
                <a:lnTo>
                  <a:pt x="297" y="10294"/>
                </a:lnTo>
                <a:lnTo>
                  <a:pt x="559" y="10401"/>
                </a:lnTo>
                <a:lnTo>
                  <a:pt x="8535" y="10401"/>
                </a:lnTo>
                <a:lnTo>
                  <a:pt x="8785" y="10294"/>
                </a:lnTo>
                <a:lnTo>
                  <a:pt x="8975" y="10092"/>
                </a:lnTo>
                <a:lnTo>
                  <a:pt x="9082" y="9843"/>
                </a:lnTo>
                <a:lnTo>
                  <a:pt x="9094" y="9700"/>
                </a:lnTo>
                <a:lnTo>
                  <a:pt x="9082" y="9343"/>
                </a:lnTo>
                <a:lnTo>
                  <a:pt x="8939" y="8654"/>
                </a:lnTo>
                <a:lnTo>
                  <a:pt x="8678" y="8024"/>
                </a:lnTo>
                <a:lnTo>
                  <a:pt x="8297" y="7453"/>
                </a:lnTo>
                <a:lnTo>
                  <a:pt x="7822" y="6978"/>
                </a:lnTo>
                <a:lnTo>
                  <a:pt x="7251" y="6597"/>
                </a:lnTo>
                <a:lnTo>
                  <a:pt x="6621" y="6336"/>
                </a:lnTo>
                <a:lnTo>
                  <a:pt x="5932" y="6193"/>
                </a:lnTo>
                <a:lnTo>
                  <a:pt x="5575"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0" name="Google Shape;3090;p174"/>
          <p:cNvSpPr/>
          <p:nvPr/>
        </p:nvSpPr>
        <p:spPr>
          <a:xfrm>
            <a:off x="5504443" y="7594213"/>
            <a:ext cx="494350" cy="565453"/>
          </a:xfrm>
          <a:custGeom>
            <a:rect b="b" l="l" r="r" t="t"/>
            <a:pathLst>
              <a:path extrusionOk="0" h="10402" w="9094">
                <a:moveTo>
                  <a:pt x="5849" y="3245"/>
                </a:moveTo>
                <a:lnTo>
                  <a:pt x="5979" y="3257"/>
                </a:lnTo>
                <a:lnTo>
                  <a:pt x="6205" y="3352"/>
                </a:lnTo>
                <a:lnTo>
                  <a:pt x="6384" y="3531"/>
                </a:lnTo>
                <a:lnTo>
                  <a:pt x="6491" y="3768"/>
                </a:lnTo>
                <a:lnTo>
                  <a:pt x="6491" y="3899"/>
                </a:lnTo>
                <a:lnTo>
                  <a:pt x="6491" y="4220"/>
                </a:lnTo>
                <a:lnTo>
                  <a:pt x="6491" y="4386"/>
                </a:lnTo>
                <a:lnTo>
                  <a:pt x="6419" y="4707"/>
                </a:lnTo>
                <a:lnTo>
                  <a:pt x="6300" y="4993"/>
                </a:lnTo>
                <a:lnTo>
                  <a:pt x="6122" y="5254"/>
                </a:lnTo>
                <a:lnTo>
                  <a:pt x="5908" y="5480"/>
                </a:lnTo>
                <a:lnTo>
                  <a:pt x="5647" y="5646"/>
                </a:lnTo>
                <a:lnTo>
                  <a:pt x="5349" y="5777"/>
                </a:lnTo>
                <a:lnTo>
                  <a:pt x="5040" y="5837"/>
                </a:lnTo>
                <a:lnTo>
                  <a:pt x="4874" y="5849"/>
                </a:lnTo>
                <a:lnTo>
                  <a:pt x="4220" y="5849"/>
                </a:lnTo>
                <a:lnTo>
                  <a:pt x="4054" y="5837"/>
                </a:lnTo>
                <a:lnTo>
                  <a:pt x="3733" y="5777"/>
                </a:lnTo>
                <a:lnTo>
                  <a:pt x="3447" y="5646"/>
                </a:lnTo>
                <a:lnTo>
                  <a:pt x="3186" y="5480"/>
                </a:lnTo>
                <a:lnTo>
                  <a:pt x="2960" y="5254"/>
                </a:lnTo>
                <a:lnTo>
                  <a:pt x="2782" y="4993"/>
                </a:lnTo>
                <a:lnTo>
                  <a:pt x="2663" y="4707"/>
                </a:lnTo>
                <a:lnTo>
                  <a:pt x="2603" y="4386"/>
                </a:lnTo>
                <a:lnTo>
                  <a:pt x="2592" y="4220"/>
                </a:lnTo>
                <a:lnTo>
                  <a:pt x="2592" y="3899"/>
                </a:lnTo>
                <a:lnTo>
                  <a:pt x="2603" y="3768"/>
                </a:lnTo>
                <a:lnTo>
                  <a:pt x="2699" y="3531"/>
                </a:lnTo>
                <a:lnTo>
                  <a:pt x="2877" y="3352"/>
                </a:lnTo>
                <a:lnTo>
                  <a:pt x="3115" y="3257"/>
                </a:lnTo>
                <a:lnTo>
                  <a:pt x="3245" y="3245"/>
                </a:lnTo>
                <a:close/>
                <a:moveTo>
                  <a:pt x="3245" y="2591"/>
                </a:moveTo>
                <a:lnTo>
                  <a:pt x="2984" y="2615"/>
                </a:lnTo>
                <a:lnTo>
                  <a:pt x="2520" y="2805"/>
                </a:lnTo>
                <a:lnTo>
                  <a:pt x="2164" y="3162"/>
                </a:lnTo>
                <a:lnTo>
                  <a:pt x="1962" y="3626"/>
                </a:lnTo>
                <a:lnTo>
                  <a:pt x="1950" y="3899"/>
                </a:lnTo>
                <a:lnTo>
                  <a:pt x="1950" y="4220"/>
                </a:lnTo>
                <a:lnTo>
                  <a:pt x="1950" y="4458"/>
                </a:lnTo>
                <a:lnTo>
                  <a:pt x="2045" y="4898"/>
                </a:lnTo>
                <a:lnTo>
                  <a:pt x="2211" y="5302"/>
                </a:lnTo>
                <a:lnTo>
                  <a:pt x="2461" y="5670"/>
                </a:lnTo>
                <a:lnTo>
                  <a:pt x="2770" y="5979"/>
                </a:lnTo>
                <a:lnTo>
                  <a:pt x="3138" y="6229"/>
                </a:lnTo>
                <a:lnTo>
                  <a:pt x="3543" y="6395"/>
                </a:lnTo>
                <a:lnTo>
                  <a:pt x="3982" y="6490"/>
                </a:lnTo>
                <a:lnTo>
                  <a:pt x="5100" y="6490"/>
                </a:lnTo>
                <a:lnTo>
                  <a:pt x="5551" y="6395"/>
                </a:lnTo>
                <a:lnTo>
                  <a:pt x="5956" y="6217"/>
                </a:lnTo>
                <a:lnTo>
                  <a:pt x="6324" y="5979"/>
                </a:lnTo>
                <a:lnTo>
                  <a:pt x="6633" y="5670"/>
                </a:lnTo>
                <a:lnTo>
                  <a:pt x="6871" y="5302"/>
                </a:lnTo>
                <a:lnTo>
                  <a:pt x="7049" y="4898"/>
                </a:lnTo>
                <a:lnTo>
                  <a:pt x="7132" y="4458"/>
                </a:lnTo>
                <a:lnTo>
                  <a:pt x="7144" y="4220"/>
                </a:lnTo>
                <a:lnTo>
                  <a:pt x="7144" y="3899"/>
                </a:lnTo>
                <a:lnTo>
                  <a:pt x="7132" y="3626"/>
                </a:lnTo>
                <a:lnTo>
                  <a:pt x="6930" y="3162"/>
                </a:lnTo>
                <a:lnTo>
                  <a:pt x="6574" y="2805"/>
                </a:lnTo>
                <a:lnTo>
                  <a:pt x="6110" y="2615"/>
                </a:lnTo>
                <a:lnTo>
                  <a:pt x="5849" y="2591"/>
                </a:lnTo>
                <a:close/>
                <a:moveTo>
                  <a:pt x="4541" y="642"/>
                </a:moveTo>
                <a:lnTo>
                  <a:pt x="4874" y="654"/>
                </a:lnTo>
                <a:lnTo>
                  <a:pt x="5516" y="785"/>
                </a:lnTo>
                <a:lnTo>
                  <a:pt x="6098" y="1034"/>
                </a:lnTo>
                <a:lnTo>
                  <a:pt x="6621" y="1379"/>
                </a:lnTo>
                <a:lnTo>
                  <a:pt x="7061" y="1819"/>
                </a:lnTo>
                <a:lnTo>
                  <a:pt x="7406" y="2342"/>
                </a:lnTo>
                <a:lnTo>
                  <a:pt x="7655" y="2924"/>
                </a:lnTo>
                <a:lnTo>
                  <a:pt x="7786" y="3566"/>
                </a:lnTo>
                <a:lnTo>
                  <a:pt x="7798" y="3899"/>
                </a:lnTo>
                <a:lnTo>
                  <a:pt x="7786" y="4232"/>
                </a:lnTo>
                <a:lnTo>
                  <a:pt x="7655" y="4862"/>
                </a:lnTo>
                <a:lnTo>
                  <a:pt x="7406" y="5444"/>
                </a:lnTo>
                <a:lnTo>
                  <a:pt x="7061" y="5967"/>
                </a:lnTo>
                <a:lnTo>
                  <a:pt x="6621" y="6407"/>
                </a:lnTo>
                <a:lnTo>
                  <a:pt x="6098" y="6752"/>
                </a:lnTo>
                <a:lnTo>
                  <a:pt x="5516" y="7002"/>
                </a:lnTo>
                <a:lnTo>
                  <a:pt x="4874" y="7132"/>
                </a:lnTo>
                <a:lnTo>
                  <a:pt x="4541" y="7144"/>
                </a:lnTo>
                <a:lnTo>
                  <a:pt x="4208" y="7132"/>
                </a:lnTo>
                <a:lnTo>
                  <a:pt x="3578" y="7002"/>
                </a:lnTo>
                <a:lnTo>
                  <a:pt x="2996" y="6752"/>
                </a:lnTo>
                <a:lnTo>
                  <a:pt x="2473" y="6407"/>
                </a:lnTo>
                <a:lnTo>
                  <a:pt x="2033" y="5967"/>
                </a:lnTo>
                <a:lnTo>
                  <a:pt x="1688" y="5444"/>
                </a:lnTo>
                <a:lnTo>
                  <a:pt x="1439" y="4862"/>
                </a:lnTo>
                <a:lnTo>
                  <a:pt x="1308" y="4232"/>
                </a:lnTo>
                <a:lnTo>
                  <a:pt x="1296" y="3899"/>
                </a:lnTo>
                <a:lnTo>
                  <a:pt x="1308" y="3566"/>
                </a:lnTo>
                <a:lnTo>
                  <a:pt x="1439" y="2924"/>
                </a:lnTo>
                <a:lnTo>
                  <a:pt x="1688" y="2342"/>
                </a:lnTo>
                <a:lnTo>
                  <a:pt x="2033" y="1819"/>
                </a:lnTo>
                <a:lnTo>
                  <a:pt x="2473" y="1379"/>
                </a:lnTo>
                <a:lnTo>
                  <a:pt x="2996" y="1034"/>
                </a:lnTo>
                <a:lnTo>
                  <a:pt x="3578" y="785"/>
                </a:lnTo>
                <a:lnTo>
                  <a:pt x="4208" y="654"/>
                </a:lnTo>
                <a:lnTo>
                  <a:pt x="4541" y="642"/>
                </a:lnTo>
                <a:close/>
                <a:moveTo>
                  <a:pt x="5516" y="9094"/>
                </a:moveTo>
                <a:lnTo>
                  <a:pt x="5385" y="9117"/>
                </a:lnTo>
                <a:lnTo>
                  <a:pt x="5207" y="9296"/>
                </a:lnTo>
                <a:lnTo>
                  <a:pt x="5195" y="9426"/>
                </a:lnTo>
                <a:lnTo>
                  <a:pt x="5207" y="9545"/>
                </a:lnTo>
                <a:lnTo>
                  <a:pt x="5385" y="9724"/>
                </a:lnTo>
                <a:lnTo>
                  <a:pt x="5516" y="9747"/>
                </a:lnTo>
                <a:lnTo>
                  <a:pt x="5647" y="9724"/>
                </a:lnTo>
                <a:lnTo>
                  <a:pt x="5825" y="9545"/>
                </a:lnTo>
                <a:lnTo>
                  <a:pt x="5849" y="9426"/>
                </a:lnTo>
                <a:lnTo>
                  <a:pt x="5825" y="9296"/>
                </a:lnTo>
                <a:lnTo>
                  <a:pt x="5647" y="9117"/>
                </a:lnTo>
                <a:lnTo>
                  <a:pt x="5516" y="9094"/>
                </a:lnTo>
                <a:close/>
                <a:moveTo>
                  <a:pt x="4232" y="0"/>
                </a:moveTo>
                <a:lnTo>
                  <a:pt x="3626" y="95"/>
                </a:lnTo>
                <a:lnTo>
                  <a:pt x="3043" y="285"/>
                </a:lnTo>
                <a:lnTo>
                  <a:pt x="2520" y="559"/>
                </a:lnTo>
                <a:lnTo>
                  <a:pt x="2033" y="904"/>
                </a:lnTo>
                <a:lnTo>
                  <a:pt x="1617" y="1320"/>
                </a:lnTo>
                <a:lnTo>
                  <a:pt x="1260" y="1795"/>
                </a:lnTo>
                <a:lnTo>
                  <a:pt x="987" y="2318"/>
                </a:lnTo>
                <a:lnTo>
                  <a:pt x="868" y="2591"/>
                </a:lnTo>
                <a:lnTo>
                  <a:pt x="642" y="2591"/>
                </a:lnTo>
                <a:lnTo>
                  <a:pt x="511" y="2615"/>
                </a:lnTo>
                <a:lnTo>
                  <a:pt x="333" y="2794"/>
                </a:lnTo>
                <a:lnTo>
                  <a:pt x="321" y="2924"/>
                </a:lnTo>
                <a:lnTo>
                  <a:pt x="321" y="4874"/>
                </a:lnTo>
                <a:lnTo>
                  <a:pt x="333" y="5005"/>
                </a:lnTo>
                <a:lnTo>
                  <a:pt x="511" y="5171"/>
                </a:lnTo>
                <a:lnTo>
                  <a:pt x="642" y="5195"/>
                </a:lnTo>
                <a:lnTo>
                  <a:pt x="868" y="5195"/>
                </a:lnTo>
                <a:lnTo>
                  <a:pt x="1034" y="5611"/>
                </a:lnTo>
                <a:lnTo>
                  <a:pt x="1510" y="6348"/>
                </a:lnTo>
                <a:lnTo>
                  <a:pt x="1807" y="6669"/>
                </a:lnTo>
                <a:lnTo>
                  <a:pt x="1605" y="6740"/>
                </a:lnTo>
                <a:lnTo>
                  <a:pt x="1248" y="6942"/>
                </a:lnTo>
                <a:lnTo>
                  <a:pt x="916" y="7192"/>
                </a:lnTo>
                <a:lnTo>
                  <a:pt x="630" y="7477"/>
                </a:lnTo>
                <a:lnTo>
                  <a:pt x="393" y="7810"/>
                </a:lnTo>
                <a:lnTo>
                  <a:pt x="202" y="8178"/>
                </a:lnTo>
                <a:lnTo>
                  <a:pt x="72" y="8582"/>
                </a:lnTo>
                <a:lnTo>
                  <a:pt x="0" y="9010"/>
                </a:lnTo>
                <a:lnTo>
                  <a:pt x="0" y="9224"/>
                </a:lnTo>
                <a:lnTo>
                  <a:pt x="0" y="10068"/>
                </a:lnTo>
                <a:lnTo>
                  <a:pt x="12" y="10199"/>
                </a:lnTo>
                <a:lnTo>
                  <a:pt x="179" y="10377"/>
                </a:lnTo>
                <a:lnTo>
                  <a:pt x="297" y="10401"/>
                </a:lnTo>
                <a:lnTo>
                  <a:pt x="428" y="10377"/>
                </a:lnTo>
                <a:lnTo>
                  <a:pt x="618" y="10199"/>
                </a:lnTo>
                <a:lnTo>
                  <a:pt x="642" y="10068"/>
                </a:lnTo>
                <a:lnTo>
                  <a:pt x="642" y="9224"/>
                </a:lnTo>
                <a:lnTo>
                  <a:pt x="654" y="9034"/>
                </a:lnTo>
                <a:lnTo>
                  <a:pt x="725" y="8654"/>
                </a:lnTo>
                <a:lnTo>
                  <a:pt x="856" y="8309"/>
                </a:lnTo>
                <a:lnTo>
                  <a:pt x="1046" y="8000"/>
                </a:lnTo>
                <a:lnTo>
                  <a:pt x="1284" y="7727"/>
                </a:lnTo>
                <a:lnTo>
                  <a:pt x="1569" y="7501"/>
                </a:lnTo>
                <a:lnTo>
                  <a:pt x="1902" y="7322"/>
                </a:lnTo>
                <a:lnTo>
                  <a:pt x="2247" y="7204"/>
                </a:lnTo>
                <a:lnTo>
                  <a:pt x="2437" y="7168"/>
                </a:lnTo>
                <a:lnTo>
                  <a:pt x="2675" y="7311"/>
                </a:lnTo>
                <a:lnTo>
                  <a:pt x="3162" y="7548"/>
                </a:lnTo>
                <a:lnTo>
                  <a:pt x="3697" y="7703"/>
                </a:lnTo>
                <a:lnTo>
                  <a:pt x="4256" y="7786"/>
                </a:lnTo>
                <a:lnTo>
                  <a:pt x="4541" y="7798"/>
                </a:lnTo>
                <a:lnTo>
                  <a:pt x="4838" y="7786"/>
                </a:lnTo>
                <a:lnTo>
                  <a:pt x="5397" y="7703"/>
                </a:lnTo>
                <a:lnTo>
                  <a:pt x="5920" y="7548"/>
                </a:lnTo>
                <a:lnTo>
                  <a:pt x="6419" y="7311"/>
                </a:lnTo>
                <a:lnTo>
                  <a:pt x="6657" y="7168"/>
                </a:lnTo>
                <a:lnTo>
                  <a:pt x="6847" y="7204"/>
                </a:lnTo>
                <a:lnTo>
                  <a:pt x="7192" y="7322"/>
                </a:lnTo>
                <a:lnTo>
                  <a:pt x="7525" y="7501"/>
                </a:lnTo>
                <a:lnTo>
                  <a:pt x="7810" y="7727"/>
                </a:lnTo>
                <a:lnTo>
                  <a:pt x="8048" y="8000"/>
                </a:lnTo>
                <a:lnTo>
                  <a:pt x="8238" y="8309"/>
                </a:lnTo>
                <a:lnTo>
                  <a:pt x="8369" y="8654"/>
                </a:lnTo>
                <a:lnTo>
                  <a:pt x="8440" y="9034"/>
                </a:lnTo>
                <a:lnTo>
                  <a:pt x="8440" y="9224"/>
                </a:lnTo>
                <a:lnTo>
                  <a:pt x="8440" y="10068"/>
                </a:lnTo>
                <a:lnTo>
                  <a:pt x="8464" y="10199"/>
                </a:lnTo>
                <a:lnTo>
                  <a:pt x="8642" y="10377"/>
                </a:lnTo>
                <a:lnTo>
                  <a:pt x="8773" y="10389"/>
                </a:lnTo>
                <a:lnTo>
                  <a:pt x="8904" y="10377"/>
                </a:lnTo>
                <a:lnTo>
                  <a:pt x="9082" y="10211"/>
                </a:lnTo>
                <a:lnTo>
                  <a:pt x="9094" y="10092"/>
                </a:lnTo>
                <a:lnTo>
                  <a:pt x="9094" y="9248"/>
                </a:lnTo>
                <a:lnTo>
                  <a:pt x="9094" y="9022"/>
                </a:lnTo>
                <a:lnTo>
                  <a:pt x="9022" y="8594"/>
                </a:lnTo>
                <a:lnTo>
                  <a:pt x="8892" y="8190"/>
                </a:lnTo>
                <a:lnTo>
                  <a:pt x="8701" y="7822"/>
                </a:lnTo>
                <a:lnTo>
                  <a:pt x="8464" y="7477"/>
                </a:lnTo>
                <a:lnTo>
                  <a:pt x="8178" y="7180"/>
                </a:lnTo>
                <a:lnTo>
                  <a:pt x="7846" y="6942"/>
                </a:lnTo>
                <a:lnTo>
                  <a:pt x="7489" y="6740"/>
                </a:lnTo>
                <a:lnTo>
                  <a:pt x="7299" y="6657"/>
                </a:lnTo>
                <a:lnTo>
                  <a:pt x="7584" y="6348"/>
                </a:lnTo>
                <a:lnTo>
                  <a:pt x="8060" y="5611"/>
                </a:lnTo>
                <a:lnTo>
                  <a:pt x="8214" y="5195"/>
                </a:lnTo>
                <a:lnTo>
                  <a:pt x="8452" y="5195"/>
                </a:lnTo>
                <a:lnTo>
                  <a:pt x="8571" y="5171"/>
                </a:lnTo>
                <a:lnTo>
                  <a:pt x="8749" y="5005"/>
                </a:lnTo>
                <a:lnTo>
                  <a:pt x="8773" y="4874"/>
                </a:lnTo>
                <a:lnTo>
                  <a:pt x="8773" y="2924"/>
                </a:lnTo>
                <a:lnTo>
                  <a:pt x="8749" y="2794"/>
                </a:lnTo>
                <a:lnTo>
                  <a:pt x="8571" y="2615"/>
                </a:lnTo>
                <a:lnTo>
                  <a:pt x="8452" y="2591"/>
                </a:lnTo>
                <a:lnTo>
                  <a:pt x="8214" y="2591"/>
                </a:lnTo>
                <a:lnTo>
                  <a:pt x="8107" y="2318"/>
                </a:lnTo>
                <a:lnTo>
                  <a:pt x="7834" y="1795"/>
                </a:lnTo>
                <a:lnTo>
                  <a:pt x="7477" y="1320"/>
                </a:lnTo>
                <a:lnTo>
                  <a:pt x="7049" y="904"/>
                </a:lnTo>
                <a:lnTo>
                  <a:pt x="6574" y="559"/>
                </a:lnTo>
                <a:lnTo>
                  <a:pt x="6039" y="285"/>
                </a:lnTo>
                <a:lnTo>
                  <a:pt x="5468" y="95"/>
                </a:lnTo>
                <a:lnTo>
                  <a:pt x="4862" y="0"/>
                </a:lnTo>
                <a:close/>
                <a:moveTo>
                  <a:pt x="3566" y="9094"/>
                </a:moveTo>
                <a:lnTo>
                  <a:pt x="3447" y="9117"/>
                </a:lnTo>
                <a:lnTo>
                  <a:pt x="3269" y="9296"/>
                </a:lnTo>
                <a:lnTo>
                  <a:pt x="3245" y="9426"/>
                </a:lnTo>
                <a:lnTo>
                  <a:pt x="3245" y="10068"/>
                </a:lnTo>
                <a:lnTo>
                  <a:pt x="3269" y="10199"/>
                </a:lnTo>
                <a:lnTo>
                  <a:pt x="3436" y="10377"/>
                </a:lnTo>
                <a:lnTo>
                  <a:pt x="3554" y="10401"/>
                </a:lnTo>
                <a:lnTo>
                  <a:pt x="3697" y="10377"/>
                </a:lnTo>
                <a:lnTo>
                  <a:pt x="3875" y="10199"/>
                </a:lnTo>
                <a:lnTo>
                  <a:pt x="3899" y="10068"/>
                </a:lnTo>
                <a:lnTo>
                  <a:pt x="3899" y="9426"/>
                </a:lnTo>
                <a:lnTo>
                  <a:pt x="3875" y="9296"/>
                </a:lnTo>
                <a:lnTo>
                  <a:pt x="3697" y="9117"/>
                </a:lnTo>
                <a:lnTo>
                  <a:pt x="3566" y="9094"/>
                </a:lnTo>
                <a:close/>
                <a:moveTo>
                  <a:pt x="2913" y="8119"/>
                </a:moveTo>
                <a:lnTo>
                  <a:pt x="2722" y="8131"/>
                </a:lnTo>
                <a:lnTo>
                  <a:pt x="2366" y="8285"/>
                </a:lnTo>
                <a:lnTo>
                  <a:pt x="2104" y="8547"/>
                </a:lnTo>
                <a:lnTo>
                  <a:pt x="1962" y="8892"/>
                </a:lnTo>
                <a:lnTo>
                  <a:pt x="1938" y="9094"/>
                </a:lnTo>
                <a:lnTo>
                  <a:pt x="1938" y="10068"/>
                </a:lnTo>
                <a:lnTo>
                  <a:pt x="1962" y="10199"/>
                </a:lnTo>
                <a:lnTo>
                  <a:pt x="2128" y="10377"/>
                </a:lnTo>
                <a:lnTo>
                  <a:pt x="2247" y="10401"/>
                </a:lnTo>
                <a:lnTo>
                  <a:pt x="2390" y="10377"/>
                </a:lnTo>
                <a:lnTo>
                  <a:pt x="2580" y="10199"/>
                </a:lnTo>
                <a:lnTo>
                  <a:pt x="2592" y="10068"/>
                </a:lnTo>
                <a:lnTo>
                  <a:pt x="2592" y="9094"/>
                </a:lnTo>
                <a:lnTo>
                  <a:pt x="2615" y="8963"/>
                </a:lnTo>
                <a:lnTo>
                  <a:pt x="2794" y="8785"/>
                </a:lnTo>
                <a:lnTo>
                  <a:pt x="2913" y="8773"/>
                </a:lnTo>
                <a:lnTo>
                  <a:pt x="6170" y="8773"/>
                </a:lnTo>
                <a:lnTo>
                  <a:pt x="6300" y="8785"/>
                </a:lnTo>
                <a:lnTo>
                  <a:pt x="6479" y="8963"/>
                </a:lnTo>
                <a:lnTo>
                  <a:pt x="6491" y="9094"/>
                </a:lnTo>
                <a:lnTo>
                  <a:pt x="6491" y="10068"/>
                </a:lnTo>
                <a:lnTo>
                  <a:pt x="6514" y="10199"/>
                </a:lnTo>
                <a:lnTo>
                  <a:pt x="6693" y="10377"/>
                </a:lnTo>
                <a:lnTo>
                  <a:pt x="6823" y="10401"/>
                </a:lnTo>
                <a:lnTo>
                  <a:pt x="6954" y="10377"/>
                </a:lnTo>
                <a:lnTo>
                  <a:pt x="7132" y="10211"/>
                </a:lnTo>
                <a:lnTo>
                  <a:pt x="7144" y="10092"/>
                </a:lnTo>
                <a:lnTo>
                  <a:pt x="7144" y="9094"/>
                </a:lnTo>
                <a:lnTo>
                  <a:pt x="7132" y="8892"/>
                </a:lnTo>
                <a:lnTo>
                  <a:pt x="6978" y="8547"/>
                </a:lnTo>
                <a:lnTo>
                  <a:pt x="6716" y="8285"/>
                </a:lnTo>
                <a:lnTo>
                  <a:pt x="6372" y="8131"/>
                </a:lnTo>
                <a:lnTo>
                  <a:pt x="6170" y="8119"/>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1" name="Google Shape;3091;p174"/>
          <p:cNvSpPr/>
          <p:nvPr/>
        </p:nvSpPr>
        <p:spPr>
          <a:xfrm>
            <a:off x="6483983" y="7593560"/>
            <a:ext cx="706354" cy="565453"/>
          </a:xfrm>
          <a:custGeom>
            <a:rect b="b" l="l" r="r" t="t"/>
            <a:pathLst>
              <a:path extrusionOk="0" h="10402" w="12994">
                <a:moveTo>
                  <a:pt x="4554" y="654"/>
                </a:moveTo>
                <a:lnTo>
                  <a:pt x="4756" y="666"/>
                </a:lnTo>
                <a:lnTo>
                  <a:pt x="5136" y="737"/>
                </a:lnTo>
                <a:lnTo>
                  <a:pt x="5481" y="892"/>
                </a:lnTo>
                <a:lnTo>
                  <a:pt x="5802" y="1094"/>
                </a:lnTo>
                <a:lnTo>
                  <a:pt x="6063" y="1367"/>
                </a:lnTo>
                <a:lnTo>
                  <a:pt x="6277" y="1676"/>
                </a:lnTo>
                <a:lnTo>
                  <a:pt x="6420" y="2021"/>
                </a:lnTo>
                <a:lnTo>
                  <a:pt x="6503" y="2401"/>
                </a:lnTo>
                <a:lnTo>
                  <a:pt x="6503" y="2603"/>
                </a:lnTo>
                <a:lnTo>
                  <a:pt x="6503" y="2806"/>
                </a:lnTo>
                <a:lnTo>
                  <a:pt x="6420" y="3186"/>
                </a:lnTo>
                <a:lnTo>
                  <a:pt x="6277" y="3531"/>
                </a:lnTo>
                <a:lnTo>
                  <a:pt x="6063" y="3852"/>
                </a:lnTo>
                <a:lnTo>
                  <a:pt x="5802" y="4113"/>
                </a:lnTo>
                <a:lnTo>
                  <a:pt x="5481" y="4327"/>
                </a:lnTo>
                <a:lnTo>
                  <a:pt x="5136" y="4470"/>
                </a:lnTo>
                <a:lnTo>
                  <a:pt x="4756" y="4553"/>
                </a:lnTo>
                <a:lnTo>
                  <a:pt x="4351" y="4553"/>
                </a:lnTo>
                <a:lnTo>
                  <a:pt x="3971" y="4470"/>
                </a:lnTo>
                <a:lnTo>
                  <a:pt x="3626" y="4327"/>
                </a:lnTo>
                <a:lnTo>
                  <a:pt x="3317" y="4113"/>
                </a:lnTo>
                <a:lnTo>
                  <a:pt x="3044" y="3852"/>
                </a:lnTo>
                <a:lnTo>
                  <a:pt x="2842" y="3531"/>
                </a:lnTo>
                <a:lnTo>
                  <a:pt x="2687" y="3186"/>
                </a:lnTo>
                <a:lnTo>
                  <a:pt x="2616" y="2806"/>
                </a:lnTo>
                <a:lnTo>
                  <a:pt x="2604" y="2603"/>
                </a:lnTo>
                <a:lnTo>
                  <a:pt x="2616" y="2401"/>
                </a:lnTo>
                <a:lnTo>
                  <a:pt x="2687" y="2021"/>
                </a:lnTo>
                <a:lnTo>
                  <a:pt x="2842" y="1676"/>
                </a:lnTo>
                <a:lnTo>
                  <a:pt x="3044" y="1367"/>
                </a:lnTo>
                <a:lnTo>
                  <a:pt x="3317" y="1094"/>
                </a:lnTo>
                <a:lnTo>
                  <a:pt x="3626" y="892"/>
                </a:lnTo>
                <a:lnTo>
                  <a:pt x="3971" y="737"/>
                </a:lnTo>
                <a:lnTo>
                  <a:pt x="4351" y="666"/>
                </a:lnTo>
                <a:lnTo>
                  <a:pt x="4554" y="654"/>
                </a:lnTo>
                <a:close/>
                <a:moveTo>
                  <a:pt x="4554" y="0"/>
                </a:moveTo>
                <a:lnTo>
                  <a:pt x="4292" y="12"/>
                </a:lnTo>
                <a:lnTo>
                  <a:pt x="3781" y="119"/>
                </a:lnTo>
                <a:lnTo>
                  <a:pt x="3317" y="309"/>
                </a:lnTo>
                <a:lnTo>
                  <a:pt x="2901" y="595"/>
                </a:lnTo>
                <a:lnTo>
                  <a:pt x="2545" y="951"/>
                </a:lnTo>
                <a:lnTo>
                  <a:pt x="2259" y="1367"/>
                </a:lnTo>
                <a:lnTo>
                  <a:pt x="2069" y="1831"/>
                </a:lnTo>
                <a:lnTo>
                  <a:pt x="1962" y="2342"/>
                </a:lnTo>
                <a:lnTo>
                  <a:pt x="1950" y="2603"/>
                </a:lnTo>
                <a:lnTo>
                  <a:pt x="1962" y="2877"/>
                </a:lnTo>
                <a:lnTo>
                  <a:pt x="2069" y="3376"/>
                </a:lnTo>
                <a:lnTo>
                  <a:pt x="2259" y="3852"/>
                </a:lnTo>
                <a:lnTo>
                  <a:pt x="2545" y="4256"/>
                </a:lnTo>
                <a:lnTo>
                  <a:pt x="2901" y="4612"/>
                </a:lnTo>
                <a:lnTo>
                  <a:pt x="3317" y="4898"/>
                </a:lnTo>
                <a:lnTo>
                  <a:pt x="3781" y="5088"/>
                </a:lnTo>
                <a:lnTo>
                  <a:pt x="4292" y="5195"/>
                </a:lnTo>
                <a:lnTo>
                  <a:pt x="4554" y="5207"/>
                </a:lnTo>
                <a:lnTo>
                  <a:pt x="4827" y="5195"/>
                </a:lnTo>
                <a:lnTo>
                  <a:pt x="5326" y="5088"/>
                </a:lnTo>
                <a:lnTo>
                  <a:pt x="5802" y="4898"/>
                </a:lnTo>
                <a:lnTo>
                  <a:pt x="6218" y="4612"/>
                </a:lnTo>
                <a:lnTo>
                  <a:pt x="6562" y="4256"/>
                </a:lnTo>
                <a:lnTo>
                  <a:pt x="6848" y="3852"/>
                </a:lnTo>
                <a:lnTo>
                  <a:pt x="7038" y="3376"/>
                </a:lnTo>
                <a:lnTo>
                  <a:pt x="7145" y="2877"/>
                </a:lnTo>
                <a:lnTo>
                  <a:pt x="7157" y="2603"/>
                </a:lnTo>
                <a:lnTo>
                  <a:pt x="7145" y="2342"/>
                </a:lnTo>
                <a:lnTo>
                  <a:pt x="7038" y="1831"/>
                </a:lnTo>
                <a:lnTo>
                  <a:pt x="6848" y="1367"/>
                </a:lnTo>
                <a:lnTo>
                  <a:pt x="6562" y="951"/>
                </a:lnTo>
                <a:lnTo>
                  <a:pt x="6218" y="595"/>
                </a:lnTo>
                <a:lnTo>
                  <a:pt x="5802" y="309"/>
                </a:lnTo>
                <a:lnTo>
                  <a:pt x="5326" y="119"/>
                </a:lnTo>
                <a:lnTo>
                  <a:pt x="4827" y="12"/>
                </a:lnTo>
                <a:lnTo>
                  <a:pt x="4554" y="0"/>
                </a:lnTo>
                <a:close/>
                <a:moveTo>
                  <a:pt x="12553" y="3055"/>
                </a:moveTo>
                <a:lnTo>
                  <a:pt x="12446" y="3138"/>
                </a:lnTo>
                <a:lnTo>
                  <a:pt x="10521" y="5076"/>
                </a:lnTo>
                <a:lnTo>
                  <a:pt x="9665" y="4220"/>
                </a:lnTo>
                <a:lnTo>
                  <a:pt x="9558" y="4137"/>
                </a:lnTo>
                <a:lnTo>
                  <a:pt x="9308" y="4137"/>
                </a:lnTo>
                <a:lnTo>
                  <a:pt x="9201" y="4220"/>
                </a:lnTo>
                <a:lnTo>
                  <a:pt x="9118" y="4327"/>
                </a:lnTo>
                <a:lnTo>
                  <a:pt x="9118" y="4577"/>
                </a:lnTo>
                <a:lnTo>
                  <a:pt x="9201" y="4684"/>
                </a:lnTo>
                <a:lnTo>
                  <a:pt x="10283" y="5765"/>
                </a:lnTo>
                <a:lnTo>
                  <a:pt x="10390" y="5837"/>
                </a:lnTo>
                <a:lnTo>
                  <a:pt x="10509" y="5861"/>
                </a:lnTo>
                <a:lnTo>
                  <a:pt x="10640" y="5837"/>
                </a:lnTo>
                <a:lnTo>
                  <a:pt x="10747" y="5765"/>
                </a:lnTo>
                <a:lnTo>
                  <a:pt x="12910" y="3590"/>
                </a:lnTo>
                <a:lnTo>
                  <a:pt x="12993" y="3483"/>
                </a:lnTo>
                <a:lnTo>
                  <a:pt x="12993" y="3233"/>
                </a:lnTo>
                <a:lnTo>
                  <a:pt x="12910" y="3138"/>
                </a:lnTo>
                <a:lnTo>
                  <a:pt x="12803" y="3055"/>
                </a:lnTo>
                <a:close/>
                <a:moveTo>
                  <a:pt x="5885" y="6835"/>
                </a:moveTo>
                <a:lnTo>
                  <a:pt x="6444" y="6954"/>
                </a:lnTo>
                <a:lnTo>
                  <a:pt x="6955" y="7180"/>
                </a:lnTo>
                <a:lnTo>
                  <a:pt x="7418" y="7489"/>
                </a:lnTo>
                <a:lnTo>
                  <a:pt x="7799" y="7869"/>
                </a:lnTo>
                <a:lnTo>
                  <a:pt x="8108" y="8333"/>
                </a:lnTo>
                <a:lnTo>
                  <a:pt x="8334" y="8844"/>
                </a:lnTo>
                <a:lnTo>
                  <a:pt x="8441" y="9403"/>
                </a:lnTo>
                <a:lnTo>
                  <a:pt x="8452" y="9700"/>
                </a:lnTo>
                <a:lnTo>
                  <a:pt x="8441" y="9748"/>
                </a:lnTo>
                <a:lnTo>
                  <a:pt x="8405" y="9759"/>
                </a:lnTo>
                <a:lnTo>
                  <a:pt x="702" y="9759"/>
                </a:lnTo>
                <a:lnTo>
                  <a:pt x="667" y="9748"/>
                </a:lnTo>
                <a:lnTo>
                  <a:pt x="655" y="9700"/>
                </a:lnTo>
                <a:lnTo>
                  <a:pt x="667" y="9403"/>
                </a:lnTo>
                <a:lnTo>
                  <a:pt x="785" y="8844"/>
                </a:lnTo>
                <a:lnTo>
                  <a:pt x="999" y="8333"/>
                </a:lnTo>
                <a:lnTo>
                  <a:pt x="1308" y="7869"/>
                </a:lnTo>
                <a:lnTo>
                  <a:pt x="1701" y="7489"/>
                </a:lnTo>
                <a:lnTo>
                  <a:pt x="2152" y="7180"/>
                </a:lnTo>
                <a:lnTo>
                  <a:pt x="2675" y="6954"/>
                </a:lnTo>
                <a:lnTo>
                  <a:pt x="3234" y="6835"/>
                </a:lnTo>
                <a:close/>
                <a:moveTo>
                  <a:pt x="3531" y="6181"/>
                </a:moveTo>
                <a:lnTo>
                  <a:pt x="3163" y="6193"/>
                </a:lnTo>
                <a:lnTo>
                  <a:pt x="2473" y="6336"/>
                </a:lnTo>
                <a:lnTo>
                  <a:pt x="1843" y="6597"/>
                </a:lnTo>
                <a:lnTo>
                  <a:pt x="1285" y="6978"/>
                </a:lnTo>
                <a:lnTo>
                  <a:pt x="809" y="7453"/>
                </a:lnTo>
                <a:lnTo>
                  <a:pt x="429" y="8024"/>
                </a:lnTo>
                <a:lnTo>
                  <a:pt x="155" y="8654"/>
                </a:lnTo>
                <a:lnTo>
                  <a:pt x="13" y="9343"/>
                </a:lnTo>
                <a:lnTo>
                  <a:pt x="1" y="9700"/>
                </a:lnTo>
                <a:lnTo>
                  <a:pt x="13" y="9843"/>
                </a:lnTo>
                <a:lnTo>
                  <a:pt x="120" y="10092"/>
                </a:lnTo>
                <a:lnTo>
                  <a:pt x="310" y="10294"/>
                </a:lnTo>
                <a:lnTo>
                  <a:pt x="571" y="10401"/>
                </a:lnTo>
                <a:lnTo>
                  <a:pt x="8548" y="10401"/>
                </a:lnTo>
                <a:lnTo>
                  <a:pt x="8797" y="10294"/>
                </a:lnTo>
                <a:lnTo>
                  <a:pt x="8987" y="10092"/>
                </a:lnTo>
                <a:lnTo>
                  <a:pt x="9094" y="9843"/>
                </a:lnTo>
                <a:lnTo>
                  <a:pt x="9106" y="9700"/>
                </a:lnTo>
                <a:lnTo>
                  <a:pt x="9094" y="9343"/>
                </a:lnTo>
                <a:lnTo>
                  <a:pt x="8952" y="8654"/>
                </a:lnTo>
                <a:lnTo>
                  <a:pt x="8690" y="8024"/>
                </a:lnTo>
                <a:lnTo>
                  <a:pt x="8310" y="7453"/>
                </a:lnTo>
                <a:lnTo>
                  <a:pt x="7822" y="6978"/>
                </a:lnTo>
                <a:lnTo>
                  <a:pt x="7264" y="6597"/>
                </a:lnTo>
                <a:lnTo>
                  <a:pt x="6634" y="6336"/>
                </a:lnTo>
                <a:lnTo>
                  <a:pt x="5944" y="6193"/>
                </a:lnTo>
                <a:lnTo>
                  <a:pt x="5588"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2" name="Google Shape;3092;p174"/>
          <p:cNvSpPr/>
          <p:nvPr/>
        </p:nvSpPr>
        <p:spPr>
          <a:xfrm>
            <a:off x="7570175" y="7593560"/>
            <a:ext cx="707006" cy="565453"/>
          </a:xfrm>
          <a:custGeom>
            <a:rect b="b" l="l" r="r" t="t"/>
            <a:pathLst>
              <a:path extrusionOk="0" h="10402" w="13006">
                <a:moveTo>
                  <a:pt x="4553" y="654"/>
                </a:moveTo>
                <a:lnTo>
                  <a:pt x="4756" y="666"/>
                </a:lnTo>
                <a:lnTo>
                  <a:pt x="5136" y="737"/>
                </a:lnTo>
                <a:lnTo>
                  <a:pt x="5481" y="892"/>
                </a:lnTo>
                <a:lnTo>
                  <a:pt x="5802" y="1094"/>
                </a:lnTo>
                <a:lnTo>
                  <a:pt x="6063" y="1367"/>
                </a:lnTo>
                <a:lnTo>
                  <a:pt x="6277" y="1676"/>
                </a:lnTo>
                <a:lnTo>
                  <a:pt x="6420" y="2021"/>
                </a:lnTo>
                <a:lnTo>
                  <a:pt x="6503" y="2401"/>
                </a:lnTo>
                <a:lnTo>
                  <a:pt x="6503" y="2603"/>
                </a:lnTo>
                <a:lnTo>
                  <a:pt x="6503" y="2806"/>
                </a:lnTo>
                <a:lnTo>
                  <a:pt x="6420" y="3186"/>
                </a:lnTo>
                <a:lnTo>
                  <a:pt x="6277" y="3531"/>
                </a:lnTo>
                <a:lnTo>
                  <a:pt x="6063" y="3852"/>
                </a:lnTo>
                <a:lnTo>
                  <a:pt x="5802" y="4113"/>
                </a:lnTo>
                <a:lnTo>
                  <a:pt x="5481" y="4327"/>
                </a:lnTo>
                <a:lnTo>
                  <a:pt x="5136" y="4470"/>
                </a:lnTo>
                <a:lnTo>
                  <a:pt x="4756" y="4553"/>
                </a:lnTo>
                <a:lnTo>
                  <a:pt x="4351" y="4553"/>
                </a:lnTo>
                <a:lnTo>
                  <a:pt x="3971" y="4470"/>
                </a:lnTo>
                <a:lnTo>
                  <a:pt x="3626" y="4327"/>
                </a:lnTo>
                <a:lnTo>
                  <a:pt x="3317" y="4113"/>
                </a:lnTo>
                <a:lnTo>
                  <a:pt x="3056" y="3852"/>
                </a:lnTo>
                <a:lnTo>
                  <a:pt x="2842" y="3531"/>
                </a:lnTo>
                <a:lnTo>
                  <a:pt x="2687" y="3186"/>
                </a:lnTo>
                <a:lnTo>
                  <a:pt x="2616" y="2806"/>
                </a:lnTo>
                <a:lnTo>
                  <a:pt x="2604" y="2603"/>
                </a:lnTo>
                <a:lnTo>
                  <a:pt x="2616" y="2401"/>
                </a:lnTo>
                <a:lnTo>
                  <a:pt x="2687" y="2021"/>
                </a:lnTo>
                <a:lnTo>
                  <a:pt x="2842" y="1676"/>
                </a:lnTo>
                <a:lnTo>
                  <a:pt x="3056" y="1367"/>
                </a:lnTo>
                <a:lnTo>
                  <a:pt x="3317" y="1094"/>
                </a:lnTo>
                <a:lnTo>
                  <a:pt x="3626" y="892"/>
                </a:lnTo>
                <a:lnTo>
                  <a:pt x="3971" y="737"/>
                </a:lnTo>
                <a:lnTo>
                  <a:pt x="4351" y="666"/>
                </a:lnTo>
                <a:lnTo>
                  <a:pt x="4553" y="654"/>
                </a:lnTo>
                <a:close/>
                <a:moveTo>
                  <a:pt x="4553" y="0"/>
                </a:moveTo>
                <a:lnTo>
                  <a:pt x="4292" y="12"/>
                </a:lnTo>
                <a:lnTo>
                  <a:pt x="3781" y="119"/>
                </a:lnTo>
                <a:lnTo>
                  <a:pt x="3317" y="309"/>
                </a:lnTo>
                <a:lnTo>
                  <a:pt x="2901" y="595"/>
                </a:lnTo>
                <a:lnTo>
                  <a:pt x="2545" y="951"/>
                </a:lnTo>
                <a:lnTo>
                  <a:pt x="2271" y="1367"/>
                </a:lnTo>
                <a:lnTo>
                  <a:pt x="2069" y="1831"/>
                </a:lnTo>
                <a:lnTo>
                  <a:pt x="1962" y="2342"/>
                </a:lnTo>
                <a:lnTo>
                  <a:pt x="1962" y="2603"/>
                </a:lnTo>
                <a:lnTo>
                  <a:pt x="1962" y="2877"/>
                </a:lnTo>
                <a:lnTo>
                  <a:pt x="2069" y="3376"/>
                </a:lnTo>
                <a:lnTo>
                  <a:pt x="2271" y="3852"/>
                </a:lnTo>
                <a:lnTo>
                  <a:pt x="2545" y="4256"/>
                </a:lnTo>
                <a:lnTo>
                  <a:pt x="2901" y="4612"/>
                </a:lnTo>
                <a:lnTo>
                  <a:pt x="3317" y="4898"/>
                </a:lnTo>
                <a:lnTo>
                  <a:pt x="3781" y="5088"/>
                </a:lnTo>
                <a:lnTo>
                  <a:pt x="4292" y="5195"/>
                </a:lnTo>
                <a:lnTo>
                  <a:pt x="4553" y="5207"/>
                </a:lnTo>
                <a:lnTo>
                  <a:pt x="4827" y="5195"/>
                </a:lnTo>
                <a:lnTo>
                  <a:pt x="5326" y="5088"/>
                </a:lnTo>
                <a:lnTo>
                  <a:pt x="5802" y="4898"/>
                </a:lnTo>
                <a:lnTo>
                  <a:pt x="6218" y="4612"/>
                </a:lnTo>
                <a:lnTo>
                  <a:pt x="6562" y="4256"/>
                </a:lnTo>
                <a:lnTo>
                  <a:pt x="6848" y="3852"/>
                </a:lnTo>
                <a:lnTo>
                  <a:pt x="7038" y="3376"/>
                </a:lnTo>
                <a:lnTo>
                  <a:pt x="7145" y="2877"/>
                </a:lnTo>
                <a:lnTo>
                  <a:pt x="7157" y="2603"/>
                </a:lnTo>
                <a:lnTo>
                  <a:pt x="7145" y="2342"/>
                </a:lnTo>
                <a:lnTo>
                  <a:pt x="7038" y="1831"/>
                </a:lnTo>
                <a:lnTo>
                  <a:pt x="6848" y="1367"/>
                </a:lnTo>
                <a:lnTo>
                  <a:pt x="6562" y="951"/>
                </a:lnTo>
                <a:lnTo>
                  <a:pt x="6218" y="595"/>
                </a:lnTo>
                <a:lnTo>
                  <a:pt x="5802" y="309"/>
                </a:lnTo>
                <a:lnTo>
                  <a:pt x="5326" y="119"/>
                </a:lnTo>
                <a:lnTo>
                  <a:pt x="4827" y="12"/>
                </a:lnTo>
                <a:lnTo>
                  <a:pt x="4553" y="0"/>
                </a:lnTo>
                <a:close/>
                <a:moveTo>
                  <a:pt x="10081" y="5861"/>
                </a:moveTo>
                <a:lnTo>
                  <a:pt x="9950" y="5872"/>
                </a:lnTo>
                <a:lnTo>
                  <a:pt x="9772" y="6051"/>
                </a:lnTo>
                <a:lnTo>
                  <a:pt x="9760" y="6181"/>
                </a:lnTo>
                <a:lnTo>
                  <a:pt x="9760" y="7608"/>
                </a:lnTo>
                <a:lnTo>
                  <a:pt x="9772" y="7691"/>
                </a:lnTo>
                <a:lnTo>
                  <a:pt x="9879" y="7798"/>
                </a:lnTo>
                <a:lnTo>
                  <a:pt x="9950" y="7810"/>
                </a:lnTo>
                <a:lnTo>
                  <a:pt x="11056" y="7810"/>
                </a:lnTo>
                <a:lnTo>
                  <a:pt x="11186" y="7786"/>
                </a:lnTo>
                <a:lnTo>
                  <a:pt x="11365" y="7608"/>
                </a:lnTo>
                <a:lnTo>
                  <a:pt x="11388" y="7477"/>
                </a:lnTo>
                <a:lnTo>
                  <a:pt x="11365" y="7346"/>
                </a:lnTo>
                <a:lnTo>
                  <a:pt x="11186" y="7180"/>
                </a:lnTo>
                <a:lnTo>
                  <a:pt x="11056" y="7156"/>
                </a:lnTo>
                <a:lnTo>
                  <a:pt x="10414" y="7156"/>
                </a:lnTo>
                <a:lnTo>
                  <a:pt x="10414" y="6181"/>
                </a:lnTo>
                <a:lnTo>
                  <a:pt x="10390" y="6051"/>
                </a:lnTo>
                <a:lnTo>
                  <a:pt x="10212" y="5872"/>
                </a:lnTo>
                <a:lnTo>
                  <a:pt x="10081" y="5861"/>
                </a:lnTo>
                <a:close/>
                <a:moveTo>
                  <a:pt x="10081" y="5207"/>
                </a:moveTo>
                <a:lnTo>
                  <a:pt x="10319" y="5219"/>
                </a:lnTo>
                <a:lnTo>
                  <a:pt x="10758" y="5302"/>
                </a:lnTo>
                <a:lnTo>
                  <a:pt x="11163" y="5480"/>
                </a:lnTo>
                <a:lnTo>
                  <a:pt x="11531" y="5718"/>
                </a:lnTo>
                <a:lnTo>
                  <a:pt x="11840" y="6027"/>
                </a:lnTo>
                <a:lnTo>
                  <a:pt x="12090" y="6395"/>
                </a:lnTo>
                <a:lnTo>
                  <a:pt x="12256" y="6800"/>
                </a:lnTo>
                <a:lnTo>
                  <a:pt x="12351" y="7251"/>
                </a:lnTo>
                <a:lnTo>
                  <a:pt x="12363" y="7477"/>
                </a:lnTo>
                <a:lnTo>
                  <a:pt x="12351" y="7715"/>
                </a:lnTo>
                <a:lnTo>
                  <a:pt x="12256" y="8155"/>
                </a:lnTo>
                <a:lnTo>
                  <a:pt x="12090" y="8559"/>
                </a:lnTo>
                <a:lnTo>
                  <a:pt x="11840" y="8927"/>
                </a:lnTo>
                <a:lnTo>
                  <a:pt x="11531" y="9236"/>
                </a:lnTo>
                <a:lnTo>
                  <a:pt x="11163" y="9486"/>
                </a:lnTo>
                <a:lnTo>
                  <a:pt x="10758" y="9652"/>
                </a:lnTo>
                <a:lnTo>
                  <a:pt x="10319" y="9748"/>
                </a:lnTo>
                <a:lnTo>
                  <a:pt x="10081" y="9759"/>
                </a:lnTo>
                <a:lnTo>
                  <a:pt x="9843" y="9748"/>
                </a:lnTo>
                <a:lnTo>
                  <a:pt x="9403" y="9652"/>
                </a:lnTo>
                <a:lnTo>
                  <a:pt x="8999" y="9486"/>
                </a:lnTo>
                <a:lnTo>
                  <a:pt x="8631" y="9236"/>
                </a:lnTo>
                <a:lnTo>
                  <a:pt x="8322" y="8927"/>
                </a:lnTo>
                <a:lnTo>
                  <a:pt x="8084" y="8571"/>
                </a:lnTo>
                <a:lnTo>
                  <a:pt x="7906" y="8155"/>
                </a:lnTo>
                <a:lnTo>
                  <a:pt x="7810" y="7715"/>
                </a:lnTo>
                <a:lnTo>
                  <a:pt x="7810" y="7477"/>
                </a:lnTo>
                <a:lnTo>
                  <a:pt x="7810" y="7251"/>
                </a:lnTo>
                <a:lnTo>
                  <a:pt x="7906" y="6800"/>
                </a:lnTo>
                <a:lnTo>
                  <a:pt x="8084" y="6395"/>
                </a:lnTo>
                <a:lnTo>
                  <a:pt x="8322" y="6027"/>
                </a:lnTo>
                <a:lnTo>
                  <a:pt x="8631" y="5718"/>
                </a:lnTo>
                <a:lnTo>
                  <a:pt x="8999" y="5480"/>
                </a:lnTo>
                <a:lnTo>
                  <a:pt x="9403" y="5302"/>
                </a:lnTo>
                <a:lnTo>
                  <a:pt x="9855" y="5219"/>
                </a:lnTo>
                <a:lnTo>
                  <a:pt x="10081" y="5207"/>
                </a:lnTo>
                <a:close/>
                <a:moveTo>
                  <a:pt x="3531" y="6181"/>
                </a:moveTo>
                <a:lnTo>
                  <a:pt x="3163" y="6193"/>
                </a:lnTo>
                <a:lnTo>
                  <a:pt x="2473" y="6336"/>
                </a:lnTo>
                <a:lnTo>
                  <a:pt x="1843" y="6597"/>
                </a:lnTo>
                <a:lnTo>
                  <a:pt x="1285" y="6978"/>
                </a:lnTo>
                <a:lnTo>
                  <a:pt x="809" y="7453"/>
                </a:lnTo>
                <a:lnTo>
                  <a:pt x="429" y="8024"/>
                </a:lnTo>
                <a:lnTo>
                  <a:pt x="155" y="8654"/>
                </a:lnTo>
                <a:lnTo>
                  <a:pt x="13" y="9343"/>
                </a:lnTo>
                <a:lnTo>
                  <a:pt x="1" y="9700"/>
                </a:lnTo>
                <a:lnTo>
                  <a:pt x="13" y="9843"/>
                </a:lnTo>
                <a:lnTo>
                  <a:pt x="120" y="10092"/>
                </a:lnTo>
                <a:lnTo>
                  <a:pt x="310" y="10294"/>
                </a:lnTo>
                <a:lnTo>
                  <a:pt x="571" y="10401"/>
                </a:lnTo>
                <a:lnTo>
                  <a:pt x="6836" y="10401"/>
                </a:lnTo>
                <a:lnTo>
                  <a:pt x="6967" y="10389"/>
                </a:lnTo>
                <a:lnTo>
                  <a:pt x="7133" y="10211"/>
                </a:lnTo>
                <a:lnTo>
                  <a:pt x="7157" y="10080"/>
                </a:lnTo>
                <a:lnTo>
                  <a:pt x="7133" y="9950"/>
                </a:lnTo>
                <a:lnTo>
                  <a:pt x="6955" y="9771"/>
                </a:lnTo>
                <a:lnTo>
                  <a:pt x="6836" y="9759"/>
                </a:lnTo>
                <a:lnTo>
                  <a:pt x="714" y="9759"/>
                </a:lnTo>
                <a:lnTo>
                  <a:pt x="666" y="9748"/>
                </a:lnTo>
                <a:lnTo>
                  <a:pt x="655" y="9700"/>
                </a:lnTo>
                <a:lnTo>
                  <a:pt x="666" y="9403"/>
                </a:lnTo>
                <a:lnTo>
                  <a:pt x="785" y="8844"/>
                </a:lnTo>
                <a:lnTo>
                  <a:pt x="999" y="8333"/>
                </a:lnTo>
                <a:lnTo>
                  <a:pt x="1308" y="7869"/>
                </a:lnTo>
                <a:lnTo>
                  <a:pt x="1701" y="7477"/>
                </a:lnTo>
                <a:lnTo>
                  <a:pt x="2152" y="7168"/>
                </a:lnTo>
                <a:lnTo>
                  <a:pt x="2675" y="6954"/>
                </a:lnTo>
                <a:lnTo>
                  <a:pt x="3234" y="6835"/>
                </a:lnTo>
                <a:lnTo>
                  <a:pt x="5588" y="6835"/>
                </a:lnTo>
                <a:lnTo>
                  <a:pt x="5909" y="6847"/>
                </a:lnTo>
                <a:lnTo>
                  <a:pt x="6206" y="6907"/>
                </a:lnTo>
                <a:lnTo>
                  <a:pt x="6337" y="6918"/>
                </a:lnTo>
                <a:lnTo>
                  <a:pt x="6550" y="6788"/>
                </a:lnTo>
                <a:lnTo>
                  <a:pt x="6598" y="6669"/>
                </a:lnTo>
                <a:lnTo>
                  <a:pt x="6610" y="6657"/>
                </a:lnTo>
                <a:lnTo>
                  <a:pt x="6622" y="6526"/>
                </a:lnTo>
                <a:lnTo>
                  <a:pt x="6479" y="6312"/>
                </a:lnTo>
                <a:lnTo>
                  <a:pt x="6360" y="6265"/>
                </a:lnTo>
                <a:lnTo>
                  <a:pt x="5980" y="6193"/>
                </a:lnTo>
                <a:lnTo>
                  <a:pt x="5588" y="6181"/>
                </a:lnTo>
                <a:close/>
                <a:moveTo>
                  <a:pt x="10081" y="4553"/>
                </a:moveTo>
                <a:lnTo>
                  <a:pt x="9784" y="4565"/>
                </a:lnTo>
                <a:lnTo>
                  <a:pt x="9213" y="4684"/>
                </a:lnTo>
                <a:lnTo>
                  <a:pt x="8690" y="4898"/>
                </a:lnTo>
                <a:lnTo>
                  <a:pt x="8215" y="5219"/>
                </a:lnTo>
                <a:lnTo>
                  <a:pt x="7822" y="5611"/>
                </a:lnTo>
                <a:lnTo>
                  <a:pt x="7501" y="6086"/>
                </a:lnTo>
                <a:lnTo>
                  <a:pt x="7287" y="6609"/>
                </a:lnTo>
                <a:lnTo>
                  <a:pt x="7169" y="7180"/>
                </a:lnTo>
                <a:lnTo>
                  <a:pt x="7157" y="7477"/>
                </a:lnTo>
                <a:lnTo>
                  <a:pt x="7169" y="7786"/>
                </a:lnTo>
                <a:lnTo>
                  <a:pt x="7287" y="8357"/>
                </a:lnTo>
                <a:lnTo>
                  <a:pt x="7501" y="8880"/>
                </a:lnTo>
                <a:lnTo>
                  <a:pt x="7822" y="9343"/>
                </a:lnTo>
                <a:lnTo>
                  <a:pt x="8215" y="9748"/>
                </a:lnTo>
                <a:lnTo>
                  <a:pt x="8690" y="10057"/>
                </a:lnTo>
                <a:lnTo>
                  <a:pt x="9213" y="10282"/>
                </a:lnTo>
                <a:lnTo>
                  <a:pt x="9784" y="10401"/>
                </a:lnTo>
                <a:lnTo>
                  <a:pt x="10378" y="10401"/>
                </a:lnTo>
                <a:lnTo>
                  <a:pt x="10961" y="10282"/>
                </a:lnTo>
                <a:lnTo>
                  <a:pt x="11484" y="10057"/>
                </a:lnTo>
                <a:lnTo>
                  <a:pt x="11947" y="9748"/>
                </a:lnTo>
                <a:lnTo>
                  <a:pt x="12339" y="9343"/>
                </a:lnTo>
                <a:lnTo>
                  <a:pt x="12660" y="8880"/>
                </a:lnTo>
                <a:lnTo>
                  <a:pt x="12886" y="8357"/>
                </a:lnTo>
                <a:lnTo>
                  <a:pt x="12993" y="7786"/>
                </a:lnTo>
                <a:lnTo>
                  <a:pt x="13005" y="7477"/>
                </a:lnTo>
                <a:lnTo>
                  <a:pt x="12993" y="7180"/>
                </a:lnTo>
                <a:lnTo>
                  <a:pt x="12886" y="6609"/>
                </a:lnTo>
                <a:lnTo>
                  <a:pt x="12660" y="6086"/>
                </a:lnTo>
                <a:lnTo>
                  <a:pt x="12339" y="5611"/>
                </a:lnTo>
                <a:lnTo>
                  <a:pt x="11947" y="5219"/>
                </a:lnTo>
                <a:lnTo>
                  <a:pt x="11484" y="4898"/>
                </a:lnTo>
                <a:lnTo>
                  <a:pt x="10961" y="4684"/>
                </a:lnTo>
                <a:lnTo>
                  <a:pt x="10378" y="4565"/>
                </a:lnTo>
                <a:lnTo>
                  <a:pt x="10081"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3" name="Google Shape;3093;p174"/>
          <p:cNvSpPr/>
          <p:nvPr/>
        </p:nvSpPr>
        <p:spPr>
          <a:xfrm>
            <a:off x="1088575" y="7594865"/>
            <a:ext cx="636556" cy="564800"/>
          </a:xfrm>
          <a:custGeom>
            <a:rect b="b" l="l" r="r" t="t"/>
            <a:pathLst>
              <a:path extrusionOk="0" h="10390" w="11710">
                <a:moveTo>
                  <a:pt x="6004" y="1617"/>
                </a:moveTo>
                <a:lnTo>
                  <a:pt x="6325" y="1629"/>
                </a:lnTo>
                <a:lnTo>
                  <a:pt x="6990" y="1736"/>
                </a:lnTo>
                <a:lnTo>
                  <a:pt x="7668" y="1938"/>
                </a:lnTo>
                <a:lnTo>
                  <a:pt x="8334" y="2223"/>
                </a:lnTo>
                <a:lnTo>
                  <a:pt x="8964" y="2603"/>
                </a:lnTo>
                <a:lnTo>
                  <a:pt x="9546" y="3067"/>
                </a:lnTo>
                <a:lnTo>
                  <a:pt x="10069" y="3637"/>
                </a:lnTo>
                <a:lnTo>
                  <a:pt x="10509" y="4303"/>
                </a:lnTo>
                <a:lnTo>
                  <a:pt x="10699" y="4683"/>
                </a:lnTo>
                <a:lnTo>
                  <a:pt x="10687" y="4683"/>
                </a:lnTo>
                <a:lnTo>
                  <a:pt x="10509" y="4612"/>
                </a:lnTo>
                <a:lnTo>
                  <a:pt x="10129" y="4541"/>
                </a:lnTo>
                <a:lnTo>
                  <a:pt x="9938" y="4529"/>
                </a:lnTo>
                <a:lnTo>
                  <a:pt x="9653" y="4541"/>
                </a:lnTo>
                <a:lnTo>
                  <a:pt x="9130" y="4695"/>
                </a:lnTo>
                <a:lnTo>
                  <a:pt x="8631" y="5004"/>
                </a:lnTo>
                <a:lnTo>
                  <a:pt x="8143" y="5468"/>
                </a:lnTo>
                <a:lnTo>
                  <a:pt x="7918" y="5753"/>
                </a:lnTo>
                <a:lnTo>
                  <a:pt x="7704" y="5468"/>
                </a:lnTo>
                <a:lnTo>
                  <a:pt x="7240" y="5016"/>
                </a:lnTo>
                <a:lnTo>
                  <a:pt x="6717" y="4707"/>
                </a:lnTo>
                <a:lnTo>
                  <a:pt x="6158" y="4553"/>
                </a:lnTo>
                <a:lnTo>
                  <a:pt x="5861" y="4529"/>
                </a:lnTo>
                <a:lnTo>
                  <a:pt x="5671" y="4541"/>
                </a:lnTo>
                <a:lnTo>
                  <a:pt x="5326" y="4600"/>
                </a:lnTo>
                <a:lnTo>
                  <a:pt x="4875" y="4767"/>
                </a:lnTo>
                <a:lnTo>
                  <a:pt x="4375" y="5111"/>
                </a:lnTo>
                <a:lnTo>
                  <a:pt x="3983" y="5539"/>
                </a:lnTo>
                <a:lnTo>
                  <a:pt x="3829" y="5765"/>
                </a:lnTo>
                <a:lnTo>
                  <a:pt x="3591" y="5468"/>
                </a:lnTo>
                <a:lnTo>
                  <a:pt x="3103" y="5004"/>
                </a:lnTo>
                <a:lnTo>
                  <a:pt x="2592" y="4695"/>
                </a:lnTo>
                <a:lnTo>
                  <a:pt x="2057" y="4541"/>
                </a:lnTo>
                <a:lnTo>
                  <a:pt x="1784" y="4529"/>
                </a:lnTo>
                <a:lnTo>
                  <a:pt x="1594" y="4529"/>
                </a:lnTo>
                <a:lnTo>
                  <a:pt x="1213" y="4612"/>
                </a:lnTo>
                <a:lnTo>
                  <a:pt x="1023" y="4683"/>
                </a:lnTo>
                <a:lnTo>
                  <a:pt x="1023" y="4683"/>
                </a:lnTo>
                <a:lnTo>
                  <a:pt x="1225" y="4256"/>
                </a:lnTo>
                <a:lnTo>
                  <a:pt x="1725" y="3542"/>
                </a:lnTo>
                <a:lnTo>
                  <a:pt x="2295" y="2948"/>
                </a:lnTo>
                <a:lnTo>
                  <a:pt x="2925" y="2484"/>
                </a:lnTo>
                <a:lnTo>
                  <a:pt x="3579" y="2128"/>
                </a:lnTo>
                <a:lnTo>
                  <a:pt x="4245" y="1878"/>
                </a:lnTo>
                <a:lnTo>
                  <a:pt x="4875" y="1712"/>
                </a:lnTo>
                <a:lnTo>
                  <a:pt x="5457" y="1629"/>
                </a:lnTo>
                <a:lnTo>
                  <a:pt x="5719" y="1617"/>
                </a:lnTo>
                <a:close/>
                <a:moveTo>
                  <a:pt x="5861" y="0"/>
                </a:moveTo>
                <a:lnTo>
                  <a:pt x="5730" y="24"/>
                </a:lnTo>
                <a:lnTo>
                  <a:pt x="5552" y="178"/>
                </a:lnTo>
                <a:lnTo>
                  <a:pt x="5528" y="309"/>
                </a:lnTo>
                <a:lnTo>
                  <a:pt x="5528" y="975"/>
                </a:lnTo>
                <a:lnTo>
                  <a:pt x="5160" y="1010"/>
                </a:lnTo>
                <a:lnTo>
                  <a:pt x="4375" y="1165"/>
                </a:lnTo>
                <a:lnTo>
                  <a:pt x="3543" y="1438"/>
                </a:lnTo>
                <a:lnTo>
                  <a:pt x="2723" y="1843"/>
                </a:lnTo>
                <a:lnTo>
                  <a:pt x="1939" y="2401"/>
                </a:lnTo>
                <a:lnTo>
                  <a:pt x="1225" y="3114"/>
                </a:lnTo>
                <a:lnTo>
                  <a:pt x="619" y="3994"/>
                </a:lnTo>
                <a:lnTo>
                  <a:pt x="262" y="4790"/>
                </a:lnTo>
                <a:lnTo>
                  <a:pt x="84" y="5373"/>
                </a:lnTo>
                <a:lnTo>
                  <a:pt x="13" y="5694"/>
                </a:lnTo>
                <a:lnTo>
                  <a:pt x="1" y="5801"/>
                </a:lnTo>
                <a:lnTo>
                  <a:pt x="120" y="5979"/>
                </a:lnTo>
                <a:lnTo>
                  <a:pt x="227" y="6003"/>
                </a:lnTo>
                <a:lnTo>
                  <a:pt x="310" y="5991"/>
                </a:lnTo>
                <a:lnTo>
                  <a:pt x="393" y="5920"/>
                </a:lnTo>
                <a:lnTo>
                  <a:pt x="560" y="5741"/>
                </a:lnTo>
                <a:lnTo>
                  <a:pt x="904" y="5468"/>
                </a:lnTo>
                <a:lnTo>
                  <a:pt x="1261" y="5278"/>
                </a:lnTo>
                <a:lnTo>
                  <a:pt x="1606" y="5183"/>
                </a:lnTo>
                <a:lnTo>
                  <a:pt x="1784" y="5171"/>
                </a:lnTo>
                <a:lnTo>
                  <a:pt x="2010" y="5183"/>
                </a:lnTo>
                <a:lnTo>
                  <a:pt x="2485" y="5361"/>
                </a:lnTo>
                <a:lnTo>
                  <a:pt x="2937" y="5730"/>
                </a:lnTo>
                <a:lnTo>
                  <a:pt x="3389" y="6300"/>
                </a:lnTo>
                <a:lnTo>
                  <a:pt x="3615" y="6669"/>
                </a:lnTo>
                <a:lnTo>
                  <a:pt x="3650" y="6740"/>
                </a:lnTo>
                <a:lnTo>
                  <a:pt x="3757" y="6799"/>
                </a:lnTo>
                <a:lnTo>
                  <a:pt x="3817" y="6811"/>
                </a:lnTo>
                <a:lnTo>
                  <a:pt x="3864" y="6799"/>
                </a:lnTo>
                <a:lnTo>
                  <a:pt x="3971" y="6728"/>
                </a:lnTo>
                <a:lnTo>
                  <a:pt x="4019" y="6669"/>
                </a:lnTo>
                <a:lnTo>
                  <a:pt x="4173" y="6395"/>
                </a:lnTo>
                <a:lnTo>
                  <a:pt x="4530" y="5884"/>
                </a:lnTo>
                <a:lnTo>
                  <a:pt x="4970" y="5456"/>
                </a:lnTo>
                <a:lnTo>
                  <a:pt x="5362" y="5254"/>
                </a:lnTo>
                <a:lnTo>
                  <a:pt x="5671" y="5183"/>
                </a:lnTo>
                <a:lnTo>
                  <a:pt x="5837" y="5183"/>
                </a:lnTo>
                <a:lnTo>
                  <a:pt x="6051" y="5195"/>
                </a:lnTo>
                <a:lnTo>
                  <a:pt x="6444" y="5302"/>
                </a:lnTo>
                <a:lnTo>
                  <a:pt x="6788" y="5504"/>
                </a:lnTo>
                <a:lnTo>
                  <a:pt x="7074" y="5753"/>
                </a:lnTo>
                <a:lnTo>
                  <a:pt x="7573" y="6443"/>
                </a:lnTo>
                <a:lnTo>
                  <a:pt x="7680" y="6669"/>
                </a:lnTo>
                <a:lnTo>
                  <a:pt x="7727" y="6728"/>
                </a:lnTo>
                <a:lnTo>
                  <a:pt x="7823" y="6799"/>
                </a:lnTo>
                <a:lnTo>
                  <a:pt x="7882" y="6811"/>
                </a:lnTo>
                <a:lnTo>
                  <a:pt x="7941" y="6799"/>
                </a:lnTo>
                <a:lnTo>
                  <a:pt x="8037" y="6728"/>
                </a:lnTo>
                <a:lnTo>
                  <a:pt x="8084" y="6669"/>
                </a:lnTo>
                <a:lnTo>
                  <a:pt x="8298" y="6300"/>
                </a:lnTo>
                <a:lnTo>
                  <a:pt x="8750" y="5730"/>
                </a:lnTo>
                <a:lnTo>
                  <a:pt x="9213" y="5373"/>
                </a:lnTo>
                <a:lnTo>
                  <a:pt x="9677" y="5195"/>
                </a:lnTo>
                <a:lnTo>
                  <a:pt x="9915" y="5183"/>
                </a:lnTo>
                <a:lnTo>
                  <a:pt x="10093" y="5183"/>
                </a:lnTo>
                <a:lnTo>
                  <a:pt x="10438" y="5278"/>
                </a:lnTo>
                <a:lnTo>
                  <a:pt x="10794" y="5456"/>
                </a:lnTo>
                <a:lnTo>
                  <a:pt x="11139" y="5741"/>
                </a:lnTo>
                <a:lnTo>
                  <a:pt x="11305" y="5920"/>
                </a:lnTo>
                <a:lnTo>
                  <a:pt x="11389" y="5979"/>
                </a:lnTo>
                <a:lnTo>
                  <a:pt x="11472" y="5991"/>
                </a:lnTo>
                <a:lnTo>
                  <a:pt x="11472" y="6003"/>
                </a:lnTo>
                <a:lnTo>
                  <a:pt x="11591" y="5979"/>
                </a:lnTo>
                <a:lnTo>
                  <a:pt x="11710" y="5801"/>
                </a:lnTo>
                <a:lnTo>
                  <a:pt x="11698" y="5694"/>
                </a:lnTo>
                <a:lnTo>
                  <a:pt x="11579" y="5159"/>
                </a:lnTo>
                <a:lnTo>
                  <a:pt x="11187" y="4184"/>
                </a:lnTo>
                <a:lnTo>
                  <a:pt x="10652" y="3340"/>
                </a:lnTo>
                <a:lnTo>
                  <a:pt x="9998" y="2603"/>
                </a:lnTo>
                <a:lnTo>
                  <a:pt x="9249" y="2009"/>
                </a:lnTo>
                <a:lnTo>
                  <a:pt x="8429" y="1545"/>
                </a:lnTo>
                <a:lnTo>
                  <a:pt x="7549" y="1212"/>
                </a:lnTo>
                <a:lnTo>
                  <a:pt x="6646" y="1010"/>
                </a:lnTo>
                <a:lnTo>
                  <a:pt x="6182" y="975"/>
                </a:lnTo>
                <a:lnTo>
                  <a:pt x="6182" y="309"/>
                </a:lnTo>
                <a:lnTo>
                  <a:pt x="6158" y="178"/>
                </a:lnTo>
                <a:lnTo>
                  <a:pt x="5992" y="24"/>
                </a:lnTo>
                <a:lnTo>
                  <a:pt x="5861" y="0"/>
                </a:lnTo>
                <a:close/>
                <a:moveTo>
                  <a:pt x="5837" y="5837"/>
                </a:moveTo>
                <a:lnTo>
                  <a:pt x="5719" y="5848"/>
                </a:lnTo>
                <a:lnTo>
                  <a:pt x="5552" y="6027"/>
                </a:lnTo>
                <a:lnTo>
                  <a:pt x="5540" y="6157"/>
                </a:lnTo>
                <a:lnTo>
                  <a:pt x="5540" y="9082"/>
                </a:lnTo>
                <a:lnTo>
                  <a:pt x="5528" y="9212"/>
                </a:lnTo>
                <a:lnTo>
                  <a:pt x="5433" y="9450"/>
                </a:lnTo>
                <a:lnTo>
                  <a:pt x="5255" y="9628"/>
                </a:lnTo>
                <a:lnTo>
                  <a:pt x="5017" y="9724"/>
                </a:lnTo>
                <a:lnTo>
                  <a:pt x="4886" y="9735"/>
                </a:lnTo>
                <a:lnTo>
                  <a:pt x="4756" y="9724"/>
                </a:lnTo>
                <a:lnTo>
                  <a:pt x="4518" y="9628"/>
                </a:lnTo>
                <a:lnTo>
                  <a:pt x="4340" y="9450"/>
                </a:lnTo>
                <a:lnTo>
                  <a:pt x="4245" y="9212"/>
                </a:lnTo>
                <a:lnTo>
                  <a:pt x="4233" y="9082"/>
                </a:lnTo>
                <a:lnTo>
                  <a:pt x="4233" y="8761"/>
                </a:lnTo>
                <a:lnTo>
                  <a:pt x="4221" y="8630"/>
                </a:lnTo>
                <a:lnTo>
                  <a:pt x="4043" y="8452"/>
                </a:lnTo>
                <a:lnTo>
                  <a:pt x="3912" y="8428"/>
                </a:lnTo>
                <a:lnTo>
                  <a:pt x="3781" y="8452"/>
                </a:lnTo>
                <a:lnTo>
                  <a:pt x="3603" y="8630"/>
                </a:lnTo>
                <a:lnTo>
                  <a:pt x="3579" y="8761"/>
                </a:lnTo>
                <a:lnTo>
                  <a:pt x="3579" y="9082"/>
                </a:lnTo>
                <a:lnTo>
                  <a:pt x="3603" y="9343"/>
                </a:lnTo>
                <a:lnTo>
                  <a:pt x="3793" y="9819"/>
                </a:lnTo>
                <a:lnTo>
                  <a:pt x="4149" y="10163"/>
                </a:lnTo>
                <a:lnTo>
                  <a:pt x="4613" y="10365"/>
                </a:lnTo>
                <a:lnTo>
                  <a:pt x="4863" y="10389"/>
                </a:lnTo>
                <a:lnTo>
                  <a:pt x="5124" y="10365"/>
                </a:lnTo>
                <a:lnTo>
                  <a:pt x="5600" y="10163"/>
                </a:lnTo>
                <a:lnTo>
                  <a:pt x="5956" y="9819"/>
                </a:lnTo>
                <a:lnTo>
                  <a:pt x="6158" y="9343"/>
                </a:lnTo>
                <a:lnTo>
                  <a:pt x="6182" y="9082"/>
                </a:lnTo>
                <a:lnTo>
                  <a:pt x="6182" y="6157"/>
                </a:lnTo>
                <a:lnTo>
                  <a:pt x="6170" y="6027"/>
                </a:lnTo>
                <a:lnTo>
                  <a:pt x="5980" y="5848"/>
                </a:lnTo>
                <a:lnTo>
                  <a:pt x="5837" y="5837"/>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4" name="Google Shape;3094;p174"/>
          <p:cNvSpPr/>
          <p:nvPr/>
        </p:nvSpPr>
        <p:spPr>
          <a:xfrm>
            <a:off x="9848557" y="7593560"/>
            <a:ext cx="495002" cy="565453"/>
          </a:xfrm>
          <a:custGeom>
            <a:rect b="b" l="l" r="r" t="t"/>
            <a:pathLst>
              <a:path extrusionOk="0" h="10402" w="9106">
                <a:moveTo>
                  <a:pt x="4553" y="666"/>
                </a:moveTo>
                <a:lnTo>
                  <a:pt x="7334" y="1308"/>
                </a:lnTo>
                <a:lnTo>
                  <a:pt x="4553" y="1950"/>
                </a:lnTo>
                <a:lnTo>
                  <a:pt x="1771" y="1308"/>
                </a:lnTo>
                <a:lnTo>
                  <a:pt x="4553" y="666"/>
                </a:lnTo>
                <a:close/>
                <a:moveTo>
                  <a:pt x="6502" y="2164"/>
                </a:moveTo>
                <a:lnTo>
                  <a:pt x="6502" y="2413"/>
                </a:lnTo>
                <a:lnTo>
                  <a:pt x="5361" y="3067"/>
                </a:lnTo>
                <a:lnTo>
                  <a:pt x="5171" y="3162"/>
                </a:lnTo>
                <a:lnTo>
                  <a:pt x="4767" y="3269"/>
                </a:lnTo>
                <a:lnTo>
                  <a:pt x="4351" y="3269"/>
                </a:lnTo>
                <a:lnTo>
                  <a:pt x="3935" y="3162"/>
                </a:lnTo>
                <a:lnTo>
                  <a:pt x="3744" y="3067"/>
                </a:lnTo>
                <a:lnTo>
                  <a:pt x="2603" y="2413"/>
                </a:lnTo>
                <a:lnTo>
                  <a:pt x="2603" y="2164"/>
                </a:lnTo>
                <a:lnTo>
                  <a:pt x="4481" y="2592"/>
                </a:lnTo>
                <a:lnTo>
                  <a:pt x="4517" y="2603"/>
                </a:lnTo>
                <a:lnTo>
                  <a:pt x="4588" y="2603"/>
                </a:lnTo>
                <a:lnTo>
                  <a:pt x="4624" y="2592"/>
                </a:lnTo>
                <a:lnTo>
                  <a:pt x="6502" y="2164"/>
                </a:lnTo>
                <a:close/>
                <a:moveTo>
                  <a:pt x="975" y="4612"/>
                </a:moveTo>
                <a:lnTo>
                  <a:pt x="1177" y="5207"/>
                </a:lnTo>
                <a:lnTo>
                  <a:pt x="785" y="5207"/>
                </a:lnTo>
                <a:lnTo>
                  <a:pt x="975" y="4612"/>
                </a:lnTo>
                <a:close/>
                <a:moveTo>
                  <a:pt x="4577" y="0"/>
                </a:moveTo>
                <a:lnTo>
                  <a:pt x="4505" y="12"/>
                </a:lnTo>
                <a:lnTo>
                  <a:pt x="262" y="987"/>
                </a:lnTo>
                <a:lnTo>
                  <a:pt x="155" y="1023"/>
                </a:lnTo>
                <a:lnTo>
                  <a:pt x="12" y="1189"/>
                </a:lnTo>
                <a:lnTo>
                  <a:pt x="0" y="1308"/>
                </a:lnTo>
                <a:lnTo>
                  <a:pt x="12" y="1415"/>
                </a:lnTo>
                <a:lnTo>
                  <a:pt x="155" y="1581"/>
                </a:lnTo>
                <a:lnTo>
                  <a:pt x="250" y="1617"/>
                </a:lnTo>
                <a:lnTo>
                  <a:pt x="654" y="1712"/>
                </a:lnTo>
                <a:lnTo>
                  <a:pt x="654" y="3531"/>
                </a:lnTo>
                <a:lnTo>
                  <a:pt x="24" y="5433"/>
                </a:lnTo>
                <a:lnTo>
                  <a:pt x="0" y="5504"/>
                </a:lnTo>
                <a:lnTo>
                  <a:pt x="24" y="5658"/>
                </a:lnTo>
                <a:lnTo>
                  <a:pt x="60" y="5718"/>
                </a:lnTo>
                <a:lnTo>
                  <a:pt x="119" y="5777"/>
                </a:lnTo>
                <a:lnTo>
                  <a:pt x="250" y="5849"/>
                </a:lnTo>
                <a:lnTo>
                  <a:pt x="333" y="5861"/>
                </a:lnTo>
                <a:lnTo>
                  <a:pt x="1629" y="5861"/>
                </a:lnTo>
                <a:lnTo>
                  <a:pt x="1700" y="5849"/>
                </a:lnTo>
                <a:lnTo>
                  <a:pt x="1843" y="5777"/>
                </a:lnTo>
                <a:lnTo>
                  <a:pt x="1890" y="5718"/>
                </a:lnTo>
                <a:lnTo>
                  <a:pt x="1926" y="5658"/>
                </a:lnTo>
                <a:lnTo>
                  <a:pt x="1950" y="5504"/>
                </a:lnTo>
                <a:lnTo>
                  <a:pt x="1938" y="5433"/>
                </a:lnTo>
                <a:lnTo>
                  <a:pt x="1308" y="3531"/>
                </a:lnTo>
                <a:lnTo>
                  <a:pt x="1308" y="1867"/>
                </a:lnTo>
                <a:lnTo>
                  <a:pt x="1950" y="2009"/>
                </a:lnTo>
                <a:lnTo>
                  <a:pt x="1950" y="2603"/>
                </a:lnTo>
                <a:lnTo>
                  <a:pt x="1961" y="2687"/>
                </a:lnTo>
                <a:lnTo>
                  <a:pt x="2045" y="2841"/>
                </a:lnTo>
                <a:lnTo>
                  <a:pt x="2116" y="2889"/>
                </a:lnTo>
                <a:lnTo>
                  <a:pt x="3424" y="3638"/>
                </a:lnTo>
                <a:lnTo>
                  <a:pt x="3685" y="3768"/>
                </a:lnTo>
                <a:lnTo>
                  <a:pt x="4256" y="3923"/>
                </a:lnTo>
                <a:lnTo>
                  <a:pt x="4553" y="3935"/>
                </a:lnTo>
                <a:lnTo>
                  <a:pt x="4850" y="3923"/>
                </a:lnTo>
                <a:lnTo>
                  <a:pt x="5421" y="3768"/>
                </a:lnTo>
                <a:lnTo>
                  <a:pt x="5682" y="3638"/>
                </a:lnTo>
                <a:lnTo>
                  <a:pt x="6990" y="2889"/>
                </a:lnTo>
                <a:lnTo>
                  <a:pt x="7061" y="2841"/>
                </a:lnTo>
                <a:lnTo>
                  <a:pt x="7144" y="2687"/>
                </a:lnTo>
                <a:lnTo>
                  <a:pt x="7156" y="2603"/>
                </a:lnTo>
                <a:lnTo>
                  <a:pt x="7156" y="2009"/>
                </a:lnTo>
                <a:lnTo>
                  <a:pt x="8856" y="1617"/>
                </a:lnTo>
                <a:lnTo>
                  <a:pt x="8951" y="1581"/>
                </a:lnTo>
                <a:lnTo>
                  <a:pt x="9094" y="1415"/>
                </a:lnTo>
                <a:lnTo>
                  <a:pt x="9106" y="1308"/>
                </a:lnTo>
                <a:lnTo>
                  <a:pt x="9094" y="1189"/>
                </a:lnTo>
                <a:lnTo>
                  <a:pt x="8951" y="1023"/>
                </a:lnTo>
                <a:lnTo>
                  <a:pt x="8856" y="987"/>
                </a:lnTo>
                <a:lnTo>
                  <a:pt x="4648" y="12"/>
                </a:lnTo>
                <a:lnTo>
                  <a:pt x="4577" y="0"/>
                </a:lnTo>
                <a:close/>
                <a:moveTo>
                  <a:pt x="2294" y="3233"/>
                </a:moveTo>
                <a:lnTo>
                  <a:pt x="2175" y="3257"/>
                </a:lnTo>
                <a:lnTo>
                  <a:pt x="1973" y="3436"/>
                </a:lnTo>
                <a:lnTo>
                  <a:pt x="1950" y="3566"/>
                </a:lnTo>
                <a:lnTo>
                  <a:pt x="1961" y="3828"/>
                </a:lnTo>
                <a:lnTo>
                  <a:pt x="2068" y="4339"/>
                </a:lnTo>
                <a:lnTo>
                  <a:pt x="2259" y="4803"/>
                </a:lnTo>
                <a:lnTo>
                  <a:pt x="2544" y="5219"/>
                </a:lnTo>
                <a:lnTo>
                  <a:pt x="2889" y="5575"/>
                </a:lnTo>
                <a:lnTo>
                  <a:pt x="3305" y="5849"/>
                </a:lnTo>
                <a:lnTo>
                  <a:pt x="3768" y="6051"/>
                </a:lnTo>
                <a:lnTo>
                  <a:pt x="4268" y="6158"/>
                </a:lnTo>
                <a:lnTo>
                  <a:pt x="4802" y="6158"/>
                </a:lnTo>
                <a:lnTo>
                  <a:pt x="5302" y="6051"/>
                </a:lnTo>
                <a:lnTo>
                  <a:pt x="5765" y="5849"/>
                </a:lnTo>
                <a:lnTo>
                  <a:pt x="6181" y="5575"/>
                </a:lnTo>
                <a:lnTo>
                  <a:pt x="6526" y="5219"/>
                </a:lnTo>
                <a:lnTo>
                  <a:pt x="6811" y="4803"/>
                </a:lnTo>
                <a:lnTo>
                  <a:pt x="7002" y="4339"/>
                </a:lnTo>
                <a:lnTo>
                  <a:pt x="7108" y="3828"/>
                </a:lnTo>
                <a:lnTo>
                  <a:pt x="7120" y="3566"/>
                </a:lnTo>
                <a:lnTo>
                  <a:pt x="7120" y="3507"/>
                </a:lnTo>
                <a:lnTo>
                  <a:pt x="7085" y="3388"/>
                </a:lnTo>
                <a:lnTo>
                  <a:pt x="6954" y="3257"/>
                </a:lnTo>
                <a:lnTo>
                  <a:pt x="6823" y="3233"/>
                </a:lnTo>
                <a:lnTo>
                  <a:pt x="6692" y="3257"/>
                </a:lnTo>
                <a:lnTo>
                  <a:pt x="6526" y="3436"/>
                </a:lnTo>
                <a:lnTo>
                  <a:pt x="6502" y="3566"/>
                </a:lnTo>
                <a:lnTo>
                  <a:pt x="6490" y="3757"/>
                </a:lnTo>
                <a:lnTo>
                  <a:pt x="6419" y="4137"/>
                </a:lnTo>
                <a:lnTo>
                  <a:pt x="6265" y="4494"/>
                </a:lnTo>
                <a:lnTo>
                  <a:pt x="6062" y="4803"/>
                </a:lnTo>
                <a:lnTo>
                  <a:pt x="5801" y="5064"/>
                </a:lnTo>
                <a:lnTo>
                  <a:pt x="5492" y="5278"/>
                </a:lnTo>
                <a:lnTo>
                  <a:pt x="5147" y="5421"/>
                </a:lnTo>
                <a:lnTo>
                  <a:pt x="4767" y="5504"/>
                </a:lnTo>
                <a:lnTo>
                  <a:pt x="4565" y="5516"/>
                </a:lnTo>
                <a:lnTo>
                  <a:pt x="4375" y="5504"/>
                </a:lnTo>
                <a:lnTo>
                  <a:pt x="3994" y="5433"/>
                </a:lnTo>
                <a:lnTo>
                  <a:pt x="3649" y="5278"/>
                </a:lnTo>
                <a:lnTo>
                  <a:pt x="3328" y="5076"/>
                </a:lnTo>
                <a:lnTo>
                  <a:pt x="3055" y="4814"/>
                </a:lnTo>
                <a:lnTo>
                  <a:pt x="2841" y="4505"/>
                </a:lnTo>
                <a:lnTo>
                  <a:pt x="2687" y="4149"/>
                </a:lnTo>
                <a:lnTo>
                  <a:pt x="2603" y="3768"/>
                </a:lnTo>
                <a:lnTo>
                  <a:pt x="2603" y="3566"/>
                </a:lnTo>
                <a:lnTo>
                  <a:pt x="2580" y="3436"/>
                </a:lnTo>
                <a:lnTo>
                  <a:pt x="2413" y="3257"/>
                </a:lnTo>
                <a:lnTo>
                  <a:pt x="2294" y="3233"/>
                </a:lnTo>
                <a:close/>
                <a:moveTo>
                  <a:pt x="2294" y="7097"/>
                </a:moveTo>
                <a:lnTo>
                  <a:pt x="4101" y="8915"/>
                </a:lnTo>
                <a:lnTo>
                  <a:pt x="4196" y="8999"/>
                </a:lnTo>
                <a:lnTo>
                  <a:pt x="4434" y="9094"/>
                </a:lnTo>
                <a:lnTo>
                  <a:pt x="4553" y="9106"/>
                </a:lnTo>
                <a:lnTo>
                  <a:pt x="4684" y="9094"/>
                </a:lnTo>
                <a:lnTo>
                  <a:pt x="4909" y="8999"/>
                </a:lnTo>
                <a:lnTo>
                  <a:pt x="5016" y="8915"/>
                </a:lnTo>
                <a:lnTo>
                  <a:pt x="6811" y="7121"/>
                </a:lnTo>
                <a:lnTo>
                  <a:pt x="6990" y="7216"/>
                </a:lnTo>
                <a:lnTo>
                  <a:pt x="7334" y="7430"/>
                </a:lnTo>
                <a:lnTo>
                  <a:pt x="7774" y="7846"/>
                </a:lnTo>
                <a:lnTo>
                  <a:pt x="8107" y="8333"/>
                </a:lnTo>
                <a:lnTo>
                  <a:pt x="8273" y="8701"/>
                </a:lnTo>
                <a:lnTo>
                  <a:pt x="8392" y="9082"/>
                </a:lnTo>
                <a:lnTo>
                  <a:pt x="8452" y="9486"/>
                </a:lnTo>
                <a:lnTo>
                  <a:pt x="8452" y="9700"/>
                </a:lnTo>
                <a:lnTo>
                  <a:pt x="8440" y="9736"/>
                </a:lnTo>
                <a:lnTo>
                  <a:pt x="713" y="9736"/>
                </a:lnTo>
                <a:lnTo>
                  <a:pt x="666" y="9724"/>
                </a:lnTo>
                <a:lnTo>
                  <a:pt x="654" y="9688"/>
                </a:lnTo>
                <a:lnTo>
                  <a:pt x="654" y="9474"/>
                </a:lnTo>
                <a:lnTo>
                  <a:pt x="713" y="9070"/>
                </a:lnTo>
                <a:lnTo>
                  <a:pt x="832" y="8678"/>
                </a:lnTo>
                <a:lnTo>
                  <a:pt x="999" y="8321"/>
                </a:lnTo>
                <a:lnTo>
                  <a:pt x="1331" y="7822"/>
                </a:lnTo>
                <a:lnTo>
                  <a:pt x="1771" y="7418"/>
                </a:lnTo>
                <a:lnTo>
                  <a:pt x="2116" y="7192"/>
                </a:lnTo>
                <a:lnTo>
                  <a:pt x="2294" y="7097"/>
                </a:lnTo>
                <a:close/>
                <a:moveTo>
                  <a:pt x="2461" y="6360"/>
                </a:moveTo>
                <a:lnTo>
                  <a:pt x="2199" y="6455"/>
                </a:lnTo>
                <a:lnTo>
                  <a:pt x="1700" y="6693"/>
                </a:lnTo>
                <a:lnTo>
                  <a:pt x="1260" y="7014"/>
                </a:lnTo>
                <a:lnTo>
                  <a:pt x="868" y="7394"/>
                </a:lnTo>
                <a:lnTo>
                  <a:pt x="535" y="7834"/>
                </a:lnTo>
                <a:lnTo>
                  <a:pt x="285" y="8321"/>
                </a:lnTo>
                <a:lnTo>
                  <a:pt x="107" y="8844"/>
                </a:lnTo>
                <a:lnTo>
                  <a:pt x="12" y="9403"/>
                </a:lnTo>
                <a:lnTo>
                  <a:pt x="0" y="9700"/>
                </a:lnTo>
                <a:lnTo>
                  <a:pt x="12" y="9843"/>
                </a:lnTo>
                <a:lnTo>
                  <a:pt x="119" y="10092"/>
                </a:lnTo>
                <a:lnTo>
                  <a:pt x="309" y="10282"/>
                </a:lnTo>
                <a:lnTo>
                  <a:pt x="559" y="10389"/>
                </a:lnTo>
                <a:lnTo>
                  <a:pt x="713" y="10401"/>
                </a:lnTo>
                <a:lnTo>
                  <a:pt x="8404" y="10401"/>
                </a:lnTo>
                <a:lnTo>
                  <a:pt x="8547" y="10389"/>
                </a:lnTo>
                <a:lnTo>
                  <a:pt x="8796" y="10282"/>
                </a:lnTo>
                <a:lnTo>
                  <a:pt x="8987" y="10092"/>
                </a:lnTo>
                <a:lnTo>
                  <a:pt x="9094" y="9843"/>
                </a:lnTo>
                <a:lnTo>
                  <a:pt x="9106" y="9700"/>
                </a:lnTo>
                <a:lnTo>
                  <a:pt x="9094" y="9403"/>
                </a:lnTo>
                <a:lnTo>
                  <a:pt x="8999" y="8844"/>
                </a:lnTo>
                <a:lnTo>
                  <a:pt x="8820" y="8321"/>
                </a:lnTo>
                <a:lnTo>
                  <a:pt x="8571" y="7834"/>
                </a:lnTo>
                <a:lnTo>
                  <a:pt x="8238" y="7394"/>
                </a:lnTo>
                <a:lnTo>
                  <a:pt x="7857" y="7014"/>
                </a:lnTo>
                <a:lnTo>
                  <a:pt x="7406" y="6693"/>
                </a:lnTo>
                <a:lnTo>
                  <a:pt x="6918" y="6455"/>
                </a:lnTo>
                <a:lnTo>
                  <a:pt x="6645" y="6360"/>
                </a:lnTo>
                <a:lnTo>
                  <a:pt x="4553" y="8452"/>
                </a:lnTo>
                <a:lnTo>
                  <a:pt x="2461" y="636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5" name="Google Shape;3095;p174"/>
          <p:cNvSpPr/>
          <p:nvPr/>
        </p:nvSpPr>
        <p:spPr>
          <a:xfrm>
            <a:off x="10828750" y="7593560"/>
            <a:ext cx="706952" cy="565453"/>
          </a:xfrm>
          <a:custGeom>
            <a:rect b="b" l="l" r="r" t="t"/>
            <a:pathLst>
              <a:path extrusionOk="0" h="10402" w="13005">
                <a:moveTo>
                  <a:pt x="4553" y="654"/>
                </a:moveTo>
                <a:lnTo>
                  <a:pt x="4755" y="666"/>
                </a:lnTo>
                <a:lnTo>
                  <a:pt x="5136" y="737"/>
                </a:lnTo>
                <a:lnTo>
                  <a:pt x="5480" y="892"/>
                </a:lnTo>
                <a:lnTo>
                  <a:pt x="5790" y="1094"/>
                </a:lnTo>
                <a:lnTo>
                  <a:pt x="6063" y="1367"/>
                </a:lnTo>
                <a:lnTo>
                  <a:pt x="6265" y="1676"/>
                </a:lnTo>
                <a:lnTo>
                  <a:pt x="6420" y="2021"/>
                </a:lnTo>
                <a:lnTo>
                  <a:pt x="6491" y="2401"/>
                </a:lnTo>
                <a:lnTo>
                  <a:pt x="6503" y="2603"/>
                </a:lnTo>
                <a:lnTo>
                  <a:pt x="6491" y="2806"/>
                </a:lnTo>
                <a:lnTo>
                  <a:pt x="6420" y="3186"/>
                </a:lnTo>
                <a:lnTo>
                  <a:pt x="6265" y="3531"/>
                </a:lnTo>
                <a:lnTo>
                  <a:pt x="6063" y="3852"/>
                </a:lnTo>
                <a:lnTo>
                  <a:pt x="5790" y="4113"/>
                </a:lnTo>
                <a:lnTo>
                  <a:pt x="5480" y="4327"/>
                </a:lnTo>
                <a:lnTo>
                  <a:pt x="5136" y="4470"/>
                </a:lnTo>
                <a:lnTo>
                  <a:pt x="4755" y="4553"/>
                </a:lnTo>
                <a:lnTo>
                  <a:pt x="4351" y="4553"/>
                </a:lnTo>
                <a:lnTo>
                  <a:pt x="3971" y="4470"/>
                </a:lnTo>
                <a:lnTo>
                  <a:pt x="3626" y="4327"/>
                </a:lnTo>
                <a:lnTo>
                  <a:pt x="3305" y="4113"/>
                </a:lnTo>
                <a:lnTo>
                  <a:pt x="3044" y="3852"/>
                </a:lnTo>
                <a:lnTo>
                  <a:pt x="2830" y="3531"/>
                </a:lnTo>
                <a:lnTo>
                  <a:pt x="2687" y="3186"/>
                </a:lnTo>
                <a:lnTo>
                  <a:pt x="2604" y="2806"/>
                </a:lnTo>
                <a:lnTo>
                  <a:pt x="2604" y="2603"/>
                </a:lnTo>
                <a:lnTo>
                  <a:pt x="2604" y="2401"/>
                </a:lnTo>
                <a:lnTo>
                  <a:pt x="2687" y="2021"/>
                </a:lnTo>
                <a:lnTo>
                  <a:pt x="2830" y="1676"/>
                </a:lnTo>
                <a:lnTo>
                  <a:pt x="3044" y="1367"/>
                </a:lnTo>
                <a:lnTo>
                  <a:pt x="3305" y="1094"/>
                </a:lnTo>
                <a:lnTo>
                  <a:pt x="3626" y="892"/>
                </a:lnTo>
                <a:lnTo>
                  <a:pt x="3971" y="737"/>
                </a:lnTo>
                <a:lnTo>
                  <a:pt x="4351" y="666"/>
                </a:lnTo>
                <a:lnTo>
                  <a:pt x="4553" y="654"/>
                </a:lnTo>
                <a:close/>
                <a:moveTo>
                  <a:pt x="4553" y="0"/>
                </a:moveTo>
                <a:lnTo>
                  <a:pt x="4280" y="12"/>
                </a:lnTo>
                <a:lnTo>
                  <a:pt x="3781" y="119"/>
                </a:lnTo>
                <a:lnTo>
                  <a:pt x="3305" y="309"/>
                </a:lnTo>
                <a:lnTo>
                  <a:pt x="2889" y="595"/>
                </a:lnTo>
                <a:lnTo>
                  <a:pt x="2544" y="951"/>
                </a:lnTo>
                <a:lnTo>
                  <a:pt x="2259" y="1367"/>
                </a:lnTo>
                <a:lnTo>
                  <a:pt x="2069" y="1831"/>
                </a:lnTo>
                <a:lnTo>
                  <a:pt x="1962" y="2342"/>
                </a:lnTo>
                <a:lnTo>
                  <a:pt x="1950" y="2603"/>
                </a:lnTo>
                <a:lnTo>
                  <a:pt x="1962" y="2877"/>
                </a:lnTo>
                <a:lnTo>
                  <a:pt x="2069" y="3376"/>
                </a:lnTo>
                <a:lnTo>
                  <a:pt x="2259" y="3852"/>
                </a:lnTo>
                <a:lnTo>
                  <a:pt x="2544" y="4256"/>
                </a:lnTo>
                <a:lnTo>
                  <a:pt x="2889" y="4612"/>
                </a:lnTo>
                <a:lnTo>
                  <a:pt x="3305" y="4898"/>
                </a:lnTo>
                <a:lnTo>
                  <a:pt x="3781" y="5088"/>
                </a:lnTo>
                <a:lnTo>
                  <a:pt x="4280" y="5195"/>
                </a:lnTo>
                <a:lnTo>
                  <a:pt x="4553" y="5207"/>
                </a:lnTo>
                <a:lnTo>
                  <a:pt x="4815" y="5195"/>
                </a:lnTo>
                <a:lnTo>
                  <a:pt x="5326" y="5088"/>
                </a:lnTo>
                <a:lnTo>
                  <a:pt x="5790" y="4898"/>
                </a:lnTo>
                <a:lnTo>
                  <a:pt x="6206" y="4612"/>
                </a:lnTo>
                <a:lnTo>
                  <a:pt x="6562" y="4256"/>
                </a:lnTo>
                <a:lnTo>
                  <a:pt x="6847" y="3852"/>
                </a:lnTo>
                <a:lnTo>
                  <a:pt x="7038" y="3376"/>
                </a:lnTo>
                <a:lnTo>
                  <a:pt x="7145" y="2877"/>
                </a:lnTo>
                <a:lnTo>
                  <a:pt x="7157" y="2603"/>
                </a:lnTo>
                <a:lnTo>
                  <a:pt x="7145" y="2342"/>
                </a:lnTo>
                <a:lnTo>
                  <a:pt x="7038" y="1831"/>
                </a:lnTo>
                <a:lnTo>
                  <a:pt x="6847" y="1367"/>
                </a:lnTo>
                <a:lnTo>
                  <a:pt x="6562" y="951"/>
                </a:lnTo>
                <a:lnTo>
                  <a:pt x="6206" y="595"/>
                </a:lnTo>
                <a:lnTo>
                  <a:pt x="5790" y="309"/>
                </a:lnTo>
                <a:lnTo>
                  <a:pt x="5326" y="119"/>
                </a:lnTo>
                <a:lnTo>
                  <a:pt x="4815" y="12"/>
                </a:lnTo>
                <a:lnTo>
                  <a:pt x="4553" y="0"/>
                </a:lnTo>
                <a:close/>
                <a:moveTo>
                  <a:pt x="8583" y="654"/>
                </a:moveTo>
                <a:lnTo>
                  <a:pt x="8203" y="725"/>
                </a:lnTo>
                <a:lnTo>
                  <a:pt x="8024" y="785"/>
                </a:lnTo>
                <a:lnTo>
                  <a:pt x="7905" y="844"/>
                </a:lnTo>
                <a:lnTo>
                  <a:pt x="7798" y="1070"/>
                </a:lnTo>
                <a:lnTo>
                  <a:pt x="7822" y="1201"/>
                </a:lnTo>
                <a:lnTo>
                  <a:pt x="7882" y="1320"/>
                </a:lnTo>
                <a:lnTo>
                  <a:pt x="8107" y="1427"/>
                </a:lnTo>
                <a:lnTo>
                  <a:pt x="8238" y="1391"/>
                </a:lnTo>
                <a:lnTo>
                  <a:pt x="8500" y="1320"/>
                </a:lnTo>
                <a:lnTo>
                  <a:pt x="8785" y="1308"/>
                </a:lnTo>
                <a:lnTo>
                  <a:pt x="8951" y="1308"/>
                </a:lnTo>
                <a:lnTo>
                  <a:pt x="9261" y="1379"/>
                </a:lnTo>
                <a:lnTo>
                  <a:pt x="9558" y="1498"/>
                </a:lnTo>
                <a:lnTo>
                  <a:pt x="9819" y="1676"/>
                </a:lnTo>
                <a:lnTo>
                  <a:pt x="10033" y="1890"/>
                </a:lnTo>
                <a:lnTo>
                  <a:pt x="10211" y="2152"/>
                </a:lnTo>
                <a:lnTo>
                  <a:pt x="10330" y="2449"/>
                </a:lnTo>
                <a:lnTo>
                  <a:pt x="10402" y="2758"/>
                </a:lnTo>
                <a:lnTo>
                  <a:pt x="10402" y="2924"/>
                </a:lnTo>
                <a:lnTo>
                  <a:pt x="10402" y="3091"/>
                </a:lnTo>
                <a:lnTo>
                  <a:pt x="10330" y="3412"/>
                </a:lnTo>
                <a:lnTo>
                  <a:pt x="10211" y="3709"/>
                </a:lnTo>
                <a:lnTo>
                  <a:pt x="10033" y="3959"/>
                </a:lnTo>
                <a:lnTo>
                  <a:pt x="9819" y="4184"/>
                </a:lnTo>
                <a:lnTo>
                  <a:pt x="9558" y="4363"/>
                </a:lnTo>
                <a:lnTo>
                  <a:pt x="9261" y="4482"/>
                </a:lnTo>
                <a:lnTo>
                  <a:pt x="8951" y="4553"/>
                </a:lnTo>
                <a:lnTo>
                  <a:pt x="8785" y="4553"/>
                </a:lnTo>
                <a:lnTo>
                  <a:pt x="8559" y="4541"/>
                </a:lnTo>
                <a:lnTo>
                  <a:pt x="8155" y="4434"/>
                </a:lnTo>
                <a:lnTo>
                  <a:pt x="7965" y="4339"/>
                </a:lnTo>
                <a:lnTo>
                  <a:pt x="7846" y="4291"/>
                </a:lnTo>
                <a:lnTo>
                  <a:pt x="7608" y="4351"/>
                </a:lnTo>
                <a:lnTo>
                  <a:pt x="7525" y="4458"/>
                </a:lnTo>
                <a:lnTo>
                  <a:pt x="7477" y="4577"/>
                </a:lnTo>
                <a:lnTo>
                  <a:pt x="7537" y="4814"/>
                </a:lnTo>
                <a:lnTo>
                  <a:pt x="7620" y="4898"/>
                </a:lnTo>
                <a:lnTo>
                  <a:pt x="7905" y="5040"/>
                </a:lnTo>
                <a:lnTo>
                  <a:pt x="8476" y="5195"/>
                </a:lnTo>
                <a:lnTo>
                  <a:pt x="8785" y="5207"/>
                </a:lnTo>
                <a:lnTo>
                  <a:pt x="9011" y="5195"/>
                </a:lnTo>
                <a:lnTo>
                  <a:pt x="9463" y="5100"/>
                </a:lnTo>
                <a:lnTo>
                  <a:pt x="9867" y="4933"/>
                </a:lnTo>
                <a:lnTo>
                  <a:pt x="10235" y="4684"/>
                </a:lnTo>
                <a:lnTo>
                  <a:pt x="10532" y="4375"/>
                </a:lnTo>
                <a:lnTo>
                  <a:pt x="10782" y="4018"/>
                </a:lnTo>
                <a:lnTo>
                  <a:pt x="10960" y="3602"/>
                </a:lnTo>
                <a:lnTo>
                  <a:pt x="11044" y="3162"/>
                </a:lnTo>
                <a:lnTo>
                  <a:pt x="11055" y="2924"/>
                </a:lnTo>
                <a:lnTo>
                  <a:pt x="11044" y="2699"/>
                </a:lnTo>
                <a:lnTo>
                  <a:pt x="10960" y="2247"/>
                </a:lnTo>
                <a:lnTo>
                  <a:pt x="10782" y="1843"/>
                </a:lnTo>
                <a:lnTo>
                  <a:pt x="10532" y="1474"/>
                </a:lnTo>
                <a:lnTo>
                  <a:pt x="10235" y="1177"/>
                </a:lnTo>
                <a:lnTo>
                  <a:pt x="9867" y="927"/>
                </a:lnTo>
                <a:lnTo>
                  <a:pt x="9463" y="749"/>
                </a:lnTo>
                <a:lnTo>
                  <a:pt x="9011" y="666"/>
                </a:lnTo>
                <a:lnTo>
                  <a:pt x="8785" y="654"/>
                </a:lnTo>
                <a:close/>
                <a:moveTo>
                  <a:pt x="5873" y="6835"/>
                </a:moveTo>
                <a:lnTo>
                  <a:pt x="6431" y="6954"/>
                </a:lnTo>
                <a:lnTo>
                  <a:pt x="6954" y="7180"/>
                </a:lnTo>
                <a:lnTo>
                  <a:pt x="7406" y="7489"/>
                </a:lnTo>
                <a:lnTo>
                  <a:pt x="7798" y="7869"/>
                </a:lnTo>
                <a:lnTo>
                  <a:pt x="8107" y="8333"/>
                </a:lnTo>
                <a:lnTo>
                  <a:pt x="8321" y="8844"/>
                </a:lnTo>
                <a:lnTo>
                  <a:pt x="8440" y="9403"/>
                </a:lnTo>
                <a:lnTo>
                  <a:pt x="8452" y="9700"/>
                </a:lnTo>
                <a:lnTo>
                  <a:pt x="8440" y="9748"/>
                </a:lnTo>
                <a:lnTo>
                  <a:pt x="8393" y="9759"/>
                </a:lnTo>
                <a:lnTo>
                  <a:pt x="702" y="9759"/>
                </a:lnTo>
                <a:lnTo>
                  <a:pt x="666" y="9748"/>
                </a:lnTo>
                <a:lnTo>
                  <a:pt x="654" y="9700"/>
                </a:lnTo>
                <a:lnTo>
                  <a:pt x="666" y="9403"/>
                </a:lnTo>
                <a:lnTo>
                  <a:pt x="773" y="8844"/>
                </a:lnTo>
                <a:lnTo>
                  <a:pt x="999" y="8333"/>
                </a:lnTo>
                <a:lnTo>
                  <a:pt x="1308" y="7869"/>
                </a:lnTo>
                <a:lnTo>
                  <a:pt x="1689" y="7489"/>
                </a:lnTo>
                <a:lnTo>
                  <a:pt x="2152" y="7180"/>
                </a:lnTo>
                <a:lnTo>
                  <a:pt x="2663" y="6954"/>
                </a:lnTo>
                <a:lnTo>
                  <a:pt x="3222" y="6835"/>
                </a:lnTo>
                <a:close/>
                <a:moveTo>
                  <a:pt x="3519" y="6181"/>
                </a:moveTo>
                <a:lnTo>
                  <a:pt x="3163" y="6193"/>
                </a:lnTo>
                <a:lnTo>
                  <a:pt x="2473" y="6336"/>
                </a:lnTo>
                <a:lnTo>
                  <a:pt x="1843" y="6597"/>
                </a:lnTo>
                <a:lnTo>
                  <a:pt x="1284" y="6978"/>
                </a:lnTo>
                <a:lnTo>
                  <a:pt x="797" y="7453"/>
                </a:lnTo>
                <a:lnTo>
                  <a:pt x="417" y="8024"/>
                </a:lnTo>
                <a:lnTo>
                  <a:pt x="155" y="8654"/>
                </a:lnTo>
                <a:lnTo>
                  <a:pt x="12" y="9343"/>
                </a:lnTo>
                <a:lnTo>
                  <a:pt x="1" y="9700"/>
                </a:lnTo>
                <a:lnTo>
                  <a:pt x="12" y="9843"/>
                </a:lnTo>
                <a:lnTo>
                  <a:pt x="119" y="10092"/>
                </a:lnTo>
                <a:lnTo>
                  <a:pt x="310" y="10294"/>
                </a:lnTo>
                <a:lnTo>
                  <a:pt x="559" y="10401"/>
                </a:lnTo>
                <a:lnTo>
                  <a:pt x="8547" y="10401"/>
                </a:lnTo>
                <a:lnTo>
                  <a:pt x="8797" y="10294"/>
                </a:lnTo>
                <a:lnTo>
                  <a:pt x="8987" y="10092"/>
                </a:lnTo>
                <a:lnTo>
                  <a:pt x="9094" y="9843"/>
                </a:lnTo>
                <a:lnTo>
                  <a:pt x="9106" y="9700"/>
                </a:lnTo>
                <a:lnTo>
                  <a:pt x="9094" y="9343"/>
                </a:lnTo>
                <a:lnTo>
                  <a:pt x="8951" y="8654"/>
                </a:lnTo>
                <a:lnTo>
                  <a:pt x="8678" y="8024"/>
                </a:lnTo>
                <a:lnTo>
                  <a:pt x="8298" y="7453"/>
                </a:lnTo>
                <a:lnTo>
                  <a:pt x="7822" y="6978"/>
                </a:lnTo>
                <a:lnTo>
                  <a:pt x="7264" y="6597"/>
                </a:lnTo>
                <a:lnTo>
                  <a:pt x="6634" y="6336"/>
                </a:lnTo>
                <a:lnTo>
                  <a:pt x="5944" y="6193"/>
                </a:lnTo>
                <a:lnTo>
                  <a:pt x="5587" y="6181"/>
                </a:lnTo>
                <a:close/>
                <a:moveTo>
                  <a:pt x="9106" y="6502"/>
                </a:moveTo>
                <a:lnTo>
                  <a:pt x="8975" y="6526"/>
                </a:lnTo>
                <a:lnTo>
                  <a:pt x="8797" y="6704"/>
                </a:lnTo>
                <a:lnTo>
                  <a:pt x="8773" y="6823"/>
                </a:lnTo>
                <a:lnTo>
                  <a:pt x="8797" y="6954"/>
                </a:lnTo>
                <a:lnTo>
                  <a:pt x="8975" y="7132"/>
                </a:lnTo>
                <a:lnTo>
                  <a:pt x="9106" y="7156"/>
                </a:lnTo>
                <a:lnTo>
                  <a:pt x="9974" y="7156"/>
                </a:lnTo>
                <a:lnTo>
                  <a:pt x="10211" y="7168"/>
                </a:lnTo>
                <a:lnTo>
                  <a:pt x="10675" y="7263"/>
                </a:lnTo>
                <a:lnTo>
                  <a:pt x="11103" y="7441"/>
                </a:lnTo>
                <a:lnTo>
                  <a:pt x="11483" y="7691"/>
                </a:lnTo>
                <a:lnTo>
                  <a:pt x="11816" y="8024"/>
                </a:lnTo>
                <a:lnTo>
                  <a:pt x="12066" y="8404"/>
                </a:lnTo>
                <a:lnTo>
                  <a:pt x="12244" y="8832"/>
                </a:lnTo>
                <a:lnTo>
                  <a:pt x="12339" y="9296"/>
                </a:lnTo>
                <a:lnTo>
                  <a:pt x="12351" y="9534"/>
                </a:lnTo>
                <a:lnTo>
                  <a:pt x="12339" y="9629"/>
                </a:lnTo>
                <a:lnTo>
                  <a:pt x="12220" y="9748"/>
                </a:lnTo>
                <a:lnTo>
                  <a:pt x="12137" y="9759"/>
                </a:lnTo>
                <a:lnTo>
                  <a:pt x="10081" y="9759"/>
                </a:lnTo>
                <a:lnTo>
                  <a:pt x="9950" y="9771"/>
                </a:lnTo>
                <a:lnTo>
                  <a:pt x="9772" y="9950"/>
                </a:lnTo>
                <a:lnTo>
                  <a:pt x="9748" y="10080"/>
                </a:lnTo>
                <a:lnTo>
                  <a:pt x="9772" y="10211"/>
                </a:lnTo>
                <a:lnTo>
                  <a:pt x="9950" y="10389"/>
                </a:lnTo>
                <a:lnTo>
                  <a:pt x="10081" y="10401"/>
                </a:lnTo>
                <a:lnTo>
                  <a:pt x="12137" y="10401"/>
                </a:lnTo>
                <a:lnTo>
                  <a:pt x="12315" y="10389"/>
                </a:lnTo>
                <a:lnTo>
                  <a:pt x="12625" y="10259"/>
                </a:lnTo>
                <a:lnTo>
                  <a:pt x="12862" y="10021"/>
                </a:lnTo>
                <a:lnTo>
                  <a:pt x="12993" y="9712"/>
                </a:lnTo>
                <a:lnTo>
                  <a:pt x="13005" y="9534"/>
                </a:lnTo>
                <a:lnTo>
                  <a:pt x="12993" y="9224"/>
                </a:lnTo>
                <a:lnTo>
                  <a:pt x="12874" y="8630"/>
                </a:lnTo>
                <a:lnTo>
                  <a:pt x="12636" y="8083"/>
                </a:lnTo>
                <a:lnTo>
                  <a:pt x="12315" y="7596"/>
                </a:lnTo>
                <a:lnTo>
                  <a:pt x="11899" y="7192"/>
                </a:lnTo>
                <a:lnTo>
                  <a:pt x="11412" y="6859"/>
                </a:lnTo>
                <a:lnTo>
                  <a:pt x="10877" y="6633"/>
                </a:lnTo>
                <a:lnTo>
                  <a:pt x="10283" y="6514"/>
                </a:lnTo>
                <a:lnTo>
                  <a:pt x="9974" y="650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6" name="Google Shape;3096;p174"/>
          <p:cNvSpPr/>
          <p:nvPr/>
        </p:nvSpPr>
        <p:spPr>
          <a:xfrm>
            <a:off x="12020886" y="7593560"/>
            <a:ext cx="495057" cy="565453"/>
          </a:xfrm>
          <a:custGeom>
            <a:rect b="b" l="l" r="r" t="t"/>
            <a:pathLst>
              <a:path extrusionOk="0" h="10402" w="9107">
                <a:moveTo>
                  <a:pt x="4554" y="1308"/>
                </a:moveTo>
                <a:lnTo>
                  <a:pt x="4280" y="1320"/>
                </a:lnTo>
                <a:lnTo>
                  <a:pt x="3781" y="1415"/>
                </a:lnTo>
                <a:lnTo>
                  <a:pt x="3306" y="1617"/>
                </a:lnTo>
                <a:lnTo>
                  <a:pt x="2890" y="1902"/>
                </a:lnTo>
                <a:lnTo>
                  <a:pt x="2545" y="2247"/>
                </a:lnTo>
                <a:lnTo>
                  <a:pt x="2260" y="2663"/>
                </a:lnTo>
                <a:lnTo>
                  <a:pt x="2069" y="3127"/>
                </a:lnTo>
                <a:lnTo>
                  <a:pt x="1962" y="3638"/>
                </a:lnTo>
                <a:lnTo>
                  <a:pt x="1950" y="3911"/>
                </a:lnTo>
                <a:lnTo>
                  <a:pt x="1962" y="4208"/>
                </a:lnTo>
                <a:lnTo>
                  <a:pt x="2105" y="4779"/>
                </a:lnTo>
                <a:lnTo>
                  <a:pt x="2355" y="5302"/>
                </a:lnTo>
                <a:lnTo>
                  <a:pt x="2723" y="5742"/>
                </a:lnTo>
                <a:lnTo>
                  <a:pt x="2937" y="5932"/>
                </a:lnTo>
                <a:lnTo>
                  <a:pt x="2925" y="5896"/>
                </a:lnTo>
                <a:lnTo>
                  <a:pt x="2925" y="5861"/>
                </a:lnTo>
                <a:lnTo>
                  <a:pt x="2937" y="5682"/>
                </a:lnTo>
                <a:lnTo>
                  <a:pt x="3032" y="5361"/>
                </a:lnTo>
                <a:lnTo>
                  <a:pt x="3103" y="5207"/>
                </a:lnTo>
                <a:lnTo>
                  <a:pt x="2925" y="4981"/>
                </a:lnTo>
                <a:lnTo>
                  <a:pt x="2687" y="4482"/>
                </a:lnTo>
                <a:lnTo>
                  <a:pt x="2592" y="3935"/>
                </a:lnTo>
                <a:lnTo>
                  <a:pt x="2664" y="3376"/>
                </a:lnTo>
                <a:lnTo>
                  <a:pt x="2771" y="3103"/>
                </a:lnTo>
                <a:lnTo>
                  <a:pt x="2771" y="3115"/>
                </a:lnTo>
                <a:lnTo>
                  <a:pt x="2901" y="2853"/>
                </a:lnTo>
                <a:lnTo>
                  <a:pt x="3258" y="2437"/>
                </a:lnTo>
                <a:lnTo>
                  <a:pt x="3722" y="2128"/>
                </a:lnTo>
                <a:lnTo>
                  <a:pt x="4257" y="1973"/>
                </a:lnTo>
                <a:lnTo>
                  <a:pt x="4542" y="1962"/>
                </a:lnTo>
                <a:lnTo>
                  <a:pt x="4566" y="1962"/>
                </a:lnTo>
                <a:lnTo>
                  <a:pt x="4851" y="1973"/>
                </a:lnTo>
                <a:lnTo>
                  <a:pt x="5374" y="2128"/>
                </a:lnTo>
                <a:lnTo>
                  <a:pt x="5837" y="2437"/>
                </a:lnTo>
                <a:lnTo>
                  <a:pt x="6206" y="2853"/>
                </a:lnTo>
                <a:lnTo>
                  <a:pt x="6337" y="3115"/>
                </a:lnTo>
                <a:lnTo>
                  <a:pt x="6444" y="3376"/>
                </a:lnTo>
                <a:lnTo>
                  <a:pt x="6515" y="3935"/>
                </a:lnTo>
                <a:lnTo>
                  <a:pt x="6420" y="4482"/>
                </a:lnTo>
                <a:lnTo>
                  <a:pt x="6182" y="4981"/>
                </a:lnTo>
                <a:lnTo>
                  <a:pt x="6004" y="5207"/>
                </a:lnTo>
                <a:lnTo>
                  <a:pt x="6301" y="5207"/>
                </a:lnTo>
                <a:lnTo>
                  <a:pt x="6539" y="5135"/>
                </a:lnTo>
                <a:lnTo>
                  <a:pt x="6753" y="5017"/>
                </a:lnTo>
                <a:lnTo>
                  <a:pt x="6931" y="4850"/>
                </a:lnTo>
                <a:lnTo>
                  <a:pt x="7002" y="4743"/>
                </a:lnTo>
                <a:lnTo>
                  <a:pt x="7062" y="4553"/>
                </a:lnTo>
                <a:lnTo>
                  <a:pt x="7145" y="4125"/>
                </a:lnTo>
                <a:lnTo>
                  <a:pt x="7157" y="3911"/>
                </a:lnTo>
                <a:lnTo>
                  <a:pt x="7145" y="3638"/>
                </a:lnTo>
                <a:lnTo>
                  <a:pt x="7038" y="3127"/>
                </a:lnTo>
                <a:lnTo>
                  <a:pt x="6848" y="2663"/>
                </a:lnTo>
                <a:lnTo>
                  <a:pt x="6563" y="2247"/>
                </a:lnTo>
                <a:lnTo>
                  <a:pt x="6206" y="1902"/>
                </a:lnTo>
                <a:lnTo>
                  <a:pt x="5790" y="1617"/>
                </a:lnTo>
                <a:lnTo>
                  <a:pt x="5326" y="1415"/>
                </a:lnTo>
                <a:lnTo>
                  <a:pt x="4815" y="1320"/>
                </a:lnTo>
                <a:lnTo>
                  <a:pt x="4554" y="1308"/>
                </a:lnTo>
                <a:close/>
                <a:moveTo>
                  <a:pt x="4554" y="0"/>
                </a:moveTo>
                <a:lnTo>
                  <a:pt x="4150" y="24"/>
                </a:lnTo>
                <a:lnTo>
                  <a:pt x="3389" y="179"/>
                </a:lnTo>
                <a:lnTo>
                  <a:pt x="2687" y="476"/>
                </a:lnTo>
                <a:lnTo>
                  <a:pt x="2069" y="892"/>
                </a:lnTo>
                <a:lnTo>
                  <a:pt x="1534" y="1427"/>
                </a:lnTo>
                <a:lnTo>
                  <a:pt x="1118" y="2045"/>
                </a:lnTo>
                <a:lnTo>
                  <a:pt x="821" y="2746"/>
                </a:lnTo>
                <a:lnTo>
                  <a:pt x="667" y="3507"/>
                </a:lnTo>
                <a:lnTo>
                  <a:pt x="655" y="3911"/>
                </a:lnTo>
                <a:lnTo>
                  <a:pt x="655" y="4232"/>
                </a:lnTo>
                <a:lnTo>
                  <a:pt x="667" y="4363"/>
                </a:lnTo>
                <a:lnTo>
                  <a:pt x="845" y="4541"/>
                </a:lnTo>
                <a:lnTo>
                  <a:pt x="976" y="4553"/>
                </a:lnTo>
                <a:lnTo>
                  <a:pt x="1106" y="4541"/>
                </a:lnTo>
                <a:lnTo>
                  <a:pt x="1285" y="4363"/>
                </a:lnTo>
                <a:lnTo>
                  <a:pt x="1309" y="4232"/>
                </a:lnTo>
                <a:lnTo>
                  <a:pt x="1309" y="3899"/>
                </a:lnTo>
                <a:lnTo>
                  <a:pt x="1320" y="3566"/>
                </a:lnTo>
                <a:lnTo>
                  <a:pt x="1451" y="2936"/>
                </a:lnTo>
                <a:lnTo>
                  <a:pt x="1689" y="2354"/>
                </a:lnTo>
                <a:lnTo>
                  <a:pt x="2046" y="1831"/>
                </a:lnTo>
                <a:lnTo>
                  <a:pt x="2485" y="1391"/>
                </a:lnTo>
                <a:lnTo>
                  <a:pt x="3008" y="1046"/>
                </a:lnTo>
                <a:lnTo>
                  <a:pt x="3591" y="797"/>
                </a:lnTo>
                <a:lnTo>
                  <a:pt x="4221" y="666"/>
                </a:lnTo>
                <a:lnTo>
                  <a:pt x="4554" y="654"/>
                </a:lnTo>
                <a:lnTo>
                  <a:pt x="4887" y="666"/>
                </a:lnTo>
                <a:lnTo>
                  <a:pt x="5528" y="797"/>
                </a:lnTo>
                <a:lnTo>
                  <a:pt x="6111" y="1046"/>
                </a:lnTo>
                <a:lnTo>
                  <a:pt x="6622" y="1391"/>
                </a:lnTo>
                <a:lnTo>
                  <a:pt x="7062" y="1831"/>
                </a:lnTo>
                <a:lnTo>
                  <a:pt x="7418" y="2354"/>
                </a:lnTo>
                <a:lnTo>
                  <a:pt x="7668" y="2936"/>
                </a:lnTo>
                <a:lnTo>
                  <a:pt x="7799" y="3566"/>
                </a:lnTo>
                <a:lnTo>
                  <a:pt x="7811" y="3899"/>
                </a:lnTo>
                <a:lnTo>
                  <a:pt x="7811" y="4232"/>
                </a:lnTo>
                <a:lnTo>
                  <a:pt x="7799" y="4398"/>
                </a:lnTo>
                <a:lnTo>
                  <a:pt x="7739" y="4707"/>
                </a:lnTo>
                <a:lnTo>
                  <a:pt x="7609" y="5005"/>
                </a:lnTo>
                <a:lnTo>
                  <a:pt x="7442" y="5266"/>
                </a:lnTo>
                <a:lnTo>
                  <a:pt x="7216" y="5480"/>
                </a:lnTo>
                <a:lnTo>
                  <a:pt x="6955" y="5658"/>
                </a:lnTo>
                <a:lnTo>
                  <a:pt x="6670" y="5789"/>
                </a:lnTo>
                <a:lnTo>
                  <a:pt x="6349" y="5849"/>
                </a:lnTo>
                <a:lnTo>
                  <a:pt x="6182" y="5861"/>
                </a:lnTo>
                <a:lnTo>
                  <a:pt x="5528" y="5861"/>
                </a:lnTo>
                <a:lnTo>
                  <a:pt x="5517" y="5718"/>
                </a:lnTo>
                <a:lnTo>
                  <a:pt x="5421" y="5492"/>
                </a:lnTo>
                <a:lnTo>
                  <a:pt x="5243" y="5314"/>
                </a:lnTo>
                <a:lnTo>
                  <a:pt x="5017" y="5219"/>
                </a:lnTo>
                <a:lnTo>
                  <a:pt x="4875" y="5207"/>
                </a:lnTo>
                <a:lnTo>
                  <a:pt x="4233" y="5207"/>
                </a:lnTo>
                <a:lnTo>
                  <a:pt x="4102" y="5219"/>
                </a:lnTo>
                <a:lnTo>
                  <a:pt x="3864" y="5314"/>
                </a:lnTo>
                <a:lnTo>
                  <a:pt x="3686" y="5492"/>
                </a:lnTo>
                <a:lnTo>
                  <a:pt x="3591" y="5718"/>
                </a:lnTo>
                <a:lnTo>
                  <a:pt x="3579" y="5861"/>
                </a:lnTo>
                <a:lnTo>
                  <a:pt x="3591" y="5991"/>
                </a:lnTo>
                <a:lnTo>
                  <a:pt x="3686" y="6217"/>
                </a:lnTo>
                <a:lnTo>
                  <a:pt x="3864" y="6395"/>
                </a:lnTo>
                <a:lnTo>
                  <a:pt x="4102" y="6491"/>
                </a:lnTo>
                <a:lnTo>
                  <a:pt x="4233" y="6502"/>
                </a:lnTo>
                <a:lnTo>
                  <a:pt x="6408" y="6502"/>
                </a:lnTo>
                <a:lnTo>
                  <a:pt x="6860" y="6407"/>
                </a:lnTo>
                <a:lnTo>
                  <a:pt x="7264" y="6229"/>
                </a:lnTo>
                <a:lnTo>
                  <a:pt x="7632" y="5991"/>
                </a:lnTo>
                <a:lnTo>
                  <a:pt x="7930" y="5682"/>
                </a:lnTo>
                <a:lnTo>
                  <a:pt x="8179" y="5314"/>
                </a:lnTo>
                <a:lnTo>
                  <a:pt x="8357" y="4910"/>
                </a:lnTo>
                <a:lnTo>
                  <a:pt x="8441" y="4470"/>
                </a:lnTo>
                <a:lnTo>
                  <a:pt x="8453" y="4232"/>
                </a:lnTo>
                <a:lnTo>
                  <a:pt x="8453" y="3911"/>
                </a:lnTo>
                <a:lnTo>
                  <a:pt x="8441" y="3507"/>
                </a:lnTo>
                <a:lnTo>
                  <a:pt x="8286" y="2746"/>
                </a:lnTo>
                <a:lnTo>
                  <a:pt x="7989" y="2045"/>
                </a:lnTo>
                <a:lnTo>
                  <a:pt x="7561" y="1427"/>
                </a:lnTo>
                <a:lnTo>
                  <a:pt x="7038" y="892"/>
                </a:lnTo>
                <a:lnTo>
                  <a:pt x="6408" y="476"/>
                </a:lnTo>
                <a:lnTo>
                  <a:pt x="5719" y="179"/>
                </a:lnTo>
                <a:lnTo>
                  <a:pt x="4958" y="24"/>
                </a:lnTo>
                <a:lnTo>
                  <a:pt x="4554" y="0"/>
                </a:lnTo>
                <a:close/>
                <a:moveTo>
                  <a:pt x="6598" y="7810"/>
                </a:moveTo>
                <a:lnTo>
                  <a:pt x="6991" y="7893"/>
                </a:lnTo>
                <a:lnTo>
                  <a:pt x="7347" y="8036"/>
                </a:lnTo>
                <a:lnTo>
                  <a:pt x="7668" y="8250"/>
                </a:lnTo>
                <a:lnTo>
                  <a:pt x="7941" y="8511"/>
                </a:lnTo>
                <a:lnTo>
                  <a:pt x="8167" y="8820"/>
                </a:lnTo>
                <a:lnTo>
                  <a:pt x="8334" y="9177"/>
                </a:lnTo>
                <a:lnTo>
                  <a:pt x="8429" y="9557"/>
                </a:lnTo>
                <a:lnTo>
                  <a:pt x="8453" y="9759"/>
                </a:lnTo>
                <a:lnTo>
                  <a:pt x="655" y="9759"/>
                </a:lnTo>
                <a:lnTo>
                  <a:pt x="667" y="9557"/>
                </a:lnTo>
                <a:lnTo>
                  <a:pt x="762" y="9177"/>
                </a:lnTo>
                <a:lnTo>
                  <a:pt x="928" y="8820"/>
                </a:lnTo>
                <a:lnTo>
                  <a:pt x="1154" y="8511"/>
                </a:lnTo>
                <a:lnTo>
                  <a:pt x="1427" y="8250"/>
                </a:lnTo>
                <a:lnTo>
                  <a:pt x="1760" y="8036"/>
                </a:lnTo>
                <a:lnTo>
                  <a:pt x="2117" y="7893"/>
                </a:lnTo>
                <a:lnTo>
                  <a:pt x="2509" y="7810"/>
                </a:lnTo>
                <a:close/>
                <a:moveTo>
                  <a:pt x="2711" y="7156"/>
                </a:moveTo>
                <a:lnTo>
                  <a:pt x="2426" y="7168"/>
                </a:lnTo>
                <a:lnTo>
                  <a:pt x="1903" y="7275"/>
                </a:lnTo>
                <a:lnTo>
                  <a:pt x="1416" y="7477"/>
                </a:lnTo>
                <a:lnTo>
                  <a:pt x="988" y="7774"/>
                </a:lnTo>
                <a:lnTo>
                  <a:pt x="619" y="8143"/>
                </a:lnTo>
                <a:lnTo>
                  <a:pt x="322" y="8571"/>
                </a:lnTo>
                <a:lnTo>
                  <a:pt x="120" y="9058"/>
                </a:lnTo>
                <a:lnTo>
                  <a:pt x="13" y="9581"/>
                </a:lnTo>
                <a:lnTo>
                  <a:pt x="1" y="9866"/>
                </a:lnTo>
                <a:lnTo>
                  <a:pt x="13" y="9973"/>
                </a:lnTo>
                <a:lnTo>
                  <a:pt x="96" y="10164"/>
                </a:lnTo>
                <a:lnTo>
                  <a:pt x="239" y="10318"/>
                </a:lnTo>
                <a:lnTo>
                  <a:pt x="429" y="10401"/>
                </a:lnTo>
                <a:lnTo>
                  <a:pt x="8667" y="10401"/>
                </a:lnTo>
                <a:lnTo>
                  <a:pt x="8869" y="10318"/>
                </a:lnTo>
                <a:lnTo>
                  <a:pt x="9011" y="10164"/>
                </a:lnTo>
                <a:lnTo>
                  <a:pt x="9094" y="9973"/>
                </a:lnTo>
                <a:lnTo>
                  <a:pt x="9106" y="9866"/>
                </a:lnTo>
                <a:lnTo>
                  <a:pt x="9094" y="9581"/>
                </a:lnTo>
                <a:lnTo>
                  <a:pt x="8988" y="9058"/>
                </a:lnTo>
                <a:lnTo>
                  <a:pt x="8774" y="8571"/>
                </a:lnTo>
                <a:lnTo>
                  <a:pt x="8488" y="8143"/>
                </a:lnTo>
                <a:lnTo>
                  <a:pt x="8120" y="7774"/>
                </a:lnTo>
                <a:lnTo>
                  <a:pt x="7692" y="7477"/>
                </a:lnTo>
                <a:lnTo>
                  <a:pt x="7204" y="7275"/>
                </a:lnTo>
                <a:lnTo>
                  <a:pt x="6670" y="7168"/>
                </a:lnTo>
                <a:lnTo>
                  <a:pt x="6396" y="7156"/>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7" name="Google Shape;3097;p174"/>
          <p:cNvSpPr/>
          <p:nvPr/>
        </p:nvSpPr>
        <p:spPr>
          <a:xfrm>
            <a:off x="13001133" y="7594213"/>
            <a:ext cx="706299" cy="565453"/>
          </a:xfrm>
          <a:custGeom>
            <a:rect b="b" l="l" r="r" t="t"/>
            <a:pathLst>
              <a:path extrusionOk="0" h="10402" w="12993">
                <a:moveTo>
                  <a:pt x="6312" y="12"/>
                </a:moveTo>
                <a:lnTo>
                  <a:pt x="5920" y="71"/>
                </a:lnTo>
                <a:lnTo>
                  <a:pt x="5350" y="250"/>
                </a:lnTo>
                <a:lnTo>
                  <a:pt x="4696" y="654"/>
                </a:lnTo>
                <a:lnTo>
                  <a:pt x="4161" y="1213"/>
                </a:lnTo>
                <a:lnTo>
                  <a:pt x="3971" y="1545"/>
                </a:lnTo>
                <a:lnTo>
                  <a:pt x="4482" y="1950"/>
                </a:lnTo>
                <a:lnTo>
                  <a:pt x="4624" y="1664"/>
                </a:lnTo>
                <a:lnTo>
                  <a:pt x="5041" y="1189"/>
                </a:lnTo>
                <a:lnTo>
                  <a:pt x="5564" y="844"/>
                </a:lnTo>
                <a:lnTo>
                  <a:pt x="6170" y="666"/>
                </a:lnTo>
                <a:lnTo>
                  <a:pt x="6503" y="642"/>
                </a:lnTo>
                <a:lnTo>
                  <a:pt x="6740" y="654"/>
                </a:lnTo>
                <a:lnTo>
                  <a:pt x="7180" y="737"/>
                </a:lnTo>
                <a:lnTo>
                  <a:pt x="7584" y="915"/>
                </a:lnTo>
                <a:lnTo>
                  <a:pt x="7953" y="1165"/>
                </a:lnTo>
                <a:lnTo>
                  <a:pt x="8262" y="1474"/>
                </a:lnTo>
                <a:lnTo>
                  <a:pt x="8500" y="1831"/>
                </a:lnTo>
                <a:lnTo>
                  <a:pt x="8678" y="2247"/>
                </a:lnTo>
                <a:lnTo>
                  <a:pt x="8773" y="2687"/>
                </a:lnTo>
                <a:lnTo>
                  <a:pt x="8773" y="2924"/>
                </a:lnTo>
                <a:lnTo>
                  <a:pt x="8773" y="3186"/>
                </a:lnTo>
                <a:lnTo>
                  <a:pt x="8654" y="3673"/>
                </a:lnTo>
                <a:lnTo>
                  <a:pt x="8428" y="4125"/>
                </a:lnTo>
                <a:lnTo>
                  <a:pt x="8119" y="4505"/>
                </a:lnTo>
                <a:lnTo>
                  <a:pt x="7941" y="4672"/>
                </a:lnTo>
                <a:lnTo>
                  <a:pt x="8452" y="5076"/>
                </a:lnTo>
                <a:lnTo>
                  <a:pt x="8666" y="4874"/>
                </a:lnTo>
                <a:lnTo>
                  <a:pt x="9023" y="4386"/>
                </a:lnTo>
                <a:lnTo>
                  <a:pt x="9284" y="3840"/>
                </a:lnTo>
                <a:lnTo>
                  <a:pt x="9415" y="3233"/>
                </a:lnTo>
                <a:lnTo>
                  <a:pt x="9427" y="2924"/>
                </a:lnTo>
                <a:lnTo>
                  <a:pt x="9415" y="2615"/>
                </a:lnTo>
                <a:lnTo>
                  <a:pt x="9296" y="2045"/>
                </a:lnTo>
                <a:lnTo>
                  <a:pt x="9082" y="1522"/>
                </a:lnTo>
                <a:lnTo>
                  <a:pt x="8761" y="1058"/>
                </a:lnTo>
                <a:lnTo>
                  <a:pt x="8369" y="666"/>
                </a:lnTo>
                <a:lnTo>
                  <a:pt x="7905" y="357"/>
                </a:lnTo>
                <a:lnTo>
                  <a:pt x="7382" y="143"/>
                </a:lnTo>
                <a:lnTo>
                  <a:pt x="6824" y="24"/>
                </a:lnTo>
                <a:lnTo>
                  <a:pt x="6526" y="12"/>
                </a:lnTo>
                <a:close/>
                <a:moveTo>
                  <a:pt x="417" y="0"/>
                </a:moveTo>
                <a:lnTo>
                  <a:pt x="167" y="24"/>
                </a:lnTo>
                <a:lnTo>
                  <a:pt x="72" y="119"/>
                </a:lnTo>
                <a:lnTo>
                  <a:pt x="0" y="226"/>
                </a:lnTo>
                <a:lnTo>
                  <a:pt x="36" y="476"/>
                </a:lnTo>
                <a:lnTo>
                  <a:pt x="119" y="571"/>
                </a:lnTo>
                <a:lnTo>
                  <a:pt x="12470" y="10318"/>
                </a:lnTo>
                <a:lnTo>
                  <a:pt x="12565" y="10377"/>
                </a:lnTo>
                <a:lnTo>
                  <a:pt x="12660" y="10389"/>
                </a:lnTo>
                <a:lnTo>
                  <a:pt x="12731" y="10389"/>
                </a:lnTo>
                <a:lnTo>
                  <a:pt x="12862" y="10330"/>
                </a:lnTo>
                <a:lnTo>
                  <a:pt x="12910" y="10270"/>
                </a:lnTo>
                <a:lnTo>
                  <a:pt x="12993" y="10152"/>
                </a:lnTo>
                <a:lnTo>
                  <a:pt x="12969" y="9902"/>
                </a:lnTo>
                <a:lnTo>
                  <a:pt x="12874" y="9819"/>
                </a:lnTo>
                <a:lnTo>
                  <a:pt x="523" y="60"/>
                </a:lnTo>
                <a:lnTo>
                  <a:pt x="417" y="0"/>
                </a:lnTo>
                <a:close/>
                <a:moveTo>
                  <a:pt x="4553" y="6490"/>
                </a:moveTo>
                <a:lnTo>
                  <a:pt x="4220" y="6502"/>
                </a:lnTo>
                <a:lnTo>
                  <a:pt x="3578" y="6633"/>
                </a:lnTo>
                <a:lnTo>
                  <a:pt x="2996" y="6883"/>
                </a:lnTo>
                <a:lnTo>
                  <a:pt x="2485" y="7227"/>
                </a:lnTo>
                <a:lnTo>
                  <a:pt x="2033" y="7667"/>
                </a:lnTo>
                <a:lnTo>
                  <a:pt x="1688" y="8190"/>
                </a:lnTo>
                <a:lnTo>
                  <a:pt x="1439" y="8761"/>
                </a:lnTo>
                <a:lnTo>
                  <a:pt x="1308" y="9391"/>
                </a:lnTo>
                <a:lnTo>
                  <a:pt x="1296" y="9724"/>
                </a:lnTo>
                <a:lnTo>
                  <a:pt x="1308" y="9866"/>
                </a:lnTo>
                <a:lnTo>
                  <a:pt x="1403" y="10104"/>
                </a:lnTo>
                <a:lnTo>
                  <a:pt x="1570" y="10282"/>
                </a:lnTo>
                <a:lnTo>
                  <a:pt x="1807" y="10389"/>
                </a:lnTo>
                <a:lnTo>
                  <a:pt x="1938" y="10401"/>
                </a:lnTo>
                <a:lnTo>
                  <a:pt x="10960" y="10401"/>
                </a:lnTo>
                <a:lnTo>
                  <a:pt x="10128" y="9747"/>
                </a:lnTo>
                <a:lnTo>
                  <a:pt x="1950" y="9747"/>
                </a:lnTo>
                <a:lnTo>
                  <a:pt x="1962" y="9474"/>
                </a:lnTo>
                <a:lnTo>
                  <a:pt x="2069" y="8975"/>
                </a:lnTo>
                <a:lnTo>
                  <a:pt x="2259" y="8511"/>
                </a:lnTo>
                <a:lnTo>
                  <a:pt x="2544" y="8095"/>
                </a:lnTo>
                <a:lnTo>
                  <a:pt x="2901" y="7739"/>
                </a:lnTo>
                <a:lnTo>
                  <a:pt x="3317" y="7453"/>
                </a:lnTo>
                <a:lnTo>
                  <a:pt x="3781" y="7263"/>
                </a:lnTo>
                <a:lnTo>
                  <a:pt x="4280" y="7156"/>
                </a:lnTo>
                <a:lnTo>
                  <a:pt x="4553" y="7144"/>
                </a:lnTo>
                <a:lnTo>
                  <a:pt x="6871" y="7144"/>
                </a:lnTo>
                <a:lnTo>
                  <a:pt x="6051" y="649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8" name="Google Shape;3098;p174"/>
          <p:cNvSpPr/>
          <p:nvPr/>
        </p:nvSpPr>
        <p:spPr>
          <a:xfrm>
            <a:off x="14087325" y="7593560"/>
            <a:ext cx="706952" cy="566105"/>
          </a:xfrm>
          <a:custGeom>
            <a:rect b="b" l="l" r="r" t="t"/>
            <a:pathLst>
              <a:path extrusionOk="0" h="10414" w="13005">
                <a:moveTo>
                  <a:pt x="4553" y="654"/>
                </a:moveTo>
                <a:lnTo>
                  <a:pt x="4755" y="666"/>
                </a:lnTo>
                <a:lnTo>
                  <a:pt x="5136" y="737"/>
                </a:lnTo>
                <a:lnTo>
                  <a:pt x="5480" y="892"/>
                </a:lnTo>
                <a:lnTo>
                  <a:pt x="5789" y="1094"/>
                </a:lnTo>
                <a:lnTo>
                  <a:pt x="6051" y="1367"/>
                </a:lnTo>
                <a:lnTo>
                  <a:pt x="6265" y="1676"/>
                </a:lnTo>
                <a:lnTo>
                  <a:pt x="6419" y="2021"/>
                </a:lnTo>
                <a:lnTo>
                  <a:pt x="6491" y="2401"/>
                </a:lnTo>
                <a:lnTo>
                  <a:pt x="6503" y="2603"/>
                </a:lnTo>
                <a:lnTo>
                  <a:pt x="6491" y="2806"/>
                </a:lnTo>
                <a:lnTo>
                  <a:pt x="6419" y="3186"/>
                </a:lnTo>
                <a:lnTo>
                  <a:pt x="6265" y="3531"/>
                </a:lnTo>
                <a:lnTo>
                  <a:pt x="6051" y="3852"/>
                </a:lnTo>
                <a:lnTo>
                  <a:pt x="5789" y="4113"/>
                </a:lnTo>
                <a:lnTo>
                  <a:pt x="5480" y="4327"/>
                </a:lnTo>
                <a:lnTo>
                  <a:pt x="5136" y="4470"/>
                </a:lnTo>
                <a:lnTo>
                  <a:pt x="4755" y="4553"/>
                </a:lnTo>
                <a:lnTo>
                  <a:pt x="4351" y="4553"/>
                </a:lnTo>
                <a:lnTo>
                  <a:pt x="3971" y="4470"/>
                </a:lnTo>
                <a:lnTo>
                  <a:pt x="3626" y="4327"/>
                </a:lnTo>
                <a:lnTo>
                  <a:pt x="3305" y="4113"/>
                </a:lnTo>
                <a:lnTo>
                  <a:pt x="3043" y="3852"/>
                </a:lnTo>
                <a:lnTo>
                  <a:pt x="2829" y="3531"/>
                </a:lnTo>
                <a:lnTo>
                  <a:pt x="2687" y="3186"/>
                </a:lnTo>
                <a:lnTo>
                  <a:pt x="2604" y="2806"/>
                </a:lnTo>
                <a:lnTo>
                  <a:pt x="2604" y="2603"/>
                </a:lnTo>
                <a:lnTo>
                  <a:pt x="2604" y="2401"/>
                </a:lnTo>
                <a:lnTo>
                  <a:pt x="2687" y="2021"/>
                </a:lnTo>
                <a:lnTo>
                  <a:pt x="2829" y="1676"/>
                </a:lnTo>
                <a:lnTo>
                  <a:pt x="3043" y="1367"/>
                </a:lnTo>
                <a:lnTo>
                  <a:pt x="3305" y="1094"/>
                </a:lnTo>
                <a:lnTo>
                  <a:pt x="3626" y="892"/>
                </a:lnTo>
                <a:lnTo>
                  <a:pt x="3971" y="737"/>
                </a:lnTo>
                <a:lnTo>
                  <a:pt x="4351" y="666"/>
                </a:lnTo>
                <a:lnTo>
                  <a:pt x="4553" y="654"/>
                </a:lnTo>
                <a:close/>
                <a:moveTo>
                  <a:pt x="4553" y="0"/>
                </a:moveTo>
                <a:lnTo>
                  <a:pt x="4280" y="12"/>
                </a:lnTo>
                <a:lnTo>
                  <a:pt x="3780" y="119"/>
                </a:lnTo>
                <a:lnTo>
                  <a:pt x="3305" y="309"/>
                </a:lnTo>
                <a:lnTo>
                  <a:pt x="2889" y="595"/>
                </a:lnTo>
                <a:lnTo>
                  <a:pt x="2544" y="951"/>
                </a:lnTo>
                <a:lnTo>
                  <a:pt x="2259" y="1367"/>
                </a:lnTo>
                <a:lnTo>
                  <a:pt x="2069" y="1831"/>
                </a:lnTo>
                <a:lnTo>
                  <a:pt x="1962" y="2342"/>
                </a:lnTo>
                <a:lnTo>
                  <a:pt x="1950" y="2603"/>
                </a:lnTo>
                <a:lnTo>
                  <a:pt x="1962" y="2877"/>
                </a:lnTo>
                <a:lnTo>
                  <a:pt x="2069" y="3376"/>
                </a:lnTo>
                <a:lnTo>
                  <a:pt x="2259" y="3852"/>
                </a:lnTo>
                <a:lnTo>
                  <a:pt x="2544" y="4256"/>
                </a:lnTo>
                <a:lnTo>
                  <a:pt x="2889" y="4612"/>
                </a:lnTo>
                <a:lnTo>
                  <a:pt x="3305" y="4898"/>
                </a:lnTo>
                <a:lnTo>
                  <a:pt x="3780" y="5088"/>
                </a:lnTo>
                <a:lnTo>
                  <a:pt x="4280" y="5195"/>
                </a:lnTo>
                <a:lnTo>
                  <a:pt x="4553" y="5207"/>
                </a:lnTo>
                <a:lnTo>
                  <a:pt x="4815" y="5195"/>
                </a:lnTo>
                <a:lnTo>
                  <a:pt x="5326" y="5088"/>
                </a:lnTo>
                <a:lnTo>
                  <a:pt x="5789" y="4898"/>
                </a:lnTo>
                <a:lnTo>
                  <a:pt x="6205" y="4612"/>
                </a:lnTo>
                <a:lnTo>
                  <a:pt x="6562" y="4256"/>
                </a:lnTo>
                <a:lnTo>
                  <a:pt x="6835" y="3852"/>
                </a:lnTo>
                <a:lnTo>
                  <a:pt x="7037" y="3376"/>
                </a:lnTo>
                <a:lnTo>
                  <a:pt x="7144" y="2877"/>
                </a:lnTo>
                <a:lnTo>
                  <a:pt x="7156" y="2603"/>
                </a:lnTo>
                <a:lnTo>
                  <a:pt x="7144" y="2342"/>
                </a:lnTo>
                <a:lnTo>
                  <a:pt x="7037" y="1831"/>
                </a:lnTo>
                <a:lnTo>
                  <a:pt x="6835" y="1367"/>
                </a:lnTo>
                <a:lnTo>
                  <a:pt x="6562" y="951"/>
                </a:lnTo>
                <a:lnTo>
                  <a:pt x="6205" y="595"/>
                </a:lnTo>
                <a:lnTo>
                  <a:pt x="5789" y="309"/>
                </a:lnTo>
                <a:lnTo>
                  <a:pt x="5326" y="119"/>
                </a:lnTo>
                <a:lnTo>
                  <a:pt x="4815" y="12"/>
                </a:lnTo>
                <a:lnTo>
                  <a:pt x="4553" y="0"/>
                </a:lnTo>
                <a:close/>
                <a:moveTo>
                  <a:pt x="10081" y="3257"/>
                </a:moveTo>
                <a:lnTo>
                  <a:pt x="10271" y="3269"/>
                </a:lnTo>
                <a:lnTo>
                  <a:pt x="10627" y="3412"/>
                </a:lnTo>
                <a:lnTo>
                  <a:pt x="10889" y="3685"/>
                </a:lnTo>
                <a:lnTo>
                  <a:pt x="11031" y="4030"/>
                </a:lnTo>
                <a:lnTo>
                  <a:pt x="11043" y="4232"/>
                </a:lnTo>
                <a:lnTo>
                  <a:pt x="11043" y="5861"/>
                </a:lnTo>
                <a:lnTo>
                  <a:pt x="9106" y="5861"/>
                </a:lnTo>
                <a:lnTo>
                  <a:pt x="9106" y="4232"/>
                </a:lnTo>
                <a:lnTo>
                  <a:pt x="9118" y="4030"/>
                </a:lnTo>
                <a:lnTo>
                  <a:pt x="9260" y="3685"/>
                </a:lnTo>
                <a:lnTo>
                  <a:pt x="9522" y="3412"/>
                </a:lnTo>
                <a:lnTo>
                  <a:pt x="9878" y="3269"/>
                </a:lnTo>
                <a:lnTo>
                  <a:pt x="10081" y="3257"/>
                </a:lnTo>
                <a:close/>
                <a:moveTo>
                  <a:pt x="9974" y="7644"/>
                </a:moveTo>
                <a:lnTo>
                  <a:pt x="9795" y="7727"/>
                </a:lnTo>
                <a:lnTo>
                  <a:pt x="9664" y="7858"/>
                </a:lnTo>
                <a:lnTo>
                  <a:pt x="9593" y="8036"/>
                </a:lnTo>
                <a:lnTo>
                  <a:pt x="9593" y="8131"/>
                </a:lnTo>
                <a:lnTo>
                  <a:pt x="9593" y="8226"/>
                </a:lnTo>
                <a:lnTo>
                  <a:pt x="9664" y="8404"/>
                </a:lnTo>
                <a:lnTo>
                  <a:pt x="9795" y="8535"/>
                </a:lnTo>
                <a:lnTo>
                  <a:pt x="9974" y="8606"/>
                </a:lnTo>
                <a:lnTo>
                  <a:pt x="10081" y="8618"/>
                </a:lnTo>
                <a:lnTo>
                  <a:pt x="10176" y="8606"/>
                </a:lnTo>
                <a:lnTo>
                  <a:pt x="10354" y="8535"/>
                </a:lnTo>
                <a:lnTo>
                  <a:pt x="10485" y="8404"/>
                </a:lnTo>
                <a:lnTo>
                  <a:pt x="10556" y="8226"/>
                </a:lnTo>
                <a:lnTo>
                  <a:pt x="10568" y="8131"/>
                </a:lnTo>
                <a:lnTo>
                  <a:pt x="10556" y="8024"/>
                </a:lnTo>
                <a:lnTo>
                  <a:pt x="10485" y="7858"/>
                </a:lnTo>
                <a:lnTo>
                  <a:pt x="10354" y="7727"/>
                </a:lnTo>
                <a:lnTo>
                  <a:pt x="10176" y="7644"/>
                </a:lnTo>
                <a:close/>
                <a:moveTo>
                  <a:pt x="11697" y="6502"/>
                </a:moveTo>
                <a:lnTo>
                  <a:pt x="11828" y="6514"/>
                </a:lnTo>
                <a:lnTo>
                  <a:pt x="12066" y="6609"/>
                </a:lnTo>
                <a:lnTo>
                  <a:pt x="12244" y="6788"/>
                </a:lnTo>
                <a:lnTo>
                  <a:pt x="12339" y="7025"/>
                </a:lnTo>
                <a:lnTo>
                  <a:pt x="12351" y="7156"/>
                </a:lnTo>
                <a:lnTo>
                  <a:pt x="12351" y="9106"/>
                </a:lnTo>
                <a:lnTo>
                  <a:pt x="12339" y="9236"/>
                </a:lnTo>
                <a:lnTo>
                  <a:pt x="12244" y="9474"/>
                </a:lnTo>
                <a:lnTo>
                  <a:pt x="12066" y="9652"/>
                </a:lnTo>
                <a:lnTo>
                  <a:pt x="11828" y="9748"/>
                </a:lnTo>
                <a:lnTo>
                  <a:pt x="11697" y="9759"/>
                </a:lnTo>
                <a:lnTo>
                  <a:pt x="8452" y="9759"/>
                </a:lnTo>
                <a:lnTo>
                  <a:pt x="8321" y="9748"/>
                </a:lnTo>
                <a:lnTo>
                  <a:pt x="8084" y="9652"/>
                </a:lnTo>
                <a:lnTo>
                  <a:pt x="7905" y="9474"/>
                </a:lnTo>
                <a:lnTo>
                  <a:pt x="7810" y="9236"/>
                </a:lnTo>
                <a:lnTo>
                  <a:pt x="7798" y="9106"/>
                </a:lnTo>
                <a:lnTo>
                  <a:pt x="7798" y="7156"/>
                </a:lnTo>
                <a:lnTo>
                  <a:pt x="7810" y="7025"/>
                </a:lnTo>
                <a:lnTo>
                  <a:pt x="7905" y="6788"/>
                </a:lnTo>
                <a:lnTo>
                  <a:pt x="8084" y="6609"/>
                </a:lnTo>
                <a:lnTo>
                  <a:pt x="8321" y="6514"/>
                </a:lnTo>
                <a:lnTo>
                  <a:pt x="8452" y="6502"/>
                </a:lnTo>
                <a:close/>
                <a:moveTo>
                  <a:pt x="9926" y="2603"/>
                </a:moveTo>
                <a:lnTo>
                  <a:pt x="9617" y="2675"/>
                </a:lnTo>
                <a:lnTo>
                  <a:pt x="9320" y="2794"/>
                </a:lnTo>
                <a:lnTo>
                  <a:pt x="9058" y="2972"/>
                </a:lnTo>
                <a:lnTo>
                  <a:pt x="8832" y="3198"/>
                </a:lnTo>
                <a:lnTo>
                  <a:pt x="8654" y="3459"/>
                </a:lnTo>
                <a:lnTo>
                  <a:pt x="8523" y="3745"/>
                </a:lnTo>
                <a:lnTo>
                  <a:pt x="8452" y="4066"/>
                </a:lnTo>
                <a:lnTo>
                  <a:pt x="8452" y="4232"/>
                </a:lnTo>
                <a:lnTo>
                  <a:pt x="8452" y="5861"/>
                </a:lnTo>
                <a:lnTo>
                  <a:pt x="8191" y="5872"/>
                </a:lnTo>
                <a:lnTo>
                  <a:pt x="7715" y="6074"/>
                </a:lnTo>
                <a:lnTo>
                  <a:pt x="7370" y="6419"/>
                </a:lnTo>
                <a:lnTo>
                  <a:pt x="7168" y="6895"/>
                </a:lnTo>
                <a:lnTo>
                  <a:pt x="7156" y="7156"/>
                </a:lnTo>
                <a:lnTo>
                  <a:pt x="7156" y="9106"/>
                </a:lnTo>
                <a:lnTo>
                  <a:pt x="7168" y="9367"/>
                </a:lnTo>
                <a:lnTo>
                  <a:pt x="7370" y="9831"/>
                </a:lnTo>
                <a:lnTo>
                  <a:pt x="7715" y="10187"/>
                </a:lnTo>
                <a:lnTo>
                  <a:pt x="8191" y="10389"/>
                </a:lnTo>
                <a:lnTo>
                  <a:pt x="8452" y="10401"/>
                </a:lnTo>
                <a:lnTo>
                  <a:pt x="11697" y="10401"/>
                </a:lnTo>
                <a:lnTo>
                  <a:pt x="11971" y="10389"/>
                </a:lnTo>
                <a:lnTo>
                  <a:pt x="12434" y="10187"/>
                </a:lnTo>
                <a:lnTo>
                  <a:pt x="12791" y="9831"/>
                </a:lnTo>
                <a:lnTo>
                  <a:pt x="12981" y="9367"/>
                </a:lnTo>
                <a:lnTo>
                  <a:pt x="13005" y="9106"/>
                </a:lnTo>
                <a:lnTo>
                  <a:pt x="13005" y="7156"/>
                </a:lnTo>
                <a:lnTo>
                  <a:pt x="12981" y="6895"/>
                </a:lnTo>
                <a:lnTo>
                  <a:pt x="12779" y="6419"/>
                </a:lnTo>
                <a:lnTo>
                  <a:pt x="12434" y="6074"/>
                </a:lnTo>
                <a:lnTo>
                  <a:pt x="11971" y="5872"/>
                </a:lnTo>
                <a:lnTo>
                  <a:pt x="11697" y="5861"/>
                </a:lnTo>
                <a:lnTo>
                  <a:pt x="11697" y="4232"/>
                </a:lnTo>
                <a:lnTo>
                  <a:pt x="11697" y="4066"/>
                </a:lnTo>
                <a:lnTo>
                  <a:pt x="11626" y="3745"/>
                </a:lnTo>
                <a:lnTo>
                  <a:pt x="11507" y="3459"/>
                </a:lnTo>
                <a:lnTo>
                  <a:pt x="11329" y="3198"/>
                </a:lnTo>
                <a:lnTo>
                  <a:pt x="11115" y="2972"/>
                </a:lnTo>
                <a:lnTo>
                  <a:pt x="10853" y="2794"/>
                </a:lnTo>
                <a:lnTo>
                  <a:pt x="10568" y="2675"/>
                </a:lnTo>
                <a:lnTo>
                  <a:pt x="10259" y="2603"/>
                </a:lnTo>
                <a:close/>
                <a:moveTo>
                  <a:pt x="3519" y="6181"/>
                </a:moveTo>
                <a:lnTo>
                  <a:pt x="3162" y="6193"/>
                </a:lnTo>
                <a:lnTo>
                  <a:pt x="2473" y="6336"/>
                </a:lnTo>
                <a:lnTo>
                  <a:pt x="1843" y="6597"/>
                </a:lnTo>
                <a:lnTo>
                  <a:pt x="1272" y="6978"/>
                </a:lnTo>
                <a:lnTo>
                  <a:pt x="797" y="7465"/>
                </a:lnTo>
                <a:lnTo>
                  <a:pt x="416" y="8024"/>
                </a:lnTo>
                <a:lnTo>
                  <a:pt x="155" y="8654"/>
                </a:lnTo>
                <a:lnTo>
                  <a:pt x="12" y="9343"/>
                </a:lnTo>
                <a:lnTo>
                  <a:pt x="0" y="9700"/>
                </a:lnTo>
                <a:lnTo>
                  <a:pt x="12" y="9843"/>
                </a:lnTo>
                <a:lnTo>
                  <a:pt x="119" y="10104"/>
                </a:lnTo>
                <a:lnTo>
                  <a:pt x="309" y="10294"/>
                </a:lnTo>
                <a:lnTo>
                  <a:pt x="559" y="10401"/>
                </a:lnTo>
                <a:lnTo>
                  <a:pt x="702" y="10413"/>
                </a:lnTo>
                <a:lnTo>
                  <a:pt x="6170" y="10413"/>
                </a:lnTo>
                <a:lnTo>
                  <a:pt x="6300" y="10389"/>
                </a:lnTo>
                <a:lnTo>
                  <a:pt x="6479" y="10211"/>
                </a:lnTo>
                <a:lnTo>
                  <a:pt x="6503" y="10080"/>
                </a:lnTo>
                <a:lnTo>
                  <a:pt x="6479" y="9950"/>
                </a:lnTo>
                <a:lnTo>
                  <a:pt x="6300" y="9771"/>
                </a:lnTo>
                <a:lnTo>
                  <a:pt x="6170" y="9759"/>
                </a:lnTo>
                <a:lnTo>
                  <a:pt x="702" y="9759"/>
                </a:lnTo>
                <a:lnTo>
                  <a:pt x="666" y="9748"/>
                </a:lnTo>
                <a:lnTo>
                  <a:pt x="654" y="9700"/>
                </a:lnTo>
                <a:lnTo>
                  <a:pt x="654" y="9403"/>
                </a:lnTo>
                <a:lnTo>
                  <a:pt x="773" y="8844"/>
                </a:lnTo>
                <a:lnTo>
                  <a:pt x="987" y="8333"/>
                </a:lnTo>
                <a:lnTo>
                  <a:pt x="1296" y="7869"/>
                </a:lnTo>
                <a:lnTo>
                  <a:pt x="1688" y="7489"/>
                </a:lnTo>
                <a:lnTo>
                  <a:pt x="2152" y="7180"/>
                </a:lnTo>
                <a:lnTo>
                  <a:pt x="2663" y="6954"/>
                </a:lnTo>
                <a:lnTo>
                  <a:pt x="3222" y="6835"/>
                </a:lnTo>
                <a:lnTo>
                  <a:pt x="5575" y="6835"/>
                </a:lnTo>
                <a:lnTo>
                  <a:pt x="5861" y="6847"/>
                </a:lnTo>
                <a:lnTo>
                  <a:pt x="6146" y="6895"/>
                </a:lnTo>
                <a:lnTo>
                  <a:pt x="6217" y="6907"/>
                </a:lnTo>
                <a:lnTo>
                  <a:pt x="6360" y="6859"/>
                </a:lnTo>
                <a:lnTo>
                  <a:pt x="6467" y="6764"/>
                </a:lnTo>
                <a:lnTo>
                  <a:pt x="6514" y="6633"/>
                </a:lnTo>
                <a:lnTo>
                  <a:pt x="6514" y="6550"/>
                </a:lnTo>
                <a:lnTo>
                  <a:pt x="6491" y="6443"/>
                </a:lnTo>
                <a:lnTo>
                  <a:pt x="6348" y="6288"/>
                </a:lnTo>
                <a:lnTo>
                  <a:pt x="6241" y="6253"/>
                </a:lnTo>
                <a:lnTo>
                  <a:pt x="5920" y="6193"/>
                </a:lnTo>
                <a:lnTo>
                  <a:pt x="5575"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099" name="Google Shape;3099;p174"/>
          <p:cNvSpPr/>
          <p:nvPr/>
        </p:nvSpPr>
        <p:spPr>
          <a:xfrm>
            <a:off x="15173516" y="7593560"/>
            <a:ext cx="706299" cy="565453"/>
          </a:xfrm>
          <a:custGeom>
            <a:rect b="b" l="l" r="r" t="t"/>
            <a:pathLst>
              <a:path extrusionOk="0" h="10402" w="12993">
                <a:moveTo>
                  <a:pt x="4529" y="654"/>
                </a:moveTo>
                <a:lnTo>
                  <a:pt x="4731" y="666"/>
                </a:lnTo>
                <a:lnTo>
                  <a:pt x="5112" y="737"/>
                </a:lnTo>
                <a:lnTo>
                  <a:pt x="5456" y="892"/>
                </a:lnTo>
                <a:lnTo>
                  <a:pt x="5777" y="1094"/>
                </a:lnTo>
                <a:lnTo>
                  <a:pt x="6039" y="1367"/>
                </a:lnTo>
                <a:lnTo>
                  <a:pt x="6253" y="1676"/>
                </a:lnTo>
                <a:lnTo>
                  <a:pt x="6396" y="2021"/>
                </a:lnTo>
                <a:lnTo>
                  <a:pt x="6479" y="2401"/>
                </a:lnTo>
                <a:lnTo>
                  <a:pt x="6479" y="2603"/>
                </a:lnTo>
                <a:lnTo>
                  <a:pt x="6479" y="2806"/>
                </a:lnTo>
                <a:lnTo>
                  <a:pt x="6396" y="3186"/>
                </a:lnTo>
                <a:lnTo>
                  <a:pt x="6253" y="3531"/>
                </a:lnTo>
                <a:lnTo>
                  <a:pt x="6039" y="3852"/>
                </a:lnTo>
                <a:lnTo>
                  <a:pt x="5777" y="4113"/>
                </a:lnTo>
                <a:lnTo>
                  <a:pt x="5456" y="4327"/>
                </a:lnTo>
                <a:lnTo>
                  <a:pt x="5112" y="4470"/>
                </a:lnTo>
                <a:lnTo>
                  <a:pt x="4731" y="4553"/>
                </a:lnTo>
                <a:lnTo>
                  <a:pt x="4327" y="4553"/>
                </a:lnTo>
                <a:lnTo>
                  <a:pt x="3947" y="4470"/>
                </a:lnTo>
                <a:lnTo>
                  <a:pt x="3602" y="4327"/>
                </a:lnTo>
                <a:lnTo>
                  <a:pt x="3293" y="4113"/>
                </a:lnTo>
                <a:lnTo>
                  <a:pt x="3020" y="3852"/>
                </a:lnTo>
                <a:lnTo>
                  <a:pt x="2818" y="3531"/>
                </a:lnTo>
                <a:lnTo>
                  <a:pt x="2663" y="3186"/>
                </a:lnTo>
                <a:lnTo>
                  <a:pt x="2592" y="2806"/>
                </a:lnTo>
                <a:lnTo>
                  <a:pt x="2580" y="2603"/>
                </a:lnTo>
                <a:lnTo>
                  <a:pt x="2592" y="2401"/>
                </a:lnTo>
                <a:lnTo>
                  <a:pt x="2663" y="2021"/>
                </a:lnTo>
                <a:lnTo>
                  <a:pt x="2818" y="1676"/>
                </a:lnTo>
                <a:lnTo>
                  <a:pt x="3020" y="1367"/>
                </a:lnTo>
                <a:lnTo>
                  <a:pt x="3293" y="1094"/>
                </a:lnTo>
                <a:lnTo>
                  <a:pt x="3602" y="892"/>
                </a:lnTo>
                <a:lnTo>
                  <a:pt x="3947" y="737"/>
                </a:lnTo>
                <a:lnTo>
                  <a:pt x="4327" y="666"/>
                </a:lnTo>
                <a:lnTo>
                  <a:pt x="4529" y="654"/>
                </a:lnTo>
                <a:close/>
                <a:moveTo>
                  <a:pt x="4529" y="0"/>
                </a:moveTo>
                <a:lnTo>
                  <a:pt x="4268" y="12"/>
                </a:lnTo>
                <a:lnTo>
                  <a:pt x="3768" y="119"/>
                </a:lnTo>
                <a:lnTo>
                  <a:pt x="3305" y="309"/>
                </a:lnTo>
                <a:lnTo>
                  <a:pt x="2889" y="595"/>
                </a:lnTo>
                <a:lnTo>
                  <a:pt x="2544" y="951"/>
                </a:lnTo>
                <a:lnTo>
                  <a:pt x="2259" y="1367"/>
                </a:lnTo>
                <a:lnTo>
                  <a:pt x="2057" y="1831"/>
                </a:lnTo>
                <a:lnTo>
                  <a:pt x="1962" y="2342"/>
                </a:lnTo>
                <a:lnTo>
                  <a:pt x="1950" y="2603"/>
                </a:lnTo>
                <a:lnTo>
                  <a:pt x="1962" y="2877"/>
                </a:lnTo>
                <a:lnTo>
                  <a:pt x="2057" y="3376"/>
                </a:lnTo>
                <a:lnTo>
                  <a:pt x="2259" y="3852"/>
                </a:lnTo>
                <a:lnTo>
                  <a:pt x="2532" y="4256"/>
                </a:lnTo>
                <a:lnTo>
                  <a:pt x="2877" y="4612"/>
                </a:lnTo>
                <a:lnTo>
                  <a:pt x="3293" y="4898"/>
                </a:lnTo>
                <a:lnTo>
                  <a:pt x="3757" y="5088"/>
                </a:lnTo>
                <a:lnTo>
                  <a:pt x="4268" y="5195"/>
                </a:lnTo>
                <a:lnTo>
                  <a:pt x="4529" y="5207"/>
                </a:lnTo>
                <a:lnTo>
                  <a:pt x="4803" y="5195"/>
                </a:lnTo>
                <a:lnTo>
                  <a:pt x="5302" y="5088"/>
                </a:lnTo>
                <a:lnTo>
                  <a:pt x="5777" y="4898"/>
                </a:lnTo>
                <a:lnTo>
                  <a:pt x="6193" y="4612"/>
                </a:lnTo>
                <a:lnTo>
                  <a:pt x="6538" y="4256"/>
                </a:lnTo>
                <a:lnTo>
                  <a:pt x="6823" y="3852"/>
                </a:lnTo>
                <a:lnTo>
                  <a:pt x="7014" y="3376"/>
                </a:lnTo>
                <a:lnTo>
                  <a:pt x="7121" y="2877"/>
                </a:lnTo>
                <a:lnTo>
                  <a:pt x="7133" y="2603"/>
                </a:lnTo>
                <a:lnTo>
                  <a:pt x="7121" y="2342"/>
                </a:lnTo>
                <a:lnTo>
                  <a:pt x="7014" y="1831"/>
                </a:lnTo>
                <a:lnTo>
                  <a:pt x="6823" y="1367"/>
                </a:lnTo>
                <a:lnTo>
                  <a:pt x="6538" y="951"/>
                </a:lnTo>
                <a:lnTo>
                  <a:pt x="6182" y="595"/>
                </a:lnTo>
                <a:lnTo>
                  <a:pt x="5766" y="309"/>
                </a:lnTo>
                <a:lnTo>
                  <a:pt x="5302" y="119"/>
                </a:lnTo>
                <a:lnTo>
                  <a:pt x="4791" y="12"/>
                </a:lnTo>
                <a:lnTo>
                  <a:pt x="4529" y="0"/>
                </a:lnTo>
                <a:close/>
                <a:moveTo>
                  <a:pt x="11459" y="4553"/>
                </a:moveTo>
                <a:lnTo>
                  <a:pt x="11554" y="4565"/>
                </a:lnTo>
                <a:lnTo>
                  <a:pt x="11685" y="4648"/>
                </a:lnTo>
                <a:lnTo>
                  <a:pt x="12256" y="5230"/>
                </a:lnTo>
                <a:lnTo>
                  <a:pt x="12351" y="5349"/>
                </a:lnTo>
                <a:lnTo>
                  <a:pt x="12351" y="5456"/>
                </a:lnTo>
                <a:lnTo>
                  <a:pt x="12339" y="5551"/>
                </a:lnTo>
                <a:lnTo>
                  <a:pt x="12256" y="5682"/>
                </a:lnTo>
                <a:lnTo>
                  <a:pt x="11471" y="6467"/>
                </a:lnTo>
                <a:lnTo>
                  <a:pt x="10437" y="5433"/>
                </a:lnTo>
                <a:lnTo>
                  <a:pt x="11222" y="4648"/>
                </a:lnTo>
                <a:lnTo>
                  <a:pt x="11352" y="4565"/>
                </a:lnTo>
                <a:lnTo>
                  <a:pt x="11459" y="4553"/>
                </a:lnTo>
                <a:close/>
                <a:moveTo>
                  <a:pt x="9985" y="5896"/>
                </a:moveTo>
                <a:lnTo>
                  <a:pt x="11008" y="6930"/>
                </a:lnTo>
                <a:lnTo>
                  <a:pt x="11020" y="6930"/>
                </a:lnTo>
                <a:lnTo>
                  <a:pt x="8690" y="9224"/>
                </a:lnTo>
                <a:lnTo>
                  <a:pt x="8618" y="9296"/>
                </a:lnTo>
                <a:lnTo>
                  <a:pt x="8452" y="9391"/>
                </a:lnTo>
                <a:lnTo>
                  <a:pt x="8357" y="9403"/>
                </a:lnTo>
                <a:lnTo>
                  <a:pt x="7263" y="9641"/>
                </a:lnTo>
                <a:lnTo>
                  <a:pt x="7477" y="8547"/>
                </a:lnTo>
                <a:lnTo>
                  <a:pt x="7501" y="8452"/>
                </a:lnTo>
                <a:lnTo>
                  <a:pt x="7596" y="8285"/>
                </a:lnTo>
                <a:lnTo>
                  <a:pt x="7656" y="8214"/>
                </a:lnTo>
                <a:lnTo>
                  <a:pt x="9985" y="5896"/>
                </a:lnTo>
                <a:close/>
                <a:moveTo>
                  <a:pt x="3519" y="6181"/>
                </a:moveTo>
                <a:lnTo>
                  <a:pt x="3150" y="6193"/>
                </a:lnTo>
                <a:lnTo>
                  <a:pt x="2473" y="6336"/>
                </a:lnTo>
                <a:lnTo>
                  <a:pt x="1831" y="6597"/>
                </a:lnTo>
                <a:lnTo>
                  <a:pt x="1272" y="6978"/>
                </a:lnTo>
                <a:lnTo>
                  <a:pt x="797" y="7453"/>
                </a:lnTo>
                <a:lnTo>
                  <a:pt x="416" y="8024"/>
                </a:lnTo>
                <a:lnTo>
                  <a:pt x="155" y="8654"/>
                </a:lnTo>
                <a:lnTo>
                  <a:pt x="12" y="9343"/>
                </a:lnTo>
                <a:lnTo>
                  <a:pt x="0" y="9700"/>
                </a:lnTo>
                <a:lnTo>
                  <a:pt x="12" y="9843"/>
                </a:lnTo>
                <a:lnTo>
                  <a:pt x="119" y="10092"/>
                </a:lnTo>
                <a:lnTo>
                  <a:pt x="309" y="10294"/>
                </a:lnTo>
                <a:lnTo>
                  <a:pt x="559" y="10401"/>
                </a:lnTo>
                <a:lnTo>
                  <a:pt x="5540" y="10401"/>
                </a:lnTo>
                <a:lnTo>
                  <a:pt x="5659" y="10389"/>
                </a:lnTo>
                <a:lnTo>
                  <a:pt x="5837" y="10211"/>
                </a:lnTo>
                <a:lnTo>
                  <a:pt x="5849" y="10092"/>
                </a:lnTo>
                <a:lnTo>
                  <a:pt x="5849" y="10068"/>
                </a:lnTo>
                <a:lnTo>
                  <a:pt x="5825" y="9950"/>
                </a:lnTo>
                <a:lnTo>
                  <a:pt x="5659" y="9771"/>
                </a:lnTo>
                <a:lnTo>
                  <a:pt x="5528" y="9759"/>
                </a:lnTo>
                <a:lnTo>
                  <a:pt x="702" y="9759"/>
                </a:lnTo>
                <a:lnTo>
                  <a:pt x="654" y="9748"/>
                </a:lnTo>
                <a:lnTo>
                  <a:pt x="642" y="9700"/>
                </a:lnTo>
                <a:lnTo>
                  <a:pt x="654" y="9403"/>
                </a:lnTo>
                <a:lnTo>
                  <a:pt x="773" y="8844"/>
                </a:lnTo>
                <a:lnTo>
                  <a:pt x="987" y="8333"/>
                </a:lnTo>
                <a:lnTo>
                  <a:pt x="1296" y="7869"/>
                </a:lnTo>
                <a:lnTo>
                  <a:pt x="1688" y="7489"/>
                </a:lnTo>
                <a:lnTo>
                  <a:pt x="2152" y="7180"/>
                </a:lnTo>
                <a:lnTo>
                  <a:pt x="2663" y="6954"/>
                </a:lnTo>
                <a:lnTo>
                  <a:pt x="3222" y="6835"/>
                </a:lnTo>
                <a:lnTo>
                  <a:pt x="5575" y="6835"/>
                </a:lnTo>
                <a:lnTo>
                  <a:pt x="5861" y="6847"/>
                </a:lnTo>
                <a:lnTo>
                  <a:pt x="6407" y="6954"/>
                </a:lnTo>
                <a:lnTo>
                  <a:pt x="6669" y="7061"/>
                </a:lnTo>
                <a:lnTo>
                  <a:pt x="6764" y="7085"/>
                </a:lnTo>
                <a:lnTo>
                  <a:pt x="6966" y="7049"/>
                </a:lnTo>
                <a:lnTo>
                  <a:pt x="7049" y="6978"/>
                </a:lnTo>
                <a:lnTo>
                  <a:pt x="7109" y="6918"/>
                </a:lnTo>
                <a:lnTo>
                  <a:pt x="7144" y="6776"/>
                </a:lnTo>
                <a:lnTo>
                  <a:pt x="7121" y="6621"/>
                </a:lnTo>
                <a:lnTo>
                  <a:pt x="7037" y="6502"/>
                </a:lnTo>
                <a:lnTo>
                  <a:pt x="6966" y="6467"/>
                </a:lnTo>
                <a:lnTo>
                  <a:pt x="6633" y="6336"/>
                </a:lnTo>
                <a:lnTo>
                  <a:pt x="5944" y="6193"/>
                </a:lnTo>
                <a:lnTo>
                  <a:pt x="5575" y="6181"/>
                </a:lnTo>
                <a:close/>
                <a:moveTo>
                  <a:pt x="11447" y="3899"/>
                </a:moveTo>
                <a:lnTo>
                  <a:pt x="11269" y="3911"/>
                </a:lnTo>
                <a:lnTo>
                  <a:pt x="10913" y="4054"/>
                </a:lnTo>
                <a:lnTo>
                  <a:pt x="10758" y="4184"/>
                </a:lnTo>
                <a:lnTo>
                  <a:pt x="7204" y="7751"/>
                </a:lnTo>
                <a:lnTo>
                  <a:pt x="7073" y="7893"/>
                </a:lnTo>
                <a:lnTo>
                  <a:pt x="6895" y="8226"/>
                </a:lnTo>
                <a:lnTo>
                  <a:pt x="6847" y="8416"/>
                </a:lnTo>
                <a:lnTo>
                  <a:pt x="6502" y="10116"/>
                </a:lnTo>
                <a:lnTo>
                  <a:pt x="6502" y="10223"/>
                </a:lnTo>
                <a:lnTo>
                  <a:pt x="6633" y="10389"/>
                </a:lnTo>
                <a:lnTo>
                  <a:pt x="6728" y="10401"/>
                </a:lnTo>
                <a:lnTo>
                  <a:pt x="6776" y="10401"/>
                </a:lnTo>
                <a:lnTo>
                  <a:pt x="8464" y="10057"/>
                </a:lnTo>
                <a:lnTo>
                  <a:pt x="8654" y="10009"/>
                </a:lnTo>
                <a:lnTo>
                  <a:pt x="8987" y="9831"/>
                </a:lnTo>
                <a:lnTo>
                  <a:pt x="9130" y="9712"/>
                </a:lnTo>
                <a:lnTo>
                  <a:pt x="12696" y="6146"/>
                </a:lnTo>
                <a:lnTo>
                  <a:pt x="12696" y="6134"/>
                </a:lnTo>
                <a:lnTo>
                  <a:pt x="12838" y="5991"/>
                </a:lnTo>
                <a:lnTo>
                  <a:pt x="12981" y="5635"/>
                </a:lnTo>
                <a:lnTo>
                  <a:pt x="12993" y="5266"/>
                </a:lnTo>
                <a:lnTo>
                  <a:pt x="12850" y="4910"/>
                </a:lnTo>
                <a:lnTo>
                  <a:pt x="12719" y="4755"/>
                </a:lnTo>
                <a:lnTo>
                  <a:pt x="12137" y="4184"/>
                </a:lnTo>
                <a:lnTo>
                  <a:pt x="11994" y="4054"/>
                </a:lnTo>
                <a:lnTo>
                  <a:pt x="11638" y="3911"/>
                </a:lnTo>
                <a:lnTo>
                  <a:pt x="11447" y="3899"/>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0" name="Google Shape;3100;p174"/>
          <p:cNvSpPr/>
          <p:nvPr/>
        </p:nvSpPr>
        <p:spPr>
          <a:xfrm>
            <a:off x="8585972" y="8575145"/>
            <a:ext cx="565453" cy="565453"/>
          </a:xfrm>
          <a:custGeom>
            <a:rect b="b" l="l" r="r" t="t"/>
            <a:pathLst>
              <a:path extrusionOk="0" h="10402" w="10402">
                <a:moveTo>
                  <a:pt x="5682" y="654"/>
                </a:moveTo>
                <a:lnTo>
                  <a:pt x="5753" y="666"/>
                </a:lnTo>
                <a:lnTo>
                  <a:pt x="5837" y="749"/>
                </a:lnTo>
                <a:lnTo>
                  <a:pt x="5848" y="808"/>
                </a:lnTo>
                <a:lnTo>
                  <a:pt x="5848" y="1783"/>
                </a:lnTo>
                <a:lnTo>
                  <a:pt x="5837" y="1854"/>
                </a:lnTo>
                <a:lnTo>
                  <a:pt x="5753" y="1938"/>
                </a:lnTo>
                <a:lnTo>
                  <a:pt x="5682" y="1949"/>
                </a:lnTo>
                <a:lnTo>
                  <a:pt x="4707" y="1949"/>
                </a:lnTo>
                <a:lnTo>
                  <a:pt x="4648" y="1938"/>
                </a:lnTo>
                <a:lnTo>
                  <a:pt x="4565" y="1854"/>
                </a:lnTo>
                <a:lnTo>
                  <a:pt x="4553" y="1783"/>
                </a:lnTo>
                <a:lnTo>
                  <a:pt x="4553" y="808"/>
                </a:lnTo>
                <a:lnTo>
                  <a:pt x="4565" y="749"/>
                </a:lnTo>
                <a:lnTo>
                  <a:pt x="4648" y="666"/>
                </a:lnTo>
                <a:lnTo>
                  <a:pt x="4707" y="654"/>
                </a:lnTo>
                <a:close/>
                <a:moveTo>
                  <a:pt x="1783" y="4553"/>
                </a:moveTo>
                <a:lnTo>
                  <a:pt x="1854" y="4565"/>
                </a:lnTo>
                <a:lnTo>
                  <a:pt x="1938" y="4648"/>
                </a:lnTo>
                <a:lnTo>
                  <a:pt x="1950" y="4719"/>
                </a:lnTo>
                <a:lnTo>
                  <a:pt x="1950" y="5694"/>
                </a:lnTo>
                <a:lnTo>
                  <a:pt x="1938" y="5753"/>
                </a:lnTo>
                <a:lnTo>
                  <a:pt x="1854" y="5836"/>
                </a:lnTo>
                <a:lnTo>
                  <a:pt x="1783" y="5848"/>
                </a:lnTo>
                <a:lnTo>
                  <a:pt x="808" y="5848"/>
                </a:lnTo>
                <a:lnTo>
                  <a:pt x="749" y="5836"/>
                </a:lnTo>
                <a:lnTo>
                  <a:pt x="654" y="5753"/>
                </a:lnTo>
                <a:lnTo>
                  <a:pt x="654" y="5694"/>
                </a:lnTo>
                <a:lnTo>
                  <a:pt x="654" y="4719"/>
                </a:lnTo>
                <a:lnTo>
                  <a:pt x="654" y="4648"/>
                </a:lnTo>
                <a:lnTo>
                  <a:pt x="749" y="4565"/>
                </a:lnTo>
                <a:lnTo>
                  <a:pt x="808" y="4553"/>
                </a:lnTo>
                <a:close/>
                <a:moveTo>
                  <a:pt x="9581" y="4553"/>
                </a:moveTo>
                <a:lnTo>
                  <a:pt x="9652" y="4565"/>
                </a:lnTo>
                <a:lnTo>
                  <a:pt x="9735" y="4648"/>
                </a:lnTo>
                <a:lnTo>
                  <a:pt x="9747" y="4719"/>
                </a:lnTo>
                <a:lnTo>
                  <a:pt x="9747" y="5694"/>
                </a:lnTo>
                <a:lnTo>
                  <a:pt x="9735" y="5753"/>
                </a:lnTo>
                <a:lnTo>
                  <a:pt x="9652" y="5836"/>
                </a:lnTo>
                <a:lnTo>
                  <a:pt x="9581" y="5848"/>
                </a:lnTo>
                <a:lnTo>
                  <a:pt x="8606" y="5848"/>
                </a:lnTo>
                <a:lnTo>
                  <a:pt x="8547" y="5836"/>
                </a:lnTo>
                <a:lnTo>
                  <a:pt x="8464" y="5753"/>
                </a:lnTo>
                <a:lnTo>
                  <a:pt x="8452" y="5694"/>
                </a:lnTo>
                <a:lnTo>
                  <a:pt x="8452" y="4719"/>
                </a:lnTo>
                <a:lnTo>
                  <a:pt x="8464" y="4648"/>
                </a:lnTo>
                <a:lnTo>
                  <a:pt x="8547" y="4565"/>
                </a:lnTo>
                <a:lnTo>
                  <a:pt x="8606" y="4553"/>
                </a:lnTo>
                <a:close/>
                <a:moveTo>
                  <a:pt x="6502" y="1866"/>
                </a:moveTo>
                <a:lnTo>
                  <a:pt x="6835" y="2021"/>
                </a:lnTo>
                <a:lnTo>
                  <a:pt x="7453" y="2425"/>
                </a:lnTo>
                <a:lnTo>
                  <a:pt x="7976" y="2936"/>
                </a:lnTo>
                <a:lnTo>
                  <a:pt x="8380" y="3566"/>
                </a:lnTo>
                <a:lnTo>
                  <a:pt x="8535" y="3911"/>
                </a:lnTo>
                <a:lnTo>
                  <a:pt x="8380" y="3935"/>
                </a:lnTo>
                <a:lnTo>
                  <a:pt x="8119" y="4065"/>
                </a:lnTo>
                <a:lnTo>
                  <a:pt x="7917" y="4279"/>
                </a:lnTo>
                <a:lnTo>
                  <a:pt x="7810" y="4553"/>
                </a:lnTo>
                <a:lnTo>
                  <a:pt x="7798" y="4719"/>
                </a:lnTo>
                <a:lnTo>
                  <a:pt x="7798" y="5694"/>
                </a:lnTo>
                <a:lnTo>
                  <a:pt x="7810" y="5848"/>
                </a:lnTo>
                <a:lnTo>
                  <a:pt x="7917" y="6122"/>
                </a:lnTo>
                <a:lnTo>
                  <a:pt x="8119" y="6336"/>
                </a:lnTo>
                <a:lnTo>
                  <a:pt x="8380" y="6466"/>
                </a:lnTo>
                <a:lnTo>
                  <a:pt x="8535" y="6502"/>
                </a:lnTo>
                <a:lnTo>
                  <a:pt x="8380" y="6835"/>
                </a:lnTo>
                <a:lnTo>
                  <a:pt x="7976" y="7453"/>
                </a:lnTo>
                <a:lnTo>
                  <a:pt x="7465" y="7976"/>
                </a:lnTo>
                <a:lnTo>
                  <a:pt x="6835" y="8380"/>
                </a:lnTo>
                <a:lnTo>
                  <a:pt x="6502" y="8535"/>
                </a:lnTo>
                <a:lnTo>
                  <a:pt x="6467" y="8380"/>
                </a:lnTo>
                <a:lnTo>
                  <a:pt x="6336" y="8119"/>
                </a:lnTo>
                <a:lnTo>
                  <a:pt x="6122" y="7917"/>
                </a:lnTo>
                <a:lnTo>
                  <a:pt x="5848" y="7810"/>
                </a:lnTo>
                <a:lnTo>
                  <a:pt x="5694" y="7798"/>
                </a:lnTo>
                <a:lnTo>
                  <a:pt x="4695" y="7798"/>
                </a:lnTo>
                <a:lnTo>
                  <a:pt x="4541" y="7810"/>
                </a:lnTo>
                <a:lnTo>
                  <a:pt x="4279" y="7917"/>
                </a:lnTo>
                <a:lnTo>
                  <a:pt x="4065" y="8119"/>
                </a:lnTo>
                <a:lnTo>
                  <a:pt x="3923" y="8380"/>
                </a:lnTo>
                <a:lnTo>
                  <a:pt x="3899" y="8535"/>
                </a:lnTo>
                <a:lnTo>
                  <a:pt x="3554" y="8380"/>
                </a:lnTo>
                <a:lnTo>
                  <a:pt x="2936" y="7976"/>
                </a:lnTo>
                <a:lnTo>
                  <a:pt x="2425" y="7465"/>
                </a:lnTo>
                <a:lnTo>
                  <a:pt x="2009" y="6835"/>
                </a:lnTo>
                <a:lnTo>
                  <a:pt x="1866" y="6502"/>
                </a:lnTo>
                <a:lnTo>
                  <a:pt x="2021" y="6466"/>
                </a:lnTo>
                <a:lnTo>
                  <a:pt x="2282" y="6336"/>
                </a:lnTo>
                <a:lnTo>
                  <a:pt x="2484" y="6122"/>
                </a:lnTo>
                <a:lnTo>
                  <a:pt x="2591" y="5848"/>
                </a:lnTo>
                <a:lnTo>
                  <a:pt x="2603" y="5694"/>
                </a:lnTo>
                <a:lnTo>
                  <a:pt x="2603" y="4719"/>
                </a:lnTo>
                <a:lnTo>
                  <a:pt x="2591" y="4553"/>
                </a:lnTo>
                <a:lnTo>
                  <a:pt x="2484" y="4279"/>
                </a:lnTo>
                <a:lnTo>
                  <a:pt x="2282" y="4065"/>
                </a:lnTo>
                <a:lnTo>
                  <a:pt x="2021" y="3935"/>
                </a:lnTo>
                <a:lnTo>
                  <a:pt x="1866" y="3911"/>
                </a:lnTo>
                <a:lnTo>
                  <a:pt x="2009" y="3566"/>
                </a:lnTo>
                <a:lnTo>
                  <a:pt x="2425" y="2936"/>
                </a:lnTo>
                <a:lnTo>
                  <a:pt x="2936" y="2425"/>
                </a:lnTo>
                <a:lnTo>
                  <a:pt x="3554" y="2021"/>
                </a:lnTo>
                <a:lnTo>
                  <a:pt x="3899" y="1866"/>
                </a:lnTo>
                <a:lnTo>
                  <a:pt x="3923" y="2021"/>
                </a:lnTo>
                <a:lnTo>
                  <a:pt x="4065" y="2282"/>
                </a:lnTo>
                <a:lnTo>
                  <a:pt x="4279" y="2484"/>
                </a:lnTo>
                <a:lnTo>
                  <a:pt x="4553" y="2591"/>
                </a:lnTo>
                <a:lnTo>
                  <a:pt x="4707" y="2603"/>
                </a:lnTo>
                <a:lnTo>
                  <a:pt x="5682" y="2603"/>
                </a:lnTo>
                <a:lnTo>
                  <a:pt x="5837" y="2591"/>
                </a:lnTo>
                <a:lnTo>
                  <a:pt x="6122" y="2484"/>
                </a:lnTo>
                <a:lnTo>
                  <a:pt x="6336" y="2282"/>
                </a:lnTo>
                <a:lnTo>
                  <a:pt x="6467" y="2021"/>
                </a:lnTo>
                <a:lnTo>
                  <a:pt x="6490" y="1866"/>
                </a:lnTo>
                <a:close/>
                <a:moveTo>
                  <a:pt x="5682" y="8452"/>
                </a:moveTo>
                <a:lnTo>
                  <a:pt x="5753" y="8463"/>
                </a:lnTo>
                <a:lnTo>
                  <a:pt x="5837" y="8547"/>
                </a:lnTo>
                <a:lnTo>
                  <a:pt x="5848" y="8618"/>
                </a:lnTo>
                <a:lnTo>
                  <a:pt x="5848" y="9593"/>
                </a:lnTo>
                <a:lnTo>
                  <a:pt x="5837" y="9652"/>
                </a:lnTo>
                <a:lnTo>
                  <a:pt x="5753" y="9735"/>
                </a:lnTo>
                <a:lnTo>
                  <a:pt x="5682" y="9747"/>
                </a:lnTo>
                <a:lnTo>
                  <a:pt x="4707" y="9747"/>
                </a:lnTo>
                <a:lnTo>
                  <a:pt x="4648" y="9735"/>
                </a:lnTo>
                <a:lnTo>
                  <a:pt x="4565" y="9652"/>
                </a:lnTo>
                <a:lnTo>
                  <a:pt x="4553" y="9593"/>
                </a:lnTo>
                <a:lnTo>
                  <a:pt x="4553" y="8618"/>
                </a:lnTo>
                <a:lnTo>
                  <a:pt x="4565" y="8547"/>
                </a:lnTo>
                <a:lnTo>
                  <a:pt x="4648" y="8463"/>
                </a:lnTo>
                <a:lnTo>
                  <a:pt x="4707" y="8452"/>
                </a:lnTo>
                <a:close/>
                <a:moveTo>
                  <a:pt x="4707" y="0"/>
                </a:moveTo>
                <a:lnTo>
                  <a:pt x="4541" y="12"/>
                </a:lnTo>
                <a:lnTo>
                  <a:pt x="4256" y="131"/>
                </a:lnTo>
                <a:lnTo>
                  <a:pt x="4030" y="357"/>
                </a:lnTo>
                <a:lnTo>
                  <a:pt x="3911" y="642"/>
                </a:lnTo>
                <a:lnTo>
                  <a:pt x="3899" y="808"/>
                </a:lnTo>
                <a:lnTo>
                  <a:pt x="3899" y="1177"/>
                </a:lnTo>
                <a:lnTo>
                  <a:pt x="3661" y="1260"/>
                </a:lnTo>
                <a:lnTo>
                  <a:pt x="3210" y="1474"/>
                </a:lnTo>
                <a:lnTo>
                  <a:pt x="2782" y="1735"/>
                </a:lnTo>
                <a:lnTo>
                  <a:pt x="2389" y="2045"/>
                </a:lnTo>
                <a:lnTo>
                  <a:pt x="2045" y="2389"/>
                </a:lnTo>
                <a:lnTo>
                  <a:pt x="1736" y="2782"/>
                </a:lnTo>
                <a:lnTo>
                  <a:pt x="1474" y="3209"/>
                </a:lnTo>
                <a:lnTo>
                  <a:pt x="1260" y="3661"/>
                </a:lnTo>
                <a:lnTo>
                  <a:pt x="1177" y="3899"/>
                </a:lnTo>
                <a:lnTo>
                  <a:pt x="808" y="3899"/>
                </a:lnTo>
                <a:lnTo>
                  <a:pt x="642" y="3911"/>
                </a:lnTo>
                <a:lnTo>
                  <a:pt x="357" y="4030"/>
                </a:lnTo>
                <a:lnTo>
                  <a:pt x="131" y="4256"/>
                </a:lnTo>
                <a:lnTo>
                  <a:pt x="12" y="4553"/>
                </a:lnTo>
                <a:lnTo>
                  <a:pt x="0" y="4719"/>
                </a:lnTo>
                <a:lnTo>
                  <a:pt x="0" y="5694"/>
                </a:lnTo>
                <a:lnTo>
                  <a:pt x="12" y="5848"/>
                </a:lnTo>
                <a:lnTo>
                  <a:pt x="131" y="6146"/>
                </a:lnTo>
                <a:lnTo>
                  <a:pt x="357" y="6371"/>
                </a:lnTo>
                <a:lnTo>
                  <a:pt x="642" y="6490"/>
                </a:lnTo>
                <a:lnTo>
                  <a:pt x="808" y="6502"/>
                </a:lnTo>
                <a:lnTo>
                  <a:pt x="1177" y="6502"/>
                </a:lnTo>
                <a:lnTo>
                  <a:pt x="1260" y="6740"/>
                </a:lnTo>
                <a:lnTo>
                  <a:pt x="1474" y="7192"/>
                </a:lnTo>
                <a:lnTo>
                  <a:pt x="1736" y="7620"/>
                </a:lnTo>
                <a:lnTo>
                  <a:pt x="2045" y="8012"/>
                </a:lnTo>
                <a:lnTo>
                  <a:pt x="2389" y="8356"/>
                </a:lnTo>
                <a:lnTo>
                  <a:pt x="2782" y="8666"/>
                </a:lnTo>
                <a:lnTo>
                  <a:pt x="3210" y="8915"/>
                </a:lnTo>
                <a:lnTo>
                  <a:pt x="3661" y="9129"/>
                </a:lnTo>
                <a:lnTo>
                  <a:pt x="3899" y="9200"/>
                </a:lnTo>
                <a:lnTo>
                  <a:pt x="3899" y="9593"/>
                </a:lnTo>
                <a:lnTo>
                  <a:pt x="3911" y="9759"/>
                </a:lnTo>
                <a:lnTo>
                  <a:pt x="4030" y="10044"/>
                </a:lnTo>
                <a:lnTo>
                  <a:pt x="4256" y="10270"/>
                </a:lnTo>
                <a:lnTo>
                  <a:pt x="4541" y="10389"/>
                </a:lnTo>
                <a:lnTo>
                  <a:pt x="4707" y="10401"/>
                </a:lnTo>
                <a:lnTo>
                  <a:pt x="5682" y="10401"/>
                </a:lnTo>
                <a:lnTo>
                  <a:pt x="5848" y="10389"/>
                </a:lnTo>
                <a:lnTo>
                  <a:pt x="6146" y="10270"/>
                </a:lnTo>
                <a:lnTo>
                  <a:pt x="6360" y="10044"/>
                </a:lnTo>
                <a:lnTo>
                  <a:pt x="6490" y="9759"/>
                </a:lnTo>
                <a:lnTo>
                  <a:pt x="6502" y="9593"/>
                </a:lnTo>
                <a:lnTo>
                  <a:pt x="6502" y="9200"/>
                </a:lnTo>
                <a:lnTo>
                  <a:pt x="6740" y="9129"/>
                </a:lnTo>
                <a:lnTo>
                  <a:pt x="7192" y="8915"/>
                </a:lnTo>
                <a:lnTo>
                  <a:pt x="7620" y="8666"/>
                </a:lnTo>
                <a:lnTo>
                  <a:pt x="8012" y="8356"/>
                </a:lnTo>
                <a:lnTo>
                  <a:pt x="8357" y="8012"/>
                </a:lnTo>
                <a:lnTo>
                  <a:pt x="8666" y="7620"/>
                </a:lnTo>
                <a:lnTo>
                  <a:pt x="8915" y="7192"/>
                </a:lnTo>
                <a:lnTo>
                  <a:pt x="9129" y="6740"/>
                </a:lnTo>
                <a:lnTo>
                  <a:pt x="9201" y="6502"/>
                </a:lnTo>
                <a:lnTo>
                  <a:pt x="9593" y="6502"/>
                </a:lnTo>
                <a:lnTo>
                  <a:pt x="9747" y="6490"/>
                </a:lnTo>
                <a:lnTo>
                  <a:pt x="10045" y="6371"/>
                </a:lnTo>
                <a:lnTo>
                  <a:pt x="10270" y="6146"/>
                </a:lnTo>
                <a:lnTo>
                  <a:pt x="10389" y="5848"/>
                </a:lnTo>
                <a:lnTo>
                  <a:pt x="10401" y="5694"/>
                </a:lnTo>
                <a:lnTo>
                  <a:pt x="10401" y="4719"/>
                </a:lnTo>
                <a:lnTo>
                  <a:pt x="10389" y="4553"/>
                </a:lnTo>
                <a:lnTo>
                  <a:pt x="10270" y="4256"/>
                </a:lnTo>
                <a:lnTo>
                  <a:pt x="10045" y="4030"/>
                </a:lnTo>
                <a:lnTo>
                  <a:pt x="9747" y="3911"/>
                </a:lnTo>
                <a:lnTo>
                  <a:pt x="9593" y="3899"/>
                </a:lnTo>
                <a:lnTo>
                  <a:pt x="9201" y="3899"/>
                </a:lnTo>
                <a:lnTo>
                  <a:pt x="9129" y="3661"/>
                </a:lnTo>
                <a:lnTo>
                  <a:pt x="8915" y="3209"/>
                </a:lnTo>
                <a:lnTo>
                  <a:pt x="8666" y="2782"/>
                </a:lnTo>
                <a:lnTo>
                  <a:pt x="8357" y="2389"/>
                </a:lnTo>
                <a:lnTo>
                  <a:pt x="8012" y="2045"/>
                </a:lnTo>
                <a:lnTo>
                  <a:pt x="7620" y="1735"/>
                </a:lnTo>
                <a:lnTo>
                  <a:pt x="7192" y="1474"/>
                </a:lnTo>
                <a:lnTo>
                  <a:pt x="6740" y="1260"/>
                </a:lnTo>
                <a:lnTo>
                  <a:pt x="6502" y="1177"/>
                </a:lnTo>
                <a:lnTo>
                  <a:pt x="6502" y="808"/>
                </a:lnTo>
                <a:lnTo>
                  <a:pt x="6490" y="642"/>
                </a:lnTo>
                <a:lnTo>
                  <a:pt x="6360" y="357"/>
                </a:lnTo>
                <a:lnTo>
                  <a:pt x="6146" y="131"/>
                </a:lnTo>
                <a:lnTo>
                  <a:pt x="5848" y="12"/>
                </a:lnTo>
                <a:lnTo>
                  <a:pt x="5682"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1" name="Google Shape;3101;p174"/>
          <p:cNvSpPr/>
          <p:nvPr/>
        </p:nvSpPr>
        <p:spPr>
          <a:xfrm>
            <a:off x="3190564" y="8575145"/>
            <a:ext cx="706299" cy="565453"/>
          </a:xfrm>
          <a:custGeom>
            <a:rect b="b" l="l" r="r" t="t"/>
            <a:pathLst>
              <a:path extrusionOk="0" h="10402" w="12993">
                <a:moveTo>
                  <a:pt x="4755" y="654"/>
                </a:moveTo>
                <a:lnTo>
                  <a:pt x="5135" y="737"/>
                </a:lnTo>
                <a:lnTo>
                  <a:pt x="5480" y="880"/>
                </a:lnTo>
                <a:lnTo>
                  <a:pt x="5789" y="1094"/>
                </a:lnTo>
                <a:lnTo>
                  <a:pt x="6051" y="1355"/>
                </a:lnTo>
                <a:lnTo>
                  <a:pt x="6265" y="1676"/>
                </a:lnTo>
                <a:lnTo>
                  <a:pt x="6419" y="2021"/>
                </a:lnTo>
                <a:lnTo>
                  <a:pt x="6490" y="2401"/>
                </a:lnTo>
                <a:lnTo>
                  <a:pt x="6502" y="2603"/>
                </a:lnTo>
                <a:lnTo>
                  <a:pt x="6490" y="2805"/>
                </a:lnTo>
                <a:lnTo>
                  <a:pt x="6419" y="3186"/>
                </a:lnTo>
                <a:lnTo>
                  <a:pt x="6265" y="3530"/>
                </a:lnTo>
                <a:lnTo>
                  <a:pt x="6051" y="3839"/>
                </a:lnTo>
                <a:lnTo>
                  <a:pt x="5789" y="4101"/>
                </a:lnTo>
                <a:lnTo>
                  <a:pt x="5480" y="4315"/>
                </a:lnTo>
                <a:lnTo>
                  <a:pt x="5135" y="4469"/>
                </a:lnTo>
                <a:lnTo>
                  <a:pt x="4755" y="4541"/>
                </a:lnTo>
                <a:lnTo>
                  <a:pt x="4553" y="4553"/>
                </a:lnTo>
                <a:lnTo>
                  <a:pt x="4351" y="4541"/>
                </a:lnTo>
                <a:lnTo>
                  <a:pt x="3970" y="4469"/>
                </a:lnTo>
                <a:lnTo>
                  <a:pt x="3626" y="4315"/>
                </a:lnTo>
                <a:lnTo>
                  <a:pt x="3305" y="4101"/>
                </a:lnTo>
                <a:lnTo>
                  <a:pt x="3043" y="3839"/>
                </a:lnTo>
                <a:lnTo>
                  <a:pt x="2829" y="3530"/>
                </a:lnTo>
                <a:lnTo>
                  <a:pt x="2687" y="3186"/>
                </a:lnTo>
                <a:lnTo>
                  <a:pt x="2603" y="2805"/>
                </a:lnTo>
                <a:lnTo>
                  <a:pt x="2603" y="2603"/>
                </a:lnTo>
                <a:lnTo>
                  <a:pt x="2603" y="2401"/>
                </a:lnTo>
                <a:lnTo>
                  <a:pt x="2687" y="2021"/>
                </a:lnTo>
                <a:lnTo>
                  <a:pt x="2829" y="1676"/>
                </a:lnTo>
                <a:lnTo>
                  <a:pt x="3043" y="1355"/>
                </a:lnTo>
                <a:lnTo>
                  <a:pt x="3305" y="1094"/>
                </a:lnTo>
                <a:lnTo>
                  <a:pt x="3626" y="880"/>
                </a:lnTo>
                <a:lnTo>
                  <a:pt x="3970" y="737"/>
                </a:lnTo>
                <a:lnTo>
                  <a:pt x="4351" y="654"/>
                </a:lnTo>
                <a:close/>
                <a:moveTo>
                  <a:pt x="4553" y="0"/>
                </a:moveTo>
                <a:lnTo>
                  <a:pt x="4279" y="12"/>
                </a:lnTo>
                <a:lnTo>
                  <a:pt x="3780" y="119"/>
                </a:lnTo>
                <a:lnTo>
                  <a:pt x="3305" y="309"/>
                </a:lnTo>
                <a:lnTo>
                  <a:pt x="2889" y="594"/>
                </a:lnTo>
                <a:lnTo>
                  <a:pt x="2544" y="939"/>
                </a:lnTo>
                <a:lnTo>
                  <a:pt x="2259" y="1355"/>
                </a:lnTo>
                <a:lnTo>
                  <a:pt x="2068" y="1831"/>
                </a:lnTo>
                <a:lnTo>
                  <a:pt x="1961" y="2330"/>
                </a:lnTo>
                <a:lnTo>
                  <a:pt x="1950" y="2603"/>
                </a:lnTo>
                <a:lnTo>
                  <a:pt x="1961" y="2865"/>
                </a:lnTo>
                <a:lnTo>
                  <a:pt x="2068" y="3376"/>
                </a:lnTo>
                <a:lnTo>
                  <a:pt x="2259" y="3839"/>
                </a:lnTo>
                <a:lnTo>
                  <a:pt x="2544" y="4256"/>
                </a:lnTo>
                <a:lnTo>
                  <a:pt x="2889" y="4612"/>
                </a:lnTo>
                <a:lnTo>
                  <a:pt x="3305" y="4886"/>
                </a:lnTo>
                <a:lnTo>
                  <a:pt x="3780" y="5088"/>
                </a:lnTo>
                <a:lnTo>
                  <a:pt x="4279" y="5195"/>
                </a:lnTo>
                <a:lnTo>
                  <a:pt x="4553" y="5206"/>
                </a:lnTo>
                <a:lnTo>
                  <a:pt x="4814" y="5195"/>
                </a:lnTo>
                <a:lnTo>
                  <a:pt x="5325" y="5088"/>
                </a:lnTo>
                <a:lnTo>
                  <a:pt x="5789" y="4886"/>
                </a:lnTo>
                <a:lnTo>
                  <a:pt x="6205" y="4612"/>
                </a:lnTo>
                <a:lnTo>
                  <a:pt x="6562" y="4256"/>
                </a:lnTo>
                <a:lnTo>
                  <a:pt x="6835" y="3839"/>
                </a:lnTo>
                <a:lnTo>
                  <a:pt x="7037" y="3376"/>
                </a:lnTo>
                <a:lnTo>
                  <a:pt x="7144" y="2865"/>
                </a:lnTo>
                <a:lnTo>
                  <a:pt x="7156" y="2603"/>
                </a:lnTo>
                <a:lnTo>
                  <a:pt x="7144" y="2330"/>
                </a:lnTo>
                <a:lnTo>
                  <a:pt x="7037" y="1831"/>
                </a:lnTo>
                <a:lnTo>
                  <a:pt x="6835" y="1355"/>
                </a:lnTo>
                <a:lnTo>
                  <a:pt x="6562" y="939"/>
                </a:lnTo>
                <a:lnTo>
                  <a:pt x="6205" y="594"/>
                </a:lnTo>
                <a:lnTo>
                  <a:pt x="5789" y="309"/>
                </a:lnTo>
                <a:lnTo>
                  <a:pt x="5325" y="119"/>
                </a:lnTo>
                <a:lnTo>
                  <a:pt x="4814" y="12"/>
                </a:lnTo>
                <a:lnTo>
                  <a:pt x="4553" y="0"/>
                </a:lnTo>
                <a:close/>
                <a:moveTo>
                  <a:pt x="9426" y="6502"/>
                </a:moveTo>
                <a:lnTo>
                  <a:pt x="9296" y="6514"/>
                </a:lnTo>
                <a:lnTo>
                  <a:pt x="9117" y="6692"/>
                </a:lnTo>
                <a:lnTo>
                  <a:pt x="9106" y="6823"/>
                </a:lnTo>
                <a:lnTo>
                  <a:pt x="9117" y="6954"/>
                </a:lnTo>
                <a:lnTo>
                  <a:pt x="9296" y="7132"/>
                </a:lnTo>
                <a:lnTo>
                  <a:pt x="9426" y="7144"/>
                </a:lnTo>
                <a:lnTo>
                  <a:pt x="9557" y="7132"/>
                </a:lnTo>
                <a:lnTo>
                  <a:pt x="9736" y="6954"/>
                </a:lnTo>
                <a:lnTo>
                  <a:pt x="9747" y="6823"/>
                </a:lnTo>
                <a:lnTo>
                  <a:pt x="9736" y="6692"/>
                </a:lnTo>
                <a:lnTo>
                  <a:pt x="9557" y="6514"/>
                </a:lnTo>
                <a:lnTo>
                  <a:pt x="9426" y="6502"/>
                </a:lnTo>
                <a:close/>
                <a:moveTo>
                  <a:pt x="10187" y="5848"/>
                </a:moveTo>
                <a:lnTo>
                  <a:pt x="10425" y="5943"/>
                </a:lnTo>
                <a:lnTo>
                  <a:pt x="10520" y="6039"/>
                </a:lnTo>
                <a:lnTo>
                  <a:pt x="12351" y="7869"/>
                </a:lnTo>
                <a:lnTo>
                  <a:pt x="10473" y="9747"/>
                </a:lnTo>
                <a:lnTo>
                  <a:pt x="8642" y="7917"/>
                </a:lnTo>
                <a:lnTo>
                  <a:pt x="8559" y="7822"/>
                </a:lnTo>
                <a:lnTo>
                  <a:pt x="8452" y="7584"/>
                </a:lnTo>
                <a:lnTo>
                  <a:pt x="8452" y="7453"/>
                </a:lnTo>
                <a:lnTo>
                  <a:pt x="8452" y="5848"/>
                </a:lnTo>
                <a:close/>
                <a:moveTo>
                  <a:pt x="3519" y="6181"/>
                </a:moveTo>
                <a:lnTo>
                  <a:pt x="3162" y="6193"/>
                </a:lnTo>
                <a:lnTo>
                  <a:pt x="2473" y="6324"/>
                </a:lnTo>
                <a:lnTo>
                  <a:pt x="1831" y="6597"/>
                </a:lnTo>
                <a:lnTo>
                  <a:pt x="1272" y="6978"/>
                </a:lnTo>
                <a:lnTo>
                  <a:pt x="797" y="7453"/>
                </a:lnTo>
                <a:lnTo>
                  <a:pt x="416" y="8012"/>
                </a:lnTo>
                <a:lnTo>
                  <a:pt x="155" y="8654"/>
                </a:lnTo>
                <a:lnTo>
                  <a:pt x="12" y="9331"/>
                </a:lnTo>
                <a:lnTo>
                  <a:pt x="0" y="9700"/>
                </a:lnTo>
                <a:lnTo>
                  <a:pt x="12" y="9842"/>
                </a:lnTo>
                <a:lnTo>
                  <a:pt x="119" y="10092"/>
                </a:lnTo>
                <a:lnTo>
                  <a:pt x="309" y="10282"/>
                </a:lnTo>
                <a:lnTo>
                  <a:pt x="559" y="10389"/>
                </a:lnTo>
                <a:lnTo>
                  <a:pt x="701" y="10401"/>
                </a:lnTo>
                <a:lnTo>
                  <a:pt x="8131" y="10401"/>
                </a:lnTo>
                <a:lnTo>
                  <a:pt x="8250" y="10377"/>
                </a:lnTo>
                <a:lnTo>
                  <a:pt x="8428" y="10211"/>
                </a:lnTo>
                <a:lnTo>
                  <a:pt x="8452" y="10080"/>
                </a:lnTo>
                <a:lnTo>
                  <a:pt x="8428" y="9949"/>
                </a:lnTo>
                <a:lnTo>
                  <a:pt x="8250" y="9771"/>
                </a:lnTo>
                <a:lnTo>
                  <a:pt x="8119" y="9747"/>
                </a:lnTo>
                <a:lnTo>
                  <a:pt x="701" y="9747"/>
                </a:lnTo>
                <a:lnTo>
                  <a:pt x="666" y="9735"/>
                </a:lnTo>
                <a:lnTo>
                  <a:pt x="642" y="9700"/>
                </a:lnTo>
                <a:lnTo>
                  <a:pt x="654" y="9403"/>
                </a:lnTo>
                <a:lnTo>
                  <a:pt x="761" y="8844"/>
                </a:lnTo>
                <a:lnTo>
                  <a:pt x="987" y="8321"/>
                </a:lnTo>
                <a:lnTo>
                  <a:pt x="1296" y="7869"/>
                </a:lnTo>
                <a:lnTo>
                  <a:pt x="1688" y="7477"/>
                </a:lnTo>
                <a:lnTo>
                  <a:pt x="2140" y="7168"/>
                </a:lnTo>
                <a:lnTo>
                  <a:pt x="2663" y="6954"/>
                </a:lnTo>
                <a:lnTo>
                  <a:pt x="3222" y="6835"/>
                </a:lnTo>
                <a:lnTo>
                  <a:pt x="3519" y="6823"/>
                </a:lnTo>
                <a:lnTo>
                  <a:pt x="5575" y="6823"/>
                </a:lnTo>
                <a:lnTo>
                  <a:pt x="5872" y="6835"/>
                </a:lnTo>
                <a:lnTo>
                  <a:pt x="6443" y="6954"/>
                </a:lnTo>
                <a:lnTo>
                  <a:pt x="6704" y="7061"/>
                </a:lnTo>
                <a:lnTo>
                  <a:pt x="6788" y="7085"/>
                </a:lnTo>
                <a:lnTo>
                  <a:pt x="6942" y="7061"/>
                </a:lnTo>
                <a:lnTo>
                  <a:pt x="7061" y="6978"/>
                </a:lnTo>
                <a:lnTo>
                  <a:pt x="7144" y="6835"/>
                </a:lnTo>
                <a:lnTo>
                  <a:pt x="7144" y="6752"/>
                </a:lnTo>
                <a:lnTo>
                  <a:pt x="7132" y="6657"/>
                </a:lnTo>
                <a:lnTo>
                  <a:pt x="7037" y="6502"/>
                </a:lnTo>
                <a:lnTo>
                  <a:pt x="6954" y="6455"/>
                </a:lnTo>
                <a:lnTo>
                  <a:pt x="6633" y="6336"/>
                </a:lnTo>
                <a:lnTo>
                  <a:pt x="5944" y="6193"/>
                </a:lnTo>
                <a:lnTo>
                  <a:pt x="5575" y="6181"/>
                </a:lnTo>
                <a:close/>
                <a:moveTo>
                  <a:pt x="8452" y="5195"/>
                </a:moveTo>
                <a:lnTo>
                  <a:pt x="8321" y="5206"/>
                </a:lnTo>
                <a:lnTo>
                  <a:pt x="8083" y="5302"/>
                </a:lnTo>
                <a:lnTo>
                  <a:pt x="7905" y="5480"/>
                </a:lnTo>
                <a:lnTo>
                  <a:pt x="7810" y="5718"/>
                </a:lnTo>
                <a:lnTo>
                  <a:pt x="7798" y="5848"/>
                </a:lnTo>
                <a:lnTo>
                  <a:pt x="7798" y="7465"/>
                </a:lnTo>
                <a:lnTo>
                  <a:pt x="7810" y="7715"/>
                </a:lnTo>
                <a:lnTo>
                  <a:pt x="8012" y="8178"/>
                </a:lnTo>
                <a:lnTo>
                  <a:pt x="8178" y="8380"/>
                </a:lnTo>
                <a:lnTo>
                  <a:pt x="10009" y="10211"/>
                </a:lnTo>
                <a:lnTo>
                  <a:pt x="10116" y="10294"/>
                </a:lnTo>
                <a:lnTo>
                  <a:pt x="10342" y="10389"/>
                </a:lnTo>
                <a:lnTo>
                  <a:pt x="10473" y="10401"/>
                </a:lnTo>
                <a:lnTo>
                  <a:pt x="10591" y="10389"/>
                </a:lnTo>
                <a:lnTo>
                  <a:pt x="10829" y="10294"/>
                </a:lnTo>
                <a:lnTo>
                  <a:pt x="10924" y="10211"/>
                </a:lnTo>
                <a:lnTo>
                  <a:pt x="12814" y="8333"/>
                </a:lnTo>
                <a:lnTo>
                  <a:pt x="12802" y="8333"/>
                </a:lnTo>
                <a:lnTo>
                  <a:pt x="12897" y="8226"/>
                </a:lnTo>
                <a:lnTo>
                  <a:pt x="12993" y="8000"/>
                </a:lnTo>
                <a:lnTo>
                  <a:pt x="12993" y="7750"/>
                </a:lnTo>
                <a:lnTo>
                  <a:pt x="12897" y="7513"/>
                </a:lnTo>
                <a:lnTo>
                  <a:pt x="12814" y="7406"/>
                </a:lnTo>
                <a:lnTo>
                  <a:pt x="10972" y="5575"/>
                </a:lnTo>
                <a:lnTo>
                  <a:pt x="10782" y="5409"/>
                </a:lnTo>
                <a:lnTo>
                  <a:pt x="10318" y="5206"/>
                </a:lnTo>
                <a:lnTo>
                  <a:pt x="10056" y="5195"/>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2" name="Google Shape;3102;p174"/>
          <p:cNvSpPr/>
          <p:nvPr/>
        </p:nvSpPr>
        <p:spPr>
          <a:xfrm>
            <a:off x="4347150" y="8575145"/>
            <a:ext cx="688252" cy="565453"/>
          </a:xfrm>
          <a:custGeom>
            <a:rect b="b" l="l" r="r" t="t"/>
            <a:pathLst>
              <a:path extrusionOk="0" h="10402" w="12661">
                <a:moveTo>
                  <a:pt x="4756" y="654"/>
                </a:moveTo>
                <a:lnTo>
                  <a:pt x="5136" y="737"/>
                </a:lnTo>
                <a:lnTo>
                  <a:pt x="5481" y="880"/>
                </a:lnTo>
                <a:lnTo>
                  <a:pt x="5790" y="1094"/>
                </a:lnTo>
                <a:lnTo>
                  <a:pt x="6063" y="1355"/>
                </a:lnTo>
                <a:lnTo>
                  <a:pt x="6265" y="1664"/>
                </a:lnTo>
                <a:lnTo>
                  <a:pt x="6420" y="2021"/>
                </a:lnTo>
                <a:lnTo>
                  <a:pt x="6491" y="2401"/>
                </a:lnTo>
                <a:lnTo>
                  <a:pt x="6503" y="2603"/>
                </a:lnTo>
                <a:lnTo>
                  <a:pt x="6491" y="2793"/>
                </a:lnTo>
                <a:lnTo>
                  <a:pt x="6420" y="3174"/>
                </a:lnTo>
                <a:lnTo>
                  <a:pt x="6265" y="3530"/>
                </a:lnTo>
                <a:lnTo>
                  <a:pt x="6063" y="3839"/>
                </a:lnTo>
                <a:lnTo>
                  <a:pt x="5790" y="4101"/>
                </a:lnTo>
                <a:lnTo>
                  <a:pt x="5481" y="4315"/>
                </a:lnTo>
                <a:lnTo>
                  <a:pt x="5136" y="4458"/>
                </a:lnTo>
                <a:lnTo>
                  <a:pt x="4756" y="4541"/>
                </a:lnTo>
                <a:lnTo>
                  <a:pt x="4553" y="4553"/>
                </a:lnTo>
                <a:lnTo>
                  <a:pt x="4351" y="4541"/>
                </a:lnTo>
                <a:lnTo>
                  <a:pt x="3971" y="4458"/>
                </a:lnTo>
                <a:lnTo>
                  <a:pt x="3626" y="4315"/>
                </a:lnTo>
                <a:lnTo>
                  <a:pt x="3317" y="4101"/>
                </a:lnTo>
                <a:lnTo>
                  <a:pt x="3044" y="3839"/>
                </a:lnTo>
                <a:lnTo>
                  <a:pt x="2842" y="3530"/>
                </a:lnTo>
                <a:lnTo>
                  <a:pt x="2687" y="3174"/>
                </a:lnTo>
                <a:lnTo>
                  <a:pt x="2616" y="2793"/>
                </a:lnTo>
                <a:lnTo>
                  <a:pt x="2604" y="2603"/>
                </a:lnTo>
                <a:lnTo>
                  <a:pt x="2616" y="2401"/>
                </a:lnTo>
                <a:lnTo>
                  <a:pt x="2687" y="2021"/>
                </a:lnTo>
                <a:lnTo>
                  <a:pt x="2842" y="1664"/>
                </a:lnTo>
                <a:lnTo>
                  <a:pt x="3044" y="1355"/>
                </a:lnTo>
                <a:lnTo>
                  <a:pt x="3317" y="1094"/>
                </a:lnTo>
                <a:lnTo>
                  <a:pt x="3626" y="880"/>
                </a:lnTo>
                <a:lnTo>
                  <a:pt x="3971" y="737"/>
                </a:lnTo>
                <a:lnTo>
                  <a:pt x="4351" y="654"/>
                </a:lnTo>
                <a:close/>
                <a:moveTo>
                  <a:pt x="4553" y="0"/>
                </a:moveTo>
                <a:lnTo>
                  <a:pt x="4292" y="12"/>
                </a:lnTo>
                <a:lnTo>
                  <a:pt x="3781" y="107"/>
                </a:lnTo>
                <a:lnTo>
                  <a:pt x="3317" y="309"/>
                </a:lnTo>
                <a:lnTo>
                  <a:pt x="2901" y="594"/>
                </a:lnTo>
                <a:lnTo>
                  <a:pt x="2545" y="939"/>
                </a:lnTo>
                <a:lnTo>
                  <a:pt x="2259" y="1355"/>
                </a:lnTo>
                <a:lnTo>
                  <a:pt x="2069" y="1819"/>
                </a:lnTo>
                <a:lnTo>
                  <a:pt x="1962" y="2330"/>
                </a:lnTo>
                <a:lnTo>
                  <a:pt x="1950" y="2603"/>
                </a:lnTo>
                <a:lnTo>
                  <a:pt x="1962" y="2865"/>
                </a:lnTo>
                <a:lnTo>
                  <a:pt x="2069" y="3376"/>
                </a:lnTo>
                <a:lnTo>
                  <a:pt x="2259" y="3839"/>
                </a:lnTo>
                <a:lnTo>
                  <a:pt x="2545" y="4256"/>
                </a:lnTo>
                <a:lnTo>
                  <a:pt x="2901" y="4612"/>
                </a:lnTo>
                <a:lnTo>
                  <a:pt x="3317" y="4886"/>
                </a:lnTo>
                <a:lnTo>
                  <a:pt x="3781" y="5088"/>
                </a:lnTo>
                <a:lnTo>
                  <a:pt x="4292" y="5195"/>
                </a:lnTo>
                <a:lnTo>
                  <a:pt x="4815" y="5195"/>
                </a:lnTo>
                <a:lnTo>
                  <a:pt x="5326" y="5088"/>
                </a:lnTo>
                <a:lnTo>
                  <a:pt x="5790" y="4886"/>
                </a:lnTo>
                <a:lnTo>
                  <a:pt x="6206" y="4612"/>
                </a:lnTo>
                <a:lnTo>
                  <a:pt x="6562" y="4256"/>
                </a:lnTo>
                <a:lnTo>
                  <a:pt x="6848" y="3839"/>
                </a:lnTo>
                <a:lnTo>
                  <a:pt x="7038" y="3376"/>
                </a:lnTo>
                <a:lnTo>
                  <a:pt x="7145" y="2865"/>
                </a:lnTo>
                <a:lnTo>
                  <a:pt x="7157" y="2603"/>
                </a:lnTo>
                <a:lnTo>
                  <a:pt x="7145" y="2330"/>
                </a:lnTo>
                <a:lnTo>
                  <a:pt x="7038" y="1819"/>
                </a:lnTo>
                <a:lnTo>
                  <a:pt x="6848" y="1355"/>
                </a:lnTo>
                <a:lnTo>
                  <a:pt x="6562" y="939"/>
                </a:lnTo>
                <a:lnTo>
                  <a:pt x="6206" y="594"/>
                </a:lnTo>
                <a:lnTo>
                  <a:pt x="5790" y="309"/>
                </a:lnTo>
                <a:lnTo>
                  <a:pt x="5326" y="107"/>
                </a:lnTo>
                <a:lnTo>
                  <a:pt x="4815" y="12"/>
                </a:lnTo>
                <a:lnTo>
                  <a:pt x="4553" y="0"/>
                </a:lnTo>
                <a:close/>
                <a:moveTo>
                  <a:pt x="12232" y="2936"/>
                </a:moveTo>
                <a:lnTo>
                  <a:pt x="12125" y="3019"/>
                </a:lnTo>
                <a:lnTo>
                  <a:pt x="11056" y="4089"/>
                </a:lnTo>
                <a:lnTo>
                  <a:pt x="9986" y="3019"/>
                </a:lnTo>
                <a:lnTo>
                  <a:pt x="9879" y="2948"/>
                </a:lnTo>
                <a:lnTo>
                  <a:pt x="9629" y="2948"/>
                </a:lnTo>
                <a:lnTo>
                  <a:pt x="9522" y="3019"/>
                </a:lnTo>
                <a:lnTo>
                  <a:pt x="9451" y="3126"/>
                </a:lnTo>
                <a:lnTo>
                  <a:pt x="9451" y="3376"/>
                </a:lnTo>
                <a:lnTo>
                  <a:pt x="9522" y="3483"/>
                </a:lnTo>
                <a:lnTo>
                  <a:pt x="10592" y="4553"/>
                </a:lnTo>
                <a:lnTo>
                  <a:pt x="9522" y="5623"/>
                </a:lnTo>
                <a:lnTo>
                  <a:pt x="9451" y="5729"/>
                </a:lnTo>
                <a:lnTo>
                  <a:pt x="9451" y="5979"/>
                </a:lnTo>
                <a:lnTo>
                  <a:pt x="9522" y="6086"/>
                </a:lnTo>
                <a:lnTo>
                  <a:pt x="9629" y="6157"/>
                </a:lnTo>
                <a:lnTo>
                  <a:pt x="9879" y="6157"/>
                </a:lnTo>
                <a:lnTo>
                  <a:pt x="9986" y="6086"/>
                </a:lnTo>
                <a:lnTo>
                  <a:pt x="11056" y="5004"/>
                </a:lnTo>
                <a:lnTo>
                  <a:pt x="12125" y="6074"/>
                </a:lnTo>
                <a:lnTo>
                  <a:pt x="12232" y="6157"/>
                </a:lnTo>
                <a:lnTo>
                  <a:pt x="12482" y="6157"/>
                </a:lnTo>
                <a:lnTo>
                  <a:pt x="12589" y="6074"/>
                </a:lnTo>
                <a:lnTo>
                  <a:pt x="12660" y="5979"/>
                </a:lnTo>
                <a:lnTo>
                  <a:pt x="12660" y="5729"/>
                </a:lnTo>
                <a:lnTo>
                  <a:pt x="12589" y="5623"/>
                </a:lnTo>
                <a:lnTo>
                  <a:pt x="11519" y="4553"/>
                </a:lnTo>
                <a:lnTo>
                  <a:pt x="12589" y="3483"/>
                </a:lnTo>
                <a:lnTo>
                  <a:pt x="12660" y="3376"/>
                </a:lnTo>
                <a:lnTo>
                  <a:pt x="12660" y="3126"/>
                </a:lnTo>
                <a:lnTo>
                  <a:pt x="12589" y="3019"/>
                </a:lnTo>
                <a:lnTo>
                  <a:pt x="12482" y="2936"/>
                </a:lnTo>
                <a:close/>
                <a:moveTo>
                  <a:pt x="5588" y="6823"/>
                </a:moveTo>
                <a:lnTo>
                  <a:pt x="5873" y="6835"/>
                </a:lnTo>
                <a:lnTo>
                  <a:pt x="6443" y="6954"/>
                </a:lnTo>
                <a:lnTo>
                  <a:pt x="6955" y="7168"/>
                </a:lnTo>
                <a:lnTo>
                  <a:pt x="7406" y="7477"/>
                </a:lnTo>
                <a:lnTo>
                  <a:pt x="7799" y="7869"/>
                </a:lnTo>
                <a:lnTo>
                  <a:pt x="8108" y="8321"/>
                </a:lnTo>
                <a:lnTo>
                  <a:pt x="8333" y="8844"/>
                </a:lnTo>
                <a:lnTo>
                  <a:pt x="8440" y="9403"/>
                </a:lnTo>
                <a:lnTo>
                  <a:pt x="8452" y="9700"/>
                </a:lnTo>
                <a:lnTo>
                  <a:pt x="8440" y="9735"/>
                </a:lnTo>
                <a:lnTo>
                  <a:pt x="8405" y="9747"/>
                </a:lnTo>
                <a:lnTo>
                  <a:pt x="702" y="9747"/>
                </a:lnTo>
                <a:lnTo>
                  <a:pt x="666" y="9735"/>
                </a:lnTo>
                <a:lnTo>
                  <a:pt x="655" y="9700"/>
                </a:lnTo>
                <a:lnTo>
                  <a:pt x="666" y="9403"/>
                </a:lnTo>
                <a:lnTo>
                  <a:pt x="773" y="8844"/>
                </a:lnTo>
                <a:lnTo>
                  <a:pt x="999" y="8321"/>
                </a:lnTo>
                <a:lnTo>
                  <a:pt x="1308" y="7869"/>
                </a:lnTo>
                <a:lnTo>
                  <a:pt x="1701" y="7477"/>
                </a:lnTo>
                <a:lnTo>
                  <a:pt x="2152" y="7168"/>
                </a:lnTo>
                <a:lnTo>
                  <a:pt x="2663" y="6954"/>
                </a:lnTo>
                <a:lnTo>
                  <a:pt x="3234" y="6835"/>
                </a:lnTo>
                <a:lnTo>
                  <a:pt x="3519" y="6823"/>
                </a:lnTo>
                <a:close/>
                <a:moveTo>
                  <a:pt x="3519" y="6181"/>
                </a:moveTo>
                <a:lnTo>
                  <a:pt x="3163" y="6193"/>
                </a:lnTo>
                <a:lnTo>
                  <a:pt x="2473" y="6324"/>
                </a:lnTo>
                <a:lnTo>
                  <a:pt x="1843" y="6597"/>
                </a:lnTo>
                <a:lnTo>
                  <a:pt x="1285" y="6978"/>
                </a:lnTo>
                <a:lnTo>
                  <a:pt x="797" y="7453"/>
                </a:lnTo>
                <a:lnTo>
                  <a:pt x="417" y="8012"/>
                </a:lnTo>
                <a:lnTo>
                  <a:pt x="155" y="8642"/>
                </a:lnTo>
                <a:lnTo>
                  <a:pt x="13" y="9331"/>
                </a:lnTo>
                <a:lnTo>
                  <a:pt x="1" y="9700"/>
                </a:lnTo>
                <a:lnTo>
                  <a:pt x="13" y="9842"/>
                </a:lnTo>
                <a:lnTo>
                  <a:pt x="120" y="10092"/>
                </a:lnTo>
                <a:lnTo>
                  <a:pt x="310" y="10282"/>
                </a:lnTo>
                <a:lnTo>
                  <a:pt x="559" y="10389"/>
                </a:lnTo>
                <a:lnTo>
                  <a:pt x="702" y="10401"/>
                </a:lnTo>
                <a:lnTo>
                  <a:pt x="8405" y="10401"/>
                </a:lnTo>
                <a:lnTo>
                  <a:pt x="8547" y="10389"/>
                </a:lnTo>
                <a:lnTo>
                  <a:pt x="8797" y="10282"/>
                </a:lnTo>
                <a:lnTo>
                  <a:pt x="8987" y="10092"/>
                </a:lnTo>
                <a:lnTo>
                  <a:pt x="9094" y="9842"/>
                </a:lnTo>
                <a:lnTo>
                  <a:pt x="9106" y="9700"/>
                </a:lnTo>
                <a:lnTo>
                  <a:pt x="9094" y="9331"/>
                </a:lnTo>
                <a:lnTo>
                  <a:pt x="8952" y="8642"/>
                </a:lnTo>
                <a:lnTo>
                  <a:pt x="8678" y="8012"/>
                </a:lnTo>
                <a:lnTo>
                  <a:pt x="8298" y="7453"/>
                </a:lnTo>
                <a:lnTo>
                  <a:pt x="7822" y="6978"/>
                </a:lnTo>
                <a:lnTo>
                  <a:pt x="7264" y="6597"/>
                </a:lnTo>
                <a:lnTo>
                  <a:pt x="6634" y="6324"/>
                </a:lnTo>
                <a:lnTo>
                  <a:pt x="5944" y="6193"/>
                </a:lnTo>
                <a:lnTo>
                  <a:pt x="5588"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3" name="Google Shape;3103;p174"/>
          <p:cNvSpPr/>
          <p:nvPr/>
        </p:nvSpPr>
        <p:spPr>
          <a:xfrm>
            <a:off x="5327397" y="8575145"/>
            <a:ext cx="706952" cy="565453"/>
          </a:xfrm>
          <a:custGeom>
            <a:rect b="b" l="l" r="r" t="t"/>
            <a:pathLst>
              <a:path extrusionOk="0" h="10402" w="13005">
                <a:moveTo>
                  <a:pt x="2603" y="654"/>
                </a:moveTo>
                <a:lnTo>
                  <a:pt x="2806" y="666"/>
                </a:lnTo>
                <a:lnTo>
                  <a:pt x="3150" y="808"/>
                </a:lnTo>
                <a:lnTo>
                  <a:pt x="3412" y="1070"/>
                </a:lnTo>
                <a:lnTo>
                  <a:pt x="3566" y="1426"/>
                </a:lnTo>
                <a:lnTo>
                  <a:pt x="3578" y="1629"/>
                </a:lnTo>
                <a:lnTo>
                  <a:pt x="3566" y="1819"/>
                </a:lnTo>
                <a:lnTo>
                  <a:pt x="3412" y="2175"/>
                </a:lnTo>
                <a:lnTo>
                  <a:pt x="3150" y="2437"/>
                </a:lnTo>
                <a:lnTo>
                  <a:pt x="2806" y="2579"/>
                </a:lnTo>
                <a:lnTo>
                  <a:pt x="2603" y="2603"/>
                </a:lnTo>
                <a:lnTo>
                  <a:pt x="2401" y="2579"/>
                </a:lnTo>
                <a:lnTo>
                  <a:pt x="2057" y="2437"/>
                </a:lnTo>
                <a:lnTo>
                  <a:pt x="1795" y="2175"/>
                </a:lnTo>
                <a:lnTo>
                  <a:pt x="1641" y="1819"/>
                </a:lnTo>
                <a:lnTo>
                  <a:pt x="1629" y="1629"/>
                </a:lnTo>
                <a:lnTo>
                  <a:pt x="1641" y="1426"/>
                </a:lnTo>
                <a:lnTo>
                  <a:pt x="1795" y="1070"/>
                </a:lnTo>
                <a:lnTo>
                  <a:pt x="2057" y="808"/>
                </a:lnTo>
                <a:lnTo>
                  <a:pt x="2401" y="666"/>
                </a:lnTo>
                <a:lnTo>
                  <a:pt x="2603" y="654"/>
                </a:lnTo>
                <a:close/>
                <a:moveTo>
                  <a:pt x="10401" y="654"/>
                </a:moveTo>
                <a:lnTo>
                  <a:pt x="10603" y="666"/>
                </a:lnTo>
                <a:lnTo>
                  <a:pt x="10948" y="808"/>
                </a:lnTo>
                <a:lnTo>
                  <a:pt x="11221" y="1082"/>
                </a:lnTo>
                <a:lnTo>
                  <a:pt x="11364" y="1426"/>
                </a:lnTo>
                <a:lnTo>
                  <a:pt x="11376" y="1629"/>
                </a:lnTo>
                <a:lnTo>
                  <a:pt x="11364" y="1819"/>
                </a:lnTo>
                <a:lnTo>
                  <a:pt x="11221" y="2175"/>
                </a:lnTo>
                <a:lnTo>
                  <a:pt x="10948" y="2437"/>
                </a:lnTo>
                <a:lnTo>
                  <a:pt x="10603" y="2591"/>
                </a:lnTo>
                <a:lnTo>
                  <a:pt x="10401" y="2603"/>
                </a:lnTo>
                <a:lnTo>
                  <a:pt x="10211" y="2591"/>
                </a:lnTo>
                <a:lnTo>
                  <a:pt x="9855" y="2437"/>
                </a:lnTo>
                <a:lnTo>
                  <a:pt x="9593" y="2175"/>
                </a:lnTo>
                <a:lnTo>
                  <a:pt x="9438" y="1819"/>
                </a:lnTo>
                <a:lnTo>
                  <a:pt x="9427" y="1629"/>
                </a:lnTo>
                <a:lnTo>
                  <a:pt x="9438" y="1426"/>
                </a:lnTo>
                <a:lnTo>
                  <a:pt x="9593" y="1082"/>
                </a:lnTo>
                <a:lnTo>
                  <a:pt x="9855" y="808"/>
                </a:lnTo>
                <a:lnTo>
                  <a:pt x="10211" y="666"/>
                </a:lnTo>
                <a:lnTo>
                  <a:pt x="10401" y="654"/>
                </a:lnTo>
                <a:close/>
                <a:moveTo>
                  <a:pt x="2437" y="0"/>
                </a:moveTo>
                <a:lnTo>
                  <a:pt x="2116" y="71"/>
                </a:lnTo>
                <a:lnTo>
                  <a:pt x="1831" y="190"/>
                </a:lnTo>
                <a:lnTo>
                  <a:pt x="1569" y="368"/>
                </a:lnTo>
                <a:lnTo>
                  <a:pt x="1343" y="594"/>
                </a:lnTo>
                <a:lnTo>
                  <a:pt x="1177" y="844"/>
                </a:lnTo>
                <a:lnTo>
                  <a:pt x="1046" y="1141"/>
                </a:lnTo>
                <a:lnTo>
                  <a:pt x="987" y="1462"/>
                </a:lnTo>
                <a:lnTo>
                  <a:pt x="975" y="1629"/>
                </a:lnTo>
                <a:lnTo>
                  <a:pt x="987" y="1795"/>
                </a:lnTo>
                <a:lnTo>
                  <a:pt x="1046" y="2104"/>
                </a:lnTo>
                <a:lnTo>
                  <a:pt x="1177" y="2401"/>
                </a:lnTo>
                <a:lnTo>
                  <a:pt x="1343" y="2663"/>
                </a:lnTo>
                <a:lnTo>
                  <a:pt x="1569" y="2877"/>
                </a:lnTo>
                <a:lnTo>
                  <a:pt x="1831" y="3055"/>
                </a:lnTo>
                <a:lnTo>
                  <a:pt x="2116" y="3174"/>
                </a:lnTo>
                <a:lnTo>
                  <a:pt x="2437" y="3245"/>
                </a:lnTo>
                <a:lnTo>
                  <a:pt x="2770" y="3245"/>
                </a:lnTo>
                <a:lnTo>
                  <a:pt x="3091" y="3174"/>
                </a:lnTo>
                <a:lnTo>
                  <a:pt x="3376" y="3055"/>
                </a:lnTo>
                <a:lnTo>
                  <a:pt x="3638" y="2877"/>
                </a:lnTo>
                <a:lnTo>
                  <a:pt x="3863" y="2663"/>
                </a:lnTo>
                <a:lnTo>
                  <a:pt x="4030" y="2401"/>
                </a:lnTo>
                <a:lnTo>
                  <a:pt x="4161" y="2104"/>
                </a:lnTo>
                <a:lnTo>
                  <a:pt x="4220" y="1795"/>
                </a:lnTo>
                <a:lnTo>
                  <a:pt x="4232" y="1629"/>
                </a:lnTo>
                <a:lnTo>
                  <a:pt x="4220" y="1462"/>
                </a:lnTo>
                <a:lnTo>
                  <a:pt x="4161" y="1141"/>
                </a:lnTo>
                <a:lnTo>
                  <a:pt x="4030" y="844"/>
                </a:lnTo>
                <a:lnTo>
                  <a:pt x="3863" y="594"/>
                </a:lnTo>
                <a:lnTo>
                  <a:pt x="3638" y="368"/>
                </a:lnTo>
                <a:lnTo>
                  <a:pt x="3376" y="190"/>
                </a:lnTo>
                <a:lnTo>
                  <a:pt x="3091" y="71"/>
                </a:lnTo>
                <a:lnTo>
                  <a:pt x="2770" y="0"/>
                </a:lnTo>
                <a:close/>
                <a:moveTo>
                  <a:pt x="10235" y="0"/>
                </a:moveTo>
                <a:lnTo>
                  <a:pt x="9926" y="71"/>
                </a:lnTo>
                <a:lnTo>
                  <a:pt x="9629" y="190"/>
                </a:lnTo>
                <a:lnTo>
                  <a:pt x="9367" y="368"/>
                </a:lnTo>
                <a:lnTo>
                  <a:pt x="9153" y="594"/>
                </a:lnTo>
                <a:lnTo>
                  <a:pt x="8975" y="844"/>
                </a:lnTo>
                <a:lnTo>
                  <a:pt x="8844" y="1141"/>
                </a:lnTo>
                <a:lnTo>
                  <a:pt x="8785" y="1462"/>
                </a:lnTo>
                <a:lnTo>
                  <a:pt x="8773" y="1629"/>
                </a:lnTo>
                <a:lnTo>
                  <a:pt x="8785" y="1795"/>
                </a:lnTo>
                <a:lnTo>
                  <a:pt x="8844" y="2104"/>
                </a:lnTo>
                <a:lnTo>
                  <a:pt x="8975" y="2401"/>
                </a:lnTo>
                <a:lnTo>
                  <a:pt x="9153" y="2663"/>
                </a:lnTo>
                <a:lnTo>
                  <a:pt x="9367" y="2877"/>
                </a:lnTo>
                <a:lnTo>
                  <a:pt x="9629" y="3055"/>
                </a:lnTo>
                <a:lnTo>
                  <a:pt x="9926" y="3186"/>
                </a:lnTo>
                <a:lnTo>
                  <a:pt x="10235" y="3245"/>
                </a:lnTo>
                <a:lnTo>
                  <a:pt x="10568" y="3245"/>
                </a:lnTo>
                <a:lnTo>
                  <a:pt x="10889" y="3186"/>
                </a:lnTo>
                <a:lnTo>
                  <a:pt x="11186" y="3055"/>
                </a:lnTo>
                <a:lnTo>
                  <a:pt x="11435" y="2877"/>
                </a:lnTo>
                <a:lnTo>
                  <a:pt x="11661" y="2663"/>
                </a:lnTo>
                <a:lnTo>
                  <a:pt x="11840" y="2401"/>
                </a:lnTo>
                <a:lnTo>
                  <a:pt x="11958" y="2104"/>
                </a:lnTo>
                <a:lnTo>
                  <a:pt x="12030" y="1795"/>
                </a:lnTo>
                <a:lnTo>
                  <a:pt x="12030" y="1629"/>
                </a:lnTo>
                <a:lnTo>
                  <a:pt x="12030" y="1462"/>
                </a:lnTo>
                <a:lnTo>
                  <a:pt x="11958" y="1141"/>
                </a:lnTo>
                <a:lnTo>
                  <a:pt x="11840" y="844"/>
                </a:lnTo>
                <a:lnTo>
                  <a:pt x="11661" y="594"/>
                </a:lnTo>
                <a:lnTo>
                  <a:pt x="11435" y="368"/>
                </a:lnTo>
                <a:lnTo>
                  <a:pt x="11186" y="190"/>
                </a:lnTo>
                <a:lnTo>
                  <a:pt x="10889" y="71"/>
                </a:lnTo>
                <a:lnTo>
                  <a:pt x="10568" y="0"/>
                </a:lnTo>
                <a:close/>
                <a:moveTo>
                  <a:pt x="6502" y="2924"/>
                </a:moveTo>
                <a:lnTo>
                  <a:pt x="6657" y="2936"/>
                </a:lnTo>
                <a:lnTo>
                  <a:pt x="6942" y="2984"/>
                </a:lnTo>
                <a:lnTo>
                  <a:pt x="7323" y="3174"/>
                </a:lnTo>
                <a:lnTo>
                  <a:pt x="7715" y="3566"/>
                </a:lnTo>
                <a:lnTo>
                  <a:pt x="7905" y="3958"/>
                </a:lnTo>
                <a:lnTo>
                  <a:pt x="7953" y="4244"/>
                </a:lnTo>
                <a:lnTo>
                  <a:pt x="7964" y="4386"/>
                </a:lnTo>
                <a:lnTo>
                  <a:pt x="7953" y="4541"/>
                </a:lnTo>
                <a:lnTo>
                  <a:pt x="7905" y="4826"/>
                </a:lnTo>
                <a:lnTo>
                  <a:pt x="7715" y="5206"/>
                </a:lnTo>
                <a:lnTo>
                  <a:pt x="7323" y="5611"/>
                </a:lnTo>
                <a:lnTo>
                  <a:pt x="6930" y="5789"/>
                </a:lnTo>
                <a:lnTo>
                  <a:pt x="6645" y="5848"/>
                </a:lnTo>
                <a:lnTo>
                  <a:pt x="6348" y="5848"/>
                </a:lnTo>
                <a:lnTo>
                  <a:pt x="6063" y="5789"/>
                </a:lnTo>
                <a:lnTo>
                  <a:pt x="5682" y="5611"/>
                </a:lnTo>
                <a:lnTo>
                  <a:pt x="5278" y="5206"/>
                </a:lnTo>
                <a:lnTo>
                  <a:pt x="5100" y="4826"/>
                </a:lnTo>
                <a:lnTo>
                  <a:pt x="5040" y="4541"/>
                </a:lnTo>
                <a:lnTo>
                  <a:pt x="5040" y="4386"/>
                </a:lnTo>
                <a:lnTo>
                  <a:pt x="5040" y="4244"/>
                </a:lnTo>
                <a:lnTo>
                  <a:pt x="5100" y="3958"/>
                </a:lnTo>
                <a:lnTo>
                  <a:pt x="5278" y="3566"/>
                </a:lnTo>
                <a:lnTo>
                  <a:pt x="5682" y="3174"/>
                </a:lnTo>
                <a:lnTo>
                  <a:pt x="6063" y="2984"/>
                </a:lnTo>
                <a:lnTo>
                  <a:pt x="6348" y="2936"/>
                </a:lnTo>
                <a:lnTo>
                  <a:pt x="6502" y="2924"/>
                </a:lnTo>
                <a:close/>
                <a:moveTo>
                  <a:pt x="1439" y="3899"/>
                </a:moveTo>
                <a:lnTo>
                  <a:pt x="1129" y="3970"/>
                </a:lnTo>
                <a:lnTo>
                  <a:pt x="844" y="4101"/>
                </a:lnTo>
                <a:lnTo>
                  <a:pt x="583" y="4279"/>
                </a:lnTo>
                <a:lnTo>
                  <a:pt x="369" y="4505"/>
                </a:lnTo>
                <a:lnTo>
                  <a:pt x="190" y="4779"/>
                </a:lnTo>
                <a:lnTo>
                  <a:pt x="72" y="5076"/>
                </a:lnTo>
                <a:lnTo>
                  <a:pt x="0" y="5409"/>
                </a:lnTo>
                <a:lnTo>
                  <a:pt x="0" y="5575"/>
                </a:lnTo>
                <a:lnTo>
                  <a:pt x="0" y="5848"/>
                </a:lnTo>
                <a:lnTo>
                  <a:pt x="24" y="5979"/>
                </a:lnTo>
                <a:lnTo>
                  <a:pt x="190" y="6157"/>
                </a:lnTo>
                <a:lnTo>
                  <a:pt x="321" y="6181"/>
                </a:lnTo>
                <a:lnTo>
                  <a:pt x="452" y="6157"/>
                </a:lnTo>
                <a:lnTo>
                  <a:pt x="630" y="5979"/>
                </a:lnTo>
                <a:lnTo>
                  <a:pt x="654" y="5848"/>
                </a:lnTo>
                <a:lnTo>
                  <a:pt x="654" y="5575"/>
                </a:lnTo>
                <a:lnTo>
                  <a:pt x="666" y="5373"/>
                </a:lnTo>
                <a:lnTo>
                  <a:pt x="809" y="5004"/>
                </a:lnTo>
                <a:lnTo>
                  <a:pt x="1070" y="4719"/>
                </a:lnTo>
                <a:lnTo>
                  <a:pt x="1415" y="4565"/>
                </a:lnTo>
                <a:lnTo>
                  <a:pt x="1605" y="4553"/>
                </a:lnTo>
                <a:lnTo>
                  <a:pt x="2924" y="4553"/>
                </a:lnTo>
                <a:lnTo>
                  <a:pt x="3126" y="4565"/>
                </a:lnTo>
                <a:lnTo>
                  <a:pt x="3305" y="4636"/>
                </a:lnTo>
                <a:lnTo>
                  <a:pt x="3436" y="4672"/>
                </a:lnTo>
                <a:lnTo>
                  <a:pt x="3673" y="4588"/>
                </a:lnTo>
                <a:lnTo>
                  <a:pt x="3745" y="4481"/>
                </a:lnTo>
                <a:lnTo>
                  <a:pt x="3780" y="4351"/>
                </a:lnTo>
                <a:lnTo>
                  <a:pt x="3697" y="4125"/>
                </a:lnTo>
                <a:lnTo>
                  <a:pt x="3590" y="4053"/>
                </a:lnTo>
                <a:lnTo>
                  <a:pt x="3424" y="3982"/>
                </a:lnTo>
                <a:lnTo>
                  <a:pt x="3091" y="3911"/>
                </a:lnTo>
                <a:lnTo>
                  <a:pt x="2924" y="3899"/>
                </a:lnTo>
                <a:close/>
                <a:moveTo>
                  <a:pt x="10080" y="3899"/>
                </a:moveTo>
                <a:lnTo>
                  <a:pt x="9914" y="3911"/>
                </a:lnTo>
                <a:lnTo>
                  <a:pt x="9581" y="3982"/>
                </a:lnTo>
                <a:lnTo>
                  <a:pt x="9415" y="4053"/>
                </a:lnTo>
                <a:lnTo>
                  <a:pt x="9308" y="4125"/>
                </a:lnTo>
                <a:lnTo>
                  <a:pt x="9224" y="4362"/>
                </a:lnTo>
                <a:lnTo>
                  <a:pt x="9260" y="4481"/>
                </a:lnTo>
                <a:lnTo>
                  <a:pt x="9331" y="4588"/>
                </a:lnTo>
                <a:lnTo>
                  <a:pt x="9569" y="4683"/>
                </a:lnTo>
                <a:lnTo>
                  <a:pt x="9700" y="4636"/>
                </a:lnTo>
                <a:lnTo>
                  <a:pt x="9878" y="4565"/>
                </a:lnTo>
                <a:lnTo>
                  <a:pt x="10080" y="4553"/>
                </a:lnTo>
                <a:lnTo>
                  <a:pt x="11400" y="4553"/>
                </a:lnTo>
                <a:lnTo>
                  <a:pt x="11590" y="4565"/>
                </a:lnTo>
                <a:lnTo>
                  <a:pt x="11935" y="4719"/>
                </a:lnTo>
                <a:lnTo>
                  <a:pt x="12196" y="5004"/>
                </a:lnTo>
                <a:lnTo>
                  <a:pt x="12339" y="5373"/>
                </a:lnTo>
                <a:lnTo>
                  <a:pt x="12351" y="5575"/>
                </a:lnTo>
                <a:lnTo>
                  <a:pt x="12351" y="5848"/>
                </a:lnTo>
                <a:lnTo>
                  <a:pt x="12375" y="5979"/>
                </a:lnTo>
                <a:lnTo>
                  <a:pt x="12553" y="6157"/>
                </a:lnTo>
                <a:lnTo>
                  <a:pt x="12684" y="6181"/>
                </a:lnTo>
                <a:lnTo>
                  <a:pt x="12814" y="6157"/>
                </a:lnTo>
                <a:lnTo>
                  <a:pt x="12981" y="5979"/>
                </a:lnTo>
                <a:lnTo>
                  <a:pt x="13005" y="5848"/>
                </a:lnTo>
                <a:lnTo>
                  <a:pt x="13005" y="5575"/>
                </a:lnTo>
                <a:lnTo>
                  <a:pt x="13005" y="5409"/>
                </a:lnTo>
                <a:lnTo>
                  <a:pt x="12933" y="5076"/>
                </a:lnTo>
                <a:lnTo>
                  <a:pt x="12814" y="4779"/>
                </a:lnTo>
                <a:lnTo>
                  <a:pt x="12636" y="4505"/>
                </a:lnTo>
                <a:lnTo>
                  <a:pt x="12422" y="4279"/>
                </a:lnTo>
                <a:lnTo>
                  <a:pt x="12161" y="4101"/>
                </a:lnTo>
                <a:lnTo>
                  <a:pt x="11875" y="3970"/>
                </a:lnTo>
                <a:lnTo>
                  <a:pt x="11566" y="3911"/>
                </a:lnTo>
                <a:lnTo>
                  <a:pt x="11400" y="3899"/>
                </a:lnTo>
                <a:close/>
                <a:moveTo>
                  <a:pt x="6502" y="2270"/>
                </a:moveTo>
                <a:lnTo>
                  <a:pt x="6288" y="2282"/>
                </a:lnTo>
                <a:lnTo>
                  <a:pt x="5872" y="2365"/>
                </a:lnTo>
                <a:lnTo>
                  <a:pt x="5492" y="2532"/>
                </a:lnTo>
                <a:lnTo>
                  <a:pt x="5159" y="2758"/>
                </a:lnTo>
                <a:lnTo>
                  <a:pt x="4886" y="3043"/>
                </a:lnTo>
                <a:lnTo>
                  <a:pt x="4660" y="3376"/>
                </a:lnTo>
                <a:lnTo>
                  <a:pt x="4493" y="3756"/>
                </a:lnTo>
                <a:lnTo>
                  <a:pt x="4410" y="4172"/>
                </a:lnTo>
                <a:lnTo>
                  <a:pt x="4410" y="4386"/>
                </a:lnTo>
                <a:lnTo>
                  <a:pt x="4410" y="4600"/>
                </a:lnTo>
                <a:lnTo>
                  <a:pt x="4493" y="5016"/>
                </a:lnTo>
                <a:lnTo>
                  <a:pt x="4648" y="5397"/>
                </a:lnTo>
                <a:lnTo>
                  <a:pt x="4874" y="5729"/>
                </a:lnTo>
                <a:lnTo>
                  <a:pt x="5159" y="6015"/>
                </a:lnTo>
                <a:lnTo>
                  <a:pt x="5492" y="6253"/>
                </a:lnTo>
                <a:lnTo>
                  <a:pt x="5872" y="6407"/>
                </a:lnTo>
                <a:lnTo>
                  <a:pt x="6288" y="6490"/>
                </a:lnTo>
                <a:lnTo>
                  <a:pt x="6502" y="6502"/>
                </a:lnTo>
                <a:lnTo>
                  <a:pt x="6716" y="6490"/>
                </a:lnTo>
                <a:lnTo>
                  <a:pt x="7132" y="6407"/>
                </a:lnTo>
                <a:lnTo>
                  <a:pt x="7513" y="6253"/>
                </a:lnTo>
                <a:lnTo>
                  <a:pt x="7846" y="6015"/>
                </a:lnTo>
                <a:lnTo>
                  <a:pt x="8119" y="5729"/>
                </a:lnTo>
                <a:lnTo>
                  <a:pt x="8345" y="5397"/>
                </a:lnTo>
                <a:lnTo>
                  <a:pt x="8511" y="5016"/>
                </a:lnTo>
                <a:lnTo>
                  <a:pt x="8594" y="4600"/>
                </a:lnTo>
                <a:lnTo>
                  <a:pt x="8594" y="4386"/>
                </a:lnTo>
                <a:lnTo>
                  <a:pt x="8594" y="4172"/>
                </a:lnTo>
                <a:lnTo>
                  <a:pt x="8511" y="3756"/>
                </a:lnTo>
                <a:lnTo>
                  <a:pt x="8345" y="3376"/>
                </a:lnTo>
                <a:lnTo>
                  <a:pt x="8119" y="3043"/>
                </a:lnTo>
                <a:lnTo>
                  <a:pt x="7846" y="2758"/>
                </a:lnTo>
                <a:lnTo>
                  <a:pt x="7513" y="2532"/>
                </a:lnTo>
                <a:lnTo>
                  <a:pt x="7132" y="2365"/>
                </a:lnTo>
                <a:lnTo>
                  <a:pt x="6716" y="2282"/>
                </a:lnTo>
                <a:lnTo>
                  <a:pt x="6502" y="2270"/>
                </a:lnTo>
                <a:close/>
                <a:moveTo>
                  <a:pt x="7513" y="7798"/>
                </a:moveTo>
                <a:lnTo>
                  <a:pt x="7739" y="7810"/>
                </a:lnTo>
                <a:lnTo>
                  <a:pt x="8167" y="7881"/>
                </a:lnTo>
                <a:lnTo>
                  <a:pt x="8559" y="8036"/>
                </a:lnTo>
                <a:lnTo>
                  <a:pt x="8904" y="8238"/>
                </a:lnTo>
                <a:lnTo>
                  <a:pt x="9201" y="8499"/>
                </a:lnTo>
                <a:lnTo>
                  <a:pt x="9438" y="8820"/>
                </a:lnTo>
                <a:lnTo>
                  <a:pt x="9617" y="9165"/>
                </a:lnTo>
                <a:lnTo>
                  <a:pt x="9724" y="9545"/>
                </a:lnTo>
                <a:lnTo>
                  <a:pt x="9736" y="9747"/>
                </a:lnTo>
                <a:lnTo>
                  <a:pt x="3257" y="9747"/>
                </a:lnTo>
                <a:lnTo>
                  <a:pt x="3281" y="9545"/>
                </a:lnTo>
                <a:lnTo>
                  <a:pt x="3376" y="9165"/>
                </a:lnTo>
                <a:lnTo>
                  <a:pt x="3554" y="8820"/>
                </a:lnTo>
                <a:lnTo>
                  <a:pt x="3804" y="8499"/>
                </a:lnTo>
                <a:lnTo>
                  <a:pt x="4101" y="8238"/>
                </a:lnTo>
                <a:lnTo>
                  <a:pt x="4446" y="8036"/>
                </a:lnTo>
                <a:lnTo>
                  <a:pt x="4838" y="7881"/>
                </a:lnTo>
                <a:lnTo>
                  <a:pt x="5254" y="7810"/>
                </a:lnTo>
                <a:lnTo>
                  <a:pt x="5480" y="7798"/>
                </a:lnTo>
                <a:close/>
                <a:moveTo>
                  <a:pt x="5492" y="7144"/>
                </a:moveTo>
                <a:lnTo>
                  <a:pt x="5195" y="7156"/>
                </a:lnTo>
                <a:lnTo>
                  <a:pt x="4636" y="7263"/>
                </a:lnTo>
                <a:lnTo>
                  <a:pt x="4113" y="7477"/>
                </a:lnTo>
                <a:lnTo>
                  <a:pt x="3650" y="7762"/>
                </a:lnTo>
                <a:lnTo>
                  <a:pt x="3257" y="8131"/>
                </a:lnTo>
                <a:lnTo>
                  <a:pt x="2948" y="8570"/>
                </a:lnTo>
                <a:lnTo>
                  <a:pt x="2734" y="9046"/>
                </a:lnTo>
                <a:lnTo>
                  <a:pt x="2615" y="9581"/>
                </a:lnTo>
                <a:lnTo>
                  <a:pt x="2603" y="9854"/>
                </a:lnTo>
                <a:lnTo>
                  <a:pt x="2615" y="9973"/>
                </a:lnTo>
                <a:lnTo>
                  <a:pt x="2699" y="10163"/>
                </a:lnTo>
                <a:lnTo>
                  <a:pt x="2853" y="10306"/>
                </a:lnTo>
                <a:lnTo>
                  <a:pt x="3067" y="10389"/>
                </a:lnTo>
                <a:lnTo>
                  <a:pt x="3186" y="10401"/>
                </a:lnTo>
                <a:lnTo>
                  <a:pt x="9831" y="10401"/>
                </a:lnTo>
                <a:lnTo>
                  <a:pt x="9950" y="10389"/>
                </a:lnTo>
                <a:lnTo>
                  <a:pt x="10152" y="10306"/>
                </a:lnTo>
                <a:lnTo>
                  <a:pt x="10306" y="10163"/>
                </a:lnTo>
                <a:lnTo>
                  <a:pt x="10401" y="9973"/>
                </a:lnTo>
                <a:lnTo>
                  <a:pt x="10401" y="9854"/>
                </a:lnTo>
                <a:lnTo>
                  <a:pt x="10401" y="9581"/>
                </a:lnTo>
                <a:lnTo>
                  <a:pt x="10282" y="9046"/>
                </a:lnTo>
                <a:lnTo>
                  <a:pt x="10057" y="8570"/>
                </a:lnTo>
                <a:lnTo>
                  <a:pt x="9748" y="8131"/>
                </a:lnTo>
                <a:lnTo>
                  <a:pt x="9355" y="7762"/>
                </a:lnTo>
                <a:lnTo>
                  <a:pt x="8892" y="7477"/>
                </a:lnTo>
                <a:lnTo>
                  <a:pt x="8381" y="7263"/>
                </a:lnTo>
                <a:lnTo>
                  <a:pt x="7810" y="7156"/>
                </a:lnTo>
                <a:lnTo>
                  <a:pt x="7513" y="7144"/>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4" name="Google Shape;3104;p174"/>
          <p:cNvSpPr/>
          <p:nvPr/>
        </p:nvSpPr>
        <p:spPr>
          <a:xfrm>
            <a:off x="6378038" y="8575145"/>
            <a:ext cx="702440" cy="565453"/>
          </a:xfrm>
          <a:custGeom>
            <a:rect b="b" l="l" r="r" t="t"/>
            <a:pathLst>
              <a:path extrusionOk="0" h="10402" w="12922">
                <a:moveTo>
                  <a:pt x="2604" y="654"/>
                </a:moveTo>
                <a:lnTo>
                  <a:pt x="2806" y="666"/>
                </a:lnTo>
                <a:lnTo>
                  <a:pt x="3150" y="808"/>
                </a:lnTo>
                <a:lnTo>
                  <a:pt x="3424" y="1070"/>
                </a:lnTo>
                <a:lnTo>
                  <a:pt x="3566" y="1426"/>
                </a:lnTo>
                <a:lnTo>
                  <a:pt x="3578" y="1629"/>
                </a:lnTo>
                <a:lnTo>
                  <a:pt x="3566" y="1819"/>
                </a:lnTo>
                <a:lnTo>
                  <a:pt x="3424" y="2175"/>
                </a:lnTo>
                <a:lnTo>
                  <a:pt x="3150" y="2437"/>
                </a:lnTo>
                <a:lnTo>
                  <a:pt x="2806" y="2579"/>
                </a:lnTo>
                <a:lnTo>
                  <a:pt x="2604" y="2603"/>
                </a:lnTo>
                <a:lnTo>
                  <a:pt x="2413" y="2579"/>
                </a:lnTo>
                <a:lnTo>
                  <a:pt x="2057" y="2437"/>
                </a:lnTo>
                <a:lnTo>
                  <a:pt x="1795" y="2175"/>
                </a:lnTo>
                <a:lnTo>
                  <a:pt x="1641" y="1819"/>
                </a:lnTo>
                <a:lnTo>
                  <a:pt x="1629" y="1629"/>
                </a:lnTo>
                <a:lnTo>
                  <a:pt x="1641" y="1426"/>
                </a:lnTo>
                <a:lnTo>
                  <a:pt x="1795" y="1070"/>
                </a:lnTo>
                <a:lnTo>
                  <a:pt x="2057" y="808"/>
                </a:lnTo>
                <a:lnTo>
                  <a:pt x="2413" y="666"/>
                </a:lnTo>
                <a:lnTo>
                  <a:pt x="2604" y="654"/>
                </a:lnTo>
                <a:close/>
                <a:moveTo>
                  <a:pt x="10401" y="654"/>
                </a:moveTo>
                <a:lnTo>
                  <a:pt x="10604" y="666"/>
                </a:lnTo>
                <a:lnTo>
                  <a:pt x="10960" y="808"/>
                </a:lnTo>
                <a:lnTo>
                  <a:pt x="11222" y="1082"/>
                </a:lnTo>
                <a:lnTo>
                  <a:pt x="11364" y="1426"/>
                </a:lnTo>
                <a:lnTo>
                  <a:pt x="11376" y="1629"/>
                </a:lnTo>
                <a:lnTo>
                  <a:pt x="11364" y="1819"/>
                </a:lnTo>
                <a:lnTo>
                  <a:pt x="11222" y="2175"/>
                </a:lnTo>
                <a:lnTo>
                  <a:pt x="10960" y="2437"/>
                </a:lnTo>
                <a:lnTo>
                  <a:pt x="10604" y="2591"/>
                </a:lnTo>
                <a:lnTo>
                  <a:pt x="10401" y="2603"/>
                </a:lnTo>
                <a:lnTo>
                  <a:pt x="10211" y="2591"/>
                </a:lnTo>
                <a:lnTo>
                  <a:pt x="9855" y="2437"/>
                </a:lnTo>
                <a:lnTo>
                  <a:pt x="9593" y="2175"/>
                </a:lnTo>
                <a:lnTo>
                  <a:pt x="9450" y="1819"/>
                </a:lnTo>
                <a:lnTo>
                  <a:pt x="9427" y="1629"/>
                </a:lnTo>
                <a:lnTo>
                  <a:pt x="9450" y="1426"/>
                </a:lnTo>
                <a:lnTo>
                  <a:pt x="9593" y="1082"/>
                </a:lnTo>
                <a:lnTo>
                  <a:pt x="9855" y="808"/>
                </a:lnTo>
                <a:lnTo>
                  <a:pt x="10211" y="666"/>
                </a:lnTo>
                <a:lnTo>
                  <a:pt x="10401" y="654"/>
                </a:lnTo>
                <a:close/>
                <a:moveTo>
                  <a:pt x="2437" y="0"/>
                </a:moveTo>
                <a:lnTo>
                  <a:pt x="2128" y="71"/>
                </a:lnTo>
                <a:lnTo>
                  <a:pt x="1831" y="190"/>
                </a:lnTo>
                <a:lnTo>
                  <a:pt x="1569" y="368"/>
                </a:lnTo>
                <a:lnTo>
                  <a:pt x="1355" y="594"/>
                </a:lnTo>
                <a:lnTo>
                  <a:pt x="1177" y="844"/>
                </a:lnTo>
                <a:lnTo>
                  <a:pt x="1046" y="1141"/>
                </a:lnTo>
                <a:lnTo>
                  <a:pt x="987" y="1462"/>
                </a:lnTo>
                <a:lnTo>
                  <a:pt x="987" y="1629"/>
                </a:lnTo>
                <a:lnTo>
                  <a:pt x="987" y="1795"/>
                </a:lnTo>
                <a:lnTo>
                  <a:pt x="1046" y="2104"/>
                </a:lnTo>
                <a:lnTo>
                  <a:pt x="1177" y="2401"/>
                </a:lnTo>
                <a:lnTo>
                  <a:pt x="1355" y="2663"/>
                </a:lnTo>
                <a:lnTo>
                  <a:pt x="1569" y="2877"/>
                </a:lnTo>
                <a:lnTo>
                  <a:pt x="1831" y="3055"/>
                </a:lnTo>
                <a:lnTo>
                  <a:pt x="2128" y="3174"/>
                </a:lnTo>
                <a:lnTo>
                  <a:pt x="2437" y="3245"/>
                </a:lnTo>
                <a:lnTo>
                  <a:pt x="2770" y="3245"/>
                </a:lnTo>
                <a:lnTo>
                  <a:pt x="3091" y="3174"/>
                </a:lnTo>
                <a:lnTo>
                  <a:pt x="3388" y="3055"/>
                </a:lnTo>
                <a:lnTo>
                  <a:pt x="3638" y="2877"/>
                </a:lnTo>
                <a:lnTo>
                  <a:pt x="3864" y="2663"/>
                </a:lnTo>
                <a:lnTo>
                  <a:pt x="4042" y="2401"/>
                </a:lnTo>
                <a:lnTo>
                  <a:pt x="4161" y="2104"/>
                </a:lnTo>
                <a:lnTo>
                  <a:pt x="4232" y="1795"/>
                </a:lnTo>
                <a:lnTo>
                  <a:pt x="4232" y="1629"/>
                </a:lnTo>
                <a:lnTo>
                  <a:pt x="4232" y="1462"/>
                </a:lnTo>
                <a:lnTo>
                  <a:pt x="4161" y="1141"/>
                </a:lnTo>
                <a:lnTo>
                  <a:pt x="4042" y="844"/>
                </a:lnTo>
                <a:lnTo>
                  <a:pt x="3864" y="594"/>
                </a:lnTo>
                <a:lnTo>
                  <a:pt x="3638" y="368"/>
                </a:lnTo>
                <a:lnTo>
                  <a:pt x="3388" y="190"/>
                </a:lnTo>
                <a:lnTo>
                  <a:pt x="3091" y="71"/>
                </a:lnTo>
                <a:lnTo>
                  <a:pt x="2770" y="0"/>
                </a:lnTo>
                <a:close/>
                <a:moveTo>
                  <a:pt x="10235" y="0"/>
                </a:moveTo>
                <a:lnTo>
                  <a:pt x="9926" y="71"/>
                </a:lnTo>
                <a:lnTo>
                  <a:pt x="9629" y="190"/>
                </a:lnTo>
                <a:lnTo>
                  <a:pt x="9367" y="368"/>
                </a:lnTo>
                <a:lnTo>
                  <a:pt x="9153" y="594"/>
                </a:lnTo>
                <a:lnTo>
                  <a:pt x="8975" y="844"/>
                </a:lnTo>
                <a:lnTo>
                  <a:pt x="8856" y="1141"/>
                </a:lnTo>
                <a:lnTo>
                  <a:pt x="8785" y="1462"/>
                </a:lnTo>
                <a:lnTo>
                  <a:pt x="8785" y="1629"/>
                </a:lnTo>
                <a:lnTo>
                  <a:pt x="8785" y="1795"/>
                </a:lnTo>
                <a:lnTo>
                  <a:pt x="8856" y="2104"/>
                </a:lnTo>
                <a:lnTo>
                  <a:pt x="8975" y="2401"/>
                </a:lnTo>
                <a:lnTo>
                  <a:pt x="9153" y="2663"/>
                </a:lnTo>
                <a:lnTo>
                  <a:pt x="9367" y="2877"/>
                </a:lnTo>
                <a:lnTo>
                  <a:pt x="9629" y="3055"/>
                </a:lnTo>
                <a:lnTo>
                  <a:pt x="9926" y="3186"/>
                </a:lnTo>
                <a:lnTo>
                  <a:pt x="10235" y="3245"/>
                </a:lnTo>
                <a:lnTo>
                  <a:pt x="10413" y="3257"/>
                </a:lnTo>
                <a:lnTo>
                  <a:pt x="10580" y="3245"/>
                </a:lnTo>
                <a:lnTo>
                  <a:pt x="10889" y="3186"/>
                </a:lnTo>
                <a:lnTo>
                  <a:pt x="11186" y="3055"/>
                </a:lnTo>
                <a:lnTo>
                  <a:pt x="11448" y="2877"/>
                </a:lnTo>
                <a:lnTo>
                  <a:pt x="11661" y="2663"/>
                </a:lnTo>
                <a:lnTo>
                  <a:pt x="11840" y="2401"/>
                </a:lnTo>
                <a:lnTo>
                  <a:pt x="11959" y="2104"/>
                </a:lnTo>
                <a:lnTo>
                  <a:pt x="12030" y="1795"/>
                </a:lnTo>
                <a:lnTo>
                  <a:pt x="12030" y="1629"/>
                </a:lnTo>
                <a:lnTo>
                  <a:pt x="12030" y="1462"/>
                </a:lnTo>
                <a:lnTo>
                  <a:pt x="11959" y="1141"/>
                </a:lnTo>
                <a:lnTo>
                  <a:pt x="11840" y="844"/>
                </a:lnTo>
                <a:lnTo>
                  <a:pt x="11661" y="594"/>
                </a:lnTo>
                <a:lnTo>
                  <a:pt x="11448" y="368"/>
                </a:lnTo>
                <a:lnTo>
                  <a:pt x="11186" y="190"/>
                </a:lnTo>
                <a:lnTo>
                  <a:pt x="10889" y="71"/>
                </a:lnTo>
                <a:lnTo>
                  <a:pt x="10580" y="0"/>
                </a:lnTo>
                <a:close/>
                <a:moveTo>
                  <a:pt x="10081" y="3899"/>
                </a:moveTo>
                <a:lnTo>
                  <a:pt x="9914" y="3911"/>
                </a:lnTo>
                <a:lnTo>
                  <a:pt x="9593" y="3982"/>
                </a:lnTo>
                <a:lnTo>
                  <a:pt x="9439" y="4042"/>
                </a:lnTo>
                <a:lnTo>
                  <a:pt x="9332" y="4113"/>
                </a:lnTo>
                <a:lnTo>
                  <a:pt x="9225" y="4339"/>
                </a:lnTo>
                <a:lnTo>
                  <a:pt x="9260" y="4458"/>
                </a:lnTo>
                <a:lnTo>
                  <a:pt x="9332" y="4576"/>
                </a:lnTo>
                <a:lnTo>
                  <a:pt x="9569" y="4683"/>
                </a:lnTo>
                <a:lnTo>
                  <a:pt x="9700" y="4636"/>
                </a:lnTo>
                <a:lnTo>
                  <a:pt x="9890" y="4565"/>
                </a:lnTo>
                <a:lnTo>
                  <a:pt x="10081" y="4553"/>
                </a:lnTo>
                <a:lnTo>
                  <a:pt x="11531" y="4553"/>
                </a:lnTo>
                <a:lnTo>
                  <a:pt x="11768" y="4624"/>
                </a:lnTo>
                <a:lnTo>
                  <a:pt x="11971" y="4755"/>
                </a:lnTo>
                <a:lnTo>
                  <a:pt x="12137" y="4921"/>
                </a:lnTo>
                <a:lnTo>
                  <a:pt x="12208" y="5028"/>
                </a:lnTo>
                <a:lnTo>
                  <a:pt x="12256" y="5099"/>
                </a:lnTo>
                <a:lnTo>
                  <a:pt x="12410" y="5195"/>
                </a:lnTo>
                <a:lnTo>
                  <a:pt x="12589" y="5195"/>
                </a:lnTo>
                <a:lnTo>
                  <a:pt x="12731" y="5099"/>
                </a:lnTo>
                <a:lnTo>
                  <a:pt x="12815" y="4957"/>
                </a:lnTo>
                <a:lnTo>
                  <a:pt x="12815" y="4790"/>
                </a:lnTo>
                <a:lnTo>
                  <a:pt x="12767" y="4707"/>
                </a:lnTo>
                <a:lnTo>
                  <a:pt x="12660" y="4529"/>
                </a:lnTo>
                <a:lnTo>
                  <a:pt x="12375" y="4232"/>
                </a:lnTo>
                <a:lnTo>
                  <a:pt x="12018" y="4018"/>
                </a:lnTo>
                <a:lnTo>
                  <a:pt x="11614" y="3911"/>
                </a:lnTo>
                <a:lnTo>
                  <a:pt x="11400" y="3899"/>
                </a:lnTo>
                <a:close/>
                <a:moveTo>
                  <a:pt x="6503" y="2924"/>
                </a:moveTo>
                <a:lnTo>
                  <a:pt x="6657" y="2936"/>
                </a:lnTo>
                <a:lnTo>
                  <a:pt x="6942" y="2984"/>
                </a:lnTo>
                <a:lnTo>
                  <a:pt x="7323" y="3174"/>
                </a:lnTo>
                <a:lnTo>
                  <a:pt x="7727" y="3566"/>
                </a:lnTo>
                <a:lnTo>
                  <a:pt x="7905" y="3958"/>
                </a:lnTo>
                <a:lnTo>
                  <a:pt x="7965" y="4244"/>
                </a:lnTo>
                <a:lnTo>
                  <a:pt x="7965" y="4386"/>
                </a:lnTo>
                <a:lnTo>
                  <a:pt x="7965" y="4541"/>
                </a:lnTo>
                <a:lnTo>
                  <a:pt x="7905" y="4826"/>
                </a:lnTo>
                <a:lnTo>
                  <a:pt x="7727" y="5206"/>
                </a:lnTo>
                <a:lnTo>
                  <a:pt x="7323" y="5611"/>
                </a:lnTo>
                <a:lnTo>
                  <a:pt x="6942" y="5789"/>
                </a:lnTo>
                <a:lnTo>
                  <a:pt x="6657" y="5848"/>
                </a:lnTo>
                <a:lnTo>
                  <a:pt x="6360" y="5848"/>
                </a:lnTo>
                <a:lnTo>
                  <a:pt x="6075" y="5789"/>
                </a:lnTo>
                <a:lnTo>
                  <a:pt x="5682" y="5611"/>
                </a:lnTo>
                <a:lnTo>
                  <a:pt x="5290" y="5206"/>
                </a:lnTo>
                <a:lnTo>
                  <a:pt x="5100" y="4826"/>
                </a:lnTo>
                <a:lnTo>
                  <a:pt x="5052" y="4541"/>
                </a:lnTo>
                <a:lnTo>
                  <a:pt x="5040" y="4386"/>
                </a:lnTo>
                <a:lnTo>
                  <a:pt x="5052" y="4244"/>
                </a:lnTo>
                <a:lnTo>
                  <a:pt x="5100" y="3958"/>
                </a:lnTo>
                <a:lnTo>
                  <a:pt x="5290" y="3566"/>
                </a:lnTo>
                <a:lnTo>
                  <a:pt x="5682" y="3174"/>
                </a:lnTo>
                <a:lnTo>
                  <a:pt x="6063" y="2984"/>
                </a:lnTo>
                <a:lnTo>
                  <a:pt x="6348" y="2936"/>
                </a:lnTo>
                <a:lnTo>
                  <a:pt x="6503" y="2924"/>
                </a:lnTo>
                <a:close/>
                <a:moveTo>
                  <a:pt x="1439" y="3899"/>
                </a:moveTo>
                <a:lnTo>
                  <a:pt x="1130" y="3970"/>
                </a:lnTo>
                <a:lnTo>
                  <a:pt x="844" y="4101"/>
                </a:lnTo>
                <a:lnTo>
                  <a:pt x="583" y="4279"/>
                </a:lnTo>
                <a:lnTo>
                  <a:pt x="369" y="4505"/>
                </a:lnTo>
                <a:lnTo>
                  <a:pt x="191" y="4779"/>
                </a:lnTo>
                <a:lnTo>
                  <a:pt x="72" y="5076"/>
                </a:lnTo>
                <a:lnTo>
                  <a:pt x="12" y="5409"/>
                </a:lnTo>
                <a:lnTo>
                  <a:pt x="0" y="5575"/>
                </a:lnTo>
                <a:lnTo>
                  <a:pt x="0" y="5848"/>
                </a:lnTo>
                <a:lnTo>
                  <a:pt x="24" y="5979"/>
                </a:lnTo>
                <a:lnTo>
                  <a:pt x="202" y="6157"/>
                </a:lnTo>
                <a:lnTo>
                  <a:pt x="333" y="6181"/>
                </a:lnTo>
                <a:lnTo>
                  <a:pt x="464" y="6157"/>
                </a:lnTo>
                <a:lnTo>
                  <a:pt x="630" y="5979"/>
                </a:lnTo>
                <a:lnTo>
                  <a:pt x="654" y="5848"/>
                </a:lnTo>
                <a:lnTo>
                  <a:pt x="654" y="5575"/>
                </a:lnTo>
                <a:lnTo>
                  <a:pt x="666" y="5373"/>
                </a:lnTo>
                <a:lnTo>
                  <a:pt x="809" y="5004"/>
                </a:lnTo>
                <a:lnTo>
                  <a:pt x="1070" y="4719"/>
                </a:lnTo>
                <a:lnTo>
                  <a:pt x="1415" y="4565"/>
                </a:lnTo>
                <a:lnTo>
                  <a:pt x="1605" y="4553"/>
                </a:lnTo>
                <a:lnTo>
                  <a:pt x="2925" y="4553"/>
                </a:lnTo>
                <a:lnTo>
                  <a:pt x="3127" y="4565"/>
                </a:lnTo>
                <a:lnTo>
                  <a:pt x="3317" y="4636"/>
                </a:lnTo>
                <a:lnTo>
                  <a:pt x="3436" y="4672"/>
                </a:lnTo>
                <a:lnTo>
                  <a:pt x="3673" y="4588"/>
                </a:lnTo>
                <a:lnTo>
                  <a:pt x="3745" y="4481"/>
                </a:lnTo>
                <a:lnTo>
                  <a:pt x="3780" y="4351"/>
                </a:lnTo>
                <a:lnTo>
                  <a:pt x="3697" y="4125"/>
                </a:lnTo>
                <a:lnTo>
                  <a:pt x="3590" y="4053"/>
                </a:lnTo>
                <a:lnTo>
                  <a:pt x="3424" y="3982"/>
                </a:lnTo>
                <a:lnTo>
                  <a:pt x="3103" y="3911"/>
                </a:lnTo>
                <a:lnTo>
                  <a:pt x="2925" y="3899"/>
                </a:lnTo>
                <a:close/>
                <a:moveTo>
                  <a:pt x="6503" y="2270"/>
                </a:moveTo>
                <a:lnTo>
                  <a:pt x="6289" y="2282"/>
                </a:lnTo>
                <a:lnTo>
                  <a:pt x="5873" y="2365"/>
                </a:lnTo>
                <a:lnTo>
                  <a:pt x="5504" y="2532"/>
                </a:lnTo>
                <a:lnTo>
                  <a:pt x="5171" y="2758"/>
                </a:lnTo>
                <a:lnTo>
                  <a:pt x="4886" y="3043"/>
                </a:lnTo>
                <a:lnTo>
                  <a:pt x="4660" y="3376"/>
                </a:lnTo>
                <a:lnTo>
                  <a:pt x="4506" y="3756"/>
                </a:lnTo>
                <a:lnTo>
                  <a:pt x="4422" y="4172"/>
                </a:lnTo>
                <a:lnTo>
                  <a:pt x="4410" y="4386"/>
                </a:lnTo>
                <a:lnTo>
                  <a:pt x="4410" y="4600"/>
                </a:lnTo>
                <a:lnTo>
                  <a:pt x="4494" y="5016"/>
                </a:lnTo>
                <a:lnTo>
                  <a:pt x="4648" y="5397"/>
                </a:lnTo>
                <a:lnTo>
                  <a:pt x="4874" y="5729"/>
                </a:lnTo>
                <a:lnTo>
                  <a:pt x="5159" y="6015"/>
                </a:lnTo>
                <a:lnTo>
                  <a:pt x="5492" y="6253"/>
                </a:lnTo>
                <a:lnTo>
                  <a:pt x="5873" y="6407"/>
                </a:lnTo>
                <a:lnTo>
                  <a:pt x="6289" y="6490"/>
                </a:lnTo>
                <a:lnTo>
                  <a:pt x="6503" y="6502"/>
                </a:lnTo>
                <a:lnTo>
                  <a:pt x="6717" y="6490"/>
                </a:lnTo>
                <a:lnTo>
                  <a:pt x="7133" y="6407"/>
                </a:lnTo>
                <a:lnTo>
                  <a:pt x="7513" y="6253"/>
                </a:lnTo>
                <a:lnTo>
                  <a:pt x="7846" y="6015"/>
                </a:lnTo>
                <a:lnTo>
                  <a:pt x="8131" y="5729"/>
                </a:lnTo>
                <a:lnTo>
                  <a:pt x="8357" y="5397"/>
                </a:lnTo>
                <a:lnTo>
                  <a:pt x="8511" y="5016"/>
                </a:lnTo>
                <a:lnTo>
                  <a:pt x="8595" y="4600"/>
                </a:lnTo>
                <a:lnTo>
                  <a:pt x="8607" y="4386"/>
                </a:lnTo>
                <a:lnTo>
                  <a:pt x="8595" y="4172"/>
                </a:lnTo>
                <a:lnTo>
                  <a:pt x="8511" y="3756"/>
                </a:lnTo>
                <a:lnTo>
                  <a:pt x="8357" y="3376"/>
                </a:lnTo>
                <a:lnTo>
                  <a:pt x="8131" y="3043"/>
                </a:lnTo>
                <a:lnTo>
                  <a:pt x="7846" y="2758"/>
                </a:lnTo>
                <a:lnTo>
                  <a:pt x="7513" y="2532"/>
                </a:lnTo>
                <a:lnTo>
                  <a:pt x="7133" y="2365"/>
                </a:lnTo>
                <a:lnTo>
                  <a:pt x="6717" y="2282"/>
                </a:lnTo>
                <a:lnTo>
                  <a:pt x="6503" y="2270"/>
                </a:lnTo>
                <a:close/>
                <a:moveTo>
                  <a:pt x="10401" y="7477"/>
                </a:moveTo>
                <a:lnTo>
                  <a:pt x="10532" y="7489"/>
                </a:lnTo>
                <a:lnTo>
                  <a:pt x="10711" y="7667"/>
                </a:lnTo>
                <a:lnTo>
                  <a:pt x="10734" y="7798"/>
                </a:lnTo>
                <a:lnTo>
                  <a:pt x="10711" y="7929"/>
                </a:lnTo>
                <a:lnTo>
                  <a:pt x="10532" y="8107"/>
                </a:lnTo>
                <a:lnTo>
                  <a:pt x="10401" y="8131"/>
                </a:lnTo>
                <a:lnTo>
                  <a:pt x="10271" y="8107"/>
                </a:lnTo>
                <a:lnTo>
                  <a:pt x="10092" y="7929"/>
                </a:lnTo>
                <a:lnTo>
                  <a:pt x="10081" y="7798"/>
                </a:lnTo>
                <a:lnTo>
                  <a:pt x="10092" y="7667"/>
                </a:lnTo>
                <a:lnTo>
                  <a:pt x="10271" y="7489"/>
                </a:lnTo>
                <a:lnTo>
                  <a:pt x="10401" y="7477"/>
                </a:lnTo>
                <a:close/>
                <a:moveTo>
                  <a:pt x="10401" y="6823"/>
                </a:moveTo>
                <a:lnTo>
                  <a:pt x="10211" y="6835"/>
                </a:lnTo>
                <a:lnTo>
                  <a:pt x="9855" y="6990"/>
                </a:lnTo>
                <a:lnTo>
                  <a:pt x="9593" y="7251"/>
                </a:lnTo>
                <a:lnTo>
                  <a:pt x="9450" y="7608"/>
                </a:lnTo>
                <a:lnTo>
                  <a:pt x="9427" y="7798"/>
                </a:lnTo>
                <a:lnTo>
                  <a:pt x="9450" y="8000"/>
                </a:lnTo>
                <a:lnTo>
                  <a:pt x="9593" y="8345"/>
                </a:lnTo>
                <a:lnTo>
                  <a:pt x="9855" y="8618"/>
                </a:lnTo>
                <a:lnTo>
                  <a:pt x="10211" y="8761"/>
                </a:lnTo>
                <a:lnTo>
                  <a:pt x="10401" y="8773"/>
                </a:lnTo>
                <a:lnTo>
                  <a:pt x="10604" y="8761"/>
                </a:lnTo>
                <a:lnTo>
                  <a:pt x="10960" y="8618"/>
                </a:lnTo>
                <a:lnTo>
                  <a:pt x="11222" y="8345"/>
                </a:lnTo>
                <a:lnTo>
                  <a:pt x="11364" y="8000"/>
                </a:lnTo>
                <a:lnTo>
                  <a:pt x="11376" y="7798"/>
                </a:lnTo>
                <a:lnTo>
                  <a:pt x="11364" y="7608"/>
                </a:lnTo>
                <a:lnTo>
                  <a:pt x="11222" y="7251"/>
                </a:lnTo>
                <a:lnTo>
                  <a:pt x="10960" y="6990"/>
                </a:lnTo>
                <a:lnTo>
                  <a:pt x="10604" y="6835"/>
                </a:lnTo>
                <a:lnTo>
                  <a:pt x="10401" y="6823"/>
                </a:lnTo>
                <a:close/>
                <a:moveTo>
                  <a:pt x="10401" y="5848"/>
                </a:moveTo>
                <a:lnTo>
                  <a:pt x="10675" y="5872"/>
                </a:lnTo>
                <a:lnTo>
                  <a:pt x="10675" y="6371"/>
                </a:lnTo>
                <a:lnTo>
                  <a:pt x="10889" y="6443"/>
                </a:lnTo>
                <a:lnTo>
                  <a:pt x="11127" y="6550"/>
                </a:lnTo>
                <a:lnTo>
                  <a:pt x="11341" y="6704"/>
                </a:lnTo>
                <a:lnTo>
                  <a:pt x="11519" y="6859"/>
                </a:lnTo>
                <a:lnTo>
                  <a:pt x="11947" y="6609"/>
                </a:lnTo>
                <a:lnTo>
                  <a:pt x="12101" y="6823"/>
                </a:lnTo>
                <a:lnTo>
                  <a:pt x="12208" y="7061"/>
                </a:lnTo>
                <a:lnTo>
                  <a:pt x="11780" y="7310"/>
                </a:lnTo>
                <a:lnTo>
                  <a:pt x="11780" y="7322"/>
                </a:lnTo>
                <a:lnTo>
                  <a:pt x="11816" y="7548"/>
                </a:lnTo>
                <a:lnTo>
                  <a:pt x="11852" y="7810"/>
                </a:lnTo>
                <a:lnTo>
                  <a:pt x="11816" y="8071"/>
                </a:lnTo>
                <a:lnTo>
                  <a:pt x="11780" y="8297"/>
                </a:lnTo>
                <a:lnTo>
                  <a:pt x="12208" y="8547"/>
                </a:lnTo>
                <a:lnTo>
                  <a:pt x="12101" y="8784"/>
                </a:lnTo>
                <a:lnTo>
                  <a:pt x="11947" y="8998"/>
                </a:lnTo>
                <a:lnTo>
                  <a:pt x="11519" y="8749"/>
                </a:lnTo>
                <a:lnTo>
                  <a:pt x="11341" y="8903"/>
                </a:lnTo>
                <a:lnTo>
                  <a:pt x="11127" y="9058"/>
                </a:lnTo>
                <a:lnTo>
                  <a:pt x="10889" y="9165"/>
                </a:lnTo>
                <a:lnTo>
                  <a:pt x="10675" y="9236"/>
                </a:lnTo>
                <a:lnTo>
                  <a:pt x="10675" y="9735"/>
                </a:lnTo>
                <a:lnTo>
                  <a:pt x="10413" y="9759"/>
                </a:lnTo>
                <a:lnTo>
                  <a:pt x="10152" y="9735"/>
                </a:lnTo>
                <a:lnTo>
                  <a:pt x="10152" y="9236"/>
                </a:lnTo>
                <a:lnTo>
                  <a:pt x="9926" y="9165"/>
                </a:lnTo>
                <a:lnTo>
                  <a:pt x="9688" y="9058"/>
                </a:lnTo>
                <a:lnTo>
                  <a:pt x="9474" y="8891"/>
                </a:lnTo>
                <a:lnTo>
                  <a:pt x="9296" y="8749"/>
                </a:lnTo>
                <a:lnTo>
                  <a:pt x="8868" y="8998"/>
                </a:lnTo>
                <a:lnTo>
                  <a:pt x="8714" y="8784"/>
                </a:lnTo>
                <a:lnTo>
                  <a:pt x="8607" y="8547"/>
                </a:lnTo>
                <a:lnTo>
                  <a:pt x="9034" y="8285"/>
                </a:lnTo>
                <a:lnTo>
                  <a:pt x="8999" y="8071"/>
                </a:lnTo>
                <a:lnTo>
                  <a:pt x="8963" y="7798"/>
                </a:lnTo>
                <a:lnTo>
                  <a:pt x="8999" y="7536"/>
                </a:lnTo>
                <a:lnTo>
                  <a:pt x="9034" y="7322"/>
                </a:lnTo>
                <a:lnTo>
                  <a:pt x="8607" y="7061"/>
                </a:lnTo>
                <a:lnTo>
                  <a:pt x="8714" y="6823"/>
                </a:lnTo>
                <a:lnTo>
                  <a:pt x="8868" y="6609"/>
                </a:lnTo>
                <a:lnTo>
                  <a:pt x="9296" y="6859"/>
                </a:lnTo>
                <a:lnTo>
                  <a:pt x="9474" y="6704"/>
                </a:lnTo>
                <a:lnTo>
                  <a:pt x="9688" y="6550"/>
                </a:lnTo>
                <a:lnTo>
                  <a:pt x="9926" y="6443"/>
                </a:lnTo>
                <a:lnTo>
                  <a:pt x="10152" y="6371"/>
                </a:lnTo>
                <a:lnTo>
                  <a:pt x="10152" y="5872"/>
                </a:lnTo>
                <a:lnTo>
                  <a:pt x="10401" y="5848"/>
                </a:lnTo>
                <a:close/>
                <a:moveTo>
                  <a:pt x="5195" y="7156"/>
                </a:moveTo>
                <a:lnTo>
                  <a:pt x="4636" y="7275"/>
                </a:lnTo>
                <a:lnTo>
                  <a:pt x="4113" y="7477"/>
                </a:lnTo>
                <a:lnTo>
                  <a:pt x="3650" y="7762"/>
                </a:lnTo>
                <a:lnTo>
                  <a:pt x="3257" y="8131"/>
                </a:lnTo>
                <a:lnTo>
                  <a:pt x="2948" y="8570"/>
                </a:lnTo>
                <a:lnTo>
                  <a:pt x="2734" y="9058"/>
                </a:lnTo>
                <a:lnTo>
                  <a:pt x="2616" y="9581"/>
                </a:lnTo>
                <a:lnTo>
                  <a:pt x="2604" y="9854"/>
                </a:lnTo>
                <a:lnTo>
                  <a:pt x="2616" y="9973"/>
                </a:lnTo>
                <a:lnTo>
                  <a:pt x="2699" y="10163"/>
                </a:lnTo>
                <a:lnTo>
                  <a:pt x="2853" y="10306"/>
                </a:lnTo>
                <a:lnTo>
                  <a:pt x="3067" y="10389"/>
                </a:lnTo>
                <a:lnTo>
                  <a:pt x="3186" y="10401"/>
                </a:lnTo>
                <a:lnTo>
                  <a:pt x="7810" y="10401"/>
                </a:lnTo>
                <a:lnTo>
                  <a:pt x="7941" y="10377"/>
                </a:lnTo>
                <a:lnTo>
                  <a:pt x="8119" y="10211"/>
                </a:lnTo>
                <a:lnTo>
                  <a:pt x="8131" y="10080"/>
                </a:lnTo>
                <a:lnTo>
                  <a:pt x="8119" y="9949"/>
                </a:lnTo>
                <a:lnTo>
                  <a:pt x="7941" y="9771"/>
                </a:lnTo>
                <a:lnTo>
                  <a:pt x="7810" y="9747"/>
                </a:lnTo>
                <a:lnTo>
                  <a:pt x="3257" y="9747"/>
                </a:lnTo>
                <a:lnTo>
                  <a:pt x="3281" y="9545"/>
                </a:lnTo>
                <a:lnTo>
                  <a:pt x="3388" y="9165"/>
                </a:lnTo>
                <a:lnTo>
                  <a:pt x="3566" y="8820"/>
                </a:lnTo>
                <a:lnTo>
                  <a:pt x="3804" y="8511"/>
                </a:lnTo>
                <a:lnTo>
                  <a:pt x="4101" y="8238"/>
                </a:lnTo>
                <a:lnTo>
                  <a:pt x="4458" y="8036"/>
                </a:lnTo>
                <a:lnTo>
                  <a:pt x="4838" y="7881"/>
                </a:lnTo>
                <a:lnTo>
                  <a:pt x="5254" y="7810"/>
                </a:lnTo>
                <a:lnTo>
                  <a:pt x="5480" y="7798"/>
                </a:lnTo>
                <a:lnTo>
                  <a:pt x="6835" y="7798"/>
                </a:lnTo>
                <a:lnTo>
                  <a:pt x="6966" y="7786"/>
                </a:lnTo>
                <a:lnTo>
                  <a:pt x="7144" y="7608"/>
                </a:lnTo>
                <a:lnTo>
                  <a:pt x="7156" y="7477"/>
                </a:lnTo>
                <a:lnTo>
                  <a:pt x="7144" y="7346"/>
                </a:lnTo>
                <a:lnTo>
                  <a:pt x="6966" y="7168"/>
                </a:lnTo>
                <a:lnTo>
                  <a:pt x="6835" y="7156"/>
                </a:lnTo>
                <a:close/>
                <a:moveTo>
                  <a:pt x="10116" y="5195"/>
                </a:moveTo>
                <a:lnTo>
                  <a:pt x="9843" y="5242"/>
                </a:lnTo>
                <a:lnTo>
                  <a:pt x="9700" y="5290"/>
                </a:lnTo>
                <a:lnTo>
                  <a:pt x="9510" y="5516"/>
                </a:lnTo>
                <a:lnTo>
                  <a:pt x="9498" y="5670"/>
                </a:lnTo>
                <a:lnTo>
                  <a:pt x="9498" y="5908"/>
                </a:lnTo>
                <a:lnTo>
                  <a:pt x="9367" y="5979"/>
                </a:lnTo>
                <a:lnTo>
                  <a:pt x="9237" y="6050"/>
                </a:lnTo>
                <a:lnTo>
                  <a:pt x="9046" y="5943"/>
                </a:lnTo>
                <a:lnTo>
                  <a:pt x="8904" y="5872"/>
                </a:lnTo>
                <a:lnTo>
                  <a:pt x="8618" y="5920"/>
                </a:lnTo>
                <a:lnTo>
                  <a:pt x="8500" y="6015"/>
                </a:lnTo>
                <a:lnTo>
                  <a:pt x="8309" y="6253"/>
                </a:lnTo>
                <a:lnTo>
                  <a:pt x="8024" y="6752"/>
                </a:lnTo>
                <a:lnTo>
                  <a:pt x="7929" y="7025"/>
                </a:lnTo>
                <a:lnTo>
                  <a:pt x="7893" y="7180"/>
                </a:lnTo>
                <a:lnTo>
                  <a:pt x="8000" y="7441"/>
                </a:lnTo>
                <a:lnTo>
                  <a:pt x="8119" y="7536"/>
                </a:lnTo>
                <a:lnTo>
                  <a:pt x="8321" y="7655"/>
                </a:lnTo>
                <a:lnTo>
                  <a:pt x="8321" y="7798"/>
                </a:lnTo>
                <a:lnTo>
                  <a:pt x="8321" y="7952"/>
                </a:lnTo>
                <a:lnTo>
                  <a:pt x="8131" y="8059"/>
                </a:lnTo>
                <a:lnTo>
                  <a:pt x="8000" y="8154"/>
                </a:lnTo>
                <a:lnTo>
                  <a:pt x="7893" y="8416"/>
                </a:lnTo>
                <a:lnTo>
                  <a:pt x="7929" y="8570"/>
                </a:lnTo>
                <a:lnTo>
                  <a:pt x="8024" y="8844"/>
                </a:lnTo>
                <a:lnTo>
                  <a:pt x="8309" y="9343"/>
                </a:lnTo>
                <a:lnTo>
                  <a:pt x="8500" y="9569"/>
                </a:lnTo>
                <a:lnTo>
                  <a:pt x="8618" y="9664"/>
                </a:lnTo>
                <a:lnTo>
                  <a:pt x="8904" y="9712"/>
                </a:lnTo>
                <a:lnTo>
                  <a:pt x="9034" y="9652"/>
                </a:lnTo>
                <a:lnTo>
                  <a:pt x="9237" y="9533"/>
                </a:lnTo>
                <a:lnTo>
                  <a:pt x="9367" y="9617"/>
                </a:lnTo>
                <a:lnTo>
                  <a:pt x="9498" y="9676"/>
                </a:lnTo>
                <a:lnTo>
                  <a:pt x="9498" y="9914"/>
                </a:lnTo>
                <a:lnTo>
                  <a:pt x="9510" y="10068"/>
                </a:lnTo>
                <a:lnTo>
                  <a:pt x="9700" y="10294"/>
                </a:lnTo>
                <a:lnTo>
                  <a:pt x="9831" y="10342"/>
                </a:lnTo>
                <a:lnTo>
                  <a:pt x="10128" y="10389"/>
                </a:lnTo>
                <a:lnTo>
                  <a:pt x="10413" y="10401"/>
                </a:lnTo>
                <a:lnTo>
                  <a:pt x="10699" y="10389"/>
                </a:lnTo>
                <a:lnTo>
                  <a:pt x="10972" y="10342"/>
                </a:lnTo>
                <a:lnTo>
                  <a:pt x="11115" y="10294"/>
                </a:lnTo>
                <a:lnTo>
                  <a:pt x="11305" y="10068"/>
                </a:lnTo>
                <a:lnTo>
                  <a:pt x="11317" y="9914"/>
                </a:lnTo>
                <a:lnTo>
                  <a:pt x="11317" y="9676"/>
                </a:lnTo>
                <a:lnTo>
                  <a:pt x="11448" y="9617"/>
                </a:lnTo>
                <a:lnTo>
                  <a:pt x="11578" y="9533"/>
                </a:lnTo>
                <a:lnTo>
                  <a:pt x="11768" y="9640"/>
                </a:lnTo>
                <a:lnTo>
                  <a:pt x="11911" y="9712"/>
                </a:lnTo>
                <a:lnTo>
                  <a:pt x="12208" y="9664"/>
                </a:lnTo>
                <a:lnTo>
                  <a:pt x="12315" y="9569"/>
                </a:lnTo>
                <a:lnTo>
                  <a:pt x="12505" y="9343"/>
                </a:lnTo>
                <a:lnTo>
                  <a:pt x="12791" y="8844"/>
                </a:lnTo>
                <a:lnTo>
                  <a:pt x="12898" y="8570"/>
                </a:lnTo>
                <a:lnTo>
                  <a:pt x="12921" y="8416"/>
                </a:lnTo>
                <a:lnTo>
                  <a:pt x="12815" y="8154"/>
                </a:lnTo>
                <a:lnTo>
                  <a:pt x="12696" y="8071"/>
                </a:lnTo>
                <a:lnTo>
                  <a:pt x="12494" y="7952"/>
                </a:lnTo>
                <a:lnTo>
                  <a:pt x="12494" y="7798"/>
                </a:lnTo>
                <a:lnTo>
                  <a:pt x="12494" y="7655"/>
                </a:lnTo>
                <a:lnTo>
                  <a:pt x="12684" y="7536"/>
                </a:lnTo>
                <a:lnTo>
                  <a:pt x="12803" y="7453"/>
                </a:lnTo>
                <a:lnTo>
                  <a:pt x="12921" y="7180"/>
                </a:lnTo>
                <a:lnTo>
                  <a:pt x="12886" y="7025"/>
                </a:lnTo>
                <a:lnTo>
                  <a:pt x="12791" y="6752"/>
                </a:lnTo>
                <a:lnTo>
                  <a:pt x="12505" y="6253"/>
                </a:lnTo>
                <a:lnTo>
                  <a:pt x="12315" y="6039"/>
                </a:lnTo>
                <a:lnTo>
                  <a:pt x="12208" y="5943"/>
                </a:lnTo>
                <a:lnTo>
                  <a:pt x="11923" y="5896"/>
                </a:lnTo>
                <a:lnTo>
                  <a:pt x="11780" y="5955"/>
                </a:lnTo>
                <a:lnTo>
                  <a:pt x="11578" y="6074"/>
                </a:lnTo>
                <a:lnTo>
                  <a:pt x="11448" y="5991"/>
                </a:lnTo>
                <a:lnTo>
                  <a:pt x="11317" y="5920"/>
                </a:lnTo>
                <a:lnTo>
                  <a:pt x="11317" y="5670"/>
                </a:lnTo>
                <a:lnTo>
                  <a:pt x="11305" y="5516"/>
                </a:lnTo>
                <a:lnTo>
                  <a:pt x="11115" y="5290"/>
                </a:lnTo>
                <a:lnTo>
                  <a:pt x="10984" y="5242"/>
                </a:lnTo>
                <a:lnTo>
                  <a:pt x="10699" y="5195"/>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5" name="Google Shape;3105;p174"/>
          <p:cNvSpPr/>
          <p:nvPr/>
        </p:nvSpPr>
        <p:spPr>
          <a:xfrm>
            <a:off x="7535276" y="8575145"/>
            <a:ext cx="706354" cy="565453"/>
          </a:xfrm>
          <a:custGeom>
            <a:rect b="b" l="l" r="r" t="t"/>
            <a:pathLst>
              <a:path extrusionOk="0" h="10402" w="12994">
                <a:moveTo>
                  <a:pt x="2592" y="0"/>
                </a:moveTo>
                <a:lnTo>
                  <a:pt x="2343" y="12"/>
                </a:lnTo>
                <a:lnTo>
                  <a:pt x="2117" y="83"/>
                </a:lnTo>
                <a:lnTo>
                  <a:pt x="2901" y="701"/>
                </a:lnTo>
                <a:lnTo>
                  <a:pt x="3056" y="773"/>
                </a:lnTo>
                <a:lnTo>
                  <a:pt x="3329" y="975"/>
                </a:lnTo>
                <a:lnTo>
                  <a:pt x="3424" y="1117"/>
                </a:lnTo>
                <a:lnTo>
                  <a:pt x="4209" y="1735"/>
                </a:lnTo>
                <a:lnTo>
                  <a:pt x="4221" y="1688"/>
                </a:lnTo>
                <a:lnTo>
                  <a:pt x="4221" y="1629"/>
                </a:lnTo>
                <a:lnTo>
                  <a:pt x="4221" y="1462"/>
                </a:lnTo>
                <a:lnTo>
                  <a:pt x="4149" y="1141"/>
                </a:lnTo>
                <a:lnTo>
                  <a:pt x="4031" y="844"/>
                </a:lnTo>
                <a:lnTo>
                  <a:pt x="3852" y="594"/>
                </a:lnTo>
                <a:lnTo>
                  <a:pt x="3626" y="368"/>
                </a:lnTo>
                <a:lnTo>
                  <a:pt x="3377" y="190"/>
                </a:lnTo>
                <a:lnTo>
                  <a:pt x="3080" y="71"/>
                </a:lnTo>
                <a:lnTo>
                  <a:pt x="2759" y="0"/>
                </a:lnTo>
                <a:close/>
                <a:moveTo>
                  <a:pt x="10402" y="654"/>
                </a:moveTo>
                <a:lnTo>
                  <a:pt x="10592" y="666"/>
                </a:lnTo>
                <a:lnTo>
                  <a:pt x="10949" y="808"/>
                </a:lnTo>
                <a:lnTo>
                  <a:pt x="11210" y="1070"/>
                </a:lnTo>
                <a:lnTo>
                  <a:pt x="11353" y="1426"/>
                </a:lnTo>
                <a:lnTo>
                  <a:pt x="11377" y="1629"/>
                </a:lnTo>
                <a:lnTo>
                  <a:pt x="11353" y="1819"/>
                </a:lnTo>
                <a:lnTo>
                  <a:pt x="11210" y="2175"/>
                </a:lnTo>
                <a:lnTo>
                  <a:pt x="10949" y="2437"/>
                </a:lnTo>
                <a:lnTo>
                  <a:pt x="10592" y="2579"/>
                </a:lnTo>
                <a:lnTo>
                  <a:pt x="10402" y="2603"/>
                </a:lnTo>
                <a:lnTo>
                  <a:pt x="10200" y="2579"/>
                </a:lnTo>
                <a:lnTo>
                  <a:pt x="9843" y="2437"/>
                </a:lnTo>
                <a:lnTo>
                  <a:pt x="9582" y="2175"/>
                </a:lnTo>
                <a:lnTo>
                  <a:pt x="9439" y="1819"/>
                </a:lnTo>
                <a:lnTo>
                  <a:pt x="9427" y="1629"/>
                </a:lnTo>
                <a:lnTo>
                  <a:pt x="9439" y="1426"/>
                </a:lnTo>
                <a:lnTo>
                  <a:pt x="9582" y="1070"/>
                </a:lnTo>
                <a:lnTo>
                  <a:pt x="9843" y="808"/>
                </a:lnTo>
                <a:lnTo>
                  <a:pt x="10200" y="666"/>
                </a:lnTo>
                <a:lnTo>
                  <a:pt x="10402" y="654"/>
                </a:lnTo>
                <a:close/>
                <a:moveTo>
                  <a:pt x="10236" y="0"/>
                </a:moveTo>
                <a:lnTo>
                  <a:pt x="9915" y="71"/>
                </a:lnTo>
                <a:lnTo>
                  <a:pt x="9617" y="190"/>
                </a:lnTo>
                <a:lnTo>
                  <a:pt x="9368" y="368"/>
                </a:lnTo>
                <a:lnTo>
                  <a:pt x="9142" y="594"/>
                </a:lnTo>
                <a:lnTo>
                  <a:pt x="8964" y="844"/>
                </a:lnTo>
                <a:lnTo>
                  <a:pt x="8845" y="1141"/>
                </a:lnTo>
                <a:lnTo>
                  <a:pt x="8773" y="1462"/>
                </a:lnTo>
                <a:lnTo>
                  <a:pt x="8773" y="1629"/>
                </a:lnTo>
                <a:lnTo>
                  <a:pt x="8773" y="1795"/>
                </a:lnTo>
                <a:lnTo>
                  <a:pt x="8845" y="2104"/>
                </a:lnTo>
                <a:lnTo>
                  <a:pt x="8964" y="2401"/>
                </a:lnTo>
                <a:lnTo>
                  <a:pt x="9142" y="2663"/>
                </a:lnTo>
                <a:lnTo>
                  <a:pt x="9368" y="2877"/>
                </a:lnTo>
                <a:lnTo>
                  <a:pt x="9617" y="3055"/>
                </a:lnTo>
                <a:lnTo>
                  <a:pt x="9915" y="3174"/>
                </a:lnTo>
                <a:lnTo>
                  <a:pt x="10236" y="3245"/>
                </a:lnTo>
                <a:lnTo>
                  <a:pt x="10568" y="3245"/>
                </a:lnTo>
                <a:lnTo>
                  <a:pt x="10877" y="3174"/>
                </a:lnTo>
                <a:lnTo>
                  <a:pt x="11175" y="3055"/>
                </a:lnTo>
                <a:lnTo>
                  <a:pt x="11436" y="2877"/>
                </a:lnTo>
                <a:lnTo>
                  <a:pt x="11650" y="2663"/>
                </a:lnTo>
                <a:lnTo>
                  <a:pt x="11828" y="2401"/>
                </a:lnTo>
                <a:lnTo>
                  <a:pt x="11947" y="2104"/>
                </a:lnTo>
                <a:lnTo>
                  <a:pt x="12019" y="1795"/>
                </a:lnTo>
                <a:lnTo>
                  <a:pt x="12019" y="1629"/>
                </a:lnTo>
                <a:lnTo>
                  <a:pt x="12019" y="1462"/>
                </a:lnTo>
                <a:lnTo>
                  <a:pt x="11947" y="1141"/>
                </a:lnTo>
                <a:lnTo>
                  <a:pt x="11828" y="844"/>
                </a:lnTo>
                <a:lnTo>
                  <a:pt x="11650" y="594"/>
                </a:lnTo>
                <a:lnTo>
                  <a:pt x="11436" y="368"/>
                </a:lnTo>
                <a:lnTo>
                  <a:pt x="11175" y="190"/>
                </a:lnTo>
                <a:lnTo>
                  <a:pt x="10877" y="71"/>
                </a:lnTo>
                <a:lnTo>
                  <a:pt x="10568" y="0"/>
                </a:lnTo>
                <a:close/>
                <a:moveTo>
                  <a:pt x="6515" y="2270"/>
                </a:moveTo>
                <a:lnTo>
                  <a:pt x="6194" y="2294"/>
                </a:lnTo>
                <a:lnTo>
                  <a:pt x="5612" y="2472"/>
                </a:lnTo>
                <a:lnTo>
                  <a:pt x="5350" y="2627"/>
                </a:lnTo>
                <a:lnTo>
                  <a:pt x="5909" y="3067"/>
                </a:lnTo>
                <a:lnTo>
                  <a:pt x="6039" y="2996"/>
                </a:lnTo>
                <a:lnTo>
                  <a:pt x="6337" y="2936"/>
                </a:lnTo>
                <a:lnTo>
                  <a:pt x="6491" y="2924"/>
                </a:lnTo>
                <a:lnTo>
                  <a:pt x="6646" y="2924"/>
                </a:lnTo>
                <a:lnTo>
                  <a:pt x="6931" y="2984"/>
                </a:lnTo>
                <a:lnTo>
                  <a:pt x="7311" y="3162"/>
                </a:lnTo>
                <a:lnTo>
                  <a:pt x="7716" y="3566"/>
                </a:lnTo>
                <a:lnTo>
                  <a:pt x="7894" y="3946"/>
                </a:lnTo>
                <a:lnTo>
                  <a:pt x="7953" y="4232"/>
                </a:lnTo>
                <a:lnTo>
                  <a:pt x="7953" y="4386"/>
                </a:lnTo>
                <a:lnTo>
                  <a:pt x="7953" y="4529"/>
                </a:lnTo>
                <a:lnTo>
                  <a:pt x="7929" y="4672"/>
                </a:lnTo>
                <a:lnTo>
                  <a:pt x="8476" y="5099"/>
                </a:lnTo>
                <a:lnTo>
                  <a:pt x="8536" y="4933"/>
                </a:lnTo>
                <a:lnTo>
                  <a:pt x="8595" y="4576"/>
                </a:lnTo>
                <a:lnTo>
                  <a:pt x="8607" y="4386"/>
                </a:lnTo>
                <a:lnTo>
                  <a:pt x="8595" y="4172"/>
                </a:lnTo>
                <a:lnTo>
                  <a:pt x="8512" y="3756"/>
                </a:lnTo>
                <a:lnTo>
                  <a:pt x="8357" y="3376"/>
                </a:lnTo>
                <a:lnTo>
                  <a:pt x="8132" y="3043"/>
                </a:lnTo>
                <a:lnTo>
                  <a:pt x="7846" y="2758"/>
                </a:lnTo>
                <a:lnTo>
                  <a:pt x="7502" y="2520"/>
                </a:lnTo>
                <a:lnTo>
                  <a:pt x="7133" y="2365"/>
                </a:lnTo>
                <a:lnTo>
                  <a:pt x="6729" y="2282"/>
                </a:lnTo>
                <a:lnTo>
                  <a:pt x="6515" y="2270"/>
                </a:lnTo>
                <a:close/>
                <a:moveTo>
                  <a:pt x="1439" y="3899"/>
                </a:moveTo>
                <a:lnTo>
                  <a:pt x="1118" y="3970"/>
                </a:lnTo>
                <a:lnTo>
                  <a:pt x="833" y="4101"/>
                </a:lnTo>
                <a:lnTo>
                  <a:pt x="571" y="4279"/>
                </a:lnTo>
                <a:lnTo>
                  <a:pt x="357" y="4505"/>
                </a:lnTo>
                <a:lnTo>
                  <a:pt x="191" y="4779"/>
                </a:lnTo>
                <a:lnTo>
                  <a:pt x="60" y="5076"/>
                </a:lnTo>
                <a:lnTo>
                  <a:pt x="1" y="5409"/>
                </a:lnTo>
                <a:lnTo>
                  <a:pt x="1" y="5575"/>
                </a:lnTo>
                <a:lnTo>
                  <a:pt x="1" y="5848"/>
                </a:lnTo>
                <a:lnTo>
                  <a:pt x="13" y="5979"/>
                </a:lnTo>
                <a:lnTo>
                  <a:pt x="191" y="6157"/>
                </a:lnTo>
                <a:lnTo>
                  <a:pt x="322" y="6181"/>
                </a:lnTo>
                <a:lnTo>
                  <a:pt x="453" y="6157"/>
                </a:lnTo>
                <a:lnTo>
                  <a:pt x="631" y="5979"/>
                </a:lnTo>
                <a:lnTo>
                  <a:pt x="643" y="5848"/>
                </a:lnTo>
                <a:lnTo>
                  <a:pt x="643" y="5575"/>
                </a:lnTo>
                <a:lnTo>
                  <a:pt x="655" y="5373"/>
                </a:lnTo>
                <a:lnTo>
                  <a:pt x="809" y="5004"/>
                </a:lnTo>
                <a:lnTo>
                  <a:pt x="1059" y="4719"/>
                </a:lnTo>
                <a:lnTo>
                  <a:pt x="1404" y="4565"/>
                </a:lnTo>
                <a:lnTo>
                  <a:pt x="1606" y="4553"/>
                </a:lnTo>
                <a:lnTo>
                  <a:pt x="3567" y="4553"/>
                </a:lnTo>
                <a:lnTo>
                  <a:pt x="2747" y="3899"/>
                </a:lnTo>
                <a:close/>
                <a:moveTo>
                  <a:pt x="10069" y="3899"/>
                </a:moveTo>
                <a:lnTo>
                  <a:pt x="9903" y="3911"/>
                </a:lnTo>
                <a:lnTo>
                  <a:pt x="9570" y="3982"/>
                </a:lnTo>
                <a:lnTo>
                  <a:pt x="9415" y="4053"/>
                </a:lnTo>
                <a:lnTo>
                  <a:pt x="9308" y="4125"/>
                </a:lnTo>
                <a:lnTo>
                  <a:pt x="9213" y="4362"/>
                </a:lnTo>
                <a:lnTo>
                  <a:pt x="9261" y="4481"/>
                </a:lnTo>
                <a:lnTo>
                  <a:pt x="9332" y="4588"/>
                </a:lnTo>
                <a:lnTo>
                  <a:pt x="9570" y="4672"/>
                </a:lnTo>
                <a:lnTo>
                  <a:pt x="9689" y="4636"/>
                </a:lnTo>
                <a:lnTo>
                  <a:pt x="9879" y="4565"/>
                </a:lnTo>
                <a:lnTo>
                  <a:pt x="10069" y="4553"/>
                </a:lnTo>
                <a:lnTo>
                  <a:pt x="11389" y="4553"/>
                </a:lnTo>
                <a:lnTo>
                  <a:pt x="11579" y="4565"/>
                </a:lnTo>
                <a:lnTo>
                  <a:pt x="11923" y="4719"/>
                </a:lnTo>
                <a:lnTo>
                  <a:pt x="12185" y="5004"/>
                </a:lnTo>
                <a:lnTo>
                  <a:pt x="12328" y="5373"/>
                </a:lnTo>
                <a:lnTo>
                  <a:pt x="12351" y="5575"/>
                </a:lnTo>
                <a:lnTo>
                  <a:pt x="12351" y="5848"/>
                </a:lnTo>
                <a:lnTo>
                  <a:pt x="12363" y="5979"/>
                </a:lnTo>
                <a:lnTo>
                  <a:pt x="12542" y="6157"/>
                </a:lnTo>
                <a:lnTo>
                  <a:pt x="12672" y="6181"/>
                </a:lnTo>
                <a:lnTo>
                  <a:pt x="12803" y="6157"/>
                </a:lnTo>
                <a:lnTo>
                  <a:pt x="12981" y="5979"/>
                </a:lnTo>
                <a:lnTo>
                  <a:pt x="12993" y="5848"/>
                </a:lnTo>
                <a:lnTo>
                  <a:pt x="12993" y="5575"/>
                </a:lnTo>
                <a:lnTo>
                  <a:pt x="12993" y="5409"/>
                </a:lnTo>
                <a:lnTo>
                  <a:pt x="12934" y="5076"/>
                </a:lnTo>
                <a:lnTo>
                  <a:pt x="12803" y="4779"/>
                </a:lnTo>
                <a:lnTo>
                  <a:pt x="12637" y="4505"/>
                </a:lnTo>
                <a:lnTo>
                  <a:pt x="12411" y="4279"/>
                </a:lnTo>
                <a:lnTo>
                  <a:pt x="12161" y="4101"/>
                </a:lnTo>
                <a:lnTo>
                  <a:pt x="11876" y="3970"/>
                </a:lnTo>
                <a:lnTo>
                  <a:pt x="11555" y="3899"/>
                </a:lnTo>
                <a:close/>
                <a:moveTo>
                  <a:pt x="5184" y="7156"/>
                </a:moveTo>
                <a:lnTo>
                  <a:pt x="4625" y="7263"/>
                </a:lnTo>
                <a:lnTo>
                  <a:pt x="4102" y="7477"/>
                </a:lnTo>
                <a:lnTo>
                  <a:pt x="3650" y="7762"/>
                </a:lnTo>
                <a:lnTo>
                  <a:pt x="3258" y="8131"/>
                </a:lnTo>
                <a:lnTo>
                  <a:pt x="2937" y="8570"/>
                </a:lnTo>
                <a:lnTo>
                  <a:pt x="2723" y="9046"/>
                </a:lnTo>
                <a:lnTo>
                  <a:pt x="2604" y="9581"/>
                </a:lnTo>
                <a:lnTo>
                  <a:pt x="2592" y="9854"/>
                </a:lnTo>
                <a:lnTo>
                  <a:pt x="2604" y="9973"/>
                </a:lnTo>
                <a:lnTo>
                  <a:pt x="2687" y="10163"/>
                </a:lnTo>
                <a:lnTo>
                  <a:pt x="2854" y="10306"/>
                </a:lnTo>
                <a:lnTo>
                  <a:pt x="3056" y="10389"/>
                </a:lnTo>
                <a:lnTo>
                  <a:pt x="3175" y="10401"/>
                </a:lnTo>
                <a:lnTo>
                  <a:pt x="9819" y="10401"/>
                </a:lnTo>
                <a:lnTo>
                  <a:pt x="9926" y="10389"/>
                </a:lnTo>
                <a:lnTo>
                  <a:pt x="10117" y="10318"/>
                </a:lnTo>
                <a:lnTo>
                  <a:pt x="10271" y="10199"/>
                </a:lnTo>
                <a:lnTo>
                  <a:pt x="10366" y="10021"/>
                </a:lnTo>
                <a:lnTo>
                  <a:pt x="10378" y="9926"/>
                </a:lnTo>
                <a:lnTo>
                  <a:pt x="10164" y="9747"/>
                </a:lnTo>
                <a:lnTo>
                  <a:pt x="3246" y="9747"/>
                </a:lnTo>
                <a:lnTo>
                  <a:pt x="3270" y="9545"/>
                </a:lnTo>
                <a:lnTo>
                  <a:pt x="3377" y="9165"/>
                </a:lnTo>
                <a:lnTo>
                  <a:pt x="3555" y="8820"/>
                </a:lnTo>
                <a:lnTo>
                  <a:pt x="3793" y="8499"/>
                </a:lnTo>
                <a:lnTo>
                  <a:pt x="4090" y="8238"/>
                </a:lnTo>
                <a:lnTo>
                  <a:pt x="4447" y="8036"/>
                </a:lnTo>
                <a:lnTo>
                  <a:pt x="4827" y="7881"/>
                </a:lnTo>
                <a:lnTo>
                  <a:pt x="5243" y="7810"/>
                </a:lnTo>
                <a:lnTo>
                  <a:pt x="5469" y="7798"/>
                </a:lnTo>
                <a:lnTo>
                  <a:pt x="7513" y="7798"/>
                </a:lnTo>
                <a:lnTo>
                  <a:pt x="7609" y="7810"/>
                </a:lnTo>
                <a:lnTo>
                  <a:pt x="7716" y="7822"/>
                </a:lnTo>
                <a:lnTo>
                  <a:pt x="6872" y="7156"/>
                </a:lnTo>
                <a:close/>
                <a:moveTo>
                  <a:pt x="405" y="0"/>
                </a:moveTo>
                <a:lnTo>
                  <a:pt x="167" y="36"/>
                </a:lnTo>
                <a:lnTo>
                  <a:pt x="72" y="131"/>
                </a:lnTo>
                <a:lnTo>
                  <a:pt x="1" y="238"/>
                </a:lnTo>
                <a:lnTo>
                  <a:pt x="25" y="487"/>
                </a:lnTo>
                <a:lnTo>
                  <a:pt x="120" y="582"/>
                </a:lnTo>
                <a:lnTo>
                  <a:pt x="12470" y="10330"/>
                </a:lnTo>
                <a:lnTo>
                  <a:pt x="12565" y="10389"/>
                </a:lnTo>
                <a:lnTo>
                  <a:pt x="12660" y="10401"/>
                </a:lnTo>
                <a:lnTo>
                  <a:pt x="12732" y="10401"/>
                </a:lnTo>
                <a:lnTo>
                  <a:pt x="12863" y="10330"/>
                </a:lnTo>
                <a:lnTo>
                  <a:pt x="12910" y="10282"/>
                </a:lnTo>
                <a:lnTo>
                  <a:pt x="12981" y="10163"/>
                </a:lnTo>
                <a:lnTo>
                  <a:pt x="12946" y="9914"/>
                </a:lnTo>
                <a:lnTo>
                  <a:pt x="12863" y="9819"/>
                </a:lnTo>
                <a:lnTo>
                  <a:pt x="524" y="71"/>
                </a:lnTo>
                <a:lnTo>
                  <a:pt x="405"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6" name="Google Shape;3106;p174"/>
          <p:cNvSpPr/>
          <p:nvPr/>
        </p:nvSpPr>
        <p:spPr>
          <a:xfrm>
            <a:off x="1088575" y="8575145"/>
            <a:ext cx="707006" cy="565453"/>
          </a:xfrm>
          <a:custGeom>
            <a:rect b="b" l="l" r="r" t="t"/>
            <a:pathLst>
              <a:path extrusionOk="0" h="10402" w="13006">
                <a:moveTo>
                  <a:pt x="4756" y="654"/>
                </a:moveTo>
                <a:lnTo>
                  <a:pt x="5136" y="737"/>
                </a:lnTo>
                <a:lnTo>
                  <a:pt x="5481" y="880"/>
                </a:lnTo>
                <a:lnTo>
                  <a:pt x="5802" y="1094"/>
                </a:lnTo>
                <a:lnTo>
                  <a:pt x="6063" y="1355"/>
                </a:lnTo>
                <a:lnTo>
                  <a:pt x="6277" y="1664"/>
                </a:lnTo>
                <a:lnTo>
                  <a:pt x="6420" y="2021"/>
                </a:lnTo>
                <a:lnTo>
                  <a:pt x="6503" y="2401"/>
                </a:lnTo>
                <a:lnTo>
                  <a:pt x="6503" y="2603"/>
                </a:lnTo>
                <a:lnTo>
                  <a:pt x="6503" y="2793"/>
                </a:lnTo>
                <a:lnTo>
                  <a:pt x="6420" y="3174"/>
                </a:lnTo>
                <a:lnTo>
                  <a:pt x="6277" y="3530"/>
                </a:lnTo>
                <a:lnTo>
                  <a:pt x="6063" y="3839"/>
                </a:lnTo>
                <a:lnTo>
                  <a:pt x="5802" y="4101"/>
                </a:lnTo>
                <a:lnTo>
                  <a:pt x="5481" y="4315"/>
                </a:lnTo>
                <a:lnTo>
                  <a:pt x="5136" y="4458"/>
                </a:lnTo>
                <a:lnTo>
                  <a:pt x="4756" y="4541"/>
                </a:lnTo>
                <a:lnTo>
                  <a:pt x="4554" y="4553"/>
                </a:lnTo>
                <a:lnTo>
                  <a:pt x="4352" y="4541"/>
                </a:lnTo>
                <a:lnTo>
                  <a:pt x="3971" y="4458"/>
                </a:lnTo>
                <a:lnTo>
                  <a:pt x="3626" y="4315"/>
                </a:lnTo>
                <a:lnTo>
                  <a:pt x="3317" y="4101"/>
                </a:lnTo>
                <a:lnTo>
                  <a:pt x="3056" y="3839"/>
                </a:lnTo>
                <a:lnTo>
                  <a:pt x="2842" y="3530"/>
                </a:lnTo>
                <a:lnTo>
                  <a:pt x="2687" y="3174"/>
                </a:lnTo>
                <a:lnTo>
                  <a:pt x="2616" y="2793"/>
                </a:lnTo>
                <a:lnTo>
                  <a:pt x="2604" y="2603"/>
                </a:lnTo>
                <a:lnTo>
                  <a:pt x="2616" y="2401"/>
                </a:lnTo>
                <a:lnTo>
                  <a:pt x="2687" y="2021"/>
                </a:lnTo>
                <a:lnTo>
                  <a:pt x="2842" y="1664"/>
                </a:lnTo>
                <a:lnTo>
                  <a:pt x="3056" y="1355"/>
                </a:lnTo>
                <a:lnTo>
                  <a:pt x="3317" y="1094"/>
                </a:lnTo>
                <a:lnTo>
                  <a:pt x="3626" y="880"/>
                </a:lnTo>
                <a:lnTo>
                  <a:pt x="3971" y="737"/>
                </a:lnTo>
                <a:lnTo>
                  <a:pt x="4352" y="654"/>
                </a:lnTo>
                <a:close/>
                <a:moveTo>
                  <a:pt x="4554" y="0"/>
                </a:moveTo>
                <a:lnTo>
                  <a:pt x="4292" y="12"/>
                </a:lnTo>
                <a:lnTo>
                  <a:pt x="3781" y="107"/>
                </a:lnTo>
                <a:lnTo>
                  <a:pt x="3317" y="309"/>
                </a:lnTo>
                <a:lnTo>
                  <a:pt x="2901" y="594"/>
                </a:lnTo>
                <a:lnTo>
                  <a:pt x="2545" y="939"/>
                </a:lnTo>
                <a:lnTo>
                  <a:pt x="2271" y="1355"/>
                </a:lnTo>
                <a:lnTo>
                  <a:pt x="2069" y="1819"/>
                </a:lnTo>
                <a:lnTo>
                  <a:pt x="1962" y="2330"/>
                </a:lnTo>
                <a:lnTo>
                  <a:pt x="1962" y="2603"/>
                </a:lnTo>
                <a:lnTo>
                  <a:pt x="1962" y="2865"/>
                </a:lnTo>
                <a:lnTo>
                  <a:pt x="2069" y="3376"/>
                </a:lnTo>
                <a:lnTo>
                  <a:pt x="2271" y="3839"/>
                </a:lnTo>
                <a:lnTo>
                  <a:pt x="2545" y="4256"/>
                </a:lnTo>
                <a:lnTo>
                  <a:pt x="2901" y="4612"/>
                </a:lnTo>
                <a:lnTo>
                  <a:pt x="3317" y="4886"/>
                </a:lnTo>
                <a:lnTo>
                  <a:pt x="3781" y="5088"/>
                </a:lnTo>
                <a:lnTo>
                  <a:pt x="4292" y="5195"/>
                </a:lnTo>
                <a:lnTo>
                  <a:pt x="4827" y="5195"/>
                </a:lnTo>
                <a:lnTo>
                  <a:pt x="5326" y="5088"/>
                </a:lnTo>
                <a:lnTo>
                  <a:pt x="5802" y="4886"/>
                </a:lnTo>
                <a:lnTo>
                  <a:pt x="6218" y="4612"/>
                </a:lnTo>
                <a:lnTo>
                  <a:pt x="6563" y="4256"/>
                </a:lnTo>
                <a:lnTo>
                  <a:pt x="6848" y="3839"/>
                </a:lnTo>
                <a:lnTo>
                  <a:pt x="7038" y="3376"/>
                </a:lnTo>
                <a:lnTo>
                  <a:pt x="7145" y="2865"/>
                </a:lnTo>
                <a:lnTo>
                  <a:pt x="7157" y="2603"/>
                </a:lnTo>
                <a:lnTo>
                  <a:pt x="7145" y="2330"/>
                </a:lnTo>
                <a:lnTo>
                  <a:pt x="7038" y="1819"/>
                </a:lnTo>
                <a:lnTo>
                  <a:pt x="6848" y="1355"/>
                </a:lnTo>
                <a:lnTo>
                  <a:pt x="6563" y="939"/>
                </a:lnTo>
                <a:lnTo>
                  <a:pt x="6218" y="594"/>
                </a:lnTo>
                <a:lnTo>
                  <a:pt x="5802" y="309"/>
                </a:lnTo>
                <a:lnTo>
                  <a:pt x="5326" y="107"/>
                </a:lnTo>
                <a:lnTo>
                  <a:pt x="4827" y="12"/>
                </a:lnTo>
                <a:lnTo>
                  <a:pt x="4554" y="0"/>
                </a:lnTo>
                <a:close/>
                <a:moveTo>
                  <a:pt x="11056" y="2591"/>
                </a:moveTo>
                <a:lnTo>
                  <a:pt x="10925" y="2615"/>
                </a:lnTo>
                <a:lnTo>
                  <a:pt x="10747" y="2793"/>
                </a:lnTo>
                <a:lnTo>
                  <a:pt x="10735" y="2924"/>
                </a:lnTo>
                <a:lnTo>
                  <a:pt x="10735" y="4220"/>
                </a:lnTo>
                <a:lnTo>
                  <a:pt x="9427" y="4220"/>
                </a:lnTo>
                <a:lnTo>
                  <a:pt x="9297" y="4244"/>
                </a:lnTo>
                <a:lnTo>
                  <a:pt x="9130" y="4422"/>
                </a:lnTo>
                <a:lnTo>
                  <a:pt x="9106" y="4553"/>
                </a:lnTo>
                <a:lnTo>
                  <a:pt x="9130" y="4683"/>
                </a:lnTo>
                <a:lnTo>
                  <a:pt x="9297" y="4850"/>
                </a:lnTo>
                <a:lnTo>
                  <a:pt x="9427" y="4874"/>
                </a:lnTo>
                <a:lnTo>
                  <a:pt x="10735" y="4874"/>
                </a:lnTo>
                <a:lnTo>
                  <a:pt x="10735" y="6169"/>
                </a:lnTo>
                <a:lnTo>
                  <a:pt x="10747" y="6300"/>
                </a:lnTo>
                <a:lnTo>
                  <a:pt x="10925" y="6478"/>
                </a:lnTo>
                <a:lnTo>
                  <a:pt x="11056" y="6502"/>
                </a:lnTo>
                <a:lnTo>
                  <a:pt x="11187" y="6478"/>
                </a:lnTo>
                <a:lnTo>
                  <a:pt x="11365" y="6300"/>
                </a:lnTo>
                <a:lnTo>
                  <a:pt x="11389" y="6169"/>
                </a:lnTo>
                <a:lnTo>
                  <a:pt x="11389" y="4874"/>
                </a:lnTo>
                <a:lnTo>
                  <a:pt x="12684" y="4874"/>
                </a:lnTo>
                <a:lnTo>
                  <a:pt x="12815" y="4850"/>
                </a:lnTo>
                <a:lnTo>
                  <a:pt x="12993" y="4683"/>
                </a:lnTo>
                <a:lnTo>
                  <a:pt x="13005" y="4553"/>
                </a:lnTo>
                <a:lnTo>
                  <a:pt x="12993" y="4422"/>
                </a:lnTo>
                <a:lnTo>
                  <a:pt x="12815" y="4244"/>
                </a:lnTo>
                <a:lnTo>
                  <a:pt x="12684" y="4220"/>
                </a:lnTo>
                <a:lnTo>
                  <a:pt x="11389" y="4220"/>
                </a:lnTo>
                <a:lnTo>
                  <a:pt x="11389" y="2924"/>
                </a:lnTo>
                <a:lnTo>
                  <a:pt x="11365" y="2793"/>
                </a:lnTo>
                <a:lnTo>
                  <a:pt x="11187" y="2615"/>
                </a:lnTo>
                <a:lnTo>
                  <a:pt x="11056" y="2591"/>
                </a:lnTo>
                <a:close/>
                <a:moveTo>
                  <a:pt x="5588" y="6823"/>
                </a:moveTo>
                <a:lnTo>
                  <a:pt x="5885" y="6835"/>
                </a:lnTo>
                <a:lnTo>
                  <a:pt x="6444" y="6954"/>
                </a:lnTo>
                <a:lnTo>
                  <a:pt x="6955" y="7168"/>
                </a:lnTo>
                <a:lnTo>
                  <a:pt x="7418" y="7477"/>
                </a:lnTo>
                <a:lnTo>
                  <a:pt x="7799" y="7869"/>
                </a:lnTo>
                <a:lnTo>
                  <a:pt x="8108" y="8321"/>
                </a:lnTo>
                <a:lnTo>
                  <a:pt x="8334" y="8844"/>
                </a:lnTo>
                <a:lnTo>
                  <a:pt x="8453" y="9403"/>
                </a:lnTo>
                <a:lnTo>
                  <a:pt x="8453" y="9700"/>
                </a:lnTo>
                <a:lnTo>
                  <a:pt x="8441" y="9735"/>
                </a:lnTo>
                <a:lnTo>
                  <a:pt x="8405" y="9747"/>
                </a:lnTo>
                <a:lnTo>
                  <a:pt x="714" y="9747"/>
                </a:lnTo>
                <a:lnTo>
                  <a:pt x="667" y="9735"/>
                </a:lnTo>
                <a:lnTo>
                  <a:pt x="655" y="9700"/>
                </a:lnTo>
                <a:lnTo>
                  <a:pt x="667" y="9403"/>
                </a:lnTo>
                <a:lnTo>
                  <a:pt x="785" y="8844"/>
                </a:lnTo>
                <a:lnTo>
                  <a:pt x="999" y="8321"/>
                </a:lnTo>
                <a:lnTo>
                  <a:pt x="1309" y="7869"/>
                </a:lnTo>
                <a:lnTo>
                  <a:pt x="1701" y="7477"/>
                </a:lnTo>
                <a:lnTo>
                  <a:pt x="2152" y="7168"/>
                </a:lnTo>
                <a:lnTo>
                  <a:pt x="2676" y="6954"/>
                </a:lnTo>
                <a:lnTo>
                  <a:pt x="3234" y="6835"/>
                </a:lnTo>
                <a:lnTo>
                  <a:pt x="3531" y="6823"/>
                </a:lnTo>
                <a:close/>
                <a:moveTo>
                  <a:pt x="3531" y="6181"/>
                </a:moveTo>
                <a:lnTo>
                  <a:pt x="3163" y="6193"/>
                </a:lnTo>
                <a:lnTo>
                  <a:pt x="2473" y="6324"/>
                </a:lnTo>
                <a:lnTo>
                  <a:pt x="1843" y="6597"/>
                </a:lnTo>
                <a:lnTo>
                  <a:pt x="1285" y="6978"/>
                </a:lnTo>
                <a:lnTo>
                  <a:pt x="809" y="7453"/>
                </a:lnTo>
                <a:lnTo>
                  <a:pt x="429" y="8012"/>
                </a:lnTo>
                <a:lnTo>
                  <a:pt x="155" y="8642"/>
                </a:lnTo>
                <a:lnTo>
                  <a:pt x="25" y="9331"/>
                </a:lnTo>
                <a:lnTo>
                  <a:pt x="1" y="9700"/>
                </a:lnTo>
                <a:lnTo>
                  <a:pt x="13" y="9842"/>
                </a:lnTo>
                <a:lnTo>
                  <a:pt x="120" y="10092"/>
                </a:lnTo>
                <a:lnTo>
                  <a:pt x="310" y="10282"/>
                </a:lnTo>
                <a:lnTo>
                  <a:pt x="572" y="10389"/>
                </a:lnTo>
                <a:lnTo>
                  <a:pt x="714" y="10401"/>
                </a:lnTo>
                <a:lnTo>
                  <a:pt x="8405" y="10401"/>
                </a:lnTo>
                <a:lnTo>
                  <a:pt x="8548" y="10389"/>
                </a:lnTo>
                <a:lnTo>
                  <a:pt x="8797" y="10282"/>
                </a:lnTo>
                <a:lnTo>
                  <a:pt x="8987" y="10092"/>
                </a:lnTo>
                <a:lnTo>
                  <a:pt x="9094" y="9842"/>
                </a:lnTo>
                <a:lnTo>
                  <a:pt x="9106" y="9700"/>
                </a:lnTo>
                <a:lnTo>
                  <a:pt x="9094" y="9331"/>
                </a:lnTo>
                <a:lnTo>
                  <a:pt x="8952" y="8642"/>
                </a:lnTo>
                <a:lnTo>
                  <a:pt x="8690" y="8012"/>
                </a:lnTo>
                <a:lnTo>
                  <a:pt x="8310" y="7453"/>
                </a:lnTo>
                <a:lnTo>
                  <a:pt x="7834" y="6978"/>
                </a:lnTo>
                <a:lnTo>
                  <a:pt x="7264" y="6597"/>
                </a:lnTo>
                <a:lnTo>
                  <a:pt x="6634" y="6324"/>
                </a:lnTo>
                <a:lnTo>
                  <a:pt x="5944" y="6193"/>
                </a:lnTo>
                <a:lnTo>
                  <a:pt x="5588" y="618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7" name="Google Shape;3107;p174"/>
          <p:cNvSpPr/>
          <p:nvPr/>
        </p:nvSpPr>
        <p:spPr>
          <a:xfrm>
            <a:off x="9636613" y="8645539"/>
            <a:ext cx="635849" cy="424606"/>
          </a:xfrm>
          <a:custGeom>
            <a:rect b="b" l="l" r="r" t="t"/>
            <a:pathLst>
              <a:path extrusionOk="0" h="7811" w="11697">
                <a:moveTo>
                  <a:pt x="6502" y="654"/>
                </a:moveTo>
                <a:lnTo>
                  <a:pt x="6633" y="666"/>
                </a:lnTo>
                <a:lnTo>
                  <a:pt x="6871" y="761"/>
                </a:lnTo>
                <a:lnTo>
                  <a:pt x="7049" y="940"/>
                </a:lnTo>
                <a:lnTo>
                  <a:pt x="7144" y="1177"/>
                </a:lnTo>
                <a:lnTo>
                  <a:pt x="7156" y="1308"/>
                </a:lnTo>
                <a:lnTo>
                  <a:pt x="7156" y="6503"/>
                </a:lnTo>
                <a:lnTo>
                  <a:pt x="7144" y="6634"/>
                </a:lnTo>
                <a:lnTo>
                  <a:pt x="7049" y="6871"/>
                </a:lnTo>
                <a:lnTo>
                  <a:pt x="6871" y="7050"/>
                </a:lnTo>
                <a:lnTo>
                  <a:pt x="6633" y="7145"/>
                </a:lnTo>
                <a:lnTo>
                  <a:pt x="6502" y="7157"/>
                </a:lnTo>
                <a:lnTo>
                  <a:pt x="1296" y="7157"/>
                </a:lnTo>
                <a:lnTo>
                  <a:pt x="1165" y="7145"/>
                </a:lnTo>
                <a:lnTo>
                  <a:pt x="939" y="7050"/>
                </a:lnTo>
                <a:lnTo>
                  <a:pt x="761" y="6871"/>
                </a:lnTo>
                <a:lnTo>
                  <a:pt x="666" y="6634"/>
                </a:lnTo>
                <a:lnTo>
                  <a:pt x="654" y="6503"/>
                </a:lnTo>
                <a:lnTo>
                  <a:pt x="654" y="1308"/>
                </a:lnTo>
                <a:lnTo>
                  <a:pt x="666" y="1166"/>
                </a:lnTo>
                <a:lnTo>
                  <a:pt x="761" y="940"/>
                </a:lnTo>
                <a:lnTo>
                  <a:pt x="939" y="761"/>
                </a:lnTo>
                <a:lnTo>
                  <a:pt x="1165" y="666"/>
                </a:lnTo>
                <a:lnTo>
                  <a:pt x="1296" y="654"/>
                </a:lnTo>
                <a:close/>
                <a:moveTo>
                  <a:pt x="11186" y="654"/>
                </a:moveTo>
                <a:lnTo>
                  <a:pt x="10841" y="678"/>
                </a:lnTo>
                <a:lnTo>
                  <a:pt x="10675" y="773"/>
                </a:lnTo>
                <a:lnTo>
                  <a:pt x="8594" y="2235"/>
                </a:lnTo>
                <a:lnTo>
                  <a:pt x="8499" y="2319"/>
                </a:lnTo>
                <a:lnTo>
                  <a:pt x="8452" y="2568"/>
                </a:lnTo>
                <a:lnTo>
                  <a:pt x="8511" y="2687"/>
                </a:lnTo>
                <a:lnTo>
                  <a:pt x="8594" y="2782"/>
                </a:lnTo>
                <a:lnTo>
                  <a:pt x="8844" y="2830"/>
                </a:lnTo>
                <a:lnTo>
                  <a:pt x="8963" y="2770"/>
                </a:lnTo>
                <a:lnTo>
                  <a:pt x="11055" y="1308"/>
                </a:lnTo>
                <a:lnTo>
                  <a:pt x="11055" y="6503"/>
                </a:lnTo>
                <a:lnTo>
                  <a:pt x="8963" y="5041"/>
                </a:lnTo>
                <a:lnTo>
                  <a:pt x="8844" y="4981"/>
                </a:lnTo>
                <a:lnTo>
                  <a:pt x="8606" y="5029"/>
                </a:lnTo>
                <a:lnTo>
                  <a:pt x="8511" y="5124"/>
                </a:lnTo>
                <a:lnTo>
                  <a:pt x="8452" y="5243"/>
                </a:lnTo>
                <a:lnTo>
                  <a:pt x="8499" y="5481"/>
                </a:lnTo>
                <a:lnTo>
                  <a:pt x="8594" y="5576"/>
                </a:lnTo>
                <a:lnTo>
                  <a:pt x="10675" y="7038"/>
                </a:lnTo>
                <a:lnTo>
                  <a:pt x="10770" y="7085"/>
                </a:lnTo>
                <a:lnTo>
                  <a:pt x="10960" y="7145"/>
                </a:lnTo>
                <a:lnTo>
                  <a:pt x="11055" y="7157"/>
                </a:lnTo>
                <a:lnTo>
                  <a:pt x="11210" y="7145"/>
                </a:lnTo>
                <a:lnTo>
                  <a:pt x="11352" y="7085"/>
                </a:lnTo>
                <a:lnTo>
                  <a:pt x="11507" y="6978"/>
                </a:lnTo>
                <a:lnTo>
                  <a:pt x="11685" y="6669"/>
                </a:lnTo>
                <a:lnTo>
                  <a:pt x="11697" y="6491"/>
                </a:lnTo>
                <a:lnTo>
                  <a:pt x="11697" y="1308"/>
                </a:lnTo>
                <a:lnTo>
                  <a:pt x="11685" y="1118"/>
                </a:lnTo>
                <a:lnTo>
                  <a:pt x="11507" y="821"/>
                </a:lnTo>
                <a:lnTo>
                  <a:pt x="11352" y="726"/>
                </a:lnTo>
                <a:lnTo>
                  <a:pt x="11186" y="654"/>
                </a:lnTo>
                <a:close/>
                <a:moveTo>
                  <a:pt x="1308" y="1"/>
                </a:moveTo>
                <a:lnTo>
                  <a:pt x="1034" y="24"/>
                </a:lnTo>
                <a:lnTo>
                  <a:pt x="571" y="215"/>
                </a:lnTo>
                <a:lnTo>
                  <a:pt x="214" y="571"/>
                </a:lnTo>
                <a:lnTo>
                  <a:pt x="24" y="1035"/>
                </a:lnTo>
                <a:lnTo>
                  <a:pt x="0" y="1308"/>
                </a:lnTo>
                <a:lnTo>
                  <a:pt x="0" y="6503"/>
                </a:lnTo>
                <a:lnTo>
                  <a:pt x="24" y="6764"/>
                </a:lnTo>
                <a:lnTo>
                  <a:pt x="214" y="7240"/>
                </a:lnTo>
                <a:lnTo>
                  <a:pt x="571" y="7585"/>
                </a:lnTo>
                <a:lnTo>
                  <a:pt x="1034" y="7787"/>
                </a:lnTo>
                <a:lnTo>
                  <a:pt x="1308" y="7810"/>
                </a:lnTo>
                <a:lnTo>
                  <a:pt x="6502" y="7810"/>
                </a:lnTo>
                <a:lnTo>
                  <a:pt x="6764" y="7787"/>
                </a:lnTo>
                <a:lnTo>
                  <a:pt x="7239" y="7585"/>
                </a:lnTo>
                <a:lnTo>
                  <a:pt x="7584" y="7240"/>
                </a:lnTo>
                <a:lnTo>
                  <a:pt x="7786" y="6764"/>
                </a:lnTo>
                <a:lnTo>
                  <a:pt x="7810" y="6503"/>
                </a:lnTo>
                <a:lnTo>
                  <a:pt x="7810" y="1308"/>
                </a:lnTo>
                <a:lnTo>
                  <a:pt x="7786" y="1035"/>
                </a:lnTo>
                <a:lnTo>
                  <a:pt x="7584" y="571"/>
                </a:lnTo>
                <a:lnTo>
                  <a:pt x="7239" y="215"/>
                </a:lnTo>
                <a:lnTo>
                  <a:pt x="6764" y="24"/>
                </a:lnTo>
                <a:lnTo>
                  <a:pt x="6502"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8" name="Google Shape;3108;p174"/>
          <p:cNvSpPr/>
          <p:nvPr/>
        </p:nvSpPr>
        <p:spPr>
          <a:xfrm>
            <a:off x="10758301" y="8610641"/>
            <a:ext cx="601004" cy="494404"/>
          </a:xfrm>
          <a:custGeom>
            <a:rect b="b" l="l" r="r" t="t"/>
            <a:pathLst>
              <a:path extrusionOk="0" h="9095" w="11056">
                <a:moveTo>
                  <a:pt x="8132" y="2925"/>
                </a:moveTo>
                <a:lnTo>
                  <a:pt x="7894" y="2973"/>
                </a:lnTo>
                <a:lnTo>
                  <a:pt x="7799" y="3068"/>
                </a:lnTo>
                <a:lnTo>
                  <a:pt x="7751" y="3186"/>
                </a:lnTo>
                <a:lnTo>
                  <a:pt x="7799" y="3436"/>
                </a:lnTo>
                <a:lnTo>
                  <a:pt x="7894" y="3519"/>
                </a:lnTo>
                <a:lnTo>
                  <a:pt x="8025" y="3614"/>
                </a:lnTo>
                <a:lnTo>
                  <a:pt x="8227" y="3840"/>
                </a:lnTo>
                <a:lnTo>
                  <a:pt x="8369" y="4102"/>
                </a:lnTo>
                <a:lnTo>
                  <a:pt x="8441" y="4399"/>
                </a:lnTo>
                <a:lnTo>
                  <a:pt x="8453" y="4553"/>
                </a:lnTo>
                <a:lnTo>
                  <a:pt x="8441" y="4696"/>
                </a:lnTo>
                <a:lnTo>
                  <a:pt x="8369" y="4993"/>
                </a:lnTo>
                <a:lnTo>
                  <a:pt x="8227" y="5255"/>
                </a:lnTo>
                <a:lnTo>
                  <a:pt x="8025" y="5481"/>
                </a:lnTo>
                <a:lnTo>
                  <a:pt x="7894" y="5576"/>
                </a:lnTo>
                <a:lnTo>
                  <a:pt x="7799" y="5671"/>
                </a:lnTo>
                <a:lnTo>
                  <a:pt x="7751" y="5909"/>
                </a:lnTo>
                <a:lnTo>
                  <a:pt x="7811" y="6027"/>
                </a:lnTo>
                <a:lnTo>
                  <a:pt x="7858" y="6099"/>
                </a:lnTo>
                <a:lnTo>
                  <a:pt x="8001" y="6170"/>
                </a:lnTo>
                <a:lnTo>
                  <a:pt x="8167" y="6170"/>
                </a:lnTo>
                <a:lnTo>
                  <a:pt x="8250" y="6123"/>
                </a:lnTo>
                <a:lnTo>
                  <a:pt x="8441" y="5980"/>
                </a:lnTo>
                <a:lnTo>
                  <a:pt x="8762" y="5635"/>
                </a:lnTo>
                <a:lnTo>
                  <a:pt x="8976" y="5219"/>
                </a:lnTo>
                <a:lnTo>
                  <a:pt x="9094" y="4779"/>
                </a:lnTo>
                <a:lnTo>
                  <a:pt x="9094" y="4553"/>
                </a:lnTo>
                <a:lnTo>
                  <a:pt x="9106" y="4553"/>
                </a:lnTo>
                <a:lnTo>
                  <a:pt x="9094" y="4316"/>
                </a:lnTo>
                <a:lnTo>
                  <a:pt x="8976" y="3876"/>
                </a:lnTo>
                <a:lnTo>
                  <a:pt x="8762" y="3460"/>
                </a:lnTo>
                <a:lnTo>
                  <a:pt x="8453" y="3115"/>
                </a:lnTo>
                <a:lnTo>
                  <a:pt x="8250" y="2973"/>
                </a:lnTo>
                <a:lnTo>
                  <a:pt x="8132" y="2925"/>
                </a:lnTo>
                <a:close/>
                <a:moveTo>
                  <a:pt x="9213" y="1296"/>
                </a:moveTo>
                <a:lnTo>
                  <a:pt x="8964" y="1344"/>
                </a:lnTo>
                <a:lnTo>
                  <a:pt x="8880" y="1439"/>
                </a:lnTo>
                <a:lnTo>
                  <a:pt x="8821" y="1558"/>
                </a:lnTo>
                <a:lnTo>
                  <a:pt x="8869" y="1808"/>
                </a:lnTo>
                <a:lnTo>
                  <a:pt x="8964" y="1891"/>
                </a:lnTo>
                <a:lnTo>
                  <a:pt x="9296" y="2129"/>
                </a:lnTo>
                <a:lnTo>
                  <a:pt x="9820" y="2711"/>
                </a:lnTo>
                <a:lnTo>
                  <a:pt x="10188" y="3400"/>
                </a:lnTo>
                <a:lnTo>
                  <a:pt x="10378" y="4149"/>
                </a:lnTo>
                <a:lnTo>
                  <a:pt x="10402" y="4553"/>
                </a:lnTo>
                <a:lnTo>
                  <a:pt x="10378" y="4946"/>
                </a:lnTo>
                <a:lnTo>
                  <a:pt x="10188" y="5695"/>
                </a:lnTo>
                <a:lnTo>
                  <a:pt x="9820" y="6384"/>
                </a:lnTo>
                <a:lnTo>
                  <a:pt x="9296" y="6967"/>
                </a:lnTo>
                <a:lnTo>
                  <a:pt x="8964" y="7204"/>
                </a:lnTo>
                <a:lnTo>
                  <a:pt x="8869" y="7287"/>
                </a:lnTo>
                <a:lnTo>
                  <a:pt x="8821" y="7537"/>
                </a:lnTo>
                <a:lnTo>
                  <a:pt x="8880" y="7656"/>
                </a:lnTo>
                <a:lnTo>
                  <a:pt x="8928" y="7715"/>
                </a:lnTo>
                <a:lnTo>
                  <a:pt x="9071" y="7787"/>
                </a:lnTo>
                <a:lnTo>
                  <a:pt x="9154" y="7799"/>
                </a:lnTo>
                <a:lnTo>
                  <a:pt x="9237" y="7787"/>
                </a:lnTo>
                <a:lnTo>
                  <a:pt x="9332" y="7739"/>
                </a:lnTo>
                <a:lnTo>
                  <a:pt x="9522" y="7608"/>
                </a:lnTo>
                <a:lnTo>
                  <a:pt x="9891" y="7287"/>
                </a:lnTo>
                <a:lnTo>
                  <a:pt x="10212" y="6943"/>
                </a:lnTo>
                <a:lnTo>
                  <a:pt x="10473" y="6562"/>
                </a:lnTo>
                <a:lnTo>
                  <a:pt x="10699" y="6146"/>
                </a:lnTo>
                <a:lnTo>
                  <a:pt x="10866" y="5706"/>
                </a:lnTo>
                <a:lnTo>
                  <a:pt x="10984" y="5255"/>
                </a:lnTo>
                <a:lnTo>
                  <a:pt x="11044" y="4791"/>
                </a:lnTo>
                <a:lnTo>
                  <a:pt x="11044" y="4553"/>
                </a:lnTo>
                <a:lnTo>
                  <a:pt x="11056" y="4553"/>
                </a:lnTo>
                <a:lnTo>
                  <a:pt x="11044" y="4304"/>
                </a:lnTo>
                <a:lnTo>
                  <a:pt x="10984" y="3840"/>
                </a:lnTo>
                <a:lnTo>
                  <a:pt x="10866" y="3389"/>
                </a:lnTo>
                <a:lnTo>
                  <a:pt x="10699" y="2949"/>
                </a:lnTo>
                <a:lnTo>
                  <a:pt x="10485" y="2533"/>
                </a:lnTo>
                <a:lnTo>
                  <a:pt x="10212" y="2152"/>
                </a:lnTo>
                <a:lnTo>
                  <a:pt x="9891" y="1808"/>
                </a:lnTo>
                <a:lnTo>
                  <a:pt x="9534" y="1487"/>
                </a:lnTo>
                <a:lnTo>
                  <a:pt x="9332" y="1356"/>
                </a:lnTo>
                <a:lnTo>
                  <a:pt x="9213" y="1296"/>
                </a:lnTo>
                <a:close/>
                <a:moveTo>
                  <a:pt x="5814" y="643"/>
                </a:moveTo>
                <a:lnTo>
                  <a:pt x="5837" y="8429"/>
                </a:lnTo>
                <a:lnTo>
                  <a:pt x="2901" y="5825"/>
                </a:lnTo>
                <a:lnTo>
                  <a:pt x="976" y="5825"/>
                </a:lnTo>
                <a:lnTo>
                  <a:pt x="845" y="5813"/>
                </a:lnTo>
                <a:lnTo>
                  <a:pt x="667" y="5635"/>
                </a:lnTo>
                <a:lnTo>
                  <a:pt x="655" y="5504"/>
                </a:lnTo>
                <a:lnTo>
                  <a:pt x="655" y="3555"/>
                </a:lnTo>
                <a:lnTo>
                  <a:pt x="667" y="3424"/>
                </a:lnTo>
                <a:lnTo>
                  <a:pt x="845" y="3246"/>
                </a:lnTo>
                <a:lnTo>
                  <a:pt x="976" y="3234"/>
                </a:lnTo>
                <a:lnTo>
                  <a:pt x="2901" y="3234"/>
                </a:lnTo>
                <a:lnTo>
                  <a:pt x="5814" y="655"/>
                </a:lnTo>
                <a:lnTo>
                  <a:pt x="5814" y="643"/>
                </a:lnTo>
                <a:close/>
                <a:moveTo>
                  <a:pt x="5730" y="1"/>
                </a:moveTo>
                <a:lnTo>
                  <a:pt x="5516" y="84"/>
                </a:lnTo>
                <a:lnTo>
                  <a:pt x="5421" y="167"/>
                </a:lnTo>
                <a:lnTo>
                  <a:pt x="2675" y="2592"/>
                </a:lnTo>
                <a:lnTo>
                  <a:pt x="976" y="2592"/>
                </a:lnTo>
                <a:lnTo>
                  <a:pt x="774" y="2616"/>
                </a:lnTo>
                <a:lnTo>
                  <a:pt x="429" y="2759"/>
                </a:lnTo>
                <a:lnTo>
                  <a:pt x="155" y="3020"/>
                </a:lnTo>
                <a:lnTo>
                  <a:pt x="13" y="3365"/>
                </a:lnTo>
                <a:lnTo>
                  <a:pt x="1" y="3555"/>
                </a:lnTo>
                <a:lnTo>
                  <a:pt x="1" y="5493"/>
                </a:lnTo>
                <a:lnTo>
                  <a:pt x="13" y="5683"/>
                </a:lnTo>
                <a:lnTo>
                  <a:pt x="155" y="6027"/>
                </a:lnTo>
                <a:lnTo>
                  <a:pt x="429" y="6289"/>
                </a:lnTo>
                <a:lnTo>
                  <a:pt x="774" y="6432"/>
                </a:lnTo>
                <a:lnTo>
                  <a:pt x="976" y="6443"/>
                </a:lnTo>
                <a:lnTo>
                  <a:pt x="2675" y="6443"/>
                </a:lnTo>
                <a:lnTo>
                  <a:pt x="5421" y="8880"/>
                </a:lnTo>
                <a:lnTo>
                  <a:pt x="5516" y="8987"/>
                </a:lnTo>
                <a:lnTo>
                  <a:pt x="5730" y="9094"/>
                </a:lnTo>
                <a:lnTo>
                  <a:pt x="5980" y="9094"/>
                </a:lnTo>
                <a:lnTo>
                  <a:pt x="6111" y="9047"/>
                </a:lnTo>
                <a:lnTo>
                  <a:pt x="6277" y="8952"/>
                </a:lnTo>
                <a:lnTo>
                  <a:pt x="6479" y="8643"/>
                </a:lnTo>
                <a:lnTo>
                  <a:pt x="6503" y="8452"/>
                </a:lnTo>
                <a:lnTo>
                  <a:pt x="6503" y="643"/>
                </a:lnTo>
                <a:lnTo>
                  <a:pt x="6479" y="452"/>
                </a:lnTo>
                <a:lnTo>
                  <a:pt x="6337" y="215"/>
                </a:lnTo>
                <a:lnTo>
                  <a:pt x="6206" y="96"/>
                </a:lnTo>
                <a:lnTo>
                  <a:pt x="6123" y="60"/>
                </a:lnTo>
                <a:lnTo>
                  <a:pt x="5992" y="13"/>
                </a:lnTo>
                <a:lnTo>
                  <a:pt x="5849"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09" name="Google Shape;3109;p174"/>
          <p:cNvSpPr/>
          <p:nvPr/>
        </p:nvSpPr>
        <p:spPr>
          <a:xfrm>
            <a:off x="11879391" y="8610641"/>
            <a:ext cx="565453" cy="494404"/>
          </a:xfrm>
          <a:custGeom>
            <a:rect b="b" l="l" r="r" t="t"/>
            <a:pathLst>
              <a:path extrusionOk="0" h="9095" w="10402">
                <a:moveTo>
                  <a:pt x="7810" y="4708"/>
                </a:moveTo>
                <a:lnTo>
                  <a:pt x="7703" y="4720"/>
                </a:lnTo>
                <a:lnTo>
                  <a:pt x="7537" y="4791"/>
                </a:lnTo>
                <a:lnTo>
                  <a:pt x="7394" y="4922"/>
                </a:lnTo>
                <a:lnTo>
                  <a:pt x="7323" y="5100"/>
                </a:lnTo>
                <a:lnTo>
                  <a:pt x="7323" y="5195"/>
                </a:lnTo>
                <a:lnTo>
                  <a:pt x="7323" y="5302"/>
                </a:lnTo>
                <a:lnTo>
                  <a:pt x="7394" y="5469"/>
                </a:lnTo>
                <a:lnTo>
                  <a:pt x="7537" y="5600"/>
                </a:lnTo>
                <a:lnTo>
                  <a:pt x="7703" y="5683"/>
                </a:lnTo>
                <a:lnTo>
                  <a:pt x="7906" y="5683"/>
                </a:lnTo>
                <a:lnTo>
                  <a:pt x="8084" y="5600"/>
                </a:lnTo>
                <a:lnTo>
                  <a:pt x="8215" y="5469"/>
                </a:lnTo>
                <a:lnTo>
                  <a:pt x="8286" y="5302"/>
                </a:lnTo>
                <a:lnTo>
                  <a:pt x="8298" y="5195"/>
                </a:lnTo>
                <a:lnTo>
                  <a:pt x="8286" y="5100"/>
                </a:lnTo>
                <a:lnTo>
                  <a:pt x="8215" y="4922"/>
                </a:lnTo>
                <a:lnTo>
                  <a:pt x="8084" y="4791"/>
                </a:lnTo>
                <a:lnTo>
                  <a:pt x="7906" y="4720"/>
                </a:lnTo>
                <a:lnTo>
                  <a:pt x="7810" y="4708"/>
                </a:lnTo>
                <a:close/>
                <a:moveTo>
                  <a:pt x="1463" y="1"/>
                </a:moveTo>
                <a:lnTo>
                  <a:pt x="1142" y="72"/>
                </a:lnTo>
                <a:lnTo>
                  <a:pt x="857" y="191"/>
                </a:lnTo>
                <a:lnTo>
                  <a:pt x="595" y="369"/>
                </a:lnTo>
                <a:lnTo>
                  <a:pt x="369" y="583"/>
                </a:lnTo>
                <a:lnTo>
                  <a:pt x="203" y="845"/>
                </a:lnTo>
                <a:lnTo>
                  <a:pt x="72" y="1142"/>
                </a:lnTo>
                <a:lnTo>
                  <a:pt x="13" y="1451"/>
                </a:lnTo>
                <a:lnTo>
                  <a:pt x="1" y="1617"/>
                </a:lnTo>
                <a:lnTo>
                  <a:pt x="1" y="7478"/>
                </a:lnTo>
                <a:lnTo>
                  <a:pt x="13" y="7644"/>
                </a:lnTo>
                <a:lnTo>
                  <a:pt x="72" y="7953"/>
                </a:lnTo>
                <a:lnTo>
                  <a:pt x="203" y="8250"/>
                </a:lnTo>
                <a:lnTo>
                  <a:pt x="369" y="8512"/>
                </a:lnTo>
                <a:lnTo>
                  <a:pt x="595" y="8726"/>
                </a:lnTo>
                <a:lnTo>
                  <a:pt x="857" y="8904"/>
                </a:lnTo>
                <a:lnTo>
                  <a:pt x="1142" y="9023"/>
                </a:lnTo>
                <a:lnTo>
                  <a:pt x="1463" y="9094"/>
                </a:lnTo>
                <a:lnTo>
                  <a:pt x="8952" y="9094"/>
                </a:lnTo>
                <a:lnTo>
                  <a:pt x="9261" y="9023"/>
                </a:lnTo>
                <a:lnTo>
                  <a:pt x="9558" y="8904"/>
                </a:lnTo>
                <a:lnTo>
                  <a:pt x="9819" y="8726"/>
                </a:lnTo>
                <a:lnTo>
                  <a:pt x="10033" y="8512"/>
                </a:lnTo>
                <a:lnTo>
                  <a:pt x="10212" y="8250"/>
                </a:lnTo>
                <a:lnTo>
                  <a:pt x="10330" y="7953"/>
                </a:lnTo>
                <a:lnTo>
                  <a:pt x="10402" y="7644"/>
                </a:lnTo>
                <a:lnTo>
                  <a:pt x="10402" y="7478"/>
                </a:lnTo>
                <a:lnTo>
                  <a:pt x="10402" y="2925"/>
                </a:lnTo>
                <a:lnTo>
                  <a:pt x="10402" y="2759"/>
                </a:lnTo>
                <a:lnTo>
                  <a:pt x="10330" y="2438"/>
                </a:lnTo>
                <a:lnTo>
                  <a:pt x="10212" y="2152"/>
                </a:lnTo>
                <a:lnTo>
                  <a:pt x="10033" y="1891"/>
                </a:lnTo>
                <a:lnTo>
                  <a:pt x="9819" y="1665"/>
                </a:lnTo>
                <a:lnTo>
                  <a:pt x="9558" y="1487"/>
                </a:lnTo>
                <a:lnTo>
                  <a:pt x="9261" y="1368"/>
                </a:lnTo>
                <a:lnTo>
                  <a:pt x="8952" y="1308"/>
                </a:lnTo>
                <a:lnTo>
                  <a:pt x="8785" y="1296"/>
                </a:lnTo>
                <a:lnTo>
                  <a:pt x="2283" y="1296"/>
                </a:lnTo>
                <a:lnTo>
                  <a:pt x="2152" y="1320"/>
                </a:lnTo>
                <a:lnTo>
                  <a:pt x="1974" y="1499"/>
                </a:lnTo>
                <a:lnTo>
                  <a:pt x="1950" y="1629"/>
                </a:lnTo>
                <a:lnTo>
                  <a:pt x="1974" y="1748"/>
                </a:lnTo>
                <a:lnTo>
                  <a:pt x="2152" y="1926"/>
                </a:lnTo>
                <a:lnTo>
                  <a:pt x="2283" y="1950"/>
                </a:lnTo>
                <a:lnTo>
                  <a:pt x="8785" y="1950"/>
                </a:lnTo>
                <a:lnTo>
                  <a:pt x="8975" y="1962"/>
                </a:lnTo>
                <a:lnTo>
                  <a:pt x="9332" y="2105"/>
                </a:lnTo>
                <a:lnTo>
                  <a:pt x="9594" y="2378"/>
                </a:lnTo>
                <a:lnTo>
                  <a:pt x="9736" y="2723"/>
                </a:lnTo>
                <a:lnTo>
                  <a:pt x="9760" y="2925"/>
                </a:lnTo>
                <a:lnTo>
                  <a:pt x="9760" y="7478"/>
                </a:lnTo>
                <a:lnTo>
                  <a:pt x="9736" y="7668"/>
                </a:lnTo>
                <a:lnTo>
                  <a:pt x="9594" y="8024"/>
                </a:lnTo>
                <a:lnTo>
                  <a:pt x="9332" y="8286"/>
                </a:lnTo>
                <a:lnTo>
                  <a:pt x="8975" y="8429"/>
                </a:lnTo>
                <a:lnTo>
                  <a:pt x="8785" y="8452"/>
                </a:lnTo>
                <a:lnTo>
                  <a:pt x="1629" y="8452"/>
                </a:lnTo>
                <a:lnTo>
                  <a:pt x="1427" y="8429"/>
                </a:lnTo>
                <a:lnTo>
                  <a:pt x="1082" y="8286"/>
                </a:lnTo>
                <a:lnTo>
                  <a:pt x="821" y="8024"/>
                </a:lnTo>
                <a:lnTo>
                  <a:pt x="666" y="7668"/>
                </a:lnTo>
                <a:lnTo>
                  <a:pt x="655" y="7478"/>
                </a:lnTo>
                <a:lnTo>
                  <a:pt x="655" y="1617"/>
                </a:lnTo>
                <a:lnTo>
                  <a:pt x="666" y="1427"/>
                </a:lnTo>
                <a:lnTo>
                  <a:pt x="821" y="1071"/>
                </a:lnTo>
                <a:lnTo>
                  <a:pt x="1082" y="809"/>
                </a:lnTo>
                <a:lnTo>
                  <a:pt x="1427" y="666"/>
                </a:lnTo>
                <a:lnTo>
                  <a:pt x="1629" y="643"/>
                </a:lnTo>
                <a:lnTo>
                  <a:pt x="9427" y="643"/>
                </a:lnTo>
                <a:lnTo>
                  <a:pt x="9558" y="631"/>
                </a:lnTo>
                <a:lnTo>
                  <a:pt x="9736" y="452"/>
                </a:lnTo>
                <a:lnTo>
                  <a:pt x="9760" y="322"/>
                </a:lnTo>
                <a:lnTo>
                  <a:pt x="9736" y="191"/>
                </a:lnTo>
                <a:lnTo>
                  <a:pt x="9558" y="13"/>
                </a:lnTo>
                <a:lnTo>
                  <a:pt x="9427"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0" name="Google Shape;3110;p174"/>
          <p:cNvSpPr/>
          <p:nvPr/>
        </p:nvSpPr>
        <p:spPr>
          <a:xfrm>
            <a:off x="12965582" y="8575145"/>
            <a:ext cx="424606" cy="565453"/>
          </a:xfrm>
          <a:custGeom>
            <a:rect b="b" l="l" r="r" t="t"/>
            <a:pathLst>
              <a:path extrusionOk="0" h="10402" w="7811">
                <a:moveTo>
                  <a:pt x="5528" y="654"/>
                </a:moveTo>
                <a:lnTo>
                  <a:pt x="5659" y="666"/>
                </a:lnTo>
                <a:lnTo>
                  <a:pt x="5837" y="844"/>
                </a:lnTo>
                <a:lnTo>
                  <a:pt x="5861" y="975"/>
                </a:lnTo>
                <a:lnTo>
                  <a:pt x="5861" y="1296"/>
                </a:lnTo>
                <a:lnTo>
                  <a:pt x="1950" y="1296"/>
                </a:lnTo>
                <a:lnTo>
                  <a:pt x="1950" y="975"/>
                </a:lnTo>
                <a:lnTo>
                  <a:pt x="1974" y="844"/>
                </a:lnTo>
                <a:lnTo>
                  <a:pt x="2152" y="666"/>
                </a:lnTo>
                <a:lnTo>
                  <a:pt x="2283" y="654"/>
                </a:lnTo>
                <a:close/>
                <a:moveTo>
                  <a:pt x="3091" y="3245"/>
                </a:moveTo>
                <a:lnTo>
                  <a:pt x="2996" y="3257"/>
                </a:lnTo>
                <a:lnTo>
                  <a:pt x="2818" y="3328"/>
                </a:lnTo>
                <a:lnTo>
                  <a:pt x="2687" y="3459"/>
                </a:lnTo>
                <a:lnTo>
                  <a:pt x="2616" y="3637"/>
                </a:lnTo>
                <a:lnTo>
                  <a:pt x="2604" y="3732"/>
                </a:lnTo>
                <a:lnTo>
                  <a:pt x="2616" y="3839"/>
                </a:lnTo>
                <a:lnTo>
                  <a:pt x="2687" y="4006"/>
                </a:lnTo>
                <a:lnTo>
                  <a:pt x="2818" y="4149"/>
                </a:lnTo>
                <a:lnTo>
                  <a:pt x="2996" y="4220"/>
                </a:lnTo>
                <a:lnTo>
                  <a:pt x="3186" y="4220"/>
                </a:lnTo>
                <a:lnTo>
                  <a:pt x="3365" y="4149"/>
                </a:lnTo>
                <a:lnTo>
                  <a:pt x="3495" y="4006"/>
                </a:lnTo>
                <a:lnTo>
                  <a:pt x="3567" y="3839"/>
                </a:lnTo>
                <a:lnTo>
                  <a:pt x="3579" y="3732"/>
                </a:lnTo>
                <a:lnTo>
                  <a:pt x="3567" y="3637"/>
                </a:lnTo>
                <a:lnTo>
                  <a:pt x="3495" y="3459"/>
                </a:lnTo>
                <a:lnTo>
                  <a:pt x="3365" y="3328"/>
                </a:lnTo>
                <a:lnTo>
                  <a:pt x="3186" y="3257"/>
                </a:lnTo>
                <a:lnTo>
                  <a:pt x="3091" y="3245"/>
                </a:lnTo>
                <a:close/>
                <a:moveTo>
                  <a:pt x="4613" y="3257"/>
                </a:moveTo>
                <a:lnTo>
                  <a:pt x="4446" y="3328"/>
                </a:lnTo>
                <a:lnTo>
                  <a:pt x="4316" y="3459"/>
                </a:lnTo>
                <a:lnTo>
                  <a:pt x="4232" y="3637"/>
                </a:lnTo>
                <a:lnTo>
                  <a:pt x="4232" y="3744"/>
                </a:lnTo>
                <a:lnTo>
                  <a:pt x="4232" y="3839"/>
                </a:lnTo>
                <a:lnTo>
                  <a:pt x="4316" y="4018"/>
                </a:lnTo>
                <a:lnTo>
                  <a:pt x="4446" y="4149"/>
                </a:lnTo>
                <a:lnTo>
                  <a:pt x="4613" y="4220"/>
                </a:lnTo>
                <a:lnTo>
                  <a:pt x="4720" y="4232"/>
                </a:lnTo>
                <a:lnTo>
                  <a:pt x="4815" y="4220"/>
                </a:lnTo>
                <a:lnTo>
                  <a:pt x="4993" y="4149"/>
                </a:lnTo>
                <a:lnTo>
                  <a:pt x="5124" y="4018"/>
                </a:lnTo>
                <a:lnTo>
                  <a:pt x="5195" y="3839"/>
                </a:lnTo>
                <a:lnTo>
                  <a:pt x="5207" y="3744"/>
                </a:lnTo>
                <a:lnTo>
                  <a:pt x="5195" y="3637"/>
                </a:lnTo>
                <a:lnTo>
                  <a:pt x="5124" y="3459"/>
                </a:lnTo>
                <a:lnTo>
                  <a:pt x="4993" y="3328"/>
                </a:lnTo>
                <a:lnTo>
                  <a:pt x="4815" y="3257"/>
                </a:lnTo>
                <a:close/>
                <a:moveTo>
                  <a:pt x="2342" y="4719"/>
                </a:moveTo>
                <a:lnTo>
                  <a:pt x="2164" y="4790"/>
                </a:lnTo>
                <a:lnTo>
                  <a:pt x="2033" y="4921"/>
                </a:lnTo>
                <a:lnTo>
                  <a:pt x="1962" y="5099"/>
                </a:lnTo>
                <a:lnTo>
                  <a:pt x="1950" y="5206"/>
                </a:lnTo>
                <a:lnTo>
                  <a:pt x="1962" y="5302"/>
                </a:lnTo>
                <a:lnTo>
                  <a:pt x="2033" y="5480"/>
                </a:lnTo>
                <a:lnTo>
                  <a:pt x="2164" y="5611"/>
                </a:lnTo>
                <a:lnTo>
                  <a:pt x="2342" y="5682"/>
                </a:lnTo>
                <a:lnTo>
                  <a:pt x="2438" y="5694"/>
                </a:lnTo>
                <a:lnTo>
                  <a:pt x="2544" y="5682"/>
                </a:lnTo>
                <a:lnTo>
                  <a:pt x="2711" y="5611"/>
                </a:lnTo>
                <a:lnTo>
                  <a:pt x="2854" y="5480"/>
                </a:lnTo>
                <a:lnTo>
                  <a:pt x="2925" y="5302"/>
                </a:lnTo>
                <a:lnTo>
                  <a:pt x="2925" y="5206"/>
                </a:lnTo>
                <a:lnTo>
                  <a:pt x="2925" y="5099"/>
                </a:lnTo>
                <a:lnTo>
                  <a:pt x="2854" y="4921"/>
                </a:lnTo>
                <a:lnTo>
                  <a:pt x="2711" y="4790"/>
                </a:lnTo>
                <a:lnTo>
                  <a:pt x="2544" y="4719"/>
                </a:lnTo>
                <a:close/>
                <a:moveTo>
                  <a:pt x="3804" y="4719"/>
                </a:moveTo>
                <a:lnTo>
                  <a:pt x="3626" y="4790"/>
                </a:lnTo>
                <a:lnTo>
                  <a:pt x="3495" y="4921"/>
                </a:lnTo>
                <a:lnTo>
                  <a:pt x="3424" y="5099"/>
                </a:lnTo>
                <a:lnTo>
                  <a:pt x="3412" y="5206"/>
                </a:lnTo>
                <a:lnTo>
                  <a:pt x="3424" y="5302"/>
                </a:lnTo>
                <a:lnTo>
                  <a:pt x="3495" y="5480"/>
                </a:lnTo>
                <a:lnTo>
                  <a:pt x="3626" y="5611"/>
                </a:lnTo>
                <a:lnTo>
                  <a:pt x="3804" y="5682"/>
                </a:lnTo>
                <a:lnTo>
                  <a:pt x="3900" y="5694"/>
                </a:lnTo>
                <a:lnTo>
                  <a:pt x="4007" y="5682"/>
                </a:lnTo>
                <a:lnTo>
                  <a:pt x="4173" y="5611"/>
                </a:lnTo>
                <a:lnTo>
                  <a:pt x="4316" y="5480"/>
                </a:lnTo>
                <a:lnTo>
                  <a:pt x="4387" y="5302"/>
                </a:lnTo>
                <a:lnTo>
                  <a:pt x="4387" y="5206"/>
                </a:lnTo>
                <a:lnTo>
                  <a:pt x="4387" y="5099"/>
                </a:lnTo>
                <a:lnTo>
                  <a:pt x="4316" y="4921"/>
                </a:lnTo>
                <a:lnTo>
                  <a:pt x="4173" y="4790"/>
                </a:lnTo>
                <a:lnTo>
                  <a:pt x="4007" y="4719"/>
                </a:lnTo>
                <a:close/>
                <a:moveTo>
                  <a:pt x="5267" y="4719"/>
                </a:moveTo>
                <a:lnTo>
                  <a:pt x="5088" y="4790"/>
                </a:lnTo>
                <a:lnTo>
                  <a:pt x="4958" y="4933"/>
                </a:lnTo>
                <a:lnTo>
                  <a:pt x="4886" y="5099"/>
                </a:lnTo>
                <a:lnTo>
                  <a:pt x="4874" y="5206"/>
                </a:lnTo>
                <a:lnTo>
                  <a:pt x="4886" y="5302"/>
                </a:lnTo>
                <a:lnTo>
                  <a:pt x="4958" y="5480"/>
                </a:lnTo>
                <a:lnTo>
                  <a:pt x="5088" y="5611"/>
                </a:lnTo>
                <a:lnTo>
                  <a:pt x="5267" y="5682"/>
                </a:lnTo>
                <a:lnTo>
                  <a:pt x="5362" y="5694"/>
                </a:lnTo>
                <a:lnTo>
                  <a:pt x="5469" y="5682"/>
                </a:lnTo>
                <a:lnTo>
                  <a:pt x="5635" y="5611"/>
                </a:lnTo>
                <a:lnTo>
                  <a:pt x="5778" y="5480"/>
                </a:lnTo>
                <a:lnTo>
                  <a:pt x="5849" y="5302"/>
                </a:lnTo>
                <a:lnTo>
                  <a:pt x="5849" y="5206"/>
                </a:lnTo>
                <a:lnTo>
                  <a:pt x="5849" y="5099"/>
                </a:lnTo>
                <a:lnTo>
                  <a:pt x="5778" y="4933"/>
                </a:lnTo>
                <a:lnTo>
                  <a:pt x="5635" y="4790"/>
                </a:lnTo>
                <a:lnTo>
                  <a:pt x="5469" y="4719"/>
                </a:lnTo>
                <a:close/>
                <a:moveTo>
                  <a:pt x="2996" y="6181"/>
                </a:moveTo>
                <a:lnTo>
                  <a:pt x="2818" y="6253"/>
                </a:lnTo>
                <a:lnTo>
                  <a:pt x="2687" y="6383"/>
                </a:lnTo>
                <a:lnTo>
                  <a:pt x="2616" y="6562"/>
                </a:lnTo>
                <a:lnTo>
                  <a:pt x="2604" y="6669"/>
                </a:lnTo>
                <a:lnTo>
                  <a:pt x="2616" y="6764"/>
                </a:lnTo>
                <a:lnTo>
                  <a:pt x="2687" y="6942"/>
                </a:lnTo>
                <a:lnTo>
                  <a:pt x="2818" y="7073"/>
                </a:lnTo>
                <a:lnTo>
                  <a:pt x="2996" y="7144"/>
                </a:lnTo>
                <a:lnTo>
                  <a:pt x="3091" y="7156"/>
                </a:lnTo>
                <a:lnTo>
                  <a:pt x="3186" y="7144"/>
                </a:lnTo>
                <a:lnTo>
                  <a:pt x="3365" y="7073"/>
                </a:lnTo>
                <a:lnTo>
                  <a:pt x="3495" y="6942"/>
                </a:lnTo>
                <a:lnTo>
                  <a:pt x="3567" y="6764"/>
                </a:lnTo>
                <a:lnTo>
                  <a:pt x="3579" y="6669"/>
                </a:lnTo>
                <a:lnTo>
                  <a:pt x="3567" y="6562"/>
                </a:lnTo>
                <a:lnTo>
                  <a:pt x="3495" y="6383"/>
                </a:lnTo>
                <a:lnTo>
                  <a:pt x="3365" y="6253"/>
                </a:lnTo>
                <a:lnTo>
                  <a:pt x="3186" y="6181"/>
                </a:lnTo>
                <a:close/>
                <a:moveTo>
                  <a:pt x="4613" y="6181"/>
                </a:moveTo>
                <a:lnTo>
                  <a:pt x="4446" y="6253"/>
                </a:lnTo>
                <a:lnTo>
                  <a:pt x="4316" y="6395"/>
                </a:lnTo>
                <a:lnTo>
                  <a:pt x="4232" y="6562"/>
                </a:lnTo>
                <a:lnTo>
                  <a:pt x="4232" y="6669"/>
                </a:lnTo>
                <a:lnTo>
                  <a:pt x="4232" y="6764"/>
                </a:lnTo>
                <a:lnTo>
                  <a:pt x="4316" y="6942"/>
                </a:lnTo>
                <a:lnTo>
                  <a:pt x="4446" y="7073"/>
                </a:lnTo>
                <a:lnTo>
                  <a:pt x="4613" y="7144"/>
                </a:lnTo>
                <a:lnTo>
                  <a:pt x="4720" y="7156"/>
                </a:lnTo>
                <a:lnTo>
                  <a:pt x="4815" y="7144"/>
                </a:lnTo>
                <a:lnTo>
                  <a:pt x="4993" y="7073"/>
                </a:lnTo>
                <a:lnTo>
                  <a:pt x="5124" y="6942"/>
                </a:lnTo>
                <a:lnTo>
                  <a:pt x="5195" y="6764"/>
                </a:lnTo>
                <a:lnTo>
                  <a:pt x="5207" y="6669"/>
                </a:lnTo>
                <a:lnTo>
                  <a:pt x="5195" y="6562"/>
                </a:lnTo>
                <a:lnTo>
                  <a:pt x="5124" y="6395"/>
                </a:lnTo>
                <a:lnTo>
                  <a:pt x="4993" y="6253"/>
                </a:lnTo>
                <a:lnTo>
                  <a:pt x="4815" y="6181"/>
                </a:lnTo>
                <a:close/>
                <a:moveTo>
                  <a:pt x="6182" y="1949"/>
                </a:moveTo>
                <a:lnTo>
                  <a:pt x="6372" y="1961"/>
                </a:lnTo>
                <a:lnTo>
                  <a:pt x="6729" y="2116"/>
                </a:lnTo>
                <a:lnTo>
                  <a:pt x="6990" y="2377"/>
                </a:lnTo>
                <a:lnTo>
                  <a:pt x="7145" y="2722"/>
                </a:lnTo>
                <a:lnTo>
                  <a:pt x="7157" y="2924"/>
                </a:lnTo>
                <a:lnTo>
                  <a:pt x="7157" y="7477"/>
                </a:lnTo>
                <a:lnTo>
                  <a:pt x="7145" y="7679"/>
                </a:lnTo>
                <a:lnTo>
                  <a:pt x="6990" y="8024"/>
                </a:lnTo>
                <a:lnTo>
                  <a:pt x="6729" y="8285"/>
                </a:lnTo>
                <a:lnTo>
                  <a:pt x="6372" y="8440"/>
                </a:lnTo>
                <a:lnTo>
                  <a:pt x="6182" y="8452"/>
                </a:lnTo>
                <a:lnTo>
                  <a:pt x="1629" y="8452"/>
                </a:lnTo>
                <a:lnTo>
                  <a:pt x="1427" y="8440"/>
                </a:lnTo>
                <a:lnTo>
                  <a:pt x="1082" y="8285"/>
                </a:lnTo>
                <a:lnTo>
                  <a:pt x="821" y="8024"/>
                </a:lnTo>
                <a:lnTo>
                  <a:pt x="666" y="7679"/>
                </a:lnTo>
                <a:lnTo>
                  <a:pt x="654" y="7477"/>
                </a:lnTo>
                <a:lnTo>
                  <a:pt x="654" y="2924"/>
                </a:lnTo>
                <a:lnTo>
                  <a:pt x="666" y="2722"/>
                </a:lnTo>
                <a:lnTo>
                  <a:pt x="821" y="2377"/>
                </a:lnTo>
                <a:lnTo>
                  <a:pt x="1082" y="2116"/>
                </a:lnTo>
                <a:lnTo>
                  <a:pt x="1427" y="1961"/>
                </a:lnTo>
                <a:lnTo>
                  <a:pt x="1629" y="1949"/>
                </a:lnTo>
                <a:close/>
                <a:moveTo>
                  <a:pt x="5861" y="9093"/>
                </a:moveTo>
                <a:lnTo>
                  <a:pt x="5861" y="9426"/>
                </a:lnTo>
                <a:lnTo>
                  <a:pt x="5837" y="9557"/>
                </a:lnTo>
                <a:lnTo>
                  <a:pt x="5659" y="9735"/>
                </a:lnTo>
                <a:lnTo>
                  <a:pt x="5528" y="9747"/>
                </a:lnTo>
                <a:lnTo>
                  <a:pt x="2283" y="9747"/>
                </a:lnTo>
                <a:lnTo>
                  <a:pt x="2152" y="9735"/>
                </a:lnTo>
                <a:lnTo>
                  <a:pt x="1974" y="9557"/>
                </a:lnTo>
                <a:lnTo>
                  <a:pt x="1950" y="9426"/>
                </a:lnTo>
                <a:lnTo>
                  <a:pt x="1950" y="9093"/>
                </a:lnTo>
                <a:close/>
                <a:moveTo>
                  <a:pt x="2283" y="0"/>
                </a:moveTo>
                <a:lnTo>
                  <a:pt x="2081" y="12"/>
                </a:lnTo>
                <a:lnTo>
                  <a:pt x="1736" y="166"/>
                </a:lnTo>
                <a:lnTo>
                  <a:pt x="1463" y="428"/>
                </a:lnTo>
                <a:lnTo>
                  <a:pt x="1320" y="773"/>
                </a:lnTo>
                <a:lnTo>
                  <a:pt x="1308" y="975"/>
                </a:lnTo>
                <a:lnTo>
                  <a:pt x="1308" y="1331"/>
                </a:lnTo>
                <a:lnTo>
                  <a:pt x="1035" y="1403"/>
                </a:lnTo>
                <a:lnTo>
                  <a:pt x="559" y="1688"/>
                </a:lnTo>
                <a:lnTo>
                  <a:pt x="215" y="2116"/>
                </a:lnTo>
                <a:lnTo>
                  <a:pt x="24" y="2639"/>
                </a:lnTo>
                <a:lnTo>
                  <a:pt x="1" y="2924"/>
                </a:lnTo>
                <a:lnTo>
                  <a:pt x="1" y="7477"/>
                </a:lnTo>
                <a:lnTo>
                  <a:pt x="24" y="7762"/>
                </a:lnTo>
                <a:lnTo>
                  <a:pt x="215" y="8285"/>
                </a:lnTo>
                <a:lnTo>
                  <a:pt x="559" y="8701"/>
                </a:lnTo>
                <a:lnTo>
                  <a:pt x="1035" y="8987"/>
                </a:lnTo>
                <a:lnTo>
                  <a:pt x="1308" y="9070"/>
                </a:lnTo>
                <a:lnTo>
                  <a:pt x="1308" y="9426"/>
                </a:lnTo>
                <a:lnTo>
                  <a:pt x="1320" y="9628"/>
                </a:lnTo>
                <a:lnTo>
                  <a:pt x="1463" y="9973"/>
                </a:lnTo>
                <a:lnTo>
                  <a:pt x="1736" y="10235"/>
                </a:lnTo>
                <a:lnTo>
                  <a:pt x="2081" y="10389"/>
                </a:lnTo>
                <a:lnTo>
                  <a:pt x="2283" y="10401"/>
                </a:lnTo>
                <a:lnTo>
                  <a:pt x="5528" y="10401"/>
                </a:lnTo>
                <a:lnTo>
                  <a:pt x="5730" y="10389"/>
                </a:lnTo>
                <a:lnTo>
                  <a:pt x="6075" y="10235"/>
                </a:lnTo>
                <a:lnTo>
                  <a:pt x="6348" y="9973"/>
                </a:lnTo>
                <a:lnTo>
                  <a:pt x="6491" y="9628"/>
                </a:lnTo>
                <a:lnTo>
                  <a:pt x="6503" y="9426"/>
                </a:lnTo>
                <a:lnTo>
                  <a:pt x="6503" y="9070"/>
                </a:lnTo>
                <a:lnTo>
                  <a:pt x="6776" y="8987"/>
                </a:lnTo>
                <a:lnTo>
                  <a:pt x="7252" y="8701"/>
                </a:lnTo>
                <a:lnTo>
                  <a:pt x="7596" y="8285"/>
                </a:lnTo>
                <a:lnTo>
                  <a:pt x="7787" y="7762"/>
                </a:lnTo>
                <a:lnTo>
                  <a:pt x="7810" y="7477"/>
                </a:lnTo>
                <a:lnTo>
                  <a:pt x="7810" y="2924"/>
                </a:lnTo>
                <a:lnTo>
                  <a:pt x="7787" y="2639"/>
                </a:lnTo>
                <a:lnTo>
                  <a:pt x="7596" y="2116"/>
                </a:lnTo>
                <a:lnTo>
                  <a:pt x="7252" y="1688"/>
                </a:lnTo>
                <a:lnTo>
                  <a:pt x="6776" y="1403"/>
                </a:lnTo>
                <a:lnTo>
                  <a:pt x="6503" y="1331"/>
                </a:lnTo>
                <a:lnTo>
                  <a:pt x="6503" y="975"/>
                </a:lnTo>
                <a:lnTo>
                  <a:pt x="6491" y="773"/>
                </a:lnTo>
                <a:lnTo>
                  <a:pt x="6348" y="428"/>
                </a:lnTo>
                <a:lnTo>
                  <a:pt x="6075" y="166"/>
                </a:lnTo>
                <a:lnTo>
                  <a:pt x="5730" y="12"/>
                </a:lnTo>
                <a:lnTo>
                  <a:pt x="5528"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1" name="Google Shape;3111;p174"/>
          <p:cNvSpPr/>
          <p:nvPr/>
        </p:nvSpPr>
        <p:spPr>
          <a:xfrm>
            <a:off x="13981326" y="8575145"/>
            <a:ext cx="563550" cy="565453"/>
          </a:xfrm>
          <a:custGeom>
            <a:rect b="b" l="l" r="r" t="t"/>
            <a:pathLst>
              <a:path extrusionOk="0" h="10402" w="10367">
                <a:moveTo>
                  <a:pt x="6705" y="3269"/>
                </a:moveTo>
                <a:lnTo>
                  <a:pt x="6598" y="3352"/>
                </a:lnTo>
                <a:lnTo>
                  <a:pt x="6515" y="3447"/>
                </a:lnTo>
                <a:lnTo>
                  <a:pt x="6515" y="3697"/>
                </a:lnTo>
                <a:lnTo>
                  <a:pt x="6598" y="3804"/>
                </a:lnTo>
                <a:lnTo>
                  <a:pt x="6919" y="4137"/>
                </a:lnTo>
                <a:lnTo>
                  <a:pt x="7026" y="4208"/>
                </a:lnTo>
                <a:lnTo>
                  <a:pt x="7276" y="4208"/>
                </a:lnTo>
                <a:lnTo>
                  <a:pt x="7383" y="4137"/>
                </a:lnTo>
                <a:lnTo>
                  <a:pt x="7466" y="4030"/>
                </a:lnTo>
                <a:lnTo>
                  <a:pt x="7466" y="3780"/>
                </a:lnTo>
                <a:lnTo>
                  <a:pt x="7383" y="3673"/>
                </a:lnTo>
                <a:lnTo>
                  <a:pt x="7050" y="3352"/>
                </a:lnTo>
                <a:lnTo>
                  <a:pt x="6955" y="3269"/>
                </a:lnTo>
                <a:close/>
                <a:moveTo>
                  <a:pt x="5077" y="4897"/>
                </a:moveTo>
                <a:lnTo>
                  <a:pt x="4970" y="4969"/>
                </a:lnTo>
                <a:lnTo>
                  <a:pt x="4886" y="5076"/>
                </a:lnTo>
                <a:lnTo>
                  <a:pt x="4886" y="5325"/>
                </a:lnTo>
                <a:lnTo>
                  <a:pt x="4970" y="5432"/>
                </a:lnTo>
                <a:lnTo>
                  <a:pt x="5303" y="5753"/>
                </a:lnTo>
                <a:lnTo>
                  <a:pt x="5409" y="5836"/>
                </a:lnTo>
                <a:lnTo>
                  <a:pt x="5659" y="5836"/>
                </a:lnTo>
                <a:lnTo>
                  <a:pt x="5754" y="5753"/>
                </a:lnTo>
                <a:lnTo>
                  <a:pt x="5837" y="5658"/>
                </a:lnTo>
                <a:lnTo>
                  <a:pt x="5837" y="5409"/>
                </a:lnTo>
                <a:lnTo>
                  <a:pt x="5754" y="5302"/>
                </a:lnTo>
                <a:lnTo>
                  <a:pt x="5433" y="4969"/>
                </a:lnTo>
                <a:lnTo>
                  <a:pt x="5326" y="4897"/>
                </a:lnTo>
                <a:close/>
                <a:moveTo>
                  <a:pt x="6860" y="5052"/>
                </a:moveTo>
                <a:lnTo>
                  <a:pt x="6765" y="5135"/>
                </a:lnTo>
                <a:lnTo>
                  <a:pt x="6681" y="5242"/>
                </a:lnTo>
                <a:lnTo>
                  <a:pt x="6681" y="5492"/>
                </a:lnTo>
                <a:lnTo>
                  <a:pt x="6765" y="5599"/>
                </a:lnTo>
                <a:lnTo>
                  <a:pt x="7086" y="5920"/>
                </a:lnTo>
                <a:lnTo>
                  <a:pt x="7193" y="6003"/>
                </a:lnTo>
                <a:lnTo>
                  <a:pt x="7442" y="6003"/>
                </a:lnTo>
                <a:lnTo>
                  <a:pt x="7549" y="5920"/>
                </a:lnTo>
                <a:lnTo>
                  <a:pt x="7620" y="5813"/>
                </a:lnTo>
                <a:lnTo>
                  <a:pt x="7620" y="5563"/>
                </a:lnTo>
                <a:lnTo>
                  <a:pt x="7549" y="5456"/>
                </a:lnTo>
                <a:lnTo>
                  <a:pt x="7216" y="5135"/>
                </a:lnTo>
                <a:lnTo>
                  <a:pt x="7109" y="5052"/>
                </a:lnTo>
                <a:close/>
                <a:moveTo>
                  <a:pt x="3448" y="6514"/>
                </a:moveTo>
                <a:lnTo>
                  <a:pt x="3353" y="6597"/>
                </a:lnTo>
                <a:lnTo>
                  <a:pt x="3270" y="6704"/>
                </a:lnTo>
                <a:lnTo>
                  <a:pt x="3270" y="6954"/>
                </a:lnTo>
                <a:lnTo>
                  <a:pt x="3353" y="7061"/>
                </a:lnTo>
                <a:lnTo>
                  <a:pt x="3674" y="7382"/>
                </a:lnTo>
                <a:lnTo>
                  <a:pt x="3781" y="7465"/>
                </a:lnTo>
                <a:lnTo>
                  <a:pt x="4031" y="7465"/>
                </a:lnTo>
                <a:lnTo>
                  <a:pt x="4138" y="7382"/>
                </a:lnTo>
                <a:lnTo>
                  <a:pt x="4209" y="7275"/>
                </a:lnTo>
                <a:lnTo>
                  <a:pt x="4209" y="7025"/>
                </a:lnTo>
                <a:lnTo>
                  <a:pt x="4138" y="6918"/>
                </a:lnTo>
                <a:lnTo>
                  <a:pt x="4138" y="6930"/>
                </a:lnTo>
                <a:lnTo>
                  <a:pt x="3805" y="6597"/>
                </a:lnTo>
                <a:lnTo>
                  <a:pt x="3698" y="6514"/>
                </a:lnTo>
                <a:close/>
                <a:moveTo>
                  <a:pt x="5243" y="6680"/>
                </a:moveTo>
                <a:lnTo>
                  <a:pt x="5136" y="6764"/>
                </a:lnTo>
                <a:lnTo>
                  <a:pt x="5053" y="6871"/>
                </a:lnTo>
                <a:lnTo>
                  <a:pt x="5053" y="7108"/>
                </a:lnTo>
                <a:lnTo>
                  <a:pt x="5136" y="7215"/>
                </a:lnTo>
                <a:lnTo>
                  <a:pt x="5457" y="7548"/>
                </a:lnTo>
                <a:lnTo>
                  <a:pt x="5564" y="7620"/>
                </a:lnTo>
                <a:lnTo>
                  <a:pt x="5814" y="7620"/>
                </a:lnTo>
                <a:lnTo>
                  <a:pt x="5921" y="7548"/>
                </a:lnTo>
                <a:lnTo>
                  <a:pt x="6004" y="7441"/>
                </a:lnTo>
                <a:lnTo>
                  <a:pt x="6004" y="7192"/>
                </a:lnTo>
                <a:lnTo>
                  <a:pt x="5921" y="7085"/>
                </a:lnTo>
                <a:lnTo>
                  <a:pt x="5600" y="6764"/>
                </a:lnTo>
                <a:lnTo>
                  <a:pt x="5493" y="6680"/>
                </a:lnTo>
                <a:close/>
                <a:moveTo>
                  <a:pt x="7478" y="1712"/>
                </a:moveTo>
                <a:lnTo>
                  <a:pt x="7716" y="2021"/>
                </a:lnTo>
                <a:lnTo>
                  <a:pt x="8096" y="2686"/>
                </a:lnTo>
                <a:lnTo>
                  <a:pt x="8346" y="3412"/>
                </a:lnTo>
                <a:lnTo>
                  <a:pt x="8453" y="4149"/>
                </a:lnTo>
                <a:lnTo>
                  <a:pt x="8417" y="4897"/>
                </a:lnTo>
                <a:lnTo>
                  <a:pt x="8262" y="5623"/>
                </a:lnTo>
                <a:lnTo>
                  <a:pt x="7965" y="6324"/>
                </a:lnTo>
                <a:lnTo>
                  <a:pt x="7525" y="6966"/>
                </a:lnTo>
                <a:lnTo>
                  <a:pt x="7252" y="7251"/>
                </a:lnTo>
                <a:lnTo>
                  <a:pt x="6955" y="7536"/>
                </a:lnTo>
                <a:lnTo>
                  <a:pt x="6289" y="7976"/>
                </a:lnTo>
                <a:lnTo>
                  <a:pt x="5564" y="8285"/>
                </a:lnTo>
                <a:lnTo>
                  <a:pt x="4768" y="8440"/>
                </a:lnTo>
                <a:lnTo>
                  <a:pt x="4363" y="8452"/>
                </a:lnTo>
                <a:lnTo>
                  <a:pt x="3995" y="8440"/>
                </a:lnTo>
                <a:lnTo>
                  <a:pt x="3294" y="8309"/>
                </a:lnTo>
                <a:lnTo>
                  <a:pt x="2616" y="8071"/>
                </a:lnTo>
                <a:lnTo>
                  <a:pt x="1998" y="7703"/>
                </a:lnTo>
                <a:lnTo>
                  <a:pt x="1713" y="7477"/>
                </a:lnTo>
                <a:lnTo>
                  <a:pt x="7478" y="1712"/>
                </a:lnTo>
                <a:close/>
                <a:moveTo>
                  <a:pt x="8405" y="808"/>
                </a:moveTo>
                <a:lnTo>
                  <a:pt x="8738" y="1212"/>
                </a:lnTo>
                <a:lnTo>
                  <a:pt x="9261" y="2092"/>
                </a:lnTo>
                <a:lnTo>
                  <a:pt x="9594" y="3031"/>
                </a:lnTo>
                <a:lnTo>
                  <a:pt x="9748" y="4018"/>
                </a:lnTo>
                <a:lnTo>
                  <a:pt x="9724" y="5016"/>
                </a:lnTo>
                <a:lnTo>
                  <a:pt x="9510" y="5991"/>
                </a:lnTo>
                <a:lnTo>
                  <a:pt x="9118" y="6930"/>
                </a:lnTo>
                <a:lnTo>
                  <a:pt x="8548" y="7786"/>
                </a:lnTo>
                <a:lnTo>
                  <a:pt x="8179" y="8178"/>
                </a:lnTo>
                <a:lnTo>
                  <a:pt x="7787" y="8535"/>
                </a:lnTo>
                <a:lnTo>
                  <a:pt x="6931" y="9117"/>
                </a:lnTo>
                <a:lnTo>
                  <a:pt x="5992" y="9510"/>
                </a:lnTo>
                <a:lnTo>
                  <a:pt x="5017" y="9723"/>
                </a:lnTo>
                <a:lnTo>
                  <a:pt x="4019" y="9747"/>
                </a:lnTo>
                <a:lnTo>
                  <a:pt x="3032" y="9593"/>
                </a:lnTo>
                <a:lnTo>
                  <a:pt x="2081" y="9248"/>
                </a:lnTo>
                <a:lnTo>
                  <a:pt x="1202" y="8737"/>
                </a:lnTo>
                <a:lnTo>
                  <a:pt x="797" y="8392"/>
                </a:lnTo>
                <a:lnTo>
                  <a:pt x="1261" y="7929"/>
                </a:lnTo>
                <a:lnTo>
                  <a:pt x="1594" y="8202"/>
                </a:lnTo>
                <a:lnTo>
                  <a:pt x="2319" y="8642"/>
                </a:lnTo>
                <a:lnTo>
                  <a:pt x="3103" y="8939"/>
                </a:lnTo>
                <a:lnTo>
                  <a:pt x="3936" y="9093"/>
                </a:lnTo>
                <a:lnTo>
                  <a:pt x="4363" y="9105"/>
                </a:lnTo>
                <a:lnTo>
                  <a:pt x="4839" y="9082"/>
                </a:lnTo>
                <a:lnTo>
                  <a:pt x="5754" y="8903"/>
                </a:lnTo>
                <a:lnTo>
                  <a:pt x="6598" y="8559"/>
                </a:lnTo>
                <a:lnTo>
                  <a:pt x="7371" y="8036"/>
                </a:lnTo>
                <a:lnTo>
                  <a:pt x="7716" y="7715"/>
                </a:lnTo>
                <a:lnTo>
                  <a:pt x="8037" y="7370"/>
                </a:lnTo>
                <a:lnTo>
                  <a:pt x="8536" y="6621"/>
                </a:lnTo>
                <a:lnTo>
                  <a:pt x="8880" y="5813"/>
                </a:lnTo>
                <a:lnTo>
                  <a:pt x="9071" y="4957"/>
                </a:lnTo>
                <a:lnTo>
                  <a:pt x="9094" y="4089"/>
                </a:lnTo>
                <a:lnTo>
                  <a:pt x="8964" y="3221"/>
                </a:lnTo>
                <a:lnTo>
                  <a:pt x="8678" y="2401"/>
                </a:lnTo>
                <a:lnTo>
                  <a:pt x="8227" y="1629"/>
                </a:lnTo>
                <a:lnTo>
                  <a:pt x="7941" y="1272"/>
                </a:lnTo>
                <a:lnTo>
                  <a:pt x="8405" y="808"/>
                </a:lnTo>
                <a:close/>
                <a:moveTo>
                  <a:pt x="8405" y="0"/>
                </a:moveTo>
                <a:lnTo>
                  <a:pt x="8274" y="12"/>
                </a:lnTo>
                <a:lnTo>
                  <a:pt x="8179" y="95"/>
                </a:lnTo>
                <a:lnTo>
                  <a:pt x="96" y="8178"/>
                </a:lnTo>
                <a:lnTo>
                  <a:pt x="13" y="8273"/>
                </a:lnTo>
                <a:lnTo>
                  <a:pt x="1" y="8404"/>
                </a:lnTo>
                <a:lnTo>
                  <a:pt x="13" y="8535"/>
                </a:lnTo>
                <a:lnTo>
                  <a:pt x="96" y="8630"/>
                </a:lnTo>
                <a:lnTo>
                  <a:pt x="322" y="8856"/>
                </a:lnTo>
                <a:lnTo>
                  <a:pt x="797" y="9236"/>
                </a:lnTo>
                <a:lnTo>
                  <a:pt x="1297" y="9569"/>
                </a:lnTo>
                <a:lnTo>
                  <a:pt x="1820" y="9842"/>
                </a:lnTo>
                <a:lnTo>
                  <a:pt x="2366" y="10068"/>
                </a:lnTo>
                <a:lnTo>
                  <a:pt x="2925" y="10235"/>
                </a:lnTo>
                <a:lnTo>
                  <a:pt x="3781" y="10377"/>
                </a:lnTo>
                <a:lnTo>
                  <a:pt x="4363" y="10401"/>
                </a:lnTo>
                <a:lnTo>
                  <a:pt x="4946" y="10377"/>
                </a:lnTo>
                <a:lnTo>
                  <a:pt x="5802" y="10235"/>
                </a:lnTo>
                <a:lnTo>
                  <a:pt x="6360" y="10068"/>
                </a:lnTo>
                <a:lnTo>
                  <a:pt x="6907" y="9842"/>
                </a:lnTo>
                <a:lnTo>
                  <a:pt x="7430" y="9569"/>
                </a:lnTo>
                <a:lnTo>
                  <a:pt x="7941" y="9236"/>
                </a:lnTo>
                <a:lnTo>
                  <a:pt x="8417" y="8856"/>
                </a:lnTo>
                <a:lnTo>
                  <a:pt x="8631" y="8630"/>
                </a:lnTo>
                <a:lnTo>
                  <a:pt x="8845" y="8404"/>
                </a:lnTo>
                <a:lnTo>
                  <a:pt x="9237" y="7940"/>
                </a:lnTo>
                <a:lnTo>
                  <a:pt x="9558" y="7429"/>
                </a:lnTo>
                <a:lnTo>
                  <a:pt x="9831" y="6906"/>
                </a:lnTo>
                <a:lnTo>
                  <a:pt x="10057" y="6359"/>
                </a:lnTo>
                <a:lnTo>
                  <a:pt x="10224" y="5801"/>
                </a:lnTo>
                <a:lnTo>
                  <a:pt x="10366" y="4945"/>
                </a:lnTo>
                <a:lnTo>
                  <a:pt x="10366" y="3780"/>
                </a:lnTo>
                <a:lnTo>
                  <a:pt x="10224" y="2924"/>
                </a:lnTo>
                <a:lnTo>
                  <a:pt x="10057" y="2365"/>
                </a:lnTo>
                <a:lnTo>
                  <a:pt x="9831" y="1819"/>
                </a:lnTo>
                <a:lnTo>
                  <a:pt x="9558" y="1296"/>
                </a:lnTo>
                <a:lnTo>
                  <a:pt x="9237" y="796"/>
                </a:lnTo>
                <a:lnTo>
                  <a:pt x="8845" y="321"/>
                </a:lnTo>
                <a:lnTo>
                  <a:pt x="8631" y="95"/>
                </a:lnTo>
                <a:lnTo>
                  <a:pt x="8536" y="12"/>
                </a:lnTo>
                <a:lnTo>
                  <a:pt x="8405"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2" name="Google Shape;3112;p174"/>
          <p:cNvSpPr/>
          <p:nvPr/>
        </p:nvSpPr>
        <p:spPr>
          <a:xfrm>
            <a:off x="15173516" y="8575743"/>
            <a:ext cx="564800" cy="564855"/>
          </a:xfrm>
          <a:custGeom>
            <a:rect b="b" l="l" r="r" t="t"/>
            <a:pathLst>
              <a:path extrusionOk="0" h="10391" w="10390">
                <a:moveTo>
                  <a:pt x="1629" y="8417"/>
                </a:moveTo>
                <a:lnTo>
                  <a:pt x="1486" y="8441"/>
                </a:lnTo>
                <a:lnTo>
                  <a:pt x="1320" y="8619"/>
                </a:lnTo>
                <a:lnTo>
                  <a:pt x="1296" y="8750"/>
                </a:lnTo>
                <a:lnTo>
                  <a:pt x="1320" y="8880"/>
                </a:lnTo>
                <a:lnTo>
                  <a:pt x="1486" y="9059"/>
                </a:lnTo>
                <a:lnTo>
                  <a:pt x="1629" y="9071"/>
                </a:lnTo>
                <a:lnTo>
                  <a:pt x="1760" y="9059"/>
                </a:lnTo>
                <a:lnTo>
                  <a:pt x="1926" y="8880"/>
                </a:lnTo>
                <a:lnTo>
                  <a:pt x="1950" y="8750"/>
                </a:lnTo>
                <a:lnTo>
                  <a:pt x="1926" y="8619"/>
                </a:lnTo>
                <a:lnTo>
                  <a:pt x="1760" y="8441"/>
                </a:lnTo>
                <a:lnTo>
                  <a:pt x="1629" y="8417"/>
                </a:lnTo>
                <a:close/>
                <a:moveTo>
                  <a:pt x="7323" y="631"/>
                </a:moveTo>
                <a:lnTo>
                  <a:pt x="7537" y="643"/>
                </a:lnTo>
                <a:lnTo>
                  <a:pt x="7739" y="667"/>
                </a:lnTo>
                <a:lnTo>
                  <a:pt x="6336" y="2081"/>
                </a:lnTo>
                <a:lnTo>
                  <a:pt x="6609" y="3769"/>
                </a:lnTo>
                <a:lnTo>
                  <a:pt x="8309" y="4054"/>
                </a:lnTo>
                <a:lnTo>
                  <a:pt x="9712" y="2640"/>
                </a:lnTo>
                <a:lnTo>
                  <a:pt x="9748" y="2925"/>
                </a:lnTo>
                <a:lnTo>
                  <a:pt x="9712" y="3508"/>
                </a:lnTo>
                <a:lnTo>
                  <a:pt x="9534" y="4054"/>
                </a:lnTo>
                <a:lnTo>
                  <a:pt x="9236" y="4542"/>
                </a:lnTo>
                <a:lnTo>
                  <a:pt x="9034" y="4768"/>
                </a:lnTo>
                <a:lnTo>
                  <a:pt x="8785" y="4993"/>
                </a:lnTo>
                <a:lnTo>
                  <a:pt x="8202" y="5314"/>
                </a:lnTo>
                <a:lnTo>
                  <a:pt x="7560" y="5457"/>
                </a:lnTo>
                <a:lnTo>
                  <a:pt x="6895" y="5433"/>
                </a:lnTo>
                <a:lnTo>
                  <a:pt x="6562" y="5338"/>
                </a:lnTo>
                <a:lnTo>
                  <a:pt x="6372" y="5279"/>
                </a:lnTo>
                <a:lnTo>
                  <a:pt x="2152" y="9475"/>
                </a:lnTo>
                <a:lnTo>
                  <a:pt x="2021" y="9594"/>
                </a:lnTo>
                <a:lnTo>
                  <a:pt x="1700" y="9724"/>
                </a:lnTo>
                <a:lnTo>
                  <a:pt x="1344" y="9724"/>
                </a:lnTo>
                <a:lnTo>
                  <a:pt x="1023" y="9594"/>
                </a:lnTo>
                <a:lnTo>
                  <a:pt x="892" y="9475"/>
                </a:lnTo>
                <a:lnTo>
                  <a:pt x="773" y="9344"/>
                </a:lnTo>
                <a:lnTo>
                  <a:pt x="642" y="9011"/>
                </a:lnTo>
                <a:lnTo>
                  <a:pt x="642" y="8666"/>
                </a:lnTo>
                <a:lnTo>
                  <a:pt x="773" y="8345"/>
                </a:lnTo>
                <a:lnTo>
                  <a:pt x="892" y="8215"/>
                </a:lnTo>
                <a:lnTo>
                  <a:pt x="5100" y="4007"/>
                </a:lnTo>
                <a:lnTo>
                  <a:pt x="5052" y="3817"/>
                </a:lnTo>
                <a:lnTo>
                  <a:pt x="4957" y="3484"/>
                </a:lnTo>
                <a:lnTo>
                  <a:pt x="4922" y="2818"/>
                </a:lnTo>
                <a:lnTo>
                  <a:pt x="5076" y="2176"/>
                </a:lnTo>
                <a:lnTo>
                  <a:pt x="5385" y="1594"/>
                </a:lnTo>
                <a:lnTo>
                  <a:pt x="5623" y="1344"/>
                </a:lnTo>
                <a:lnTo>
                  <a:pt x="5801" y="1178"/>
                </a:lnTo>
                <a:lnTo>
                  <a:pt x="6193" y="916"/>
                </a:lnTo>
                <a:lnTo>
                  <a:pt x="6621" y="738"/>
                </a:lnTo>
                <a:lnTo>
                  <a:pt x="7085" y="643"/>
                </a:lnTo>
                <a:lnTo>
                  <a:pt x="7323" y="631"/>
                </a:lnTo>
                <a:close/>
                <a:moveTo>
                  <a:pt x="7679" y="1"/>
                </a:moveTo>
                <a:lnTo>
                  <a:pt x="6895" y="13"/>
                </a:lnTo>
                <a:lnTo>
                  <a:pt x="6146" y="215"/>
                </a:lnTo>
                <a:lnTo>
                  <a:pt x="5456" y="619"/>
                </a:lnTo>
                <a:lnTo>
                  <a:pt x="5159" y="892"/>
                </a:lnTo>
                <a:lnTo>
                  <a:pt x="4886" y="1190"/>
                </a:lnTo>
                <a:lnTo>
                  <a:pt x="4494" y="1867"/>
                </a:lnTo>
                <a:lnTo>
                  <a:pt x="4292" y="2628"/>
                </a:lnTo>
                <a:lnTo>
                  <a:pt x="4292" y="3412"/>
                </a:lnTo>
                <a:lnTo>
                  <a:pt x="4375" y="3805"/>
                </a:lnTo>
                <a:lnTo>
                  <a:pt x="452" y="7739"/>
                </a:lnTo>
                <a:lnTo>
                  <a:pt x="345" y="7846"/>
                </a:lnTo>
                <a:lnTo>
                  <a:pt x="179" y="8108"/>
                </a:lnTo>
                <a:lnTo>
                  <a:pt x="60" y="8393"/>
                </a:lnTo>
                <a:lnTo>
                  <a:pt x="0" y="8678"/>
                </a:lnTo>
                <a:lnTo>
                  <a:pt x="0" y="8976"/>
                </a:lnTo>
                <a:lnTo>
                  <a:pt x="60" y="9273"/>
                </a:lnTo>
                <a:lnTo>
                  <a:pt x="179" y="9546"/>
                </a:lnTo>
                <a:lnTo>
                  <a:pt x="345" y="9808"/>
                </a:lnTo>
                <a:lnTo>
                  <a:pt x="452" y="9926"/>
                </a:lnTo>
                <a:lnTo>
                  <a:pt x="559" y="10033"/>
                </a:lnTo>
                <a:lnTo>
                  <a:pt x="809" y="10212"/>
                </a:lnTo>
                <a:lnTo>
                  <a:pt x="1094" y="10331"/>
                </a:lnTo>
                <a:lnTo>
                  <a:pt x="1391" y="10390"/>
                </a:lnTo>
                <a:lnTo>
                  <a:pt x="1700" y="10390"/>
                </a:lnTo>
                <a:lnTo>
                  <a:pt x="1997" y="10331"/>
                </a:lnTo>
                <a:lnTo>
                  <a:pt x="2271" y="10212"/>
                </a:lnTo>
                <a:lnTo>
                  <a:pt x="2520" y="10045"/>
                </a:lnTo>
                <a:lnTo>
                  <a:pt x="2627" y="9938"/>
                </a:lnTo>
                <a:lnTo>
                  <a:pt x="6550" y="6016"/>
                </a:lnTo>
                <a:lnTo>
                  <a:pt x="6954" y="6099"/>
                </a:lnTo>
                <a:lnTo>
                  <a:pt x="7751" y="6099"/>
                </a:lnTo>
                <a:lnTo>
                  <a:pt x="8511" y="5897"/>
                </a:lnTo>
                <a:lnTo>
                  <a:pt x="9201" y="5505"/>
                </a:lnTo>
                <a:lnTo>
                  <a:pt x="9498" y="5231"/>
                </a:lnTo>
                <a:lnTo>
                  <a:pt x="9498" y="5219"/>
                </a:lnTo>
                <a:lnTo>
                  <a:pt x="9771" y="4922"/>
                </a:lnTo>
                <a:lnTo>
                  <a:pt x="10176" y="4233"/>
                </a:lnTo>
                <a:lnTo>
                  <a:pt x="10378" y="3496"/>
                </a:lnTo>
                <a:lnTo>
                  <a:pt x="10390" y="2711"/>
                </a:lnTo>
                <a:lnTo>
                  <a:pt x="10306" y="2319"/>
                </a:lnTo>
                <a:lnTo>
                  <a:pt x="10259" y="2176"/>
                </a:lnTo>
                <a:lnTo>
                  <a:pt x="10057" y="1962"/>
                </a:lnTo>
                <a:lnTo>
                  <a:pt x="9926" y="1915"/>
                </a:lnTo>
                <a:lnTo>
                  <a:pt x="9771" y="1891"/>
                </a:lnTo>
                <a:lnTo>
                  <a:pt x="9498" y="1962"/>
                </a:lnTo>
                <a:lnTo>
                  <a:pt x="9379" y="2057"/>
                </a:lnTo>
                <a:lnTo>
                  <a:pt x="8083" y="3353"/>
                </a:lnTo>
                <a:lnTo>
                  <a:pt x="7180" y="3210"/>
                </a:lnTo>
                <a:lnTo>
                  <a:pt x="7037" y="2307"/>
                </a:lnTo>
                <a:lnTo>
                  <a:pt x="8333" y="1011"/>
                </a:lnTo>
                <a:lnTo>
                  <a:pt x="8428" y="892"/>
                </a:lnTo>
                <a:lnTo>
                  <a:pt x="8499" y="619"/>
                </a:lnTo>
                <a:lnTo>
                  <a:pt x="8476" y="476"/>
                </a:lnTo>
                <a:lnTo>
                  <a:pt x="8416" y="334"/>
                </a:lnTo>
                <a:lnTo>
                  <a:pt x="8214" y="132"/>
                </a:lnTo>
                <a:lnTo>
                  <a:pt x="8072" y="84"/>
                </a:lnTo>
                <a:lnTo>
                  <a:pt x="7679"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3" name="Google Shape;3113;p174"/>
          <p:cNvSpPr/>
          <p:nvPr/>
        </p:nvSpPr>
        <p:spPr>
          <a:xfrm>
            <a:off x="1089227" y="5515455"/>
            <a:ext cx="635903" cy="495002"/>
          </a:xfrm>
          <a:custGeom>
            <a:rect b="b" l="l" r="r" t="t"/>
            <a:pathLst>
              <a:path extrusionOk="0" h="9106" w="11698">
                <a:moveTo>
                  <a:pt x="6503" y="654"/>
                </a:moveTo>
                <a:lnTo>
                  <a:pt x="6622" y="666"/>
                </a:lnTo>
                <a:lnTo>
                  <a:pt x="6800" y="844"/>
                </a:lnTo>
                <a:lnTo>
                  <a:pt x="6824" y="975"/>
                </a:lnTo>
                <a:lnTo>
                  <a:pt x="6824" y="2271"/>
                </a:lnTo>
                <a:lnTo>
                  <a:pt x="6800" y="2402"/>
                </a:lnTo>
                <a:lnTo>
                  <a:pt x="6622" y="2580"/>
                </a:lnTo>
                <a:lnTo>
                  <a:pt x="6503" y="2604"/>
                </a:lnTo>
                <a:lnTo>
                  <a:pt x="5195" y="2604"/>
                </a:lnTo>
                <a:lnTo>
                  <a:pt x="5065" y="2580"/>
                </a:lnTo>
                <a:lnTo>
                  <a:pt x="4886" y="2402"/>
                </a:lnTo>
                <a:lnTo>
                  <a:pt x="4874" y="2271"/>
                </a:lnTo>
                <a:lnTo>
                  <a:pt x="4874" y="975"/>
                </a:lnTo>
                <a:lnTo>
                  <a:pt x="4886" y="844"/>
                </a:lnTo>
                <a:lnTo>
                  <a:pt x="5065" y="666"/>
                </a:lnTo>
                <a:lnTo>
                  <a:pt x="5195" y="654"/>
                </a:lnTo>
                <a:close/>
                <a:moveTo>
                  <a:pt x="2271" y="6503"/>
                </a:moveTo>
                <a:lnTo>
                  <a:pt x="2402" y="6514"/>
                </a:lnTo>
                <a:lnTo>
                  <a:pt x="2580" y="6693"/>
                </a:lnTo>
                <a:lnTo>
                  <a:pt x="2592" y="6824"/>
                </a:lnTo>
                <a:lnTo>
                  <a:pt x="2592" y="8131"/>
                </a:lnTo>
                <a:lnTo>
                  <a:pt x="2580" y="8262"/>
                </a:lnTo>
                <a:lnTo>
                  <a:pt x="2402" y="8428"/>
                </a:lnTo>
                <a:lnTo>
                  <a:pt x="2271" y="8452"/>
                </a:lnTo>
                <a:lnTo>
                  <a:pt x="976" y="8452"/>
                </a:lnTo>
                <a:lnTo>
                  <a:pt x="845" y="8428"/>
                </a:lnTo>
                <a:lnTo>
                  <a:pt x="667" y="8262"/>
                </a:lnTo>
                <a:lnTo>
                  <a:pt x="643" y="8131"/>
                </a:lnTo>
                <a:lnTo>
                  <a:pt x="643" y="6824"/>
                </a:lnTo>
                <a:lnTo>
                  <a:pt x="667" y="6693"/>
                </a:lnTo>
                <a:lnTo>
                  <a:pt x="845" y="6514"/>
                </a:lnTo>
                <a:lnTo>
                  <a:pt x="976" y="6503"/>
                </a:lnTo>
                <a:close/>
                <a:moveTo>
                  <a:pt x="6503" y="6503"/>
                </a:moveTo>
                <a:lnTo>
                  <a:pt x="6622" y="6514"/>
                </a:lnTo>
                <a:lnTo>
                  <a:pt x="6800" y="6693"/>
                </a:lnTo>
                <a:lnTo>
                  <a:pt x="6824" y="6824"/>
                </a:lnTo>
                <a:lnTo>
                  <a:pt x="6824" y="8131"/>
                </a:lnTo>
                <a:lnTo>
                  <a:pt x="6800" y="8262"/>
                </a:lnTo>
                <a:lnTo>
                  <a:pt x="6622" y="8428"/>
                </a:lnTo>
                <a:lnTo>
                  <a:pt x="6503" y="8452"/>
                </a:lnTo>
                <a:lnTo>
                  <a:pt x="5195" y="8452"/>
                </a:lnTo>
                <a:lnTo>
                  <a:pt x="5065" y="8428"/>
                </a:lnTo>
                <a:lnTo>
                  <a:pt x="4886" y="8262"/>
                </a:lnTo>
                <a:lnTo>
                  <a:pt x="4874" y="8131"/>
                </a:lnTo>
                <a:lnTo>
                  <a:pt x="4874" y="6824"/>
                </a:lnTo>
                <a:lnTo>
                  <a:pt x="4886" y="6693"/>
                </a:lnTo>
                <a:lnTo>
                  <a:pt x="5065" y="6514"/>
                </a:lnTo>
                <a:lnTo>
                  <a:pt x="5195" y="6503"/>
                </a:lnTo>
                <a:close/>
                <a:moveTo>
                  <a:pt x="10723" y="6503"/>
                </a:moveTo>
                <a:lnTo>
                  <a:pt x="10854" y="6514"/>
                </a:lnTo>
                <a:lnTo>
                  <a:pt x="11032" y="6693"/>
                </a:lnTo>
                <a:lnTo>
                  <a:pt x="11044" y="6824"/>
                </a:lnTo>
                <a:lnTo>
                  <a:pt x="11044" y="8131"/>
                </a:lnTo>
                <a:lnTo>
                  <a:pt x="11032" y="8262"/>
                </a:lnTo>
                <a:lnTo>
                  <a:pt x="10854" y="8428"/>
                </a:lnTo>
                <a:lnTo>
                  <a:pt x="10723" y="8452"/>
                </a:lnTo>
                <a:lnTo>
                  <a:pt x="9427" y="8452"/>
                </a:lnTo>
                <a:lnTo>
                  <a:pt x="9296" y="8428"/>
                </a:lnTo>
                <a:lnTo>
                  <a:pt x="9118" y="8262"/>
                </a:lnTo>
                <a:lnTo>
                  <a:pt x="9094" y="8131"/>
                </a:lnTo>
                <a:lnTo>
                  <a:pt x="9094" y="6824"/>
                </a:lnTo>
                <a:lnTo>
                  <a:pt x="9118" y="6693"/>
                </a:lnTo>
                <a:lnTo>
                  <a:pt x="9296" y="6514"/>
                </a:lnTo>
                <a:lnTo>
                  <a:pt x="9427" y="6503"/>
                </a:lnTo>
                <a:close/>
                <a:moveTo>
                  <a:pt x="5195" y="0"/>
                </a:moveTo>
                <a:lnTo>
                  <a:pt x="4993" y="12"/>
                </a:lnTo>
                <a:lnTo>
                  <a:pt x="4649" y="167"/>
                </a:lnTo>
                <a:lnTo>
                  <a:pt x="4387" y="428"/>
                </a:lnTo>
                <a:lnTo>
                  <a:pt x="4233" y="773"/>
                </a:lnTo>
                <a:lnTo>
                  <a:pt x="4221" y="975"/>
                </a:lnTo>
                <a:lnTo>
                  <a:pt x="4221" y="2283"/>
                </a:lnTo>
                <a:lnTo>
                  <a:pt x="4233" y="2473"/>
                </a:lnTo>
                <a:lnTo>
                  <a:pt x="4387" y="2830"/>
                </a:lnTo>
                <a:lnTo>
                  <a:pt x="4649" y="3091"/>
                </a:lnTo>
                <a:lnTo>
                  <a:pt x="4993" y="3234"/>
                </a:lnTo>
                <a:lnTo>
                  <a:pt x="5195" y="3257"/>
                </a:lnTo>
                <a:lnTo>
                  <a:pt x="5516" y="3257"/>
                </a:lnTo>
                <a:lnTo>
                  <a:pt x="5516" y="4232"/>
                </a:lnTo>
                <a:lnTo>
                  <a:pt x="2271" y="4232"/>
                </a:lnTo>
                <a:lnTo>
                  <a:pt x="2069" y="4244"/>
                </a:lnTo>
                <a:lnTo>
                  <a:pt x="1724" y="4387"/>
                </a:lnTo>
                <a:lnTo>
                  <a:pt x="1451" y="4648"/>
                </a:lnTo>
                <a:lnTo>
                  <a:pt x="1308" y="5005"/>
                </a:lnTo>
                <a:lnTo>
                  <a:pt x="1297" y="5207"/>
                </a:lnTo>
                <a:lnTo>
                  <a:pt x="1297" y="5849"/>
                </a:lnTo>
                <a:lnTo>
                  <a:pt x="976" y="5849"/>
                </a:lnTo>
                <a:lnTo>
                  <a:pt x="773" y="5861"/>
                </a:lnTo>
                <a:lnTo>
                  <a:pt x="417" y="6015"/>
                </a:lnTo>
                <a:lnTo>
                  <a:pt x="155" y="6277"/>
                </a:lnTo>
                <a:lnTo>
                  <a:pt x="13" y="6633"/>
                </a:lnTo>
                <a:lnTo>
                  <a:pt x="1" y="6824"/>
                </a:lnTo>
                <a:lnTo>
                  <a:pt x="1" y="8131"/>
                </a:lnTo>
                <a:lnTo>
                  <a:pt x="13" y="8321"/>
                </a:lnTo>
                <a:lnTo>
                  <a:pt x="155" y="8678"/>
                </a:lnTo>
                <a:lnTo>
                  <a:pt x="417" y="8939"/>
                </a:lnTo>
                <a:lnTo>
                  <a:pt x="773" y="9082"/>
                </a:lnTo>
                <a:lnTo>
                  <a:pt x="976" y="9106"/>
                </a:lnTo>
                <a:lnTo>
                  <a:pt x="2271" y="9106"/>
                </a:lnTo>
                <a:lnTo>
                  <a:pt x="2473" y="9082"/>
                </a:lnTo>
                <a:lnTo>
                  <a:pt x="2818" y="8939"/>
                </a:lnTo>
                <a:lnTo>
                  <a:pt x="3080" y="8678"/>
                </a:lnTo>
                <a:lnTo>
                  <a:pt x="3234" y="8321"/>
                </a:lnTo>
                <a:lnTo>
                  <a:pt x="3246" y="8131"/>
                </a:lnTo>
                <a:lnTo>
                  <a:pt x="3246" y="6824"/>
                </a:lnTo>
                <a:lnTo>
                  <a:pt x="3234" y="6633"/>
                </a:lnTo>
                <a:lnTo>
                  <a:pt x="3080" y="6277"/>
                </a:lnTo>
                <a:lnTo>
                  <a:pt x="2818" y="6015"/>
                </a:lnTo>
                <a:lnTo>
                  <a:pt x="2473" y="5861"/>
                </a:lnTo>
                <a:lnTo>
                  <a:pt x="2271" y="5849"/>
                </a:lnTo>
                <a:lnTo>
                  <a:pt x="1950" y="5849"/>
                </a:lnTo>
                <a:lnTo>
                  <a:pt x="1950" y="5207"/>
                </a:lnTo>
                <a:lnTo>
                  <a:pt x="1962" y="5076"/>
                </a:lnTo>
                <a:lnTo>
                  <a:pt x="2140" y="4898"/>
                </a:lnTo>
                <a:lnTo>
                  <a:pt x="2271" y="4874"/>
                </a:lnTo>
                <a:lnTo>
                  <a:pt x="5516" y="4874"/>
                </a:lnTo>
                <a:lnTo>
                  <a:pt x="5516" y="5849"/>
                </a:lnTo>
                <a:lnTo>
                  <a:pt x="5195" y="5849"/>
                </a:lnTo>
                <a:lnTo>
                  <a:pt x="4993" y="5861"/>
                </a:lnTo>
                <a:lnTo>
                  <a:pt x="4649" y="6015"/>
                </a:lnTo>
                <a:lnTo>
                  <a:pt x="4387" y="6277"/>
                </a:lnTo>
                <a:lnTo>
                  <a:pt x="4233" y="6621"/>
                </a:lnTo>
                <a:lnTo>
                  <a:pt x="4221" y="6824"/>
                </a:lnTo>
                <a:lnTo>
                  <a:pt x="4221" y="8119"/>
                </a:lnTo>
                <a:lnTo>
                  <a:pt x="4233" y="8321"/>
                </a:lnTo>
                <a:lnTo>
                  <a:pt x="4387" y="8678"/>
                </a:lnTo>
                <a:lnTo>
                  <a:pt x="4649" y="8939"/>
                </a:lnTo>
                <a:lnTo>
                  <a:pt x="4993" y="9082"/>
                </a:lnTo>
                <a:lnTo>
                  <a:pt x="5195" y="9094"/>
                </a:lnTo>
                <a:lnTo>
                  <a:pt x="6491" y="9094"/>
                </a:lnTo>
                <a:lnTo>
                  <a:pt x="6693" y="9082"/>
                </a:lnTo>
                <a:lnTo>
                  <a:pt x="7050" y="8939"/>
                </a:lnTo>
                <a:lnTo>
                  <a:pt x="7311" y="8678"/>
                </a:lnTo>
                <a:lnTo>
                  <a:pt x="7454" y="8321"/>
                </a:lnTo>
                <a:lnTo>
                  <a:pt x="7466" y="8119"/>
                </a:lnTo>
                <a:lnTo>
                  <a:pt x="7466" y="6824"/>
                </a:lnTo>
                <a:lnTo>
                  <a:pt x="7454" y="6621"/>
                </a:lnTo>
                <a:lnTo>
                  <a:pt x="7311" y="6277"/>
                </a:lnTo>
                <a:lnTo>
                  <a:pt x="7050" y="6015"/>
                </a:lnTo>
                <a:lnTo>
                  <a:pt x="6693" y="5861"/>
                </a:lnTo>
                <a:lnTo>
                  <a:pt x="6491" y="5849"/>
                </a:lnTo>
                <a:lnTo>
                  <a:pt x="6170" y="5849"/>
                </a:lnTo>
                <a:lnTo>
                  <a:pt x="6170" y="4874"/>
                </a:lnTo>
                <a:lnTo>
                  <a:pt x="9427" y="4874"/>
                </a:lnTo>
                <a:lnTo>
                  <a:pt x="9546" y="4898"/>
                </a:lnTo>
                <a:lnTo>
                  <a:pt x="9724" y="5076"/>
                </a:lnTo>
                <a:lnTo>
                  <a:pt x="9748" y="5207"/>
                </a:lnTo>
                <a:lnTo>
                  <a:pt x="9748" y="5849"/>
                </a:lnTo>
                <a:lnTo>
                  <a:pt x="9427" y="5849"/>
                </a:lnTo>
                <a:lnTo>
                  <a:pt x="9225" y="5861"/>
                </a:lnTo>
                <a:lnTo>
                  <a:pt x="8868" y="6015"/>
                </a:lnTo>
                <a:lnTo>
                  <a:pt x="8607" y="6277"/>
                </a:lnTo>
                <a:lnTo>
                  <a:pt x="8464" y="6633"/>
                </a:lnTo>
                <a:lnTo>
                  <a:pt x="8452" y="6824"/>
                </a:lnTo>
                <a:lnTo>
                  <a:pt x="8452" y="8131"/>
                </a:lnTo>
                <a:lnTo>
                  <a:pt x="8464" y="8321"/>
                </a:lnTo>
                <a:lnTo>
                  <a:pt x="8607" y="8678"/>
                </a:lnTo>
                <a:lnTo>
                  <a:pt x="8868" y="8939"/>
                </a:lnTo>
                <a:lnTo>
                  <a:pt x="9225" y="9082"/>
                </a:lnTo>
                <a:lnTo>
                  <a:pt x="9427" y="9106"/>
                </a:lnTo>
                <a:lnTo>
                  <a:pt x="10723" y="9106"/>
                </a:lnTo>
                <a:lnTo>
                  <a:pt x="10925" y="9082"/>
                </a:lnTo>
                <a:lnTo>
                  <a:pt x="11270" y="8939"/>
                </a:lnTo>
                <a:lnTo>
                  <a:pt x="11531" y="8678"/>
                </a:lnTo>
                <a:lnTo>
                  <a:pt x="11686" y="8321"/>
                </a:lnTo>
                <a:lnTo>
                  <a:pt x="11698" y="8131"/>
                </a:lnTo>
                <a:lnTo>
                  <a:pt x="11698" y="6824"/>
                </a:lnTo>
                <a:lnTo>
                  <a:pt x="11686" y="6633"/>
                </a:lnTo>
                <a:lnTo>
                  <a:pt x="11531" y="6277"/>
                </a:lnTo>
                <a:lnTo>
                  <a:pt x="11270" y="6015"/>
                </a:lnTo>
                <a:lnTo>
                  <a:pt x="10925" y="5861"/>
                </a:lnTo>
                <a:lnTo>
                  <a:pt x="10723" y="5849"/>
                </a:lnTo>
                <a:lnTo>
                  <a:pt x="10402" y="5849"/>
                </a:lnTo>
                <a:lnTo>
                  <a:pt x="10402" y="5207"/>
                </a:lnTo>
                <a:lnTo>
                  <a:pt x="10378" y="5005"/>
                </a:lnTo>
                <a:lnTo>
                  <a:pt x="10235" y="4648"/>
                </a:lnTo>
                <a:lnTo>
                  <a:pt x="9974" y="4387"/>
                </a:lnTo>
                <a:lnTo>
                  <a:pt x="9617" y="4244"/>
                </a:lnTo>
                <a:lnTo>
                  <a:pt x="9427" y="4232"/>
                </a:lnTo>
                <a:lnTo>
                  <a:pt x="6170" y="4232"/>
                </a:lnTo>
                <a:lnTo>
                  <a:pt x="6170" y="3257"/>
                </a:lnTo>
                <a:lnTo>
                  <a:pt x="6491" y="3257"/>
                </a:lnTo>
                <a:lnTo>
                  <a:pt x="6693" y="3234"/>
                </a:lnTo>
                <a:lnTo>
                  <a:pt x="7050" y="3091"/>
                </a:lnTo>
                <a:lnTo>
                  <a:pt x="7311" y="2830"/>
                </a:lnTo>
                <a:lnTo>
                  <a:pt x="7454" y="2473"/>
                </a:lnTo>
                <a:lnTo>
                  <a:pt x="7466" y="2283"/>
                </a:lnTo>
                <a:lnTo>
                  <a:pt x="7466" y="975"/>
                </a:lnTo>
                <a:lnTo>
                  <a:pt x="7454" y="773"/>
                </a:lnTo>
                <a:lnTo>
                  <a:pt x="7311" y="428"/>
                </a:lnTo>
                <a:lnTo>
                  <a:pt x="7050" y="167"/>
                </a:lnTo>
                <a:lnTo>
                  <a:pt x="6693" y="12"/>
                </a:lnTo>
                <a:lnTo>
                  <a:pt x="6491"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4" name="Google Shape;3114;p174"/>
          <p:cNvSpPr/>
          <p:nvPr/>
        </p:nvSpPr>
        <p:spPr>
          <a:xfrm>
            <a:off x="12946829" y="5481210"/>
            <a:ext cx="564855" cy="564148"/>
          </a:xfrm>
          <a:custGeom>
            <a:rect b="b" l="l" r="r" t="t"/>
            <a:pathLst>
              <a:path extrusionOk="0" h="10378" w="10391">
                <a:moveTo>
                  <a:pt x="6051" y="0"/>
                </a:moveTo>
                <a:lnTo>
                  <a:pt x="5956" y="72"/>
                </a:lnTo>
                <a:lnTo>
                  <a:pt x="4649" y="1379"/>
                </a:lnTo>
                <a:lnTo>
                  <a:pt x="4577" y="1486"/>
                </a:lnTo>
                <a:lnTo>
                  <a:pt x="4577" y="1736"/>
                </a:lnTo>
                <a:lnTo>
                  <a:pt x="4649" y="1831"/>
                </a:lnTo>
                <a:lnTo>
                  <a:pt x="4756" y="1914"/>
                </a:lnTo>
                <a:lnTo>
                  <a:pt x="4886" y="1926"/>
                </a:lnTo>
                <a:lnTo>
                  <a:pt x="5005" y="1914"/>
                </a:lnTo>
                <a:lnTo>
                  <a:pt x="5112" y="1831"/>
                </a:lnTo>
                <a:lnTo>
                  <a:pt x="6408" y="535"/>
                </a:lnTo>
                <a:lnTo>
                  <a:pt x="6491" y="428"/>
                </a:lnTo>
                <a:lnTo>
                  <a:pt x="6491" y="179"/>
                </a:lnTo>
                <a:lnTo>
                  <a:pt x="6408" y="72"/>
                </a:lnTo>
                <a:lnTo>
                  <a:pt x="6301" y="0"/>
                </a:lnTo>
                <a:close/>
                <a:moveTo>
                  <a:pt x="9962" y="0"/>
                </a:moveTo>
                <a:lnTo>
                  <a:pt x="9855" y="72"/>
                </a:lnTo>
                <a:lnTo>
                  <a:pt x="6598" y="3329"/>
                </a:lnTo>
                <a:lnTo>
                  <a:pt x="6527" y="3436"/>
                </a:lnTo>
                <a:lnTo>
                  <a:pt x="6527" y="3685"/>
                </a:lnTo>
                <a:lnTo>
                  <a:pt x="6598" y="3780"/>
                </a:lnTo>
                <a:lnTo>
                  <a:pt x="6705" y="3864"/>
                </a:lnTo>
                <a:lnTo>
                  <a:pt x="6836" y="3876"/>
                </a:lnTo>
                <a:lnTo>
                  <a:pt x="6955" y="3864"/>
                </a:lnTo>
                <a:lnTo>
                  <a:pt x="7062" y="3780"/>
                </a:lnTo>
                <a:lnTo>
                  <a:pt x="10307" y="535"/>
                </a:lnTo>
                <a:lnTo>
                  <a:pt x="10390" y="428"/>
                </a:lnTo>
                <a:lnTo>
                  <a:pt x="10390" y="179"/>
                </a:lnTo>
                <a:lnTo>
                  <a:pt x="10307" y="72"/>
                </a:lnTo>
                <a:lnTo>
                  <a:pt x="10212" y="0"/>
                </a:lnTo>
                <a:close/>
                <a:moveTo>
                  <a:pt x="9962" y="3899"/>
                </a:moveTo>
                <a:lnTo>
                  <a:pt x="9855" y="3971"/>
                </a:lnTo>
                <a:lnTo>
                  <a:pt x="8548" y="5278"/>
                </a:lnTo>
                <a:lnTo>
                  <a:pt x="8476" y="5385"/>
                </a:lnTo>
                <a:lnTo>
                  <a:pt x="8476" y="5635"/>
                </a:lnTo>
                <a:lnTo>
                  <a:pt x="8548" y="5730"/>
                </a:lnTo>
                <a:lnTo>
                  <a:pt x="8655" y="5813"/>
                </a:lnTo>
                <a:lnTo>
                  <a:pt x="8785" y="5825"/>
                </a:lnTo>
                <a:lnTo>
                  <a:pt x="8904" y="5813"/>
                </a:lnTo>
                <a:lnTo>
                  <a:pt x="9011" y="5730"/>
                </a:lnTo>
                <a:lnTo>
                  <a:pt x="10307" y="4434"/>
                </a:lnTo>
                <a:lnTo>
                  <a:pt x="10390" y="4327"/>
                </a:lnTo>
                <a:lnTo>
                  <a:pt x="10390" y="4078"/>
                </a:lnTo>
                <a:lnTo>
                  <a:pt x="10307" y="3971"/>
                </a:lnTo>
                <a:lnTo>
                  <a:pt x="10212" y="3899"/>
                </a:lnTo>
                <a:close/>
                <a:moveTo>
                  <a:pt x="3912" y="3780"/>
                </a:moveTo>
                <a:lnTo>
                  <a:pt x="4839" y="5694"/>
                </a:lnTo>
                <a:lnTo>
                  <a:pt x="6943" y="5991"/>
                </a:lnTo>
                <a:lnTo>
                  <a:pt x="5421" y="7489"/>
                </a:lnTo>
                <a:lnTo>
                  <a:pt x="5778" y="9581"/>
                </a:lnTo>
                <a:lnTo>
                  <a:pt x="3900" y="8583"/>
                </a:lnTo>
                <a:lnTo>
                  <a:pt x="2022" y="9581"/>
                </a:lnTo>
                <a:lnTo>
                  <a:pt x="2378" y="7489"/>
                </a:lnTo>
                <a:lnTo>
                  <a:pt x="869" y="5991"/>
                </a:lnTo>
                <a:lnTo>
                  <a:pt x="2961" y="5694"/>
                </a:lnTo>
                <a:lnTo>
                  <a:pt x="3912" y="3780"/>
                </a:lnTo>
                <a:close/>
                <a:moveTo>
                  <a:pt x="3912" y="2901"/>
                </a:moveTo>
                <a:lnTo>
                  <a:pt x="3769" y="2913"/>
                </a:lnTo>
                <a:lnTo>
                  <a:pt x="3555" y="3055"/>
                </a:lnTo>
                <a:lnTo>
                  <a:pt x="3496" y="3162"/>
                </a:lnTo>
                <a:lnTo>
                  <a:pt x="2533" y="5100"/>
                </a:lnTo>
                <a:lnTo>
                  <a:pt x="405" y="5409"/>
                </a:lnTo>
                <a:lnTo>
                  <a:pt x="274" y="5445"/>
                </a:lnTo>
                <a:lnTo>
                  <a:pt x="84" y="5611"/>
                </a:lnTo>
                <a:lnTo>
                  <a:pt x="1" y="5849"/>
                </a:lnTo>
                <a:lnTo>
                  <a:pt x="60" y="6098"/>
                </a:lnTo>
                <a:lnTo>
                  <a:pt x="155" y="6205"/>
                </a:lnTo>
                <a:lnTo>
                  <a:pt x="1689" y="7715"/>
                </a:lnTo>
                <a:lnTo>
                  <a:pt x="1344" y="9831"/>
                </a:lnTo>
                <a:lnTo>
                  <a:pt x="1332" y="9938"/>
                </a:lnTo>
                <a:lnTo>
                  <a:pt x="1380" y="10128"/>
                </a:lnTo>
                <a:lnTo>
                  <a:pt x="1451" y="10211"/>
                </a:lnTo>
                <a:lnTo>
                  <a:pt x="1511" y="10283"/>
                </a:lnTo>
                <a:lnTo>
                  <a:pt x="1677" y="10378"/>
                </a:lnTo>
                <a:lnTo>
                  <a:pt x="1784" y="10378"/>
                </a:lnTo>
                <a:lnTo>
                  <a:pt x="1891" y="10366"/>
                </a:lnTo>
                <a:lnTo>
                  <a:pt x="1998" y="10330"/>
                </a:lnTo>
                <a:lnTo>
                  <a:pt x="3912" y="9320"/>
                </a:lnTo>
                <a:lnTo>
                  <a:pt x="5814" y="10330"/>
                </a:lnTo>
                <a:lnTo>
                  <a:pt x="5921" y="10366"/>
                </a:lnTo>
                <a:lnTo>
                  <a:pt x="6028" y="10378"/>
                </a:lnTo>
                <a:lnTo>
                  <a:pt x="6135" y="10378"/>
                </a:lnTo>
                <a:lnTo>
                  <a:pt x="6313" y="10283"/>
                </a:lnTo>
                <a:lnTo>
                  <a:pt x="6384" y="10211"/>
                </a:lnTo>
                <a:lnTo>
                  <a:pt x="6444" y="10128"/>
                </a:lnTo>
                <a:lnTo>
                  <a:pt x="6503" y="9938"/>
                </a:lnTo>
                <a:lnTo>
                  <a:pt x="6491" y="9831"/>
                </a:lnTo>
                <a:lnTo>
                  <a:pt x="6123" y="7715"/>
                </a:lnTo>
                <a:lnTo>
                  <a:pt x="7668" y="6205"/>
                </a:lnTo>
                <a:lnTo>
                  <a:pt x="7763" y="6098"/>
                </a:lnTo>
                <a:lnTo>
                  <a:pt x="7811" y="5849"/>
                </a:lnTo>
                <a:lnTo>
                  <a:pt x="7739" y="5599"/>
                </a:lnTo>
                <a:lnTo>
                  <a:pt x="7537" y="5433"/>
                </a:lnTo>
                <a:lnTo>
                  <a:pt x="7407" y="5409"/>
                </a:lnTo>
                <a:lnTo>
                  <a:pt x="5279" y="5100"/>
                </a:lnTo>
                <a:lnTo>
                  <a:pt x="4328" y="3162"/>
                </a:lnTo>
                <a:lnTo>
                  <a:pt x="4256" y="3055"/>
                </a:lnTo>
                <a:lnTo>
                  <a:pt x="4043" y="2913"/>
                </a:lnTo>
                <a:lnTo>
                  <a:pt x="3912" y="290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5" name="Google Shape;3115;p174"/>
          <p:cNvSpPr/>
          <p:nvPr/>
        </p:nvSpPr>
        <p:spPr>
          <a:xfrm>
            <a:off x="14003939" y="5480557"/>
            <a:ext cx="601004" cy="564800"/>
          </a:xfrm>
          <a:custGeom>
            <a:rect b="b" l="l" r="r" t="t"/>
            <a:pathLst>
              <a:path extrusionOk="0" h="10390" w="11056">
                <a:moveTo>
                  <a:pt x="9118" y="642"/>
                </a:moveTo>
                <a:lnTo>
                  <a:pt x="10259" y="2449"/>
                </a:lnTo>
                <a:lnTo>
                  <a:pt x="10319" y="2556"/>
                </a:lnTo>
                <a:lnTo>
                  <a:pt x="10390" y="2794"/>
                </a:lnTo>
                <a:lnTo>
                  <a:pt x="10402" y="3151"/>
                </a:lnTo>
                <a:lnTo>
                  <a:pt x="10224" y="3555"/>
                </a:lnTo>
                <a:lnTo>
                  <a:pt x="9974" y="3769"/>
                </a:lnTo>
                <a:lnTo>
                  <a:pt x="9772" y="3864"/>
                </a:lnTo>
                <a:lnTo>
                  <a:pt x="9665" y="3888"/>
                </a:lnTo>
                <a:lnTo>
                  <a:pt x="9582" y="3888"/>
                </a:lnTo>
                <a:lnTo>
                  <a:pt x="9499" y="3876"/>
                </a:lnTo>
                <a:lnTo>
                  <a:pt x="9249" y="3864"/>
                </a:lnTo>
                <a:lnTo>
                  <a:pt x="8821" y="3674"/>
                </a:lnTo>
                <a:lnTo>
                  <a:pt x="8655" y="3519"/>
                </a:lnTo>
                <a:lnTo>
                  <a:pt x="8560" y="3424"/>
                </a:lnTo>
                <a:lnTo>
                  <a:pt x="8310" y="3317"/>
                </a:lnTo>
                <a:lnTo>
                  <a:pt x="8179" y="3305"/>
                </a:lnTo>
                <a:lnTo>
                  <a:pt x="8037" y="3317"/>
                </a:lnTo>
                <a:lnTo>
                  <a:pt x="7787" y="3424"/>
                </a:lnTo>
                <a:lnTo>
                  <a:pt x="7692" y="3519"/>
                </a:lnTo>
                <a:lnTo>
                  <a:pt x="7525" y="3674"/>
                </a:lnTo>
                <a:lnTo>
                  <a:pt x="7097" y="3852"/>
                </a:lnTo>
                <a:lnTo>
                  <a:pt x="6848" y="3876"/>
                </a:lnTo>
                <a:lnTo>
                  <a:pt x="6610" y="3852"/>
                </a:lnTo>
                <a:lnTo>
                  <a:pt x="6182" y="3674"/>
                </a:lnTo>
                <a:lnTo>
                  <a:pt x="6016" y="3519"/>
                </a:lnTo>
                <a:lnTo>
                  <a:pt x="5909" y="3424"/>
                </a:lnTo>
                <a:lnTo>
                  <a:pt x="5659" y="3317"/>
                </a:lnTo>
                <a:lnTo>
                  <a:pt x="5528" y="3305"/>
                </a:lnTo>
                <a:lnTo>
                  <a:pt x="5398" y="3317"/>
                </a:lnTo>
                <a:lnTo>
                  <a:pt x="5148" y="3424"/>
                </a:lnTo>
                <a:lnTo>
                  <a:pt x="5053" y="3519"/>
                </a:lnTo>
                <a:lnTo>
                  <a:pt x="4875" y="3674"/>
                </a:lnTo>
                <a:lnTo>
                  <a:pt x="4447" y="3876"/>
                </a:lnTo>
                <a:lnTo>
                  <a:pt x="4209" y="3888"/>
                </a:lnTo>
                <a:lnTo>
                  <a:pt x="3959" y="3876"/>
                </a:lnTo>
                <a:lnTo>
                  <a:pt x="3531" y="3674"/>
                </a:lnTo>
                <a:lnTo>
                  <a:pt x="3365" y="3519"/>
                </a:lnTo>
                <a:lnTo>
                  <a:pt x="3270" y="3424"/>
                </a:lnTo>
                <a:lnTo>
                  <a:pt x="3020" y="3317"/>
                </a:lnTo>
                <a:lnTo>
                  <a:pt x="2878" y="3305"/>
                </a:lnTo>
                <a:lnTo>
                  <a:pt x="2747" y="3317"/>
                </a:lnTo>
                <a:lnTo>
                  <a:pt x="2497" y="3424"/>
                </a:lnTo>
                <a:lnTo>
                  <a:pt x="2402" y="3519"/>
                </a:lnTo>
                <a:lnTo>
                  <a:pt x="2224" y="3674"/>
                </a:lnTo>
                <a:lnTo>
                  <a:pt x="1796" y="3876"/>
                </a:lnTo>
                <a:lnTo>
                  <a:pt x="1558" y="3888"/>
                </a:lnTo>
                <a:lnTo>
                  <a:pt x="1392" y="3888"/>
                </a:lnTo>
                <a:lnTo>
                  <a:pt x="1285" y="3864"/>
                </a:lnTo>
                <a:lnTo>
                  <a:pt x="1083" y="3769"/>
                </a:lnTo>
                <a:lnTo>
                  <a:pt x="845" y="3555"/>
                </a:lnTo>
                <a:lnTo>
                  <a:pt x="655" y="3151"/>
                </a:lnTo>
                <a:lnTo>
                  <a:pt x="667" y="2794"/>
                </a:lnTo>
                <a:lnTo>
                  <a:pt x="738" y="2556"/>
                </a:lnTo>
                <a:lnTo>
                  <a:pt x="809" y="2449"/>
                </a:lnTo>
                <a:lnTo>
                  <a:pt x="1950" y="642"/>
                </a:lnTo>
                <a:close/>
                <a:moveTo>
                  <a:pt x="1903" y="1"/>
                </a:moveTo>
                <a:lnTo>
                  <a:pt x="1760" y="12"/>
                </a:lnTo>
                <a:lnTo>
                  <a:pt x="1511" y="143"/>
                </a:lnTo>
                <a:lnTo>
                  <a:pt x="1427" y="262"/>
                </a:lnTo>
                <a:lnTo>
                  <a:pt x="262" y="2105"/>
                </a:lnTo>
                <a:lnTo>
                  <a:pt x="156" y="2283"/>
                </a:lnTo>
                <a:lnTo>
                  <a:pt x="37" y="2663"/>
                </a:lnTo>
                <a:lnTo>
                  <a:pt x="1" y="3055"/>
                </a:lnTo>
                <a:lnTo>
                  <a:pt x="72" y="3436"/>
                </a:lnTo>
                <a:lnTo>
                  <a:pt x="215" y="3792"/>
                </a:lnTo>
                <a:lnTo>
                  <a:pt x="441" y="4090"/>
                </a:lnTo>
                <a:lnTo>
                  <a:pt x="738" y="4327"/>
                </a:lnTo>
                <a:lnTo>
                  <a:pt x="1106" y="4494"/>
                </a:lnTo>
                <a:lnTo>
                  <a:pt x="1309" y="4529"/>
                </a:lnTo>
                <a:lnTo>
                  <a:pt x="1439" y="4541"/>
                </a:lnTo>
                <a:lnTo>
                  <a:pt x="1558" y="4541"/>
                </a:lnTo>
                <a:lnTo>
                  <a:pt x="1843" y="4529"/>
                </a:lnTo>
                <a:lnTo>
                  <a:pt x="2378" y="4339"/>
                </a:lnTo>
                <a:lnTo>
                  <a:pt x="2616" y="4185"/>
                </a:lnTo>
                <a:lnTo>
                  <a:pt x="2759" y="4090"/>
                </a:lnTo>
                <a:lnTo>
                  <a:pt x="2890" y="3959"/>
                </a:lnTo>
                <a:lnTo>
                  <a:pt x="3008" y="4090"/>
                </a:lnTo>
                <a:lnTo>
                  <a:pt x="3151" y="4185"/>
                </a:lnTo>
                <a:lnTo>
                  <a:pt x="3377" y="4339"/>
                </a:lnTo>
                <a:lnTo>
                  <a:pt x="3912" y="4529"/>
                </a:lnTo>
                <a:lnTo>
                  <a:pt x="4209" y="4541"/>
                </a:lnTo>
                <a:lnTo>
                  <a:pt x="4506" y="4529"/>
                </a:lnTo>
                <a:lnTo>
                  <a:pt x="5029" y="4339"/>
                </a:lnTo>
                <a:lnTo>
                  <a:pt x="5267" y="4185"/>
                </a:lnTo>
                <a:lnTo>
                  <a:pt x="5410" y="4090"/>
                </a:lnTo>
                <a:lnTo>
                  <a:pt x="5528" y="3959"/>
                </a:lnTo>
                <a:lnTo>
                  <a:pt x="5659" y="4090"/>
                </a:lnTo>
                <a:lnTo>
                  <a:pt x="5802" y="4185"/>
                </a:lnTo>
                <a:lnTo>
                  <a:pt x="6028" y="4339"/>
                </a:lnTo>
                <a:lnTo>
                  <a:pt x="6563" y="4529"/>
                </a:lnTo>
                <a:lnTo>
                  <a:pt x="6860" y="4541"/>
                </a:lnTo>
                <a:lnTo>
                  <a:pt x="7145" y="4529"/>
                </a:lnTo>
                <a:lnTo>
                  <a:pt x="7692" y="4351"/>
                </a:lnTo>
                <a:lnTo>
                  <a:pt x="7918" y="4197"/>
                </a:lnTo>
                <a:lnTo>
                  <a:pt x="8060" y="4078"/>
                </a:lnTo>
                <a:lnTo>
                  <a:pt x="8179" y="3959"/>
                </a:lnTo>
                <a:lnTo>
                  <a:pt x="8298" y="4078"/>
                </a:lnTo>
                <a:lnTo>
                  <a:pt x="8441" y="4197"/>
                </a:lnTo>
                <a:lnTo>
                  <a:pt x="8678" y="4351"/>
                </a:lnTo>
                <a:lnTo>
                  <a:pt x="9201" y="4529"/>
                </a:lnTo>
                <a:lnTo>
                  <a:pt x="9499" y="4541"/>
                </a:lnTo>
                <a:lnTo>
                  <a:pt x="9629" y="4541"/>
                </a:lnTo>
                <a:lnTo>
                  <a:pt x="9748" y="4529"/>
                </a:lnTo>
                <a:lnTo>
                  <a:pt x="9950" y="4494"/>
                </a:lnTo>
                <a:lnTo>
                  <a:pt x="10319" y="4339"/>
                </a:lnTo>
                <a:lnTo>
                  <a:pt x="10616" y="4090"/>
                </a:lnTo>
                <a:lnTo>
                  <a:pt x="10842" y="3792"/>
                </a:lnTo>
                <a:lnTo>
                  <a:pt x="10996" y="3436"/>
                </a:lnTo>
                <a:lnTo>
                  <a:pt x="11056" y="3055"/>
                </a:lnTo>
                <a:lnTo>
                  <a:pt x="11032" y="2663"/>
                </a:lnTo>
                <a:lnTo>
                  <a:pt x="10913" y="2283"/>
                </a:lnTo>
                <a:lnTo>
                  <a:pt x="10806" y="2105"/>
                </a:lnTo>
                <a:lnTo>
                  <a:pt x="9641" y="262"/>
                </a:lnTo>
                <a:lnTo>
                  <a:pt x="9558" y="143"/>
                </a:lnTo>
                <a:lnTo>
                  <a:pt x="9297" y="12"/>
                </a:lnTo>
                <a:lnTo>
                  <a:pt x="9154" y="1"/>
                </a:lnTo>
                <a:close/>
                <a:moveTo>
                  <a:pt x="9439" y="7798"/>
                </a:moveTo>
                <a:lnTo>
                  <a:pt x="9439" y="9094"/>
                </a:lnTo>
                <a:lnTo>
                  <a:pt x="9427" y="9225"/>
                </a:lnTo>
                <a:lnTo>
                  <a:pt x="9320" y="9463"/>
                </a:lnTo>
                <a:lnTo>
                  <a:pt x="9154" y="9641"/>
                </a:lnTo>
                <a:lnTo>
                  <a:pt x="8916" y="9736"/>
                </a:lnTo>
                <a:lnTo>
                  <a:pt x="8785" y="9748"/>
                </a:lnTo>
                <a:lnTo>
                  <a:pt x="2283" y="9748"/>
                </a:lnTo>
                <a:lnTo>
                  <a:pt x="2153" y="9736"/>
                </a:lnTo>
                <a:lnTo>
                  <a:pt x="1915" y="9641"/>
                </a:lnTo>
                <a:lnTo>
                  <a:pt x="1736" y="9463"/>
                </a:lnTo>
                <a:lnTo>
                  <a:pt x="1641" y="9225"/>
                </a:lnTo>
                <a:lnTo>
                  <a:pt x="1629" y="9094"/>
                </a:lnTo>
                <a:lnTo>
                  <a:pt x="1629" y="7798"/>
                </a:lnTo>
                <a:close/>
                <a:moveTo>
                  <a:pt x="1309" y="5195"/>
                </a:moveTo>
                <a:lnTo>
                  <a:pt x="1178" y="5207"/>
                </a:lnTo>
                <a:lnTo>
                  <a:pt x="999" y="5385"/>
                </a:lnTo>
                <a:lnTo>
                  <a:pt x="988" y="5516"/>
                </a:lnTo>
                <a:lnTo>
                  <a:pt x="988" y="9094"/>
                </a:lnTo>
                <a:lnTo>
                  <a:pt x="999" y="9356"/>
                </a:lnTo>
                <a:lnTo>
                  <a:pt x="1202" y="9819"/>
                </a:lnTo>
                <a:lnTo>
                  <a:pt x="1546" y="10176"/>
                </a:lnTo>
                <a:lnTo>
                  <a:pt x="2022" y="10378"/>
                </a:lnTo>
                <a:lnTo>
                  <a:pt x="2283" y="10390"/>
                </a:lnTo>
                <a:lnTo>
                  <a:pt x="8785" y="10390"/>
                </a:lnTo>
                <a:lnTo>
                  <a:pt x="9047" y="10378"/>
                </a:lnTo>
                <a:lnTo>
                  <a:pt x="9511" y="10176"/>
                </a:lnTo>
                <a:lnTo>
                  <a:pt x="9867" y="9819"/>
                </a:lnTo>
                <a:lnTo>
                  <a:pt x="10069" y="9356"/>
                </a:lnTo>
                <a:lnTo>
                  <a:pt x="10081" y="9094"/>
                </a:lnTo>
                <a:lnTo>
                  <a:pt x="10081" y="5516"/>
                </a:lnTo>
                <a:lnTo>
                  <a:pt x="10069" y="5385"/>
                </a:lnTo>
                <a:lnTo>
                  <a:pt x="9891" y="5207"/>
                </a:lnTo>
                <a:lnTo>
                  <a:pt x="9760" y="5195"/>
                </a:lnTo>
                <a:lnTo>
                  <a:pt x="9629" y="5207"/>
                </a:lnTo>
                <a:lnTo>
                  <a:pt x="9451" y="5385"/>
                </a:lnTo>
                <a:lnTo>
                  <a:pt x="9427" y="5516"/>
                </a:lnTo>
                <a:lnTo>
                  <a:pt x="9427" y="7145"/>
                </a:lnTo>
                <a:lnTo>
                  <a:pt x="1629" y="7145"/>
                </a:lnTo>
                <a:lnTo>
                  <a:pt x="1629" y="5516"/>
                </a:lnTo>
                <a:lnTo>
                  <a:pt x="1618" y="5385"/>
                </a:lnTo>
                <a:lnTo>
                  <a:pt x="1439" y="5207"/>
                </a:lnTo>
                <a:lnTo>
                  <a:pt x="1309" y="5195"/>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6" name="Google Shape;3116;p174"/>
          <p:cNvSpPr/>
          <p:nvPr/>
        </p:nvSpPr>
        <p:spPr>
          <a:xfrm>
            <a:off x="15132149" y="5479905"/>
            <a:ext cx="495002" cy="565453"/>
          </a:xfrm>
          <a:custGeom>
            <a:rect b="b" l="l" r="r" t="t"/>
            <a:pathLst>
              <a:path extrusionOk="0" h="10402" w="9106">
                <a:moveTo>
                  <a:pt x="3899" y="8131"/>
                </a:moveTo>
                <a:lnTo>
                  <a:pt x="3769" y="8143"/>
                </a:lnTo>
                <a:lnTo>
                  <a:pt x="3590" y="8321"/>
                </a:lnTo>
                <a:lnTo>
                  <a:pt x="3567" y="8452"/>
                </a:lnTo>
                <a:lnTo>
                  <a:pt x="3590" y="8583"/>
                </a:lnTo>
                <a:lnTo>
                  <a:pt x="3769" y="8761"/>
                </a:lnTo>
                <a:lnTo>
                  <a:pt x="3899" y="8785"/>
                </a:lnTo>
                <a:lnTo>
                  <a:pt x="5195" y="8785"/>
                </a:lnTo>
                <a:lnTo>
                  <a:pt x="5326" y="8761"/>
                </a:lnTo>
                <a:lnTo>
                  <a:pt x="5504" y="8583"/>
                </a:lnTo>
                <a:lnTo>
                  <a:pt x="5528" y="8452"/>
                </a:lnTo>
                <a:lnTo>
                  <a:pt x="5504" y="8321"/>
                </a:lnTo>
                <a:lnTo>
                  <a:pt x="5326" y="8143"/>
                </a:lnTo>
                <a:lnTo>
                  <a:pt x="5195" y="8131"/>
                </a:lnTo>
                <a:close/>
                <a:moveTo>
                  <a:pt x="7798" y="654"/>
                </a:moveTo>
                <a:lnTo>
                  <a:pt x="7929" y="666"/>
                </a:lnTo>
                <a:lnTo>
                  <a:pt x="8167" y="761"/>
                </a:lnTo>
                <a:lnTo>
                  <a:pt x="8345" y="940"/>
                </a:lnTo>
                <a:lnTo>
                  <a:pt x="8440" y="1177"/>
                </a:lnTo>
                <a:lnTo>
                  <a:pt x="8452" y="1308"/>
                </a:lnTo>
                <a:lnTo>
                  <a:pt x="8452" y="9106"/>
                </a:lnTo>
                <a:lnTo>
                  <a:pt x="8440" y="9237"/>
                </a:lnTo>
                <a:lnTo>
                  <a:pt x="8345" y="9475"/>
                </a:lnTo>
                <a:lnTo>
                  <a:pt x="8167" y="9653"/>
                </a:lnTo>
                <a:lnTo>
                  <a:pt x="7929" y="9748"/>
                </a:lnTo>
                <a:lnTo>
                  <a:pt x="7798" y="9760"/>
                </a:lnTo>
                <a:lnTo>
                  <a:pt x="1296" y="9760"/>
                </a:lnTo>
                <a:lnTo>
                  <a:pt x="1165" y="9748"/>
                </a:lnTo>
                <a:lnTo>
                  <a:pt x="928" y="9653"/>
                </a:lnTo>
                <a:lnTo>
                  <a:pt x="749" y="9475"/>
                </a:lnTo>
                <a:lnTo>
                  <a:pt x="654" y="9237"/>
                </a:lnTo>
                <a:lnTo>
                  <a:pt x="642" y="9106"/>
                </a:lnTo>
                <a:lnTo>
                  <a:pt x="642" y="1308"/>
                </a:lnTo>
                <a:lnTo>
                  <a:pt x="654" y="1177"/>
                </a:lnTo>
                <a:lnTo>
                  <a:pt x="749" y="940"/>
                </a:lnTo>
                <a:lnTo>
                  <a:pt x="928" y="761"/>
                </a:lnTo>
                <a:lnTo>
                  <a:pt x="1165" y="666"/>
                </a:lnTo>
                <a:lnTo>
                  <a:pt x="1296" y="654"/>
                </a:lnTo>
                <a:close/>
                <a:moveTo>
                  <a:pt x="1296" y="1"/>
                </a:moveTo>
                <a:lnTo>
                  <a:pt x="1035" y="24"/>
                </a:lnTo>
                <a:lnTo>
                  <a:pt x="571" y="227"/>
                </a:lnTo>
                <a:lnTo>
                  <a:pt x="215" y="571"/>
                </a:lnTo>
                <a:lnTo>
                  <a:pt x="12" y="1035"/>
                </a:lnTo>
                <a:lnTo>
                  <a:pt x="1" y="1308"/>
                </a:lnTo>
                <a:lnTo>
                  <a:pt x="1" y="9106"/>
                </a:lnTo>
                <a:lnTo>
                  <a:pt x="12" y="9368"/>
                </a:lnTo>
                <a:lnTo>
                  <a:pt x="215" y="9843"/>
                </a:lnTo>
                <a:lnTo>
                  <a:pt x="571" y="10188"/>
                </a:lnTo>
                <a:lnTo>
                  <a:pt x="1035" y="10390"/>
                </a:lnTo>
                <a:lnTo>
                  <a:pt x="1296" y="10402"/>
                </a:lnTo>
                <a:lnTo>
                  <a:pt x="7798" y="10402"/>
                </a:lnTo>
                <a:lnTo>
                  <a:pt x="8060" y="10390"/>
                </a:lnTo>
                <a:lnTo>
                  <a:pt x="8535" y="10188"/>
                </a:lnTo>
                <a:lnTo>
                  <a:pt x="8880" y="9843"/>
                </a:lnTo>
                <a:lnTo>
                  <a:pt x="9082" y="9368"/>
                </a:lnTo>
                <a:lnTo>
                  <a:pt x="9106" y="9106"/>
                </a:lnTo>
                <a:lnTo>
                  <a:pt x="9106" y="1308"/>
                </a:lnTo>
                <a:lnTo>
                  <a:pt x="9082" y="1035"/>
                </a:lnTo>
                <a:lnTo>
                  <a:pt x="8880" y="571"/>
                </a:lnTo>
                <a:lnTo>
                  <a:pt x="8535" y="227"/>
                </a:lnTo>
                <a:lnTo>
                  <a:pt x="8060" y="24"/>
                </a:lnTo>
                <a:lnTo>
                  <a:pt x="7798"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7" name="Google Shape;3117;p174"/>
          <p:cNvSpPr/>
          <p:nvPr/>
        </p:nvSpPr>
        <p:spPr>
          <a:xfrm>
            <a:off x="2199337" y="5479905"/>
            <a:ext cx="565453" cy="565453"/>
          </a:xfrm>
          <a:custGeom>
            <a:rect b="b" l="l" r="r" t="t"/>
            <a:pathLst>
              <a:path extrusionOk="0" h="10402" w="10402">
                <a:moveTo>
                  <a:pt x="3246" y="4553"/>
                </a:moveTo>
                <a:lnTo>
                  <a:pt x="3376" y="4565"/>
                </a:lnTo>
                <a:lnTo>
                  <a:pt x="3614" y="4660"/>
                </a:lnTo>
                <a:lnTo>
                  <a:pt x="3793" y="4839"/>
                </a:lnTo>
                <a:lnTo>
                  <a:pt x="3888" y="5076"/>
                </a:lnTo>
                <a:lnTo>
                  <a:pt x="3899" y="5207"/>
                </a:lnTo>
                <a:lnTo>
                  <a:pt x="3888" y="5338"/>
                </a:lnTo>
                <a:lnTo>
                  <a:pt x="3793" y="5576"/>
                </a:lnTo>
                <a:lnTo>
                  <a:pt x="3614" y="5754"/>
                </a:lnTo>
                <a:lnTo>
                  <a:pt x="3376" y="5849"/>
                </a:lnTo>
                <a:lnTo>
                  <a:pt x="3246" y="5861"/>
                </a:lnTo>
                <a:lnTo>
                  <a:pt x="3115" y="5849"/>
                </a:lnTo>
                <a:lnTo>
                  <a:pt x="2877" y="5754"/>
                </a:lnTo>
                <a:lnTo>
                  <a:pt x="2699" y="5576"/>
                </a:lnTo>
                <a:lnTo>
                  <a:pt x="2604" y="5338"/>
                </a:lnTo>
                <a:lnTo>
                  <a:pt x="2592" y="5207"/>
                </a:lnTo>
                <a:lnTo>
                  <a:pt x="2604" y="5076"/>
                </a:lnTo>
                <a:lnTo>
                  <a:pt x="2699" y="4839"/>
                </a:lnTo>
                <a:lnTo>
                  <a:pt x="2877" y="4660"/>
                </a:lnTo>
                <a:lnTo>
                  <a:pt x="3115" y="4565"/>
                </a:lnTo>
                <a:lnTo>
                  <a:pt x="3246" y="4553"/>
                </a:lnTo>
                <a:close/>
                <a:moveTo>
                  <a:pt x="7145" y="4553"/>
                </a:moveTo>
                <a:lnTo>
                  <a:pt x="7275" y="4565"/>
                </a:lnTo>
                <a:lnTo>
                  <a:pt x="7513" y="4660"/>
                </a:lnTo>
                <a:lnTo>
                  <a:pt x="7691" y="4839"/>
                </a:lnTo>
                <a:lnTo>
                  <a:pt x="7787" y="5076"/>
                </a:lnTo>
                <a:lnTo>
                  <a:pt x="7798" y="5207"/>
                </a:lnTo>
                <a:lnTo>
                  <a:pt x="7787" y="5338"/>
                </a:lnTo>
                <a:lnTo>
                  <a:pt x="7691" y="5576"/>
                </a:lnTo>
                <a:lnTo>
                  <a:pt x="7513" y="5754"/>
                </a:lnTo>
                <a:lnTo>
                  <a:pt x="7275" y="5849"/>
                </a:lnTo>
                <a:lnTo>
                  <a:pt x="7145" y="5861"/>
                </a:lnTo>
                <a:lnTo>
                  <a:pt x="7014" y="5849"/>
                </a:lnTo>
                <a:lnTo>
                  <a:pt x="6776" y="5754"/>
                </a:lnTo>
                <a:lnTo>
                  <a:pt x="6598" y="5576"/>
                </a:lnTo>
                <a:lnTo>
                  <a:pt x="6503" y="5338"/>
                </a:lnTo>
                <a:lnTo>
                  <a:pt x="6491" y="5207"/>
                </a:lnTo>
                <a:lnTo>
                  <a:pt x="6503" y="5076"/>
                </a:lnTo>
                <a:lnTo>
                  <a:pt x="6598" y="4839"/>
                </a:lnTo>
                <a:lnTo>
                  <a:pt x="6776" y="4660"/>
                </a:lnTo>
                <a:lnTo>
                  <a:pt x="7014" y="4565"/>
                </a:lnTo>
                <a:lnTo>
                  <a:pt x="7145" y="4553"/>
                </a:lnTo>
                <a:close/>
                <a:moveTo>
                  <a:pt x="3246" y="3911"/>
                </a:moveTo>
                <a:lnTo>
                  <a:pt x="2984" y="3923"/>
                </a:lnTo>
                <a:lnTo>
                  <a:pt x="2509" y="4125"/>
                </a:lnTo>
                <a:lnTo>
                  <a:pt x="2164" y="4470"/>
                </a:lnTo>
                <a:lnTo>
                  <a:pt x="1962" y="4946"/>
                </a:lnTo>
                <a:lnTo>
                  <a:pt x="1950" y="5207"/>
                </a:lnTo>
                <a:lnTo>
                  <a:pt x="1962" y="5469"/>
                </a:lnTo>
                <a:lnTo>
                  <a:pt x="2164" y="5944"/>
                </a:lnTo>
                <a:lnTo>
                  <a:pt x="2509" y="6289"/>
                </a:lnTo>
                <a:lnTo>
                  <a:pt x="2984" y="6491"/>
                </a:lnTo>
                <a:lnTo>
                  <a:pt x="3246" y="6503"/>
                </a:lnTo>
                <a:lnTo>
                  <a:pt x="3507" y="6491"/>
                </a:lnTo>
                <a:lnTo>
                  <a:pt x="3983" y="6289"/>
                </a:lnTo>
                <a:lnTo>
                  <a:pt x="4327" y="5944"/>
                </a:lnTo>
                <a:lnTo>
                  <a:pt x="4530" y="5469"/>
                </a:lnTo>
                <a:lnTo>
                  <a:pt x="4541" y="5207"/>
                </a:lnTo>
                <a:lnTo>
                  <a:pt x="4530" y="4946"/>
                </a:lnTo>
                <a:lnTo>
                  <a:pt x="4327" y="4470"/>
                </a:lnTo>
                <a:lnTo>
                  <a:pt x="3983" y="4125"/>
                </a:lnTo>
                <a:lnTo>
                  <a:pt x="3507" y="3923"/>
                </a:lnTo>
                <a:lnTo>
                  <a:pt x="3246" y="3911"/>
                </a:lnTo>
                <a:close/>
                <a:moveTo>
                  <a:pt x="7145" y="3911"/>
                </a:moveTo>
                <a:lnTo>
                  <a:pt x="6883" y="3923"/>
                </a:lnTo>
                <a:lnTo>
                  <a:pt x="6420" y="4125"/>
                </a:lnTo>
                <a:lnTo>
                  <a:pt x="6063" y="4470"/>
                </a:lnTo>
                <a:lnTo>
                  <a:pt x="5861" y="4946"/>
                </a:lnTo>
                <a:lnTo>
                  <a:pt x="5849" y="5207"/>
                </a:lnTo>
                <a:lnTo>
                  <a:pt x="5861" y="5469"/>
                </a:lnTo>
                <a:lnTo>
                  <a:pt x="6063" y="5944"/>
                </a:lnTo>
                <a:lnTo>
                  <a:pt x="6420" y="6289"/>
                </a:lnTo>
                <a:lnTo>
                  <a:pt x="6883" y="6491"/>
                </a:lnTo>
                <a:lnTo>
                  <a:pt x="7145" y="6503"/>
                </a:lnTo>
                <a:lnTo>
                  <a:pt x="7406" y="6491"/>
                </a:lnTo>
                <a:lnTo>
                  <a:pt x="7882" y="6289"/>
                </a:lnTo>
                <a:lnTo>
                  <a:pt x="8226" y="5944"/>
                </a:lnTo>
                <a:lnTo>
                  <a:pt x="8428" y="5469"/>
                </a:lnTo>
                <a:lnTo>
                  <a:pt x="8452" y="5207"/>
                </a:lnTo>
                <a:lnTo>
                  <a:pt x="8428" y="4946"/>
                </a:lnTo>
                <a:lnTo>
                  <a:pt x="8226" y="4470"/>
                </a:lnTo>
                <a:lnTo>
                  <a:pt x="7882" y="4125"/>
                </a:lnTo>
                <a:lnTo>
                  <a:pt x="7406" y="3923"/>
                </a:lnTo>
                <a:lnTo>
                  <a:pt x="7145" y="3911"/>
                </a:lnTo>
                <a:close/>
                <a:moveTo>
                  <a:pt x="5195" y="654"/>
                </a:moveTo>
                <a:lnTo>
                  <a:pt x="5683" y="666"/>
                </a:lnTo>
                <a:lnTo>
                  <a:pt x="6586" y="833"/>
                </a:lnTo>
                <a:lnTo>
                  <a:pt x="7406" y="1142"/>
                </a:lnTo>
                <a:lnTo>
                  <a:pt x="8131" y="1570"/>
                </a:lnTo>
                <a:lnTo>
                  <a:pt x="8737" y="2105"/>
                </a:lnTo>
                <a:lnTo>
                  <a:pt x="9225" y="2735"/>
                </a:lnTo>
                <a:lnTo>
                  <a:pt x="9558" y="3424"/>
                </a:lnTo>
                <a:lnTo>
                  <a:pt x="9736" y="4173"/>
                </a:lnTo>
                <a:lnTo>
                  <a:pt x="9748" y="4553"/>
                </a:lnTo>
                <a:lnTo>
                  <a:pt x="9736" y="4779"/>
                </a:lnTo>
                <a:lnTo>
                  <a:pt x="9688" y="5219"/>
                </a:lnTo>
                <a:lnTo>
                  <a:pt x="9498" y="5849"/>
                </a:lnTo>
                <a:lnTo>
                  <a:pt x="9070" y="6622"/>
                </a:lnTo>
                <a:lnTo>
                  <a:pt x="8452" y="7287"/>
                </a:lnTo>
                <a:lnTo>
                  <a:pt x="8072" y="7573"/>
                </a:lnTo>
                <a:lnTo>
                  <a:pt x="7953" y="7680"/>
                </a:lnTo>
                <a:lnTo>
                  <a:pt x="7798" y="7965"/>
                </a:lnTo>
                <a:lnTo>
                  <a:pt x="7775" y="8119"/>
                </a:lnTo>
                <a:lnTo>
                  <a:pt x="7787" y="8119"/>
                </a:lnTo>
                <a:lnTo>
                  <a:pt x="7798" y="8131"/>
                </a:lnTo>
                <a:lnTo>
                  <a:pt x="7798" y="9427"/>
                </a:lnTo>
                <a:lnTo>
                  <a:pt x="7787" y="9558"/>
                </a:lnTo>
                <a:lnTo>
                  <a:pt x="7608" y="9736"/>
                </a:lnTo>
                <a:lnTo>
                  <a:pt x="7477" y="9760"/>
                </a:lnTo>
                <a:lnTo>
                  <a:pt x="6503" y="9760"/>
                </a:lnTo>
                <a:lnTo>
                  <a:pt x="6503" y="8785"/>
                </a:lnTo>
                <a:lnTo>
                  <a:pt x="6479" y="8654"/>
                </a:lnTo>
                <a:lnTo>
                  <a:pt x="6301" y="8476"/>
                </a:lnTo>
                <a:lnTo>
                  <a:pt x="6170" y="8452"/>
                </a:lnTo>
                <a:lnTo>
                  <a:pt x="6039" y="8476"/>
                </a:lnTo>
                <a:lnTo>
                  <a:pt x="5873" y="8654"/>
                </a:lnTo>
                <a:lnTo>
                  <a:pt x="5849" y="8785"/>
                </a:lnTo>
                <a:lnTo>
                  <a:pt x="5849" y="9760"/>
                </a:lnTo>
                <a:lnTo>
                  <a:pt x="4553" y="9760"/>
                </a:lnTo>
                <a:lnTo>
                  <a:pt x="4553" y="8785"/>
                </a:lnTo>
                <a:lnTo>
                  <a:pt x="4530" y="8654"/>
                </a:lnTo>
                <a:lnTo>
                  <a:pt x="4351" y="8476"/>
                </a:lnTo>
                <a:lnTo>
                  <a:pt x="4220" y="8452"/>
                </a:lnTo>
                <a:lnTo>
                  <a:pt x="4090" y="8476"/>
                </a:lnTo>
                <a:lnTo>
                  <a:pt x="3911" y="8654"/>
                </a:lnTo>
                <a:lnTo>
                  <a:pt x="3899" y="8785"/>
                </a:lnTo>
                <a:lnTo>
                  <a:pt x="3899" y="9760"/>
                </a:lnTo>
                <a:lnTo>
                  <a:pt x="2925" y="9760"/>
                </a:lnTo>
                <a:lnTo>
                  <a:pt x="2794" y="9736"/>
                </a:lnTo>
                <a:lnTo>
                  <a:pt x="2616" y="9558"/>
                </a:lnTo>
                <a:lnTo>
                  <a:pt x="2604" y="9427"/>
                </a:lnTo>
                <a:lnTo>
                  <a:pt x="2604" y="8119"/>
                </a:lnTo>
                <a:lnTo>
                  <a:pt x="2592" y="7965"/>
                </a:lnTo>
                <a:lnTo>
                  <a:pt x="2449" y="7680"/>
                </a:lnTo>
                <a:lnTo>
                  <a:pt x="2319" y="7573"/>
                </a:lnTo>
                <a:lnTo>
                  <a:pt x="1938" y="7287"/>
                </a:lnTo>
                <a:lnTo>
                  <a:pt x="1320" y="6622"/>
                </a:lnTo>
                <a:lnTo>
                  <a:pt x="892" y="5849"/>
                </a:lnTo>
                <a:lnTo>
                  <a:pt x="714" y="5219"/>
                </a:lnTo>
                <a:lnTo>
                  <a:pt x="654" y="4779"/>
                </a:lnTo>
                <a:lnTo>
                  <a:pt x="642" y="4553"/>
                </a:lnTo>
                <a:lnTo>
                  <a:pt x="666" y="4173"/>
                </a:lnTo>
                <a:lnTo>
                  <a:pt x="833" y="3424"/>
                </a:lnTo>
                <a:lnTo>
                  <a:pt x="1177" y="2735"/>
                </a:lnTo>
                <a:lnTo>
                  <a:pt x="1653" y="2105"/>
                </a:lnTo>
                <a:lnTo>
                  <a:pt x="2259" y="1570"/>
                </a:lnTo>
                <a:lnTo>
                  <a:pt x="2984" y="1142"/>
                </a:lnTo>
                <a:lnTo>
                  <a:pt x="3804" y="833"/>
                </a:lnTo>
                <a:lnTo>
                  <a:pt x="4720" y="666"/>
                </a:lnTo>
                <a:lnTo>
                  <a:pt x="5195" y="654"/>
                </a:lnTo>
                <a:close/>
                <a:moveTo>
                  <a:pt x="5195" y="1"/>
                </a:moveTo>
                <a:lnTo>
                  <a:pt x="4660" y="24"/>
                </a:lnTo>
                <a:lnTo>
                  <a:pt x="3650" y="203"/>
                </a:lnTo>
                <a:lnTo>
                  <a:pt x="2711" y="547"/>
                </a:lnTo>
                <a:lnTo>
                  <a:pt x="1879" y="1035"/>
                </a:lnTo>
                <a:lnTo>
                  <a:pt x="1177" y="1653"/>
                </a:lnTo>
                <a:lnTo>
                  <a:pt x="619" y="2378"/>
                </a:lnTo>
                <a:lnTo>
                  <a:pt x="226" y="3198"/>
                </a:lnTo>
                <a:lnTo>
                  <a:pt x="12" y="4090"/>
                </a:lnTo>
                <a:lnTo>
                  <a:pt x="1" y="4553"/>
                </a:lnTo>
                <a:lnTo>
                  <a:pt x="1" y="4827"/>
                </a:lnTo>
                <a:lnTo>
                  <a:pt x="72" y="5350"/>
                </a:lnTo>
                <a:lnTo>
                  <a:pt x="203" y="5849"/>
                </a:lnTo>
                <a:lnTo>
                  <a:pt x="405" y="6324"/>
                </a:lnTo>
                <a:lnTo>
                  <a:pt x="654" y="6776"/>
                </a:lnTo>
                <a:lnTo>
                  <a:pt x="963" y="7204"/>
                </a:lnTo>
                <a:lnTo>
                  <a:pt x="1320" y="7596"/>
                </a:lnTo>
                <a:lnTo>
                  <a:pt x="1724" y="7953"/>
                </a:lnTo>
                <a:lnTo>
                  <a:pt x="1950" y="8108"/>
                </a:lnTo>
                <a:lnTo>
                  <a:pt x="1950" y="8131"/>
                </a:lnTo>
                <a:lnTo>
                  <a:pt x="1950" y="9427"/>
                </a:lnTo>
                <a:lnTo>
                  <a:pt x="1962" y="9629"/>
                </a:lnTo>
                <a:lnTo>
                  <a:pt x="2105" y="9986"/>
                </a:lnTo>
                <a:lnTo>
                  <a:pt x="2378" y="10247"/>
                </a:lnTo>
                <a:lnTo>
                  <a:pt x="2723" y="10390"/>
                </a:lnTo>
                <a:lnTo>
                  <a:pt x="2925" y="10402"/>
                </a:lnTo>
                <a:lnTo>
                  <a:pt x="7477" y="10402"/>
                </a:lnTo>
                <a:lnTo>
                  <a:pt x="7668" y="10390"/>
                </a:lnTo>
                <a:lnTo>
                  <a:pt x="8024" y="10247"/>
                </a:lnTo>
                <a:lnTo>
                  <a:pt x="8286" y="9986"/>
                </a:lnTo>
                <a:lnTo>
                  <a:pt x="8428" y="9629"/>
                </a:lnTo>
                <a:lnTo>
                  <a:pt x="8452" y="9427"/>
                </a:lnTo>
                <a:lnTo>
                  <a:pt x="8452" y="8131"/>
                </a:lnTo>
                <a:lnTo>
                  <a:pt x="8440" y="8119"/>
                </a:lnTo>
                <a:lnTo>
                  <a:pt x="8428" y="8108"/>
                </a:lnTo>
                <a:lnTo>
                  <a:pt x="8654" y="7953"/>
                </a:lnTo>
                <a:lnTo>
                  <a:pt x="9058" y="7596"/>
                </a:lnTo>
                <a:lnTo>
                  <a:pt x="9427" y="7204"/>
                </a:lnTo>
                <a:lnTo>
                  <a:pt x="9736" y="6788"/>
                </a:lnTo>
                <a:lnTo>
                  <a:pt x="9986" y="6324"/>
                </a:lnTo>
                <a:lnTo>
                  <a:pt x="10188" y="5849"/>
                </a:lnTo>
                <a:lnTo>
                  <a:pt x="10318" y="5350"/>
                </a:lnTo>
                <a:lnTo>
                  <a:pt x="10390" y="4827"/>
                </a:lnTo>
                <a:lnTo>
                  <a:pt x="10402" y="4553"/>
                </a:lnTo>
                <a:lnTo>
                  <a:pt x="10378" y="4090"/>
                </a:lnTo>
                <a:lnTo>
                  <a:pt x="10176" y="3198"/>
                </a:lnTo>
                <a:lnTo>
                  <a:pt x="9772" y="2378"/>
                </a:lnTo>
                <a:lnTo>
                  <a:pt x="9213" y="1653"/>
                </a:lnTo>
                <a:lnTo>
                  <a:pt x="8512" y="1035"/>
                </a:lnTo>
                <a:lnTo>
                  <a:pt x="7680" y="547"/>
                </a:lnTo>
                <a:lnTo>
                  <a:pt x="6752" y="203"/>
                </a:lnTo>
                <a:lnTo>
                  <a:pt x="5730" y="24"/>
                </a:lnTo>
                <a:lnTo>
                  <a:pt x="5195"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8" name="Google Shape;3118;p174"/>
          <p:cNvSpPr/>
          <p:nvPr/>
        </p:nvSpPr>
        <p:spPr>
          <a:xfrm>
            <a:off x="3273896" y="5498006"/>
            <a:ext cx="565453" cy="529901"/>
          </a:xfrm>
          <a:custGeom>
            <a:rect b="b" l="l" r="r" t="t"/>
            <a:pathLst>
              <a:path extrusionOk="0" h="9748" w="10402">
                <a:moveTo>
                  <a:pt x="3899" y="642"/>
                </a:moveTo>
                <a:lnTo>
                  <a:pt x="4102" y="666"/>
                </a:lnTo>
                <a:lnTo>
                  <a:pt x="4446" y="809"/>
                </a:lnTo>
                <a:lnTo>
                  <a:pt x="4720" y="1070"/>
                </a:lnTo>
                <a:lnTo>
                  <a:pt x="4862" y="1427"/>
                </a:lnTo>
                <a:lnTo>
                  <a:pt x="4874" y="1617"/>
                </a:lnTo>
                <a:lnTo>
                  <a:pt x="4862" y="1819"/>
                </a:lnTo>
                <a:lnTo>
                  <a:pt x="4720" y="2176"/>
                </a:lnTo>
                <a:lnTo>
                  <a:pt x="4446" y="2437"/>
                </a:lnTo>
                <a:lnTo>
                  <a:pt x="4102" y="2580"/>
                </a:lnTo>
                <a:lnTo>
                  <a:pt x="3899" y="2592"/>
                </a:lnTo>
                <a:lnTo>
                  <a:pt x="3697" y="2580"/>
                </a:lnTo>
                <a:lnTo>
                  <a:pt x="3353" y="2437"/>
                </a:lnTo>
                <a:lnTo>
                  <a:pt x="3091" y="2176"/>
                </a:lnTo>
                <a:lnTo>
                  <a:pt x="2937" y="1819"/>
                </a:lnTo>
                <a:lnTo>
                  <a:pt x="2925" y="1617"/>
                </a:lnTo>
                <a:lnTo>
                  <a:pt x="2937" y="1427"/>
                </a:lnTo>
                <a:lnTo>
                  <a:pt x="3091" y="1070"/>
                </a:lnTo>
                <a:lnTo>
                  <a:pt x="3353" y="809"/>
                </a:lnTo>
                <a:lnTo>
                  <a:pt x="3697" y="666"/>
                </a:lnTo>
                <a:lnTo>
                  <a:pt x="3899" y="642"/>
                </a:lnTo>
                <a:close/>
                <a:moveTo>
                  <a:pt x="3899" y="0"/>
                </a:moveTo>
                <a:lnTo>
                  <a:pt x="3614" y="12"/>
                </a:lnTo>
                <a:lnTo>
                  <a:pt x="3091" y="203"/>
                </a:lnTo>
                <a:lnTo>
                  <a:pt x="2663" y="559"/>
                </a:lnTo>
                <a:lnTo>
                  <a:pt x="2378" y="1023"/>
                </a:lnTo>
                <a:lnTo>
                  <a:pt x="2307" y="1296"/>
                </a:lnTo>
                <a:lnTo>
                  <a:pt x="322" y="1296"/>
                </a:lnTo>
                <a:lnTo>
                  <a:pt x="191" y="1320"/>
                </a:lnTo>
                <a:lnTo>
                  <a:pt x="24" y="1498"/>
                </a:lnTo>
                <a:lnTo>
                  <a:pt x="1" y="1629"/>
                </a:lnTo>
                <a:lnTo>
                  <a:pt x="24" y="1748"/>
                </a:lnTo>
                <a:lnTo>
                  <a:pt x="191" y="1926"/>
                </a:lnTo>
                <a:lnTo>
                  <a:pt x="322" y="1950"/>
                </a:lnTo>
                <a:lnTo>
                  <a:pt x="2307" y="1950"/>
                </a:lnTo>
                <a:lnTo>
                  <a:pt x="2378" y="2223"/>
                </a:lnTo>
                <a:lnTo>
                  <a:pt x="2663" y="2687"/>
                </a:lnTo>
                <a:lnTo>
                  <a:pt x="3091" y="3044"/>
                </a:lnTo>
                <a:lnTo>
                  <a:pt x="3614" y="3234"/>
                </a:lnTo>
                <a:lnTo>
                  <a:pt x="3899" y="3246"/>
                </a:lnTo>
                <a:lnTo>
                  <a:pt x="4197" y="3234"/>
                </a:lnTo>
                <a:lnTo>
                  <a:pt x="4708" y="3044"/>
                </a:lnTo>
                <a:lnTo>
                  <a:pt x="5124" y="2687"/>
                </a:lnTo>
                <a:lnTo>
                  <a:pt x="5421" y="2223"/>
                </a:lnTo>
                <a:lnTo>
                  <a:pt x="5492" y="1950"/>
                </a:lnTo>
                <a:lnTo>
                  <a:pt x="10081" y="1950"/>
                </a:lnTo>
                <a:lnTo>
                  <a:pt x="10211" y="1926"/>
                </a:lnTo>
                <a:lnTo>
                  <a:pt x="10378" y="1748"/>
                </a:lnTo>
                <a:lnTo>
                  <a:pt x="10402" y="1629"/>
                </a:lnTo>
                <a:lnTo>
                  <a:pt x="10378" y="1498"/>
                </a:lnTo>
                <a:lnTo>
                  <a:pt x="10211" y="1320"/>
                </a:lnTo>
                <a:lnTo>
                  <a:pt x="10081" y="1296"/>
                </a:lnTo>
                <a:lnTo>
                  <a:pt x="5492" y="1296"/>
                </a:lnTo>
                <a:lnTo>
                  <a:pt x="5421" y="1023"/>
                </a:lnTo>
                <a:lnTo>
                  <a:pt x="5124" y="559"/>
                </a:lnTo>
                <a:lnTo>
                  <a:pt x="4708" y="203"/>
                </a:lnTo>
                <a:lnTo>
                  <a:pt x="4197" y="12"/>
                </a:lnTo>
                <a:lnTo>
                  <a:pt x="3899" y="0"/>
                </a:lnTo>
                <a:close/>
                <a:moveTo>
                  <a:pt x="7156" y="3899"/>
                </a:moveTo>
                <a:lnTo>
                  <a:pt x="7347" y="3911"/>
                </a:lnTo>
                <a:lnTo>
                  <a:pt x="7703" y="4054"/>
                </a:lnTo>
                <a:lnTo>
                  <a:pt x="7965" y="4327"/>
                </a:lnTo>
                <a:lnTo>
                  <a:pt x="8107" y="4672"/>
                </a:lnTo>
                <a:lnTo>
                  <a:pt x="8131" y="4874"/>
                </a:lnTo>
                <a:lnTo>
                  <a:pt x="8107" y="5076"/>
                </a:lnTo>
                <a:lnTo>
                  <a:pt x="7965" y="5421"/>
                </a:lnTo>
                <a:lnTo>
                  <a:pt x="7703" y="5682"/>
                </a:lnTo>
                <a:lnTo>
                  <a:pt x="7347" y="5837"/>
                </a:lnTo>
                <a:lnTo>
                  <a:pt x="7156" y="5849"/>
                </a:lnTo>
                <a:lnTo>
                  <a:pt x="6954" y="5837"/>
                </a:lnTo>
                <a:lnTo>
                  <a:pt x="6598" y="5682"/>
                </a:lnTo>
                <a:lnTo>
                  <a:pt x="6336" y="5421"/>
                </a:lnTo>
                <a:lnTo>
                  <a:pt x="6194" y="5076"/>
                </a:lnTo>
                <a:lnTo>
                  <a:pt x="6182" y="4874"/>
                </a:lnTo>
                <a:lnTo>
                  <a:pt x="6194" y="4672"/>
                </a:lnTo>
                <a:lnTo>
                  <a:pt x="6336" y="4327"/>
                </a:lnTo>
                <a:lnTo>
                  <a:pt x="6598" y="4054"/>
                </a:lnTo>
                <a:lnTo>
                  <a:pt x="6954" y="3911"/>
                </a:lnTo>
                <a:lnTo>
                  <a:pt x="7156" y="3899"/>
                </a:lnTo>
                <a:close/>
                <a:moveTo>
                  <a:pt x="7156" y="3246"/>
                </a:moveTo>
                <a:lnTo>
                  <a:pt x="6859" y="3269"/>
                </a:lnTo>
                <a:lnTo>
                  <a:pt x="6336" y="3460"/>
                </a:lnTo>
                <a:lnTo>
                  <a:pt x="5920" y="3804"/>
                </a:lnTo>
                <a:lnTo>
                  <a:pt x="5635" y="4280"/>
                </a:lnTo>
                <a:lnTo>
                  <a:pt x="5564" y="4541"/>
                </a:lnTo>
                <a:lnTo>
                  <a:pt x="322" y="4541"/>
                </a:lnTo>
                <a:lnTo>
                  <a:pt x="191" y="4565"/>
                </a:lnTo>
                <a:lnTo>
                  <a:pt x="12" y="4743"/>
                </a:lnTo>
                <a:lnTo>
                  <a:pt x="1" y="4874"/>
                </a:lnTo>
                <a:lnTo>
                  <a:pt x="12" y="5005"/>
                </a:lnTo>
                <a:lnTo>
                  <a:pt x="191" y="5183"/>
                </a:lnTo>
                <a:lnTo>
                  <a:pt x="322" y="5195"/>
                </a:lnTo>
                <a:lnTo>
                  <a:pt x="5564" y="5195"/>
                </a:lnTo>
                <a:lnTo>
                  <a:pt x="5635" y="5468"/>
                </a:lnTo>
                <a:lnTo>
                  <a:pt x="5920" y="5944"/>
                </a:lnTo>
                <a:lnTo>
                  <a:pt x="6336" y="6289"/>
                </a:lnTo>
                <a:lnTo>
                  <a:pt x="6859" y="6479"/>
                </a:lnTo>
                <a:lnTo>
                  <a:pt x="7156" y="6503"/>
                </a:lnTo>
                <a:lnTo>
                  <a:pt x="7442" y="6479"/>
                </a:lnTo>
                <a:lnTo>
                  <a:pt x="7965" y="6289"/>
                </a:lnTo>
                <a:lnTo>
                  <a:pt x="8381" y="5944"/>
                </a:lnTo>
                <a:lnTo>
                  <a:pt x="8666" y="5468"/>
                </a:lnTo>
                <a:lnTo>
                  <a:pt x="8749" y="5195"/>
                </a:lnTo>
                <a:lnTo>
                  <a:pt x="10081" y="5195"/>
                </a:lnTo>
                <a:lnTo>
                  <a:pt x="10211" y="5183"/>
                </a:lnTo>
                <a:lnTo>
                  <a:pt x="10378" y="5005"/>
                </a:lnTo>
                <a:lnTo>
                  <a:pt x="10402" y="4874"/>
                </a:lnTo>
                <a:lnTo>
                  <a:pt x="10378" y="4743"/>
                </a:lnTo>
                <a:lnTo>
                  <a:pt x="10211" y="4565"/>
                </a:lnTo>
                <a:lnTo>
                  <a:pt x="10081" y="4553"/>
                </a:lnTo>
                <a:lnTo>
                  <a:pt x="8749" y="4553"/>
                </a:lnTo>
                <a:lnTo>
                  <a:pt x="8666" y="4280"/>
                </a:lnTo>
                <a:lnTo>
                  <a:pt x="8381" y="3804"/>
                </a:lnTo>
                <a:lnTo>
                  <a:pt x="7965" y="3460"/>
                </a:lnTo>
                <a:lnTo>
                  <a:pt x="7442" y="3269"/>
                </a:lnTo>
                <a:lnTo>
                  <a:pt x="7156" y="3246"/>
                </a:lnTo>
                <a:close/>
                <a:moveTo>
                  <a:pt x="3258" y="7145"/>
                </a:moveTo>
                <a:lnTo>
                  <a:pt x="3448" y="7156"/>
                </a:lnTo>
                <a:lnTo>
                  <a:pt x="3804" y="7311"/>
                </a:lnTo>
                <a:lnTo>
                  <a:pt x="4066" y="7572"/>
                </a:lnTo>
                <a:lnTo>
                  <a:pt x="4209" y="7929"/>
                </a:lnTo>
                <a:lnTo>
                  <a:pt x="4232" y="8119"/>
                </a:lnTo>
                <a:lnTo>
                  <a:pt x="4209" y="8321"/>
                </a:lnTo>
                <a:lnTo>
                  <a:pt x="4066" y="8666"/>
                </a:lnTo>
                <a:lnTo>
                  <a:pt x="3804" y="8939"/>
                </a:lnTo>
                <a:lnTo>
                  <a:pt x="3448" y="9082"/>
                </a:lnTo>
                <a:lnTo>
                  <a:pt x="3258" y="9094"/>
                </a:lnTo>
                <a:lnTo>
                  <a:pt x="3055" y="9082"/>
                </a:lnTo>
                <a:lnTo>
                  <a:pt x="2699" y="8939"/>
                </a:lnTo>
                <a:lnTo>
                  <a:pt x="2437" y="8666"/>
                </a:lnTo>
                <a:lnTo>
                  <a:pt x="2295" y="8321"/>
                </a:lnTo>
                <a:lnTo>
                  <a:pt x="2283" y="8119"/>
                </a:lnTo>
                <a:lnTo>
                  <a:pt x="2295" y="7929"/>
                </a:lnTo>
                <a:lnTo>
                  <a:pt x="2437" y="7572"/>
                </a:lnTo>
                <a:lnTo>
                  <a:pt x="2699" y="7311"/>
                </a:lnTo>
                <a:lnTo>
                  <a:pt x="3055" y="7156"/>
                </a:lnTo>
                <a:lnTo>
                  <a:pt x="3258" y="7145"/>
                </a:lnTo>
                <a:close/>
                <a:moveTo>
                  <a:pt x="3258" y="6491"/>
                </a:moveTo>
                <a:lnTo>
                  <a:pt x="2960" y="6515"/>
                </a:lnTo>
                <a:lnTo>
                  <a:pt x="2437" y="6705"/>
                </a:lnTo>
                <a:lnTo>
                  <a:pt x="2021" y="7049"/>
                </a:lnTo>
                <a:lnTo>
                  <a:pt x="1736" y="7525"/>
                </a:lnTo>
                <a:lnTo>
                  <a:pt x="1665" y="7798"/>
                </a:lnTo>
                <a:lnTo>
                  <a:pt x="322" y="7798"/>
                </a:lnTo>
                <a:lnTo>
                  <a:pt x="191" y="7810"/>
                </a:lnTo>
                <a:lnTo>
                  <a:pt x="24" y="7988"/>
                </a:lnTo>
                <a:lnTo>
                  <a:pt x="1" y="8119"/>
                </a:lnTo>
                <a:lnTo>
                  <a:pt x="24" y="8250"/>
                </a:lnTo>
                <a:lnTo>
                  <a:pt x="191" y="8428"/>
                </a:lnTo>
                <a:lnTo>
                  <a:pt x="322" y="8452"/>
                </a:lnTo>
                <a:lnTo>
                  <a:pt x="1653" y="8452"/>
                </a:lnTo>
                <a:lnTo>
                  <a:pt x="1736" y="8725"/>
                </a:lnTo>
                <a:lnTo>
                  <a:pt x="2021" y="9189"/>
                </a:lnTo>
                <a:lnTo>
                  <a:pt x="2437" y="9534"/>
                </a:lnTo>
                <a:lnTo>
                  <a:pt x="2960" y="9736"/>
                </a:lnTo>
                <a:lnTo>
                  <a:pt x="3258" y="9748"/>
                </a:lnTo>
                <a:lnTo>
                  <a:pt x="3543" y="9736"/>
                </a:lnTo>
                <a:lnTo>
                  <a:pt x="4066" y="9534"/>
                </a:lnTo>
                <a:lnTo>
                  <a:pt x="4482" y="9189"/>
                </a:lnTo>
                <a:lnTo>
                  <a:pt x="4767" y="8725"/>
                </a:lnTo>
                <a:lnTo>
                  <a:pt x="4850" y="8452"/>
                </a:lnTo>
                <a:lnTo>
                  <a:pt x="10081" y="8452"/>
                </a:lnTo>
                <a:lnTo>
                  <a:pt x="10211" y="8428"/>
                </a:lnTo>
                <a:lnTo>
                  <a:pt x="10390" y="8250"/>
                </a:lnTo>
                <a:lnTo>
                  <a:pt x="10402" y="8119"/>
                </a:lnTo>
                <a:lnTo>
                  <a:pt x="10390" y="7988"/>
                </a:lnTo>
                <a:lnTo>
                  <a:pt x="10211" y="7810"/>
                </a:lnTo>
                <a:lnTo>
                  <a:pt x="10081" y="7798"/>
                </a:lnTo>
                <a:lnTo>
                  <a:pt x="4850" y="7798"/>
                </a:lnTo>
                <a:lnTo>
                  <a:pt x="4767" y="7525"/>
                </a:lnTo>
                <a:lnTo>
                  <a:pt x="4482" y="7049"/>
                </a:lnTo>
                <a:lnTo>
                  <a:pt x="4066" y="6705"/>
                </a:lnTo>
                <a:lnTo>
                  <a:pt x="3543" y="6515"/>
                </a:lnTo>
                <a:lnTo>
                  <a:pt x="3258" y="649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19" name="Google Shape;3119;p174"/>
          <p:cNvSpPr/>
          <p:nvPr/>
        </p:nvSpPr>
        <p:spPr>
          <a:xfrm>
            <a:off x="4366556" y="5479905"/>
            <a:ext cx="529901" cy="566105"/>
          </a:xfrm>
          <a:custGeom>
            <a:rect b="b" l="l" r="r" t="t"/>
            <a:pathLst>
              <a:path extrusionOk="0" h="10414" w="9748">
                <a:moveTo>
                  <a:pt x="1617" y="2283"/>
                </a:moveTo>
                <a:lnTo>
                  <a:pt x="1819" y="2295"/>
                </a:lnTo>
                <a:lnTo>
                  <a:pt x="2176" y="2437"/>
                </a:lnTo>
                <a:lnTo>
                  <a:pt x="2437" y="2711"/>
                </a:lnTo>
                <a:lnTo>
                  <a:pt x="2580" y="3056"/>
                </a:lnTo>
                <a:lnTo>
                  <a:pt x="2592" y="3258"/>
                </a:lnTo>
                <a:lnTo>
                  <a:pt x="2580" y="3460"/>
                </a:lnTo>
                <a:lnTo>
                  <a:pt x="2437" y="3804"/>
                </a:lnTo>
                <a:lnTo>
                  <a:pt x="2176" y="4066"/>
                </a:lnTo>
                <a:lnTo>
                  <a:pt x="1819" y="4221"/>
                </a:lnTo>
                <a:lnTo>
                  <a:pt x="1617" y="4232"/>
                </a:lnTo>
                <a:lnTo>
                  <a:pt x="1427" y="4221"/>
                </a:lnTo>
                <a:lnTo>
                  <a:pt x="1070" y="4066"/>
                </a:lnTo>
                <a:lnTo>
                  <a:pt x="809" y="3804"/>
                </a:lnTo>
                <a:lnTo>
                  <a:pt x="666" y="3460"/>
                </a:lnTo>
                <a:lnTo>
                  <a:pt x="642" y="3258"/>
                </a:lnTo>
                <a:lnTo>
                  <a:pt x="666" y="3056"/>
                </a:lnTo>
                <a:lnTo>
                  <a:pt x="809" y="2711"/>
                </a:lnTo>
                <a:lnTo>
                  <a:pt x="1070" y="2437"/>
                </a:lnTo>
                <a:lnTo>
                  <a:pt x="1427" y="2295"/>
                </a:lnTo>
                <a:lnTo>
                  <a:pt x="1617" y="2283"/>
                </a:lnTo>
                <a:close/>
                <a:moveTo>
                  <a:pt x="8119" y="2925"/>
                </a:moveTo>
                <a:lnTo>
                  <a:pt x="8321" y="2949"/>
                </a:lnTo>
                <a:lnTo>
                  <a:pt x="8666" y="3091"/>
                </a:lnTo>
                <a:lnTo>
                  <a:pt x="8939" y="3353"/>
                </a:lnTo>
                <a:lnTo>
                  <a:pt x="9082" y="3709"/>
                </a:lnTo>
                <a:lnTo>
                  <a:pt x="9094" y="3900"/>
                </a:lnTo>
                <a:lnTo>
                  <a:pt x="9082" y="4102"/>
                </a:lnTo>
                <a:lnTo>
                  <a:pt x="8939" y="4458"/>
                </a:lnTo>
                <a:lnTo>
                  <a:pt x="8666" y="4720"/>
                </a:lnTo>
                <a:lnTo>
                  <a:pt x="8321" y="4862"/>
                </a:lnTo>
                <a:lnTo>
                  <a:pt x="8119" y="4874"/>
                </a:lnTo>
                <a:lnTo>
                  <a:pt x="7917" y="4862"/>
                </a:lnTo>
                <a:lnTo>
                  <a:pt x="7572" y="4720"/>
                </a:lnTo>
                <a:lnTo>
                  <a:pt x="7311" y="4458"/>
                </a:lnTo>
                <a:lnTo>
                  <a:pt x="7156" y="4102"/>
                </a:lnTo>
                <a:lnTo>
                  <a:pt x="7144" y="3900"/>
                </a:lnTo>
                <a:lnTo>
                  <a:pt x="7156" y="3709"/>
                </a:lnTo>
                <a:lnTo>
                  <a:pt x="7311" y="3353"/>
                </a:lnTo>
                <a:lnTo>
                  <a:pt x="7572" y="3091"/>
                </a:lnTo>
                <a:lnTo>
                  <a:pt x="7917" y="2949"/>
                </a:lnTo>
                <a:lnTo>
                  <a:pt x="8119" y="2925"/>
                </a:lnTo>
                <a:close/>
                <a:moveTo>
                  <a:pt x="4874" y="6182"/>
                </a:moveTo>
                <a:lnTo>
                  <a:pt x="5064" y="6194"/>
                </a:lnTo>
                <a:lnTo>
                  <a:pt x="5421" y="6348"/>
                </a:lnTo>
                <a:lnTo>
                  <a:pt x="5682" y="6610"/>
                </a:lnTo>
                <a:lnTo>
                  <a:pt x="5837" y="6954"/>
                </a:lnTo>
                <a:lnTo>
                  <a:pt x="5849" y="7157"/>
                </a:lnTo>
                <a:lnTo>
                  <a:pt x="5837" y="7359"/>
                </a:lnTo>
                <a:lnTo>
                  <a:pt x="5682" y="7703"/>
                </a:lnTo>
                <a:lnTo>
                  <a:pt x="5421" y="7965"/>
                </a:lnTo>
                <a:lnTo>
                  <a:pt x="5064" y="8119"/>
                </a:lnTo>
                <a:lnTo>
                  <a:pt x="4874" y="8131"/>
                </a:lnTo>
                <a:lnTo>
                  <a:pt x="4672" y="8119"/>
                </a:lnTo>
                <a:lnTo>
                  <a:pt x="4327" y="7965"/>
                </a:lnTo>
                <a:lnTo>
                  <a:pt x="4054" y="7703"/>
                </a:lnTo>
                <a:lnTo>
                  <a:pt x="3911" y="7359"/>
                </a:lnTo>
                <a:lnTo>
                  <a:pt x="3899" y="7157"/>
                </a:lnTo>
                <a:lnTo>
                  <a:pt x="3911" y="6954"/>
                </a:lnTo>
                <a:lnTo>
                  <a:pt x="4054" y="6610"/>
                </a:lnTo>
                <a:lnTo>
                  <a:pt x="4327" y="6348"/>
                </a:lnTo>
                <a:lnTo>
                  <a:pt x="4672" y="6194"/>
                </a:lnTo>
                <a:lnTo>
                  <a:pt x="4874" y="6182"/>
                </a:lnTo>
                <a:close/>
                <a:moveTo>
                  <a:pt x="8119" y="1"/>
                </a:moveTo>
                <a:lnTo>
                  <a:pt x="7988" y="24"/>
                </a:lnTo>
                <a:lnTo>
                  <a:pt x="7810" y="203"/>
                </a:lnTo>
                <a:lnTo>
                  <a:pt x="7798" y="333"/>
                </a:lnTo>
                <a:lnTo>
                  <a:pt x="7798" y="2307"/>
                </a:lnTo>
                <a:lnTo>
                  <a:pt x="7525" y="2390"/>
                </a:lnTo>
                <a:lnTo>
                  <a:pt x="7049" y="2675"/>
                </a:lnTo>
                <a:lnTo>
                  <a:pt x="6705" y="3091"/>
                </a:lnTo>
                <a:lnTo>
                  <a:pt x="6514" y="3614"/>
                </a:lnTo>
                <a:lnTo>
                  <a:pt x="6491" y="3900"/>
                </a:lnTo>
                <a:lnTo>
                  <a:pt x="6514" y="4197"/>
                </a:lnTo>
                <a:lnTo>
                  <a:pt x="6705" y="4720"/>
                </a:lnTo>
                <a:lnTo>
                  <a:pt x="7049" y="5136"/>
                </a:lnTo>
                <a:lnTo>
                  <a:pt x="7525" y="5421"/>
                </a:lnTo>
                <a:lnTo>
                  <a:pt x="7798" y="5492"/>
                </a:lnTo>
                <a:lnTo>
                  <a:pt x="7798" y="10081"/>
                </a:lnTo>
                <a:lnTo>
                  <a:pt x="7810" y="10212"/>
                </a:lnTo>
                <a:lnTo>
                  <a:pt x="7988" y="10390"/>
                </a:lnTo>
                <a:lnTo>
                  <a:pt x="8119" y="10402"/>
                </a:lnTo>
                <a:lnTo>
                  <a:pt x="8250" y="10390"/>
                </a:lnTo>
                <a:lnTo>
                  <a:pt x="8428" y="10212"/>
                </a:lnTo>
                <a:lnTo>
                  <a:pt x="8452" y="10081"/>
                </a:lnTo>
                <a:lnTo>
                  <a:pt x="8452" y="5492"/>
                </a:lnTo>
                <a:lnTo>
                  <a:pt x="8713" y="5421"/>
                </a:lnTo>
                <a:lnTo>
                  <a:pt x="9189" y="5136"/>
                </a:lnTo>
                <a:lnTo>
                  <a:pt x="9534" y="4720"/>
                </a:lnTo>
                <a:lnTo>
                  <a:pt x="9724" y="4197"/>
                </a:lnTo>
                <a:lnTo>
                  <a:pt x="9748" y="3900"/>
                </a:lnTo>
                <a:lnTo>
                  <a:pt x="9724" y="3614"/>
                </a:lnTo>
                <a:lnTo>
                  <a:pt x="9534" y="3091"/>
                </a:lnTo>
                <a:lnTo>
                  <a:pt x="9189" y="2675"/>
                </a:lnTo>
                <a:lnTo>
                  <a:pt x="8713" y="2390"/>
                </a:lnTo>
                <a:lnTo>
                  <a:pt x="8452" y="2307"/>
                </a:lnTo>
                <a:lnTo>
                  <a:pt x="8452" y="333"/>
                </a:lnTo>
                <a:lnTo>
                  <a:pt x="8428" y="203"/>
                </a:lnTo>
                <a:lnTo>
                  <a:pt x="8250" y="24"/>
                </a:lnTo>
                <a:lnTo>
                  <a:pt x="8119" y="1"/>
                </a:lnTo>
                <a:close/>
                <a:moveTo>
                  <a:pt x="1617" y="1"/>
                </a:moveTo>
                <a:lnTo>
                  <a:pt x="1486" y="24"/>
                </a:lnTo>
                <a:lnTo>
                  <a:pt x="1320" y="203"/>
                </a:lnTo>
                <a:lnTo>
                  <a:pt x="1296" y="333"/>
                </a:lnTo>
                <a:lnTo>
                  <a:pt x="1296" y="1665"/>
                </a:lnTo>
                <a:lnTo>
                  <a:pt x="1023" y="1736"/>
                </a:lnTo>
                <a:lnTo>
                  <a:pt x="559" y="2021"/>
                </a:lnTo>
                <a:lnTo>
                  <a:pt x="202" y="2437"/>
                </a:lnTo>
                <a:lnTo>
                  <a:pt x="12" y="2960"/>
                </a:lnTo>
                <a:lnTo>
                  <a:pt x="0" y="3258"/>
                </a:lnTo>
                <a:lnTo>
                  <a:pt x="12" y="3543"/>
                </a:lnTo>
                <a:lnTo>
                  <a:pt x="202" y="4066"/>
                </a:lnTo>
                <a:lnTo>
                  <a:pt x="559" y="4482"/>
                </a:lnTo>
                <a:lnTo>
                  <a:pt x="1023" y="4767"/>
                </a:lnTo>
                <a:lnTo>
                  <a:pt x="1296" y="4851"/>
                </a:lnTo>
                <a:lnTo>
                  <a:pt x="1296" y="10081"/>
                </a:lnTo>
                <a:lnTo>
                  <a:pt x="1320" y="10212"/>
                </a:lnTo>
                <a:lnTo>
                  <a:pt x="1486" y="10390"/>
                </a:lnTo>
                <a:lnTo>
                  <a:pt x="1617" y="10414"/>
                </a:lnTo>
                <a:lnTo>
                  <a:pt x="1748" y="10390"/>
                </a:lnTo>
                <a:lnTo>
                  <a:pt x="1926" y="10212"/>
                </a:lnTo>
                <a:lnTo>
                  <a:pt x="1950" y="10081"/>
                </a:lnTo>
                <a:lnTo>
                  <a:pt x="1950" y="4851"/>
                </a:lnTo>
                <a:lnTo>
                  <a:pt x="2223" y="4767"/>
                </a:lnTo>
                <a:lnTo>
                  <a:pt x="2687" y="4482"/>
                </a:lnTo>
                <a:lnTo>
                  <a:pt x="3043" y="4066"/>
                </a:lnTo>
                <a:lnTo>
                  <a:pt x="3234" y="3543"/>
                </a:lnTo>
                <a:lnTo>
                  <a:pt x="3245" y="3258"/>
                </a:lnTo>
                <a:lnTo>
                  <a:pt x="3234" y="2960"/>
                </a:lnTo>
                <a:lnTo>
                  <a:pt x="3043" y="2437"/>
                </a:lnTo>
                <a:lnTo>
                  <a:pt x="2687" y="2021"/>
                </a:lnTo>
                <a:lnTo>
                  <a:pt x="2223" y="1736"/>
                </a:lnTo>
                <a:lnTo>
                  <a:pt x="1950" y="1665"/>
                </a:lnTo>
                <a:lnTo>
                  <a:pt x="1950" y="333"/>
                </a:lnTo>
                <a:lnTo>
                  <a:pt x="1926" y="203"/>
                </a:lnTo>
                <a:lnTo>
                  <a:pt x="1748" y="24"/>
                </a:lnTo>
                <a:lnTo>
                  <a:pt x="1617" y="1"/>
                </a:lnTo>
                <a:close/>
                <a:moveTo>
                  <a:pt x="4874" y="1"/>
                </a:moveTo>
                <a:lnTo>
                  <a:pt x="4743" y="24"/>
                </a:lnTo>
                <a:lnTo>
                  <a:pt x="4565" y="203"/>
                </a:lnTo>
                <a:lnTo>
                  <a:pt x="4541" y="333"/>
                </a:lnTo>
                <a:lnTo>
                  <a:pt x="4541" y="5564"/>
                </a:lnTo>
                <a:lnTo>
                  <a:pt x="4268" y="5635"/>
                </a:lnTo>
                <a:lnTo>
                  <a:pt x="3804" y="5920"/>
                </a:lnTo>
                <a:lnTo>
                  <a:pt x="3459" y="6348"/>
                </a:lnTo>
                <a:lnTo>
                  <a:pt x="3257" y="6871"/>
                </a:lnTo>
                <a:lnTo>
                  <a:pt x="3245" y="7157"/>
                </a:lnTo>
                <a:lnTo>
                  <a:pt x="3257" y="7442"/>
                </a:lnTo>
                <a:lnTo>
                  <a:pt x="3459" y="7965"/>
                </a:lnTo>
                <a:lnTo>
                  <a:pt x="3804" y="8381"/>
                </a:lnTo>
                <a:lnTo>
                  <a:pt x="4268" y="8666"/>
                </a:lnTo>
                <a:lnTo>
                  <a:pt x="4541" y="8749"/>
                </a:lnTo>
                <a:lnTo>
                  <a:pt x="4541" y="10081"/>
                </a:lnTo>
                <a:lnTo>
                  <a:pt x="4565" y="10212"/>
                </a:lnTo>
                <a:lnTo>
                  <a:pt x="4743" y="10390"/>
                </a:lnTo>
                <a:lnTo>
                  <a:pt x="4874" y="10414"/>
                </a:lnTo>
                <a:lnTo>
                  <a:pt x="5005" y="10390"/>
                </a:lnTo>
                <a:lnTo>
                  <a:pt x="5183" y="10212"/>
                </a:lnTo>
                <a:lnTo>
                  <a:pt x="5195" y="10081"/>
                </a:lnTo>
                <a:lnTo>
                  <a:pt x="5195" y="8749"/>
                </a:lnTo>
                <a:lnTo>
                  <a:pt x="5468" y="8666"/>
                </a:lnTo>
                <a:lnTo>
                  <a:pt x="5944" y="8381"/>
                </a:lnTo>
                <a:lnTo>
                  <a:pt x="6289" y="7965"/>
                </a:lnTo>
                <a:lnTo>
                  <a:pt x="6479" y="7442"/>
                </a:lnTo>
                <a:lnTo>
                  <a:pt x="6503" y="7157"/>
                </a:lnTo>
                <a:lnTo>
                  <a:pt x="6479" y="6871"/>
                </a:lnTo>
                <a:lnTo>
                  <a:pt x="6289" y="6348"/>
                </a:lnTo>
                <a:lnTo>
                  <a:pt x="5944" y="5920"/>
                </a:lnTo>
                <a:lnTo>
                  <a:pt x="5468" y="5635"/>
                </a:lnTo>
                <a:lnTo>
                  <a:pt x="5195" y="5564"/>
                </a:lnTo>
                <a:lnTo>
                  <a:pt x="5195" y="333"/>
                </a:lnTo>
                <a:lnTo>
                  <a:pt x="5183" y="203"/>
                </a:lnTo>
                <a:lnTo>
                  <a:pt x="5005" y="24"/>
                </a:lnTo>
                <a:lnTo>
                  <a:pt x="487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0" name="Google Shape;3120;p174"/>
          <p:cNvSpPr/>
          <p:nvPr/>
        </p:nvSpPr>
        <p:spPr>
          <a:xfrm>
            <a:off x="5423014" y="5479905"/>
            <a:ext cx="566105" cy="566105"/>
          </a:xfrm>
          <a:custGeom>
            <a:rect b="b" l="l" r="r" t="t"/>
            <a:pathLst>
              <a:path extrusionOk="0" h="10414" w="10414">
                <a:moveTo>
                  <a:pt x="1902" y="1308"/>
                </a:moveTo>
                <a:lnTo>
                  <a:pt x="2069" y="1391"/>
                </a:lnTo>
                <a:lnTo>
                  <a:pt x="2188" y="1522"/>
                </a:lnTo>
                <a:lnTo>
                  <a:pt x="2259" y="1689"/>
                </a:lnTo>
                <a:lnTo>
                  <a:pt x="2271" y="1796"/>
                </a:lnTo>
                <a:lnTo>
                  <a:pt x="2259" y="1891"/>
                </a:lnTo>
                <a:lnTo>
                  <a:pt x="2188" y="2057"/>
                </a:lnTo>
                <a:lnTo>
                  <a:pt x="2069" y="2188"/>
                </a:lnTo>
                <a:lnTo>
                  <a:pt x="1902" y="2259"/>
                </a:lnTo>
                <a:lnTo>
                  <a:pt x="1700" y="2259"/>
                </a:lnTo>
                <a:lnTo>
                  <a:pt x="1534" y="2176"/>
                </a:lnTo>
                <a:lnTo>
                  <a:pt x="1403" y="2045"/>
                </a:lnTo>
                <a:lnTo>
                  <a:pt x="1332" y="1879"/>
                </a:lnTo>
                <a:lnTo>
                  <a:pt x="1332" y="1772"/>
                </a:lnTo>
                <a:lnTo>
                  <a:pt x="1332" y="1677"/>
                </a:lnTo>
                <a:lnTo>
                  <a:pt x="1403" y="1510"/>
                </a:lnTo>
                <a:lnTo>
                  <a:pt x="1534" y="1380"/>
                </a:lnTo>
                <a:lnTo>
                  <a:pt x="1700" y="1308"/>
                </a:lnTo>
                <a:close/>
                <a:moveTo>
                  <a:pt x="5207" y="4209"/>
                </a:moveTo>
                <a:lnTo>
                  <a:pt x="5409" y="4232"/>
                </a:lnTo>
                <a:lnTo>
                  <a:pt x="5754" y="4375"/>
                </a:lnTo>
                <a:lnTo>
                  <a:pt x="6015" y="4637"/>
                </a:lnTo>
                <a:lnTo>
                  <a:pt x="6158" y="4993"/>
                </a:lnTo>
                <a:lnTo>
                  <a:pt x="6170" y="5183"/>
                </a:lnTo>
                <a:lnTo>
                  <a:pt x="6158" y="5385"/>
                </a:lnTo>
                <a:lnTo>
                  <a:pt x="6015" y="5742"/>
                </a:lnTo>
                <a:lnTo>
                  <a:pt x="5754" y="6004"/>
                </a:lnTo>
                <a:lnTo>
                  <a:pt x="5409" y="6146"/>
                </a:lnTo>
                <a:lnTo>
                  <a:pt x="5207" y="6158"/>
                </a:lnTo>
                <a:lnTo>
                  <a:pt x="5017" y="6146"/>
                </a:lnTo>
                <a:lnTo>
                  <a:pt x="4672" y="6004"/>
                </a:lnTo>
                <a:lnTo>
                  <a:pt x="4411" y="5742"/>
                </a:lnTo>
                <a:lnTo>
                  <a:pt x="4268" y="5385"/>
                </a:lnTo>
                <a:lnTo>
                  <a:pt x="4256" y="5183"/>
                </a:lnTo>
                <a:lnTo>
                  <a:pt x="4268" y="4993"/>
                </a:lnTo>
                <a:lnTo>
                  <a:pt x="4411" y="4637"/>
                </a:lnTo>
                <a:lnTo>
                  <a:pt x="4672" y="4375"/>
                </a:lnTo>
                <a:lnTo>
                  <a:pt x="5017" y="4232"/>
                </a:lnTo>
                <a:lnTo>
                  <a:pt x="5207" y="4209"/>
                </a:lnTo>
                <a:close/>
                <a:moveTo>
                  <a:pt x="5041" y="3567"/>
                </a:moveTo>
                <a:lnTo>
                  <a:pt x="4731" y="3638"/>
                </a:lnTo>
                <a:lnTo>
                  <a:pt x="4434" y="3757"/>
                </a:lnTo>
                <a:lnTo>
                  <a:pt x="4173" y="3935"/>
                </a:lnTo>
                <a:lnTo>
                  <a:pt x="3959" y="4149"/>
                </a:lnTo>
                <a:lnTo>
                  <a:pt x="3781" y="4411"/>
                </a:lnTo>
                <a:lnTo>
                  <a:pt x="3662" y="4708"/>
                </a:lnTo>
                <a:lnTo>
                  <a:pt x="3590" y="5017"/>
                </a:lnTo>
                <a:lnTo>
                  <a:pt x="3590" y="5183"/>
                </a:lnTo>
                <a:lnTo>
                  <a:pt x="3590" y="5350"/>
                </a:lnTo>
                <a:lnTo>
                  <a:pt x="3662" y="5671"/>
                </a:lnTo>
                <a:lnTo>
                  <a:pt x="3781" y="5968"/>
                </a:lnTo>
                <a:lnTo>
                  <a:pt x="3959" y="6229"/>
                </a:lnTo>
                <a:lnTo>
                  <a:pt x="4173" y="6443"/>
                </a:lnTo>
                <a:lnTo>
                  <a:pt x="4434" y="6622"/>
                </a:lnTo>
                <a:lnTo>
                  <a:pt x="4731" y="6741"/>
                </a:lnTo>
                <a:lnTo>
                  <a:pt x="5041" y="6812"/>
                </a:lnTo>
                <a:lnTo>
                  <a:pt x="5385" y="6812"/>
                </a:lnTo>
                <a:lnTo>
                  <a:pt x="5694" y="6741"/>
                </a:lnTo>
                <a:lnTo>
                  <a:pt x="5992" y="6622"/>
                </a:lnTo>
                <a:lnTo>
                  <a:pt x="6253" y="6443"/>
                </a:lnTo>
                <a:lnTo>
                  <a:pt x="6467" y="6218"/>
                </a:lnTo>
                <a:lnTo>
                  <a:pt x="6645" y="5968"/>
                </a:lnTo>
                <a:lnTo>
                  <a:pt x="6764" y="5671"/>
                </a:lnTo>
                <a:lnTo>
                  <a:pt x="6835" y="5350"/>
                </a:lnTo>
                <a:lnTo>
                  <a:pt x="6835" y="5183"/>
                </a:lnTo>
                <a:lnTo>
                  <a:pt x="6835" y="5029"/>
                </a:lnTo>
                <a:lnTo>
                  <a:pt x="6764" y="4708"/>
                </a:lnTo>
                <a:lnTo>
                  <a:pt x="6645" y="4423"/>
                </a:lnTo>
                <a:lnTo>
                  <a:pt x="6467" y="4161"/>
                </a:lnTo>
                <a:lnTo>
                  <a:pt x="6253" y="3935"/>
                </a:lnTo>
                <a:lnTo>
                  <a:pt x="5992" y="3757"/>
                </a:lnTo>
                <a:lnTo>
                  <a:pt x="5694" y="3638"/>
                </a:lnTo>
                <a:lnTo>
                  <a:pt x="5385" y="3567"/>
                </a:lnTo>
                <a:close/>
                <a:moveTo>
                  <a:pt x="5219" y="2604"/>
                </a:moveTo>
                <a:lnTo>
                  <a:pt x="5516" y="2616"/>
                </a:lnTo>
                <a:lnTo>
                  <a:pt x="6098" y="2770"/>
                </a:lnTo>
                <a:lnTo>
                  <a:pt x="6396" y="2901"/>
                </a:lnTo>
                <a:lnTo>
                  <a:pt x="6360" y="3103"/>
                </a:lnTo>
                <a:lnTo>
                  <a:pt x="6408" y="3400"/>
                </a:lnTo>
                <a:lnTo>
                  <a:pt x="6515" y="3590"/>
                </a:lnTo>
                <a:lnTo>
                  <a:pt x="6586" y="3674"/>
                </a:lnTo>
                <a:lnTo>
                  <a:pt x="6669" y="3745"/>
                </a:lnTo>
                <a:lnTo>
                  <a:pt x="6871" y="3852"/>
                </a:lnTo>
                <a:lnTo>
                  <a:pt x="7085" y="3900"/>
                </a:lnTo>
                <a:lnTo>
                  <a:pt x="7311" y="3888"/>
                </a:lnTo>
                <a:lnTo>
                  <a:pt x="7430" y="3852"/>
                </a:lnTo>
                <a:lnTo>
                  <a:pt x="7537" y="4054"/>
                </a:lnTo>
                <a:lnTo>
                  <a:pt x="7703" y="4458"/>
                </a:lnTo>
                <a:lnTo>
                  <a:pt x="7798" y="4874"/>
                </a:lnTo>
                <a:lnTo>
                  <a:pt x="7810" y="5302"/>
                </a:lnTo>
                <a:lnTo>
                  <a:pt x="7763" y="5730"/>
                </a:lnTo>
                <a:lnTo>
                  <a:pt x="7644" y="6134"/>
                </a:lnTo>
                <a:lnTo>
                  <a:pt x="7454" y="6527"/>
                </a:lnTo>
                <a:lnTo>
                  <a:pt x="7204" y="6883"/>
                </a:lnTo>
                <a:lnTo>
                  <a:pt x="7049" y="7050"/>
                </a:lnTo>
                <a:lnTo>
                  <a:pt x="6859" y="7216"/>
                </a:lnTo>
                <a:lnTo>
                  <a:pt x="6431" y="7501"/>
                </a:lnTo>
                <a:lnTo>
                  <a:pt x="5956" y="7680"/>
                </a:lnTo>
                <a:lnTo>
                  <a:pt x="5468" y="7775"/>
                </a:lnTo>
                <a:lnTo>
                  <a:pt x="4957" y="7775"/>
                </a:lnTo>
                <a:lnTo>
                  <a:pt x="4458" y="7680"/>
                </a:lnTo>
                <a:lnTo>
                  <a:pt x="3995" y="7501"/>
                </a:lnTo>
                <a:lnTo>
                  <a:pt x="3567" y="7216"/>
                </a:lnTo>
                <a:lnTo>
                  <a:pt x="3376" y="7050"/>
                </a:lnTo>
                <a:lnTo>
                  <a:pt x="3234" y="6907"/>
                </a:lnTo>
                <a:lnTo>
                  <a:pt x="3008" y="6586"/>
                </a:lnTo>
                <a:lnTo>
                  <a:pt x="2758" y="6075"/>
                </a:lnTo>
                <a:lnTo>
                  <a:pt x="2604" y="5338"/>
                </a:lnTo>
                <a:lnTo>
                  <a:pt x="2651" y="4767"/>
                </a:lnTo>
                <a:lnTo>
                  <a:pt x="2734" y="4399"/>
                </a:lnTo>
                <a:lnTo>
                  <a:pt x="2806" y="4209"/>
                </a:lnTo>
                <a:lnTo>
                  <a:pt x="2889" y="4030"/>
                </a:lnTo>
                <a:lnTo>
                  <a:pt x="3091" y="3697"/>
                </a:lnTo>
                <a:lnTo>
                  <a:pt x="3460" y="3270"/>
                </a:lnTo>
                <a:lnTo>
                  <a:pt x="4090" y="2854"/>
                </a:lnTo>
                <a:lnTo>
                  <a:pt x="4636" y="2663"/>
                </a:lnTo>
                <a:lnTo>
                  <a:pt x="5017" y="2616"/>
                </a:lnTo>
                <a:lnTo>
                  <a:pt x="5219" y="2604"/>
                </a:lnTo>
                <a:close/>
                <a:moveTo>
                  <a:pt x="5219" y="1950"/>
                </a:moveTo>
                <a:lnTo>
                  <a:pt x="4934" y="1962"/>
                </a:lnTo>
                <a:lnTo>
                  <a:pt x="4399" y="2057"/>
                </a:lnTo>
                <a:lnTo>
                  <a:pt x="3888" y="2235"/>
                </a:lnTo>
                <a:lnTo>
                  <a:pt x="3424" y="2485"/>
                </a:lnTo>
                <a:lnTo>
                  <a:pt x="3008" y="2806"/>
                </a:lnTo>
                <a:lnTo>
                  <a:pt x="2651" y="3198"/>
                </a:lnTo>
                <a:lnTo>
                  <a:pt x="2354" y="3650"/>
                </a:lnTo>
                <a:lnTo>
                  <a:pt x="2140" y="4149"/>
                </a:lnTo>
                <a:lnTo>
                  <a:pt x="2069" y="4411"/>
                </a:lnTo>
                <a:lnTo>
                  <a:pt x="2009" y="4684"/>
                </a:lnTo>
                <a:lnTo>
                  <a:pt x="1962" y="5231"/>
                </a:lnTo>
                <a:lnTo>
                  <a:pt x="2009" y="5766"/>
                </a:lnTo>
                <a:lnTo>
                  <a:pt x="2140" y="6277"/>
                </a:lnTo>
                <a:lnTo>
                  <a:pt x="2354" y="6764"/>
                </a:lnTo>
                <a:lnTo>
                  <a:pt x="2639" y="7204"/>
                </a:lnTo>
                <a:lnTo>
                  <a:pt x="3008" y="7596"/>
                </a:lnTo>
                <a:lnTo>
                  <a:pt x="3436" y="7929"/>
                </a:lnTo>
                <a:lnTo>
                  <a:pt x="3685" y="8072"/>
                </a:lnTo>
                <a:lnTo>
                  <a:pt x="3935" y="8191"/>
                </a:lnTo>
                <a:lnTo>
                  <a:pt x="4446" y="8369"/>
                </a:lnTo>
                <a:lnTo>
                  <a:pt x="4981" y="8452"/>
                </a:lnTo>
                <a:lnTo>
                  <a:pt x="5504" y="8440"/>
                </a:lnTo>
                <a:lnTo>
                  <a:pt x="6027" y="8357"/>
                </a:lnTo>
                <a:lnTo>
                  <a:pt x="6526" y="8179"/>
                </a:lnTo>
                <a:lnTo>
                  <a:pt x="7002" y="7929"/>
                </a:lnTo>
                <a:lnTo>
                  <a:pt x="7430" y="7584"/>
                </a:lnTo>
                <a:lnTo>
                  <a:pt x="7620" y="7382"/>
                </a:lnTo>
                <a:lnTo>
                  <a:pt x="7798" y="7180"/>
                </a:lnTo>
                <a:lnTo>
                  <a:pt x="8096" y="6717"/>
                </a:lnTo>
                <a:lnTo>
                  <a:pt x="8309" y="6218"/>
                </a:lnTo>
                <a:lnTo>
                  <a:pt x="8428" y="5706"/>
                </a:lnTo>
                <a:lnTo>
                  <a:pt x="8464" y="5183"/>
                </a:lnTo>
                <a:lnTo>
                  <a:pt x="8416" y="4648"/>
                </a:lnTo>
                <a:lnTo>
                  <a:pt x="8286" y="4137"/>
                </a:lnTo>
                <a:lnTo>
                  <a:pt x="8060" y="3638"/>
                </a:lnTo>
                <a:lnTo>
                  <a:pt x="7917" y="3400"/>
                </a:lnTo>
                <a:lnTo>
                  <a:pt x="7953" y="3281"/>
                </a:lnTo>
                <a:lnTo>
                  <a:pt x="7977" y="3044"/>
                </a:lnTo>
                <a:lnTo>
                  <a:pt x="7929" y="2818"/>
                </a:lnTo>
                <a:lnTo>
                  <a:pt x="7822" y="2604"/>
                </a:lnTo>
                <a:lnTo>
                  <a:pt x="7739" y="2521"/>
                </a:lnTo>
                <a:lnTo>
                  <a:pt x="7644" y="2426"/>
                </a:lnTo>
                <a:lnTo>
                  <a:pt x="7406" y="2319"/>
                </a:lnTo>
                <a:lnTo>
                  <a:pt x="7156" y="2283"/>
                </a:lnTo>
                <a:lnTo>
                  <a:pt x="6919" y="2330"/>
                </a:lnTo>
                <a:lnTo>
                  <a:pt x="6800" y="2378"/>
                </a:lnTo>
                <a:lnTo>
                  <a:pt x="6431" y="2188"/>
                </a:lnTo>
                <a:lnTo>
                  <a:pt x="5837" y="2021"/>
                </a:lnTo>
                <a:lnTo>
                  <a:pt x="5421" y="1962"/>
                </a:lnTo>
                <a:lnTo>
                  <a:pt x="5219" y="1950"/>
                </a:lnTo>
                <a:close/>
                <a:moveTo>
                  <a:pt x="8726" y="8119"/>
                </a:moveTo>
                <a:lnTo>
                  <a:pt x="8892" y="8191"/>
                </a:lnTo>
                <a:lnTo>
                  <a:pt x="9023" y="8321"/>
                </a:lnTo>
                <a:lnTo>
                  <a:pt x="9094" y="8500"/>
                </a:lnTo>
                <a:lnTo>
                  <a:pt x="9094" y="8607"/>
                </a:lnTo>
                <a:lnTo>
                  <a:pt x="9094" y="8702"/>
                </a:lnTo>
                <a:lnTo>
                  <a:pt x="9023" y="8880"/>
                </a:lnTo>
                <a:lnTo>
                  <a:pt x="8892" y="9011"/>
                </a:lnTo>
                <a:lnTo>
                  <a:pt x="8726" y="9082"/>
                </a:lnTo>
                <a:lnTo>
                  <a:pt x="8630" y="9094"/>
                </a:lnTo>
                <a:lnTo>
                  <a:pt x="8523" y="9082"/>
                </a:lnTo>
                <a:lnTo>
                  <a:pt x="8357" y="9011"/>
                </a:lnTo>
                <a:lnTo>
                  <a:pt x="8226" y="8880"/>
                </a:lnTo>
                <a:lnTo>
                  <a:pt x="8167" y="8702"/>
                </a:lnTo>
                <a:lnTo>
                  <a:pt x="8155" y="8607"/>
                </a:lnTo>
                <a:lnTo>
                  <a:pt x="8167" y="8500"/>
                </a:lnTo>
                <a:lnTo>
                  <a:pt x="8238" y="8321"/>
                </a:lnTo>
                <a:lnTo>
                  <a:pt x="8369" y="8191"/>
                </a:lnTo>
                <a:lnTo>
                  <a:pt x="8535" y="8119"/>
                </a:lnTo>
                <a:close/>
                <a:moveTo>
                  <a:pt x="5219" y="1"/>
                </a:moveTo>
                <a:lnTo>
                  <a:pt x="4482" y="48"/>
                </a:lnTo>
                <a:lnTo>
                  <a:pt x="3757" y="215"/>
                </a:lnTo>
                <a:lnTo>
                  <a:pt x="3400" y="333"/>
                </a:lnTo>
                <a:lnTo>
                  <a:pt x="3329" y="369"/>
                </a:lnTo>
                <a:lnTo>
                  <a:pt x="3234" y="464"/>
                </a:lnTo>
                <a:lnTo>
                  <a:pt x="3186" y="595"/>
                </a:lnTo>
                <a:lnTo>
                  <a:pt x="3210" y="726"/>
                </a:lnTo>
                <a:lnTo>
                  <a:pt x="3246" y="797"/>
                </a:lnTo>
                <a:lnTo>
                  <a:pt x="3305" y="880"/>
                </a:lnTo>
                <a:lnTo>
                  <a:pt x="3436" y="952"/>
                </a:lnTo>
                <a:lnTo>
                  <a:pt x="3590" y="952"/>
                </a:lnTo>
                <a:lnTo>
                  <a:pt x="3626" y="940"/>
                </a:lnTo>
                <a:lnTo>
                  <a:pt x="3959" y="821"/>
                </a:lnTo>
                <a:lnTo>
                  <a:pt x="4636" y="678"/>
                </a:lnTo>
                <a:lnTo>
                  <a:pt x="5326" y="643"/>
                </a:lnTo>
                <a:lnTo>
                  <a:pt x="5992" y="714"/>
                </a:lnTo>
                <a:lnTo>
                  <a:pt x="6657" y="880"/>
                </a:lnTo>
                <a:lnTo>
                  <a:pt x="7287" y="1142"/>
                </a:lnTo>
                <a:lnTo>
                  <a:pt x="7870" y="1498"/>
                </a:lnTo>
                <a:lnTo>
                  <a:pt x="8405" y="1938"/>
                </a:lnTo>
                <a:lnTo>
                  <a:pt x="8642" y="2200"/>
                </a:lnTo>
                <a:lnTo>
                  <a:pt x="8880" y="2485"/>
                </a:lnTo>
                <a:lnTo>
                  <a:pt x="9272" y="3115"/>
                </a:lnTo>
                <a:lnTo>
                  <a:pt x="9546" y="3769"/>
                </a:lnTo>
                <a:lnTo>
                  <a:pt x="9712" y="4470"/>
                </a:lnTo>
                <a:lnTo>
                  <a:pt x="9772" y="5171"/>
                </a:lnTo>
                <a:lnTo>
                  <a:pt x="9712" y="5885"/>
                </a:lnTo>
                <a:lnTo>
                  <a:pt x="9558" y="6586"/>
                </a:lnTo>
                <a:lnTo>
                  <a:pt x="9272" y="7264"/>
                </a:lnTo>
                <a:lnTo>
                  <a:pt x="9082" y="7584"/>
                </a:lnTo>
                <a:lnTo>
                  <a:pt x="8892" y="7501"/>
                </a:lnTo>
                <a:lnTo>
                  <a:pt x="8488" y="7478"/>
                </a:lnTo>
                <a:lnTo>
                  <a:pt x="8107" y="7596"/>
                </a:lnTo>
                <a:lnTo>
                  <a:pt x="7775" y="7834"/>
                </a:lnTo>
                <a:lnTo>
                  <a:pt x="7656" y="8012"/>
                </a:lnTo>
                <a:lnTo>
                  <a:pt x="7561" y="8191"/>
                </a:lnTo>
                <a:lnTo>
                  <a:pt x="7477" y="8595"/>
                </a:lnTo>
                <a:lnTo>
                  <a:pt x="7525" y="8987"/>
                </a:lnTo>
                <a:lnTo>
                  <a:pt x="7715" y="9344"/>
                </a:lnTo>
                <a:lnTo>
                  <a:pt x="7870" y="9498"/>
                </a:lnTo>
                <a:lnTo>
                  <a:pt x="8036" y="9617"/>
                </a:lnTo>
                <a:lnTo>
                  <a:pt x="8416" y="9760"/>
                </a:lnTo>
                <a:lnTo>
                  <a:pt x="8821" y="9760"/>
                </a:lnTo>
                <a:lnTo>
                  <a:pt x="9201" y="9617"/>
                </a:lnTo>
                <a:lnTo>
                  <a:pt x="9367" y="9498"/>
                </a:lnTo>
                <a:lnTo>
                  <a:pt x="9522" y="9344"/>
                </a:lnTo>
                <a:lnTo>
                  <a:pt x="9712" y="8987"/>
                </a:lnTo>
                <a:lnTo>
                  <a:pt x="9772" y="8595"/>
                </a:lnTo>
                <a:lnTo>
                  <a:pt x="9688" y="8191"/>
                </a:lnTo>
                <a:lnTo>
                  <a:pt x="9581" y="8012"/>
                </a:lnTo>
                <a:lnTo>
                  <a:pt x="9819" y="7620"/>
                </a:lnTo>
                <a:lnTo>
                  <a:pt x="10164" y="6812"/>
                </a:lnTo>
                <a:lnTo>
                  <a:pt x="10354" y="5968"/>
                </a:lnTo>
                <a:lnTo>
                  <a:pt x="10413" y="5100"/>
                </a:lnTo>
                <a:lnTo>
                  <a:pt x="10330" y="4244"/>
                </a:lnTo>
                <a:lnTo>
                  <a:pt x="10104" y="3400"/>
                </a:lnTo>
                <a:lnTo>
                  <a:pt x="9724" y="2604"/>
                </a:lnTo>
                <a:lnTo>
                  <a:pt x="9213" y="1867"/>
                </a:lnTo>
                <a:lnTo>
                  <a:pt x="8892" y="1534"/>
                </a:lnTo>
                <a:lnTo>
                  <a:pt x="8619" y="1261"/>
                </a:lnTo>
                <a:lnTo>
                  <a:pt x="8012" y="809"/>
                </a:lnTo>
                <a:lnTo>
                  <a:pt x="7359" y="464"/>
                </a:lnTo>
                <a:lnTo>
                  <a:pt x="6669" y="203"/>
                </a:lnTo>
                <a:lnTo>
                  <a:pt x="5956" y="48"/>
                </a:lnTo>
                <a:lnTo>
                  <a:pt x="5219" y="1"/>
                </a:lnTo>
                <a:close/>
                <a:moveTo>
                  <a:pt x="1617" y="643"/>
                </a:moveTo>
                <a:lnTo>
                  <a:pt x="1225" y="785"/>
                </a:lnTo>
                <a:lnTo>
                  <a:pt x="1058" y="916"/>
                </a:lnTo>
                <a:lnTo>
                  <a:pt x="916" y="1059"/>
                </a:lnTo>
                <a:lnTo>
                  <a:pt x="714" y="1415"/>
                </a:lnTo>
                <a:lnTo>
                  <a:pt x="654" y="1807"/>
                </a:lnTo>
                <a:lnTo>
                  <a:pt x="737" y="2212"/>
                </a:lnTo>
                <a:lnTo>
                  <a:pt x="833" y="2390"/>
                </a:lnTo>
                <a:lnTo>
                  <a:pt x="607" y="2782"/>
                </a:lnTo>
                <a:lnTo>
                  <a:pt x="262" y="3590"/>
                </a:lnTo>
                <a:lnTo>
                  <a:pt x="60" y="4434"/>
                </a:lnTo>
                <a:lnTo>
                  <a:pt x="0" y="5302"/>
                </a:lnTo>
                <a:lnTo>
                  <a:pt x="96" y="6158"/>
                </a:lnTo>
                <a:lnTo>
                  <a:pt x="321" y="7002"/>
                </a:lnTo>
                <a:lnTo>
                  <a:pt x="702" y="7810"/>
                </a:lnTo>
                <a:lnTo>
                  <a:pt x="1213" y="8547"/>
                </a:lnTo>
                <a:lnTo>
                  <a:pt x="1534" y="8880"/>
                </a:lnTo>
                <a:lnTo>
                  <a:pt x="1807" y="9142"/>
                </a:lnTo>
                <a:lnTo>
                  <a:pt x="2402" y="9593"/>
                </a:lnTo>
                <a:lnTo>
                  <a:pt x="3055" y="9950"/>
                </a:lnTo>
                <a:lnTo>
                  <a:pt x="3745" y="10200"/>
                </a:lnTo>
                <a:lnTo>
                  <a:pt x="4458" y="10354"/>
                </a:lnTo>
                <a:lnTo>
                  <a:pt x="5183" y="10414"/>
                </a:lnTo>
                <a:lnTo>
                  <a:pt x="5908" y="10366"/>
                </a:lnTo>
                <a:lnTo>
                  <a:pt x="6633" y="10212"/>
                </a:lnTo>
                <a:lnTo>
                  <a:pt x="6990" y="10093"/>
                </a:lnTo>
                <a:lnTo>
                  <a:pt x="7097" y="10021"/>
                </a:lnTo>
                <a:lnTo>
                  <a:pt x="7204" y="9843"/>
                </a:lnTo>
                <a:lnTo>
                  <a:pt x="7192" y="9700"/>
                </a:lnTo>
                <a:lnTo>
                  <a:pt x="7145" y="9617"/>
                </a:lnTo>
                <a:lnTo>
                  <a:pt x="7073" y="9522"/>
                </a:lnTo>
                <a:lnTo>
                  <a:pt x="6871" y="9451"/>
                </a:lnTo>
                <a:lnTo>
                  <a:pt x="6764" y="9486"/>
                </a:lnTo>
                <a:lnTo>
                  <a:pt x="6515" y="9570"/>
                </a:lnTo>
                <a:lnTo>
                  <a:pt x="6003" y="9688"/>
                </a:lnTo>
                <a:lnTo>
                  <a:pt x="5468" y="9748"/>
                </a:lnTo>
                <a:lnTo>
                  <a:pt x="4945" y="9748"/>
                </a:lnTo>
                <a:lnTo>
                  <a:pt x="4422" y="9688"/>
                </a:lnTo>
                <a:lnTo>
                  <a:pt x="3911" y="9570"/>
                </a:lnTo>
                <a:lnTo>
                  <a:pt x="3424" y="9391"/>
                </a:lnTo>
                <a:lnTo>
                  <a:pt x="2937" y="9154"/>
                </a:lnTo>
                <a:lnTo>
                  <a:pt x="2711" y="9011"/>
                </a:lnTo>
                <a:lnTo>
                  <a:pt x="2473" y="8845"/>
                </a:lnTo>
                <a:lnTo>
                  <a:pt x="2045" y="8476"/>
                </a:lnTo>
                <a:lnTo>
                  <a:pt x="1665" y="8060"/>
                </a:lnTo>
                <a:lnTo>
                  <a:pt x="1344" y="7608"/>
                </a:lnTo>
                <a:lnTo>
                  <a:pt x="1082" y="7121"/>
                </a:lnTo>
                <a:lnTo>
                  <a:pt x="880" y="6598"/>
                </a:lnTo>
                <a:lnTo>
                  <a:pt x="737" y="6051"/>
                </a:lnTo>
                <a:lnTo>
                  <a:pt x="666" y="5492"/>
                </a:lnTo>
                <a:lnTo>
                  <a:pt x="654" y="5207"/>
                </a:lnTo>
                <a:lnTo>
                  <a:pt x="666" y="4886"/>
                </a:lnTo>
                <a:lnTo>
                  <a:pt x="761" y="4268"/>
                </a:lnTo>
                <a:lnTo>
                  <a:pt x="928" y="3662"/>
                </a:lnTo>
                <a:lnTo>
                  <a:pt x="1189" y="3103"/>
                </a:lnTo>
                <a:lnTo>
                  <a:pt x="1344" y="2830"/>
                </a:lnTo>
                <a:lnTo>
                  <a:pt x="1546" y="2901"/>
                </a:lnTo>
                <a:lnTo>
                  <a:pt x="1950" y="2925"/>
                </a:lnTo>
                <a:lnTo>
                  <a:pt x="2330" y="2818"/>
                </a:lnTo>
                <a:lnTo>
                  <a:pt x="2651" y="2568"/>
                </a:lnTo>
                <a:lnTo>
                  <a:pt x="2782" y="2402"/>
                </a:lnTo>
                <a:lnTo>
                  <a:pt x="2877" y="2212"/>
                </a:lnTo>
                <a:lnTo>
                  <a:pt x="2960" y="1819"/>
                </a:lnTo>
                <a:lnTo>
                  <a:pt x="2901" y="1415"/>
                </a:lnTo>
                <a:lnTo>
                  <a:pt x="2711" y="1059"/>
                </a:lnTo>
                <a:lnTo>
                  <a:pt x="2556" y="916"/>
                </a:lnTo>
                <a:lnTo>
                  <a:pt x="2390" y="785"/>
                </a:lnTo>
                <a:lnTo>
                  <a:pt x="2009" y="64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1" name="Google Shape;3121;p174"/>
          <p:cNvSpPr/>
          <p:nvPr/>
        </p:nvSpPr>
        <p:spPr>
          <a:xfrm>
            <a:off x="10788035" y="5479905"/>
            <a:ext cx="584207" cy="565453"/>
          </a:xfrm>
          <a:custGeom>
            <a:rect b="b" l="l" r="r" t="t"/>
            <a:pathLst>
              <a:path extrusionOk="0" h="10402" w="10747">
                <a:moveTo>
                  <a:pt x="5374" y="868"/>
                </a:moveTo>
                <a:lnTo>
                  <a:pt x="6622" y="3436"/>
                </a:lnTo>
                <a:lnTo>
                  <a:pt x="6693" y="3567"/>
                </a:lnTo>
                <a:lnTo>
                  <a:pt x="6943" y="3757"/>
                </a:lnTo>
                <a:lnTo>
                  <a:pt x="7109" y="3793"/>
                </a:lnTo>
                <a:lnTo>
                  <a:pt x="9903" y="4209"/>
                </a:lnTo>
                <a:lnTo>
                  <a:pt x="7882" y="6218"/>
                </a:lnTo>
                <a:lnTo>
                  <a:pt x="7775" y="6336"/>
                </a:lnTo>
                <a:lnTo>
                  <a:pt x="7680" y="6622"/>
                </a:lnTo>
                <a:lnTo>
                  <a:pt x="7692" y="6788"/>
                </a:lnTo>
                <a:lnTo>
                  <a:pt x="8167" y="9617"/>
                </a:lnTo>
                <a:lnTo>
                  <a:pt x="5683" y="8286"/>
                </a:lnTo>
                <a:lnTo>
                  <a:pt x="5528" y="8226"/>
                </a:lnTo>
                <a:lnTo>
                  <a:pt x="5219" y="8226"/>
                </a:lnTo>
                <a:lnTo>
                  <a:pt x="5065" y="8286"/>
                </a:lnTo>
                <a:lnTo>
                  <a:pt x="2580" y="9617"/>
                </a:lnTo>
                <a:lnTo>
                  <a:pt x="3056" y="6788"/>
                </a:lnTo>
                <a:lnTo>
                  <a:pt x="3068" y="6622"/>
                </a:lnTo>
                <a:lnTo>
                  <a:pt x="2972" y="6336"/>
                </a:lnTo>
                <a:lnTo>
                  <a:pt x="2877" y="6218"/>
                </a:lnTo>
                <a:lnTo>
                  <a:pt x="845" y="4209"/>
                </a:lnTo>
                <a:lnTo>
                  <a:pt x="3638" y="3793"/>
                </a:lnTo>
                <a:lnTo>
                  <a:pt x="3793" y="3757"/>
                </a:lnTo>
                <a:lnTo>
                  <a:pt x="4042" y="3567"/>
                </a:lnTo>
                <a:lnTo>
                  <a:pt x="4125" y="3436"/>
                </a:lnTo>
                <a:lnTo>
                  <a:pt x="5374" y="868"/>
                </a:lnTo>
                <a:close/>
                <a:moveTo>
                  <a:pt x="5374" y="1"/>
                </a:moveTo>
                <a:lnTo>
                  <a:pt x="5231" y="13"/>
                </a:lnTo>
                <a:lnTo>
                  <a:pt x="5005" y="167"/>
                </a:lnTo>
                <a:lnTo>
                  <a:pt x="4934" y="274"/>
                </a:lnTo>
                <a:lnTo>
                  <a:pt x="3543" y="3151"/>
                </a:lnTo>
                <a:lnTo>
                  <a:pt x="429" y="3614"/>
                </a:lnTo>
                <a:lnTo>
                  <a:pt x="298" y="3638"/>
                </a:lnTo>
                <a:lnTo>
                  <a:pt x="96" y="3816"/>
                </a:lnTo>
                <a:lnTo>
                  <a:pt x="36" y="3935"/>
                </a:lnTo>
                <a:lnTo>
                  <a:pt x="1" y="4078"/>
                </a:lnTo>
                <a:lnTo>
                  <a:pt x="72" y="4339"/>
                </a:lnTo>
                <a:lnTo>
                  <a:pt x="155" y="4434"/>
                </a:lnTo>
                <a:lnTo>
                  <a:pt x="2414" y="6681"/>
                </a:lnTo>
                <a:lnTo>
                  <a:pt x="1867" y="9831"/>
                </a:lnTo>
                <a:lnTo>
                  <a:pt x="1867" y="9974"/>
                </a:lnTo>
                <a:lnTo>
                  <a:pt x="1974" y="10223"/>
                </a:lnTo>
                <a:lnTo>
                  <a:pt x="2081" y="10318"/>
                </a:lnTo>
                <a:lnTo>
                  <a:pt x="2200" y="10378"/>
                </a:lnTo>
                <a:lnTo>
                  <a:pt x="2461" y="10402"/>
                </a:lnTo>
                <a:lnTo>
                  <a:pt x="2580" y="10342"/>
                </a:lnTo>
                <a:lnTo>
                  <a:pt x="5374" y="8856"/>
                </a:lnTo>
                <a:lnTo>
                  <a:pt x="8155" y="10342"/>
                </a:lnTo>
                <a:lnTo>
                  <a:pt x="8274" y="10402"/>
                </a:lnTo>
                <a:lnTo>
                  <a:pt x="8547" y="10378"/>
                </a:lnTo>
                <a:lnTo>
                  <a:pt x="8666" y="10318"/>
                </a:lnTo>
                <a:lnTo>
                  <a:pt x="8773" y="10223"/>
                </a:lnTo>
                <a:lnTo>
                  <a:pt x="8880" y="9974"/>
                </a:lnTo>
                <a:lnTo>
                  <a:pt x="8868" y="9831"/>
                </a:lnTo>
                <a:lnTo>
                  <a:pt x="8333" y="6681"/>
                </a:lnTo>
                <a:lnTo>
                  <a:pt x="10592" y="4434"/>
                </a:lnTo>
                <a:lnTo>
                  <a:pt x="10675" y="4339"/>
                </a:lnTo>
                <a:lnTo>
                  <a:pt x="10747" y="4078"/>
                </a:lnTo>
                <a:lnTo>
                  <a:pt x="10711" y="3935"/>
                </a:lnTo>
                <a:lnTo>
                  <a:pt x="10651" y="3816"/>
                </a:lnTo>
                <a:lnTo>
                  <a:pt x="10449" y="3650"/>
                </a:lnTo>
                <a:lnTo>
                  <a:pt x="10319" y="3614"/>
                </a:lnTo>
                <a:lnTo>
                  <a:pt x="7204" y="3151"/>
                </a:lnTo>
                <a:lnTo>
                  <a:pt x="5813" y="274"/>
                </a:lnTo>
                <a:lnTo>
                  <a:pt x="5742" y="167"/>
                </a:lnTo>
                <a:lnTo>
                  <a:pt x="5516" y="13"/>
                </a:lnTo>
                <a:lnTo>
                  <a:pt x="537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2" name="Google Shape;3122;p174"/>
          <p:cNvSpPr/>
          <p:nvPr/>
        </p:nvSpPr>
        <p:spPr>
          <a:xfrm>
            <a:off x="11863246" y="5479905"/>
            <a:ext cx="317952" cy="565453"/>
          </a:xfrm>
          <a:custGeom>
            <a:rect b="b" l="l" r="r" t="t"/>
            <a:pathLst>
              <a:path extrusionOk="0" h="10402" w="5849">
                <a:moveTo>
                  <a:pt x="5207" y="1201"/>
                </a:moveTo>
                <a:lnTo>
                  <a:pt x="5207" y="8215"/>
                </a:lnTo>
                <a:lnTo>
                  <a:pt x="2568" y="9617"/>
                </a:lnTo>
                <a:lnTo>
                  <a:pt x="3056" y="6788"/>
                </a:lnTo>
                <a:lnTo>
                  <a:pt x="3067" y="6622"/>
                </a:lnTo>
                <a:lnTo>
                  <a:pt x="2972" y="6324"/>
                </a:lnTo>
                <a:lnTo>
                  <a:pt x="2865" y="6218"/>
                </a:lnTo>
                <a:lnTo>
                  <a:pt x="845" y="4209"/>
                </a:lnTo>
                <a:lnTo>
                  <a:pt x="3626" y="3793"/>
                </a:lnTo>
                <a:lnTo>
                  <a:pt x="3781" y="3757"/>
                </a:lnTo>
                <a:lnTo>
                  <a:pt x="4042" y="3567"/>
                </a:lnTo>
                <a:lnTo>
                  <a:pt x="4113" y="3436"/>
                </a:lnTo>
                <a:lnTo>
                  <a:pt x="4125" y="3436"/>
                </a:lnTo>
                <a:lnTo>
                  <a:pt x="5207" y="1201"/>
                </a:lnTo>
                <a:close/>
                <a:moveTo>
                  <a:pt x="5314" y="1"/>
                </a:moveTo>
                <a:lnTo>
                  <a:pt x="5017" y="143"/>
                </a:lnTo>
                <a:lnTo>
                  <a:pt x="4934" y="286"/>
                </a:lnTo>
                <a:lnTo>
                  <a:pt x="3531" y="3151"/>
                </a:lnTo>
                <a:lnTo>
                  <a:pt x="417" y="3614"/>
                </a:lnTo>
                <a:lnTo>
                  <a:pt x="286" y="3650"/>
                </a:lnTo>
                <a:lnTo>
                  <a:pt x="84" y="3816"/>
                </a:lnTo>
                <a:lnTo>
                  <a:pt x="24" y="3935"/>
                </a:lnTo>
                <a:lnTo>
                  <a:pt x="1" y="4078"/>
                </a:lnTo>
                <a:lnTo>
                  <a:pt x="60" y="4339"/>
                </a:lnTo>
                <a:lnTo>
                  <a:pt x="143" y="4434"/>
                </a:lnTo>
                <a:lnTo>
                  <a:pt x="2402" y="6681"/>
                </a:lnTo>
                <a:lnTo>
                  <a:pt x="1855" y="9831"/>
                </a:lnTo>
                <a:lnTo>
                  <a:pt x="1855" y="9962"/>
                </a:lnTo>
                <a:lnTo>
                  <a:pt x="1962" y="10223"/>
                </a:lnTo>
                <a:lnTo>
                  <a:pt x="2069" y="10318"/>
                </a:lnTo>
                <a:lnTo>
                  <a:pt x="2188" y="10378"/>
                </a:lnTo>
                <a:lnTo>
                  <a:pt x="2449" y="10402"/>
                </a:lnTo>
                <a:lnTo>
                  <a:pt x="2568" y="10342"/>
                </a:lnTo>
                <a:lnTo>
                  <a:pt x="5599" y="8738"/>
                </a:lnTo>
                <a:lnTo>
                  <a:pt x="5706" y="8666"/>
                </a:lnTo>
                <a:lnTo>
                  <a:pt x="5837" y="8440"/>
                </a:lnTo>
                <a:lnTo>
                  <a:pt x="5849" y="8310"/>
                </a:lnTo>
                <a:lnTo>
                  <a:pt x="5849" y="488"/>
                </a:lnTo>
                <a:lnTo>
                  <a:pt x="5837" y="322"/>
                </a:lnTo>
                <a:lnTo>
                  <a:pt x="5635" y="72"/>
                </a:lnTo>
                <a:lnTo>
                  <a:pt x="5480" y="13"/>
                </a:lnTo>
                <a:lnTo>
                  <a:pt x="5480" y="24"/>
                </a:lnTo>
                <a:lnTo>
                  <a:pt x="531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3" name="Google Shape;3123;p174"/>
          <p:cNvSpPr/>
          <p:nvPr/>
        </p:nvSpPr>
        <p:spPr>
          <a:xfrm>
            <a:off x="7573436" y="5515455"/>
            <a:ext cx="565453" cy="495002"/>
          </a:xfrm>
          <a:custGeom>
            <a:rect b="b" l="l" r="r" t="t"/>
            <a:pathLst>
              <a:path extrusionOk="0" h="9106" w="10402">
                <a:moveTo>
                  <a:pt x="8773" y="0"/>
                </a:moveTo>
                <a:lnTo>
                  <a:pt x="8642" y="24"/>
                </a:lnTo>
                <a:lnTo>
                  <a:pt x="8464" y="191"/>
                </a:lnTo>
                <a:lnTo>
                  <a:pt x="8440" y="321"/>
                </a:lnTo>
                <a:lnTo>
                  <a:pt x="8440" y="1296"/>
                </a:lnTo>
                <a:lnTo>
                  <a:pt x="7465" y="1296"/>
                </a:lnTo>
                <a:lnTo>
                  <a:pt x="7346" y="1320"/>
                </a:lnTo>
                <a:lnTo>
                  <a:pt x="7168" y="1498"/>
                </a:lnTo>
                <a:lnTo>
                  <a:pt x="7144" y="1629"/>
                </a:lnTo>
                <a:lnTo>
                  <a:pt x="7168" y="1760"/>
                </a:lnTo>
                <a:lnTo>
                  <a:pt x="7346" y="1938"/>
                </a:lnTo>
                <a:lnTo>
                  <a:pt x="7465" y="1950"/>
                </a:lnTo>
                <a:lnTo>
                  <a:pt x="8440" y="1950"/>
                </a:lnTo>
                <a:lnTo>
                  <a:pt x="8440" y="2925"/>
                </a:lnTo>
                <a:lnTo>
                  <a:pt x="8464" y="3055"/>
                </a:lnTo>
                <a:lnTo>
                  <a:pt x="8642" y="3234"/>
                </a:lnTo>
                <a:lnTo>
                  <a:pt x="8773" y="3257"/>
                </a:lnTo>
                <a:lnTo>
                  <a:pt x="8904" y="3234"/>
                </a:lnTo>
                <a:lnTo>
                  <a:pt x="9082" y="3055"/>
                </a:lnTo>
                <a:lnTo>
                  <a:pt x="9094" y="2925"/>
                </a:lnTo>
                <a:lnTo>
                  <a:pt x="9094" y="1950"/>
                </a:lnTo>
                <a:lnTo>
                  <a:pt x="10068" y="1950"/>
                </a:lnTo>
                <a:lnTo>
                  <a:pt x="10199" y="1938"/>
                </a:lnTo>
                <a:lnTo>
                  <a:pt x="10378" y="1760"/>
                </a:lnTo>
                <a:lnTo>
                  <a:pt x="10401" y="1629"/>
                </a:lnTo>
                <a:lnTo>
                  <a:pt x="10378" y="1498"/>
                </a:lnTo>
                <a:lnTo>
                  <a:pt x="10199" y="1320"/>
                </a:lnTo>
                <a:lnTo>
                  <a:pt x="10068" y="1296"/>
                </a:lnTo>
                <a:lnTo>
                  <a:pt x="9094" y="1296"/>
                </a:lnTo>
                <a:lnTo>
                  <a:pt x="9094" y="321"/>
                </a:lnTo>
                <a:lnTo>
                  <a:pt x="9082" y="191"/>
                </a:lnTo>
                <a:lnTo>
                  <a:pt x="8904" y="24"/>
                </a:lnTo>
                <a:lnTo>
                  <a:pt x="8773" y="0"/>
                </a:lnTo>
                <a:close/>
                <a:moveTo>
                  <a:pt x="3863" y="1748"/>
                </a:moveTo>
                <a:lnTo>
                  <a:pt x="4636" y="3436"/>
                </a:lnTo>
                <a:lnTo>
                  <a:pt x="4696" y="3531"/>
                </a:lnTo>
                <a:lnTo>
                  <a:pt x="4850" y="3697"/>
                </a:lnTo>
                <a:lnTo>
                  <a:pt x="4957" y="3745"/>
                </a:lnTo>
                <a:lnTo>
                  <a:pt x="6633" y="4517"/>
                </a:lnTo>
                <a:lnTo>
                  <a:pt x="4957" y="5302"/>
                </a:lnTo>
                <a:lnTo>
                  <a:pt x="4850" y="5350"/>
                </a:lnTo>
                <a:lnTo>
                  <a:pt x="4696" y="5516"/>
                </a:lnTo>
                <a:lnTo>
                  <a:pt x="4636" y="5611"/>
                </a:lnTo>
                <a:lnTo>
                  <a:pt x="3863" y="7287"/>
                </a:lnTo>
                <a:lnTo>
                  <a:pt x="3091" y="5611"/>
                </a:lnTo>
                <a:lnTo>
                  <a:pt x="3031" y="5516"/>
                </a:lnTo>
                <a:lnTo>
                  <a:pt x="2877" y="5350"/>
                </a:lnTo>
                <a:lnTo>
                  <a:pt x="2770" y="5302"/>
                </a:lnTo>
                <a:lnTo>
                  <a:pt x="1094" y="4517"/>
                </a:lnTo>
                <a:lnTo>
                  <a:pt x="2770" y="3745"/>
                </a:lnTo>
                <a:lnTo>
                  <a:pt x="2877" y="3697"/>
                </a:lnTo>
                <a:lnTo>
                  <a:pt x="3031" y="3531"/>
                </a:lnTo>
                <a:lnTo>
                  <a:pt x="3091" y="3436"/>
                </a:lnTo>
                <a:lnTo>
                  <a:pt x="3863" y="1748"/>
                </a:lnTo>
                <a:close/>
                <a:moveTo>
                  <a:pt x="3768" y="654"/>
                </a:moveTo>
                <a:lnTo>
                  <a:pt x="3614" y="761"/>
                </a:lnTo>
                <a:lnTo>
                  <a:pt x="3566" y="833"/>
                </a:lnTo>
                <a:lnTo>
                  <a:pt x="2496" y="3150"/>
                </a:lnTo>
                <a:lnTo>
                  <a:pt x="179" y="4220"/>
                </a:lnTo>
                <a:lnTo>
                  <a:pt x="107" y="4268"/>
                </a:lnTo>
                <a:lnTo>
                  <a:pt x="0" y="4434"/>
                </a:lnTo>
                <a:lnTo>
                  <a:pt x="0" y="4517"/>
                </a:lnTo>
                <a:lnTo>
                  <a:pt x="0" y="4613"/>
                </a:lnTo>
                <a:lnTo>
                  <a:pt x="107" y="4767"/>
                </a:lnTo>
                <a:lnTo>
                  <a:pt x="179" y="4815"/>
                </a:lnTo>
                <a:lnTo>
                  <a:pt x="2496" y="5884"/>
                </a:lnTo>
                <a:lnTo>
                  <a:pt x="3566" y="8202"/>
                </a:lnTo>
                <a:lnTo>
                  <a:pt x="3614" y="8286"/>
                </a:lnTo>
                <a:lnTo>
                  <a:pt x="3780" y="8381"/>
                </a:lnTo>
                <a:lnTo>
                  <a:pt x="3863" y="8393"/>
                </a:lnTo>
                <a:lnTo>
                  <a:pt x="3959" y="8381"/>
                </a:lnTo>
                <a:lnTo>
                  <a:pt x="4113" y="8286"/>
                </a:lnTo>
                <a:lnTo>
                  <a:pt x="4161" y="8202"/>
                </a:lnTo>
                <a:lnTo>
                  <a:pt x="5230" y="5884"/>
                </a:lnTo>
                <a:lnTo>
                  <a:pt x="7548" y="4815"/>
                </a:lnTo>
                <a:lnTo>
                  <a:pt x="7632" y="4767"/>
                </a:lnTo>
                <a:lnTo>
                  <a:pt x="7727" y="4613"/>
                </a:lnTo>
                <a:lnTo>
                  <a:pt x="7739" y="4517"/>
                </a:lnTo>
                <a:lnTo>
                  <a:pt x="7727" y="4422"/>
                </a:lnTo>
                <a:lnTo>
                  <a:pt x="7632" y="4268"/>
                </a:lnTo>
                <a:lnTo>
                  <a:pt x="7548" y="4220"/>
                </a:lnTo>
                <a:lnTo>
                  <a:pt x="5230" y="3150"/>
                </a:lnTo>
                <a:lnTo>
                  <a:pt x="4161" y="833"/>
                </a:lnTo>
                <a:lnTo>
                  <a:pt x="4113" y="761"/>
                </a:lnTo>
                <a:lnTo>
                  <a:pt x="3959" y="654"/>
                </a:lnTo>
                <a:close/>
                <a:moveTo>
                  <a:pt x="8773" y="5849"/>
                </a:moveTo>
                <a:lnTo>
                  <a:pt x="8642" y="5873"/>
                </a:lnTo>
                <a:lnTo>
                  <a:pt x="8464" y="6051"/>
                </a:lnTo>
                <a:lnTo>
                  <a:pt x="8440" y="6182"/>
                </a:lnTo>
                <a:lnTo>
                  <a:pt x="8440" y="7156"/>
                </a:lnTo>
                <a:lnTo>
                  <a:pt x="7465" y="7156"/>
                </a:lnTo>
                <a:lnTo>
                  <a:pt x="7346" y="7168"/>
                </a:lnTo>
                <a:lnTo>
                  <a:pt x="7168" y="7347"/>
                </a:lnTo>
                <a:lnTo>
                  <a:pt x="7144" y="7477"/>
                </a:lnTo>
                <a:lnTo>
                  <a:pt x="7168" y="7608"/>
                </a:lnTo>
                <a:lnTo>
                  <a:pt x="7346" y="7786"/>
                </a:lnTo>
                <a:lnTo>
                  <a:pt x="7465" y="7798"/>
                </a:lnTo>
                <a:lnTo>
                  <a:pt x="8440" y="7798"/>
                </a:lnTo>
                <a:lnTo>
                  <a:pt x="8440" y="8773"/>
                </a:lnTo>
                <a:lnTo>
                  <a:pt x="8464" y="8904"/>
                </a:lnTo>
                <a:lnTo>
                  <a:pt x="8642" y="9082"/>
                </a:lnTo>
                <a:lnTo>
                  <a:pt x="8773" y="9106"/>
                </a:lnTo>
                <a:lnTo>
                  <a:pt x="8904" y="9082"/>
                </a:lnTo>
                <a:lnTo>
                  <a:pt x="9082" y="8904"/>
                </a:lnTo>
                <a:lnTo>
                  <a:pt x="9094" y="8773"/>
                </a:lnTo>
                <a:lnTo>
                  <a:pt x="9094" y="7798"/>
                </a:lnTo>
                <a:lnTo>
                  <a:pt x="10068" y="7798"/>
                </a:lnTo>
                <a:lnTo>
                  <a:pt x="10199" y="7786"/>
                </a:lnTo>
                <a:lnTo>
                  <a:pt x="10378" y="7608"/>
                </a:lnTo>
                <a:lnTo>
                  <a:pt x="10401" y="7477"/>
                </a:lnTo>
                <a:lnTo>
                  <a:pt x="10378" y="7347"/>
                </a:lnTo>
                <a:lnTo>
                  <a:pt x="10199" y="7168"/>
                </a:lnTo>
                <a:lnTo>
                  <a:pt x="10068" y="7156"/>
                </a:lnTo>
                <a:lnTo>
                  <a:pt x="9094" y="7156"/>
                </a:lnTo>
                <a:lnTo>
                  <a:pt x="9094" y="6182"/>
                </a:lnTo>
                <a:lnTo>
                  <a:pt x="9082" y="6051"/>
                </a:lnTo>
                <a:lnTo>
                  <a:pt x="8904" y="5873"/>
                </a:lnTo>
                <a:lnTo>
                  <a:pt x="8773" y="5849"/>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4" name="Google Shape;3124;p174"/>
          <p:cNvSpPr/>
          <p:nvPr/>
        </p:nvSpPr>
        <p:spPr>
          <a:xfrm>
            <a:off x="8613749" y="5478600"/>
            <a:ext cx="633946" cy="566757"/>
          </a:xfrm>
          <a:custGeom>
            <a:rect b="b" l="l" r="r" t="t"/>
            <a:pathLst>
              <a:path extrusionOk="0" h="10426" w="11662">
                <a:moveTo>
                  <a:pt x="3673" y="809"/>
                </a:moveTo>
                <a:lnTo>
                  <a:pt x="4208" y="892"/>
                </a:lnTo>
                <a:lnTo>
                  <a:pt x="5278" y="999"/>
                </a:lnTo>
                <a:lnTo>
                  <a:pt x="6360" y="999"/>
                </a:lnTo>
                <a:lnTo>
                  <a:pt x="7430" y="892"/>
                </a:lnTo>
                <a:lnTo>
                  <a:pt x="7964" y="809"/>
                </a:lnTo>
                <a:lnTo>
                  <a:pt x="7964" y="809"/>
                </a:lnTo>
                <a:lnTo>
                  <a:pt x="7275" y="2010"/>
                </a:lnTo>
                <a:lnTo>
                  <a:pt x="6918" y="2081"/>
                </a:lnTo>
                <a:lnTo>
                  <a:pt x="6181" y="2176"/>
                </a:lnTo>
                <a:lnTo>
                  <a:pt x="5444" y="2176"/>
                </a:lnTo>
                <a:lnTo>
                  <a:pt x="4707" y="2081"/>
                </a:lnTo>
                <a:lnTo>
                  <a:pt x="4339" y="2010"/>
                </a:lnTo>
                <a:lnTo>
                  <a:pt x="3673" y="809"/>
                </a:lnTo>
                <a:close/>
                <a:moveTo>
                  <a:pt x="6871" y="2747"/>
                </a:moveTo>
                <a:lnTo>
                  <a:pt x="5825" y="4577"/>
                </a:lnTo>
                <a:lnTo>
                  <a:pt x="4779" y="2747"/>
                </a:lnTo>
                <a:lnTo>
                  <a:pt x="5290" y="2818"/>
                </a:lnTo>
                <a:lnTo>
                  <a:pt x="6348" y="2818"/>
                </a:lnTo>
                <a:lnTo>
                  <a:pt x="6871" y="2747"/>
                </a:lnTo>
                <a:close/>
                <a:moveTo>
                  <a:pt x="3138" y="1166"/>
                </a:moveTo>
                <a:lnTo>
                  <a:pt x="3828" y="2390"/>
                </a:lnTo>
                <a:lnTo>
                  <a:pt x="3721" y="2735"/>
                </a:lnTo>
                <a:lnTo>
                  <a:pt x="3436" y="3401"/>
                </a:lnTo>
                <a:lnTo>
                  <a:pt x="3079" y="4031"/>
                </a:lnTo>
                <a:lnTo>
                  <a:pt x="2663" y="4613"/>
                </a:lnTo>
                <a:lnTo>
                  <a:pt x="2425" y="4886"/>
                </a:lnTo>
                <a:lnTo>
                  <a:pt x="1011" y="4886"/>
                </a:lnTo>
                <a:lnTo>
                  <a:pt x="1343" y="4470"/>
                </a:lnTo>
                <a:lnTo>
                  <a:pt x="1962" y="3591"/>
                </a:lnTo>
                <a:lnTo>
                  <a:pt x="2496" y="2664"/>
                </a:lnTo>
                <a:lnTo>
                  <a:pt x="2948" y="1677"/>
                </a:lnTo>
                <a:lnTo>
                  <a:pt x="3138" y="1166"/>
                </a:lnTo>
                <a:close/>
                <a:moveTo>
                  <a:pt x="4256" y="3115"/>
                </a:moveTo>
                <a:lnTo>
                  <a:pt x="5266" y="4886"/>
                </a:lnTo>
                <a:lnTo>
                  <a:pt x="3269" y="4886"/>
                </a:lnTo>
                <a:lnTo>
                  <a:pt x="3566" y="4482"/>
                </a:lnTo>
                <a:lnTo>
                  <a:pt x="4066" y="3603"/>
                </a:lnTo>
                <a:lnTo>
                  <a:pt x="4256" y="3115"/>
                </a:lnTo>
                <a:close/>
                <a:moveTo>
                  <a:pt x="7394" y="3115"/>
                </a:moveTo>
                <a:lnTo>
                  <a:pt x="7596" y="3591"/>
                </a:lnTo>
                <a:lnTo>
                  <a:pt x="8095" y="4470"/>
                </a:lnTo>
                <a:lnTo>
                  <a:pt x="8392" y="4886"/>
                </a:lnTo>
                <a:lnTo>
                  <a:pt x="6383" y="4886"/>
                </a:lnTo>
                <a:lnTo>
                  <a:pt x="7394" y="3115"/>
                </a:lnTo>
                <a:close/>
                <a:moveTo>
                  <a:pt x="8523" y="1154"/>
                </a:moveTo>
                <a:lnTo>
                  <a:pt x="8713" y="1665"/>
                </a:lnTo>
                <a:lnTo>
                  <a:pt x="9153" y="2652"/>
                </a:lnTo>
                <a:lnTo>
                  <a:pt x="9688" y="3591"/>
                </a:lnTo>
                <a:lnTo>
                  <a:pt x="10306" y="4470"/>
                </a:lnTo>
                <a:lnTo>
                  <a:pt x="10651" y="4886"/>
                </a:lnTo>
                <a:lnTo>
                  <a:pt x="9224" y="4886"/>
                </a:lnTo>
                <a:lnTo>
                  <a:pt x="8999" y="4613"/>
                </a:lnTo>
                <a:lnTo>
                  <a:pt x="8583" y="4019"/>
                </a:lnTo>
                <a:lnTo>
                  <a:pt x="8226" y="3389"/>
                </a:lnTo>
                <a:lnTo>
                  <a:pt x="7941" y="2723"/>
                </a:lnTo>
                <a:lnTo>
                  <a:pt x="7822" y="2378"/>
                </a:lnTo>
                <a:lnTo>
                  <a:pt x="8523" y="1154"/>
                </a:lnTo>
                <a:close/>
                <a:moveTo>
                  <a:pt x="5266" y="5540"/>
                </a:moveTo>
                <a:lnTo>
                  <a:pt x="4256" y="7299"/>
                </a:lnTo>
                <a:lnTo>
                  <a:pt x="4066" y="6836"/>
                </a:lnTo>
                <a:lnTo>
                  <a:pt x="3566" y="5944"/>
                </a:lnTo>
                <a:lnTo>
                  <a:pt x="3269" y="5540"/>
                </a:lnTo>
                <a:close/>
                <a:moveTo>
                  <a:pt x="8392" y="5540"/>
                </a:moveTo>
                <a:lnTo>
                  <a:pt x="8095" y="5944"/>
                </a:lnTo>
                <a:lnTo>
                  <a:pt x="7596" y="6836"/>
                </a:lnTo>
                <a:lnTo>
                  <a:pt x="7394" y="7299"/>
                </a:lnTo>
                <a:lnTo>
                  <a:pt x="6383" y="5540"/>
                </a:lnTo>
                <a:close/>
                <a:moveTo>
                  <a:pt x="5825" y="5885"/>
                </a:moveTo>
                <a:lnTo>
                  <a:pt x="6871" y="7715"/>
                </a:lnTo>
                <a:lnTo>
                  <a:pt x="6871" y="7715"/>
                </a:lnTo>
                <a:lnTo>
                  <a:pt x="6348" y="7644"/>
                </a:lnTo>
                <a:lnTo>
                  <a:pt x="5825" y="7620"/>
                </a:lnTo>
                <a:lnTo>
                  <a:pt x="5302" y="7644"/>
                </a:lnTo>
                <a:lnTo>
                  <a:pt x="4791" y="7715"/>
                </a:lnTo>
                <a:lnTo>
                  <a:pt x="5825" y="5885"/>
                </a:lnTo>
                <a:close/>
                <a:moveTo>
                  <a:pt x="2425" y="5540"/>
                </a:moveTo>
                <a:lnTo>
                  <a:pt x="2663" y="5814"/>
                </a:lnTo>
                <a:lnTo>
                  <a:pt x="3079" y="6396"/>
                </a:lnTo>
                <a:lnTo>
                  <a:pt x="3436" y="7038"/>
                </a:lnTo>
                <a:lnTo>
                  <a:pt x="3721" y="7704"/>
                </a:lnTo>
                <a:lnTo>
                  <a:pt x="3828" y="8048"/>
                </a:lnTo>
                <a:lnTo>
                  <a:pt x="3126" y="9273"/>
                </a:lnTo>
                <a:lnTo>
                  <a:pt x="2948" y="8773"/>
                </a:lnTo>
                <a:lnTo>
                  <a:pt x="2496" y="7799"/>
                </a:lnTo>
                <a:lnTo>
                  <a:pt x="1962" y="6860"/>
                </a:lnTo>
                <a:lnTo>
                  <a:pt x="1343" y="5956"/>
                </a:lnTo>
                <a:lnTo>
                  <a:pt x="1011" y="5540"/>
                </a:lnTo>
                <a:close/>
                <a:moveTo>
                  <a:pt x="10651" y="5540"/>
                </a:moveTo>
                <a:lnTo>
                  <a:pt x="10306" y="5968"/>
                </a:lnTo>
                <a:lnTo>
                  <a:pt x="9688" y="6860"/>
                </a:lnTo>
                <a:lnTo>
                  <a:pt x="9153" y="7799"/>
                </a:lnTo>
                <a:lnTo>
                  <a:pt x="8713" y="8773"/>
                </a:lnTo>
                <a:lnTo>
                  <a:pt x="8523" y="9273"/>
                </a:lnTo>
                <a:lnTo>
                  <a:pt x="7822" y="8048"/>
                </a:lnTo>
                <a:lnTo>
                  <a:pt x="7929" y="7704"/>
                </a:lnTo>
                <a:lnTo>
                  <a:pt x="8214" y="7038"/>
                </a:lnTo>
                <a:lnTo>
                  <a:pt x="8571" y="6396"/>
                </a:lnTo>
                <a:lnTo>
                  <a:pt x="8999" y="5814"/>
                </a:lnTo>
                <a:lnTo>
                  <a:pt x="9224" y="5540"/>
                </a:lnTo>
                <a:close/>
                <a:moveTo>
                  <a:pt x="6193" y="8286"/>
                </a:moveTo>
                <a:lnTo>
                  <a:pt x="6930" y="8369"/>
                </a:lnTo>
                <a:lnTo>
                  <a:pt x="7299" y="8452"/>
                </a:lnTo>
                <a:lnTo>
                  <a:pt x="7976" y="9653"/>
                </a:lnTo>
                <a:lnTo>
                  <a:pt x="7976" y="9653"/>
                </a:lnTo>
                <a:lnTo>
                  <a:pt x="7441" y="9558"/>
                </a:lnTo>
                <a:lnTo>
                  <a:pt x="6372" y="9451"/>
                </a:lnTo>
                <a:lnTo>
                  <a:pt x="5825" y="9439"/>
                </a:lnTo>
                <a:lnTo>
                  <a:pt x="5290" y="9451"/>
                </a:lnTo>
                <a:lnTo>
                  <a:pt x="4208" y="9558"/>
                </a:lnTo>
                <a:lnTo>
                  <a:pt x="3673" y="9653"/>
                </a:lnTo>
                <a:lnTo>
                  <a:pt x="3673" y="9653"/>
                </a:lnTo>
                <a:lnTo>
                  <a:pt x="4363" y="8452"/>
                </a:lnTo>
                <a:lnTo>
                  <a:pt x="4719" y="8369"/>
                </a:lnTo>
                <a:lnTo>
                  <a:pt x="5456" y="8286"/>
                </a:lnTo>
                <a:close/>
                <a:moveTo>
                  <a:pt x="8642" y="1"/>
                </a:moveTo>
                <a:lnTo>
                  <a:pt x="8511" y="13"/>
                </a:lnTo>
                <a:lnTo>
                  <a:pt x="7857" y="167"/>
                </a:lnTo>
                <a:lnTo>
                  <a:pt x="6514" y="334"/>
                </a:lnTo>
                <a:lnTo>
                  <a:pt x="5159" y="334"/>
                </a:lnTo>
                <a:lnTo>
                  <a:pt x="3816" y="167"/>
                </a:lnTo>
                <a:lnTo>
                  <a:pt x="3150" y="13"/>
                </a:lnTo>
                <a:lnTo>
                  <a:pt x="3019" y="13"/>
                </a:lnTo>
                <a:lnTo>
                  <a:pt x="2805" y="144"/>
                </a:lnTo>
                <a:lnTo>
                  <a:pt x="2758" y="262"/>
                </a:lnTo>
                <a:lnTo>
                  <a:pt x="2556" y="928"/>
                </a:lnTo>
                <a:lnTo>
                  <a:pt x="2021" y="2200"/>
                </a:lnTo>
                <a:lnTo>
                  <a:pt x="1343" y="3389"/>
                </a:lnTo>
                <a:lnTo>
                  <a:pt x="535" y="4482"/>
                </a:lnTo>
                <a:lnTo>
                  <a:pt x="72" y="4981"/>
                </a:lnTo>
                <a:lnTo>
                  <a:pt x="0" y="5088"/>
                </a:lnTo>
                <a:lnTo>
                  <a:pt x="0" y="5326"/>
                </a:lnTo>
                <a:lnTo>
                  <a:pt x="72" y="5433"/>
                </a:lnTo>
                <a:lnTo>
                  <a:pt x="535" y="5944"/>
                </a:lnTo>
                <a:lnTo>
                  <a:pt x="1343" y="7050"/>
                </a:lnTo>
                <a:lnTo>
                  <a:pt x="2021" y="8239"/>
                </a:lnTo>
                <a:lnTo>
                  <a:pt x="2556" y="9510"/>
                </a:lnTo>
                <a:lnTo>
                  <a:pt x="2758" y="10176"/>
                </a:lnTo>
                <a:lnTo>
                  <a:pt x="2805" y="10295"/>
                </a:lnTo>
                <a:lnTo>
                  <a:pt x="3019" y="10414"/>
                </a:lnTo>
                <a:lnTo>
                  <a:pt x="3150" y="10402"/>
                </a:lnTo>
                <a:lnTo>
                  <a:pt x="3804" y="10247"/>
                </a:lnTo>
                <a:lnTo>
                  <a:pt x="5147" y="10081"/>
                </a:lnTo>
                <a:lnTo>
                  <a:pt x="6502" y="10081"/>
                </a:lnTo>
                <a:lnTo>
                  <a:pt x="7846" y="10247"/>
                </a:lnTo>
                <a:lnTo>
                  <a:pt x="8511" y="10402"/>
                </a:lnTo>
                <a:lnTo>
                  <a:pt x="8559" y="10426"/>
                </a:lnTo>
                <a:lnTo>
                  <a:pt x="8571" y="10426"/>
                </a:lnTo>
                <a:lnTo>
                  <a:pt x="8678" y="10414"/>
                </a:lnTo>
                <a:lnTo>
                  <a:pt x="8844" y="10295"/>
                </a:lnTo>
                <a:lnTo>
                  <a:pt x="8892" y="10188"/>
                </a:lnTo>
                <a:lnTo>
                  <a:pt x="9094" y="9534"/>
                </a:lnTo>
                <a:lnTo>
                  <a:pt x="9617" y="8262"/>
                </a:lnTo>
                <a:lnTo>
                  <a:pt x="10294" y="7062"/>
                </a:lnTo>
                <a:lnTo>
                  <a:pt x="11114" y="5956"/>
                </a:lnTo>
                <a:lnTo>
                  <a:pt x="11578" y="5457"/>
                </a:lnTo>
                <a:lnTo>
                  <a:pt x="11578" y="5445"/>
                </a:lnTo>
                <a:lnTo>
                  <a:pt x="11661" y="5350"/>
                </a:lnTo>
                <a:lnTo>
                  <a:pt x="11661" y="5100"/>
                </a:lnTo>
                <a:lnTo>
                  <a:pt x="11590" y="4981"/>
                </a:lnTo>
                <a:lnTo>
                  <a:pt x="11126" y="4482"/>
                </a:lnTo>
                <a:lnTo>
                  <a:pt x="10318" y="3377"/>
                </a:lnTo>
                <a:lnTo>
                  <a:pt x="9640" y="2176"/>
                </a:lnTo>
                <a:lnTo>
                  <a:pt x="9106" y="904"/>
                </a:lnTo>
                <a:lnTo>
                  <a:pt x="8903" y="239"/>
                </a:lnTo>
                <a:lnTo>
                  <a:pt x="8856" y="132"/>
                </a:lnTo>
                <a:lnTo>
                  <a:pt x="8642"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5" name="Google Shape;3125;p174"/>
          <p:cNvSpPr/>
          <p:nvPr/>
        </p:nvSpPr>
        <p:spPr>
          <a:xfrm>
            <a:off x="9722554" y="5479905"/>
            <a:ext cx="565453" cy="565453"/>
          </a:xfrm>
          <a:custGeom>
            <a:rect b="b" l="l" r="r" t="t"/>
            <a:pathLst>
              <a:path extrusionOk="0" h="10402" w="10402">
                <a:moveTo>
                  <a:pt x="5195" y="654"/>
                </a:moveTo>
                <a:lnTo>
                  <a:pt x="5326" y="678"/>
                </a:lnTo>
                <a:lnTo>
                  <a:pt x="5504" y="845"/>
                </a:lnTo>
                <a:lnTo>
                  <a:pt x="5528" y="975"/>
                </a:lnTo>
                <a:lnTo>
                  <a:pt x="5504" y="1106"/>
                </a:lnTo>
                <a:lnTo>
                  <a:pt x="5326" y="1284"/>
                </a:lnTo>
                <a:lnTo>
                  <a:pt x="5195" y="1308"/>
                </a:lnTo>
                <a:lnTo>
                  <a:pt x="5076" y="1284"/>
                </a:lnTo>
                <a:lnTo>
                  <a:pt x="4898" y="1106"/>
                </a:lnTo>
                <a:lnTo>
                  <a:pt x="4874" y="975"/>
                </a:lnTo>
                <a:lnTo>
                  <a:pt x="4898" y="845"/>
                </a:lnTo>
                <a:lnTo>
                  <a:pt x="5076" y="678"/>
                </a:lnTo>
                <a:lnTo>
                  <a:pt x="5195" y="654"/>
                </a:lnTo>
                <a:close/>
                <a:moveTo>
                  <a:pt x="5195" y="1"/>
                </a:moveTo>
                <a:lnTo>
                  <a:pt x="5005" y="24"/>
                </a:lnTo>
                <a:lnTo>
                  <a:pt x="4648" y="167"/>
                </a:lnTo>
                <a:lnTo>
                  <a:pt x="4386" y="429"/>
                </a:lnTo>
                <a:lnTo>
                  <a:pt x="4244" y="785"/>
                </a:lnTo>
                <a:lnTo>
                  <a:pt x="4220" y="975"/>
                </a:lnTo>
                <a:lnTo>
                  <a:pt x="4244" y="1177"/>
                </a:lnTo>
                <a:lnTo>
                  <a:pt x="4386" y="1534"/>
                </a:lnTo>
                <a:lnTo>
                  <a:pt x="4648" y="1796"/>
                </a:lnTo>
                <a:lnTo>
                  <a:pt x="5005" y="1938"/>
                </a:lnTo>
                <a:lnTo>
                  <a:pt x="5195" y="1950"/>
                </a:lnTo>
                <a:lnTo>
                  <a:pt x="5397" y="1938"/>
                </a:lnTo>
                <a:lnTo>
                  <a:pt x="5753" y="1796"/>
                </a:lnTo>
                <a:lnTo>
                  <a:pt x="6015" y="1534"/>
                </a:lnTo>
                <a:lnTo>
                  <a:pt x="6158" y="1177"/>
                </a:lnTo>
                <a:lnTo>
                  <a:pt x="6169" y="975"/>
                </a:lnTo>
                <a:lnTo>
                  <a:pt x="6158" y="785"/>
                </a:lnTo>
                <a:lnTo>
                  <a:pt x="6015" y="429"/>
                </a:lnTo>
                <a:lnTo>
                  <a:pt x="5753" y="167"/>
                </a:lnTo>
                <a:lnTo>
                  <a:pt x="5397" y="24"/>
                </a:lnTo>
                <a:lnTo>
                  <a:pt x="5195" y="1"/>
                </a:lnTo>
                <a:close/>
                <a:moveTo>
                  <a:pt x="2330" y="1903"/>
                </a:moveTo>
                <a:lnTo>
                  <a:pt x="2437" y="1986"/>
                </a:lnTo>
                <a:lnTo>
                  <a:pt x="2520" y="2093"/>
                </a:lnTo>
                <a:lnTo>
                  <a:pt x="2520" y="2330"/>
                </a:lnTo>
                <a:lnTo>
                  <a:pt x="2437" y="2449"/>
                </a:lnTo>
                <a:lnTo>
                  <a:pt x="2330" y="2521"/>
                </a:lnTo>
                <a:lnTo>
                  <a:pt x="2092" y="2521"/>
                </a:lnTo>
                <a:lnTo>
                  <a:pt x="1985" y="2449"/>
                </a:lnTo>
                <a:lnTo>
                  <a:pt x="1902" y="2330"/>
                </a:lnTo>
                <a:lnTo>
                  <a:pt x="1902" y="2093"/>
                </a:lnTo>
                <a:lnTo>
                  <a:pt x="1985" y="1986"/>
                </a:lnTo>
                <a:lnTo>
                  <a:pt x="2092" y="1903"/>
                </a:lnTo>
                <a:close/>
                <a:moveTo>
                  <a:pt x="2033" y="1261"/>
                </a:moveTo>
                <a:lnTo>
                  <a:pt x="1676" y="1403"/>
                </a:lnTo>
                <a:lnTo>
                  <a:pt x="1522" y="1534"/>
                </a:lnTo>
                <a:lnTo>
                  <a:pt x="1391" y="1677"/>
                </a:lnTo>
                <a:lnTo>
                  <a:pt x="1248" y="2033"/>
                </a:lnTo>
                <a:lnTo>
                  <a:pt x="1248" y="2402"/>
                </a:lnTo>
                <a:lnTo>
                  <a:pt x="1391" y="2758"/>
                </a:lnTo>
                <a:lnTo>
                  <a:pt x="1522" y="2913"/>
                </a:lnTo>
                <a:lnTo>
                  <a:pt x="1676" y="3044"/>
                </a:lnTo>
                <a:lnTo>
                  <a:pt x="2033" y="3186"/>
                </a:lnTo>
                <a:lnTo>
                  <a:pt x="2401" y="3186"/>
                </a:lnTo>
                <a:lnTo>
                  <a:pt x="2758" y="3044"/>
                </a:lnTo>
                <a:lnTo>
                  <a:pt x="2901" y="2913"/>
                </a:lnTo>
                <a:lnTo>
                  <a:pt x="3031" y="2758"/>
                </a:lnTo>
                <a:lnTo>
                  <a:pt x="3174" y="2402"/>
                </a:lnTo>
                <a:lnTo>
                  <a:pt x="3174" y="2033"/>
                </a:lnTo>
                <a:lnTo>
                  <a:pt x="3031" y="1677"/>
                </a:lnTo>
                <a:lnTo>
                  <a:pt x="2901" y="1534"/>
                </a:lnTo>
                <a:lnTo>
                  <a:pt x="2758" y="1403"/>
                </a:lnTo>
                <a:lnTo>
                  <a:pt x="2401" y="1261"/>
                </a:lnTo>
                <a:close/>
                <a:moveTo>
                  <a:pt x="975" y="4886"/>
                </a:moveTo>
                <a:lnTo>
                  <a:pt x="1106" y="4898"/>
                </a:lnTo>
                <a:lnTo>
                  <a:pt x="1284" y="5076"/>
                </a:lnTo>
                <a:lnTo>
                  <a:pt x="1308" y="5207"/>
                </a:lnTo>
                <a:lnTo>
                  <a:pt x="1284" y="5338"/>
                </a:lnTo>
                <a:lnTo>
                  <a:pt x="1106" y="5516"/>
                </a:lnTo>
                <a:lnTo>
                  <a:pt x="975" y="5528"/>
                </a:lnTo>
                <a:lnTo>
                  <a:pt x="844" y="5516"/>
                </a:lnTo>
                <a:lnTo>
                  <a:pt x="666" y="5338"/>
                </a:lnTo>
                <a:lnTo>
                  <a:pt x="654" y="5207"/>
                </a:lnTo>
                <a:lnTo>
                  <a:pt x="666" y="5076"/>
                </a:lnTo>
                <a:lnTo>
                  <a:pt x="844" y="4898"/>
                </a:lnTo>
                <a:lnTo>
                  <a:pt x="975" y="4886"/>
                </a:lnTo>
                <a:close/>
                <a:moveTo>
                  <a:pt x="9426" y="4886"/>
                </a:moveTo>
                <a:lnTo>
                  <a:pt x="9557" y="4898"/>
                </a:lnTo>
                <a:lnTo>
                  <a:pt x="9736" y="5076"/>
                </a:lnTo>
                <a:lnTo>
                  <a:pt x="9747" y="5207"/>
                </a:lnTo>
                <a:lnTo>
                  <a:pt x="9736" y="5338"/>
                </a:lnTo>
                <a:lnTo>
                  <a:pt x="9557" y="5516"/>
                </a:lnTo>
                <a:lnTo>
                  <a:pt x="9426" y="5528"/>
                </a:lnTo>
                <a:lnTo>
                  <a:pt x="9296" y="5516"/>
                </a:lnTo>
                <a:lnTo>
                  <a:pt x="9117" y="5338"/>
                </a:lnTo>
                <a:lnTo>
                  <a:pt x="9106" y="5207"/>
                </a:lnTo>
                <a:lnTo>
                  <a:pt x="9117" y="5076"/>
                </a:lnTo>
                <a:lnTo>
                  <a:pt x="9296" y="4898"/>
                </a:lnTo>
                <a:lnTo>
                  <a:pt x="9426" y="4886"/>
                </a:lnTo>
                <a:close/>
                <a:moveTo>
                  <a:pt x="975" y="4232"/>
                </a:moveTo>
                <a:lnTo>
                  <a:pt x="785" y="4244"/>
                </a:lnTo>
                <a:lnTo>
                  <a:pt x="428" y="4387"/>
                </a:lnTo>
                <a:lnTo>
                  <a:pt x="167" y="4660"/>
                </a:lnTo>
                <a:lnTo>
                  <a:pt x="12" y="5005"/>
                </a:lnTo>
                <a:lnTo>
                  <a:pt x="0" y="5207"/>
                </a:lnTo>
                <a:lnTo>
                  <a:pt x="12" y="5409"/>
                </a:lnTo>
                <a:lnTo>
                  <a:pt x="167" y="5754"/>
                </a:lnTo>
                <a:lnTo>
                  <a:pt x="428" y="6015"/>
                </a:lnTo>
                <a:lnTo>
                  <a:pt x="785" y="6170"/>
                </a:lnTo>
                <a:lnTo>
                  <a:pt x="975" y="6182"/>
                </a:lnTo>
                <a:lnTo>
                  <a:pt x="1177" y="6170"/>
                </a:lnTo>
                <a:lnTo>
                  <a:pt x="1522" y="6015"/>
                </a:lnTo>
                <a:lnTo>
                  <a:pt x="1795" y="5754"/>
                </a:lnTo>
                <a:lnTo>
                  <a:pt x="1938" y="5409"/>
                </a:lnTo>
                <a:lnTo>
                  <a:pt x="1950" y="5207"/>
                </a:lnTo>
                <a:lnTo>
                  <a:pt x="1938" y="5005"/>
                </a:lnTo>
                <a:lnTo>
                  <a:pt x="1795" y="4660"/>
                </a:lnTo>
                <a:lnTo>
                  <a:pt x="1522" y="4387"/>
                </a:lnTo>
                <a:lnTo>
                  <a:pt x="1177" y="4244"/>
                </a:lnTo>
                <a:lnTo>
                  <a:pt x="975" y="4232"/>
                </a:lnTo>
                <a:close/>
                <a:moveTo>
                  <a:pt x="9426" y="4232"/>
                </a:moveTo>
                <a:lnTo>
                  <a:pt x="9224" y="4244"/>
                </a:lnTo>
                <a:lnTo>
                  <a:pt x="8880" y="4387"/>
                </a:lnTo>
                <a:lnTo>
                  <a:pt x="8618" y="4660"/>
                </a:lnTo>
                <a:lnTo>
                  <a:pt x="8464" y="5005"/>
                </a:lnTo>
                <a:lnTo>
                  <a:pt x="8452" y="5207"/>
                </a:lnTo>
                <a:lnTo>
                  <a:pt x="8464" y="5409"/>
                </a:lnTo>
                <a:lnTo>
                  <a:pt x="8618" y="5754"/>
                </a:lnTo>
                <a:lnTo>
                  <a:pt x="8880" y="6015"/>
                </a:lnTo>
                <a:lnTo>
                  <a:pt x="9224" y="6170"/>
                </a:lnTo>
                <a:lnTo>
                  <a:pt x="9426" y="6182"/>
                </a:lnTo>
                <a:lnTo>
                  <a:pt x="9629" y="6170"/>
                </a:lnTo>
                <a:lnTo>
                  <a:pt x="9973" y="6015"/>
                </a:lnTo>
                <a:lnTo>
                  <a:pt x="10235" y="5754"/>
                </a:lnTo>
                <a:lnTo>
                  <a:pt x="10389" y="5409"/>
                </a:lnTo>
                <a:lnTo>
                  <a:pt x="10401" y="5207"/>
                </a:lnTo>
                <a:lnTo>
                  <a:pt x="10389" y="5005"/>
                </a:lnTo>
                <a:lnTo>
                  <a:pt x="10235" y="4660"/>
                </a:lnTo>
                <a:lnTo>
                  <a:pt x="9973" y="4387"/>
                </a:lnTo>
                <a:lnTo>
                  <a:pt x="9629" y="4244"/>
                </a:lnTo>
                <a:lnTo>
                  <a:pt x="9426" y="4232"/>
                </a:lnTo>
                <a:close/>
                <a:moveTo>
                  <a:pt x="2330" y="7882"/>
                </a:moveTo>
                <a:lnTo>
                  <a:pt x="2437" y="7965"/>
                </a:lnTo>
                <a:lnTo>
                  <a:pt x="2520" y="8072"/>
                </a:lnTo>
                <a:lnTo>
                  <a:pt x="2520" y="8321"/>
                </a:lnTo>
                <a:lnTo>
                  <a:pt x="2437" y="8428"/>
                </a:lnTo>
                <a:lnTo>
                  <a:pt x="2330" y="8500"/>
                </a:lnTo>
                <a:lnTo>
                  <a:pt x="2092" y="8500"/>
                </a:lnTo>
                <a:lnTo>
                  <a:pt x="1985" y="8428"/>
                </a:lnTo>
                <a:lnTo>
                  <a:pt x="1902" y="8321"/>
                </a:lnTo>
                <a:lnTo>
                  <a:pt x="1902" y="8072"/>
                </a:lnTo>
                <a:lnTo>
                  <a:pt x="1985" y="7965"/>
                </a:lnTo>
                <a:lnTo>
                  <a:pt x="2092" y="7882"/>
                </a:lnTo>
                <a:close/>
                <a:moveTo>
                  <a:pt x="8309" y="7882"/>
                </a:moveTo>
                <a:lnTo>
                  <a:pt x="8416" y="7965"/>
                </a:lnTo>
                <a:lnTo>
                  <a:pt x="8499" y="8072"/>
                </a:lnTo>
                <a:lnTo>
                  <a:pt x="8499" y="8321"/>
                </a:lnTo>
                <a:lnTo>
                  <a:pt x="8416" y="8428"/>
                </a:lnTo>
                <a:lnTo>
                  <a:pt x="8309" y="8500"/>
                </a:lnTo>
                <a:lnTo>
                  <a:pt x="8060" y="8500"/>
                </a:lnTo>
                <a:lnTo>
                  <a:pt x="7964" y="8428"/>
                </a:lnTo>
                <a:lnTo>
                  <a:pt x="7881" y="8321"/>
                </a:lnTo>
                <a:lnTo>
                  <a:pt x="7881" y="8072"/>
                </a:lnTo>
                <a:lnTo>
                  <a:pt x="7964" y="7965"/>
                </a:lnTo>
                <a:lnTo>
                  <a:pt x="8060" y="7882"/>
                </a:lnTo>
                <a:close/>
                <a:moveTo>
                  <a:pt x="2033" y="7228"/>
                </a:moveTo>
                <a:lnTo>
                  <a:pt x="1676" y="7371"/>
                </a:lnTo>
                <a:lnTo>
                  <a:pt x="1522" y="7501"/>
                </a:lnTo>
                <a:lnTo>
                  <a:pt x="1391" y="7656"/>
                </a:lnTo>
                <a:lnTo>
                  <a:pt x="1248" y="8001"/>
                </a:lnTo>
                <a:lnTo>
                  <a:pt x="1248" y="8381"/>
                </a:lnTo>
                <a:lnTo>
                  <a:pt x="1391" y="8738"/>
                </a:lnTo>
                <a:lnTo>
                  <a:pt x="1522" y="8880"/>
                </a:lnTo>
                <a:lnTo>
                  <a:pt x="1676" y="9011"/>
                </a:lnTo>
                <a:lnTo>
                  <a:pt x="2033" y="9154"/>
                </a:lnTo>
                <a:lnTo>
                  <a:pt x="2401" y="9154"/>
                </a:lnTo>
                <a:lnTo>
                  <a:pt x="2758" y="9011"/>
                </a:lnTo>
                <a:lnTo>
                  <a:pt x="2901" y="8880"/>
                </a:lnTo>
                <a:lnTo>
                  <a:pt x="3031" y="8738"/>
                </a:lnTo>
                <a:lnTo>
                  <a:pt x="3174" y="8381"/>
                </a:lnTo>
                <a:lnTo>
                  <a:pt x="3174" y="8001"/>
                </a:lnTo>
                <a:lnTo>
                  <a:pt x="3031" y="7656"/>
                </a:lnTo>
                <a:lnTo>
                  <a:pt x="2901" y="7501"/>
                </a:lnTo>
                <a:lnTo>
                  <a:pt x="2758" y="7371"/>
                </a:lnTo>
                <a:lnTo>
                  <a:pt x="2401" y="7228"/>
                </a:lnTo>
                <a:close/>
                <a:moveTo>
                  <a:pt x="8000" y="7228"/>
                </a:moveTo>
                <a:lnTo>
                  <a:pt x="7655" y="7371"/>
                </a:lnTo>
                <a:lnTo>
                  <a:pt x="7501" y="7501"/>
                </a:lnTo>
                <a:lnTo>
                  <a:pt x="7370" y="7656"/>
                </a:lnTo>
                <a:lnTo>
                  <a:pt x="7227" y="8012"/>
                </a:lnTo>
                <a:lnTo>
                  <a:pt x="7227" y="8381"/>
                </a:lnTo>
                <a:lnTo>
                  <a:pt x="7370" y="8738"/>
                </a:lnTo>
                <a:lnTo>
                  <a:pt x="7501" y="8880"/>
                </a:lnTo>
                <a:lnTo>
                  <a:pt x="7655" y="9011"/>
                </a:lnTo>
                <a:lnTo>
                  <a:pt x="8000" y="9154"/>
                </a:lnTo>
                <a:lnTo>
                  <a:pt x="8380" y="9154"/>
                </a:lnTo>
                <a:lnTo>
                  <a:pt x="8725" y="9011"/>
                </a:lnTo>
                <a:lnTo>
                  <a:pt x="8880" y="8880"/>
                </a:lnTo>
                <a:lnTo>
                  <a:pt x="9010" y="8738"/>
                </a:lnTo>
                <a:lnTo>
                  <a:pt x="9153" y="8381"/>
                </a:lnTo>
                <a:lnTo>
                  <a:pt x="9153" y="8012"/>
                </a:lnTo>
                <a:lnTo>
                  <a:pt x="9010" y="7656"/>
                </a:lnTo>
                <a:lnTo>
                  <a:pt x="8880" y="7501"/>
                </a:lnTo>
                <a:lnTo>
                  <a:pt x="8725" y="7371"/>
                </a:lnTo>
                <a:lnTo>
                  <a:pt x="8380" y="7228"/>
                </a:lnTo>
                <a:close/>
                <a:moveTo>
                  <a:pt x="5195" y="9106"/>
                </a:moveTo>
                <a:lnTo>
                  <a:pt x="5326" y="9130"/>
                </a:lnTo>
                <a:lnTo>
                  <a:pt x="5504" y="9296"/>
                </a:lnTo>
                <a:lnTo>
                  <a:pt x="5528" y="9427"/>
                </a:lnTo>
                <a:lnTo>
                  <a:pt x="5504" y="9558"/>
                </a:lnTo>
                <a:lnTo>
                  <a:pt x="5326" y="9736"/>
                </a:lnTo>
                <a:lnTo>
                  <a:pt x="5195" y="9760"/>
                </a:lnTo>
                <a:lnTo>
                  <a:pt x="5076" y="9736"/>
                </a:lnTo>
                <a:lnTo>
                  <a:pt x="4898" y="9558"/>
                </a:lnTo>
                <a:lnTo>
                  <a:pt x="4874" y="9427"/>
                </a:lnTo>
                <a:lnTo>
                  <a:pt x="4898" y="9296"/>
                </a:lnTo>
                <a:lnTo>
                  <a:pt x="5076" y="9130"/>
                </a:lnTo>
                <a:lnTo>
                  <a:pt x="5195" y="9106"/>
                </a:lnTo>
                <a:close/>
                <a:moveTo>
                  <a:pt x="5195" y="8452"/>
                </a:moveTo>
                <a:lnTo>
                  <a:pt x="5005" y="8476"/>
                </a:lnTo>
                <a:lnTo>
                  <a:pt x="4648" y="8619"/>
                </a:lnTo>
                <a:lnTo>
                  <a:pt x="4386" y="8880"/>
                </a:lnTo>
                <a:lnTo>
                  <a:pt x="4244" y="9237"/>
                </a:lnTo>
                <a:lnTo>
                  <a:pt x="4220" y="9427"/>
                </a:lnTo>
                <a:lnTo>
                  <a:pt x="4244" y="9629"/>
                </a:lnTo>
                <a:lnTo>
                  <a:pt x="4386" y="9986"/>
                </a:lnTo>
                <a:lnTo>
                  <a:pt x="4648" y="10247"/>
                </a:lnTo>
                <a:lnTo>
                  <a:pt x="5005" y="10390"/>
                </a:lnTo>
                <a:lnTo>
                  <a:pt x="5195" y="10402"/>
                </a:lnTo>
                <a:lnTo>
                  <a:pt x="5397" y="10390"/>
                </a:lnTo>
                <a:lnTo>
                  <a:pt x="5753" y="10247"/>
                </a:lnTo>
                <a:lnTo>
                  <a:pt x="6015" y="9986"/>
                </a:lnTo>
                <a:lnTo>
                  <a:pt x="6158" y="9629"/>
                </a:lnTo>
                <a:lnTo>
                  <a:pt x="6169" y="9427"/>
                </a:lnTo>
                <a:lnTo>
                  <a:pt x="6158" y="9237"/>
                </a:lnTo>
                <a:lnTo>
                  <a:pt x="6015" y="8880"/>
                </a:lnTo>
                <a:lnTo>
                  <a:pt x="5753" y="8619"/>
                </a:lnTo>
                <a:lnTo>
                  <a:pt x="5397" y="8476"/>
                </a:lnTo>
                <a:lnTo>
                  <a:pt x="5195" y="845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6" name="Google Shape;3126;p174"/>
          <p:cNvSpPr/>
          <p:nvPr/>
        </p:nvSpPr>
        <p:spPr>
          <a:xfrm>
            <a:off x="6462674" y="5515455"/>
            <a:ext cx="636556" cy="495002"/>
          </a:xfrm>
          <a:custGeom>
            <a:rect b="b" l="l" r="r" t="t"/>
            <a:pathLst>
              <a:path extrusionOk="0" h="9106" w="11710">
                <a:moveTo>
                  <a:pt x="5861" y="785"/>
                </a:moveTo>
                <a:lnTo>
                  <a:pt x="6182" y="1142"/>
                </a:lnTo>
                <a:lnTo>
                  <a:pt x="6776" y="1962"/>
                </a:lnTo>
                <a:lnTo>
                  <a:pt x="7252" y="2913"/>
                </a:lnTo>
                <a:lnTo>
                  <a:pt x="7620" y="3947"/>
                </a:lnTo>
                <a:lnTo>
                  <a:pt x="7739" y="4494"/>
                </a:lnTo>
                <a:lnTo>
                  <a:pt x="7466" y="4696"/>
                </a:lnTo>
                <a:lnTo>
                  <a:pt x="7204" y="4933"/>
                </a:lnTo>
                <a:lnTo>
                  <a:pt x="6966" y="5171"/>
                </a:lnTo>
                <a:lnTo>
                  <a:pt x="6550" y="5647"/>
                </a:lnTo>
                <a:lnTo>
                  <a:pt x="6217" y="6134"/>
                </a:lnTo>
                <a:lnTo>
                  <a:pt x="5956" y="6621"/>
                </a:lnTo>
                <a:lnTo>
                  <a:pt x="5861" y="6859"/>
                </a:lnTo>
                <a:lnTo>
                  <a:pt x="5635" y="6384"/>
                </a:lnTo>
                <a:lnTo>
                  <a:pt x="5160" y="5647"/>
                </a:lnTo>
                <a:lnTo>
                  <a:pt x="4755" y="5159"/>
                </a:lnTo>
                <a:lnTo>
                  <a:pt x="4506" y="4933"/>
                </a:lnTo>
                <a:lnTo>
                  <a:pt x="4244" y="4696"/>
                </a:lnTo>
                <a:lnTo>
                  <a:pt x="3971" y="4494"/>
                </a:lnTo>
                <a:lnTo>
                  <a:pt x="4102" y="3947"/>
                </a:lnTo>
                <a:lnTo>
                  <a:pt x="4458" y="2913"/>
                </a:lnTo>
                <a:lnTo>
                  <a:pt x="4946" y="1962"/>
                </a:lnTo>
                <a:lnTo>
                  <a:pt x="5528" y="1142"/>
                </a:lnTo>
                <a:lnTo>
                  <a:pt x="5861" y="785"/>
                </a:lnTo>
                <a:close/>
                <a:moveTo>
                  <a:pt x="690" y="3935"/>
                </a:moveTo>
                <a:lnTo>
                  <a:pt x="1023" y="3971"/>
                </a:lnTo>
                <a:lnTo>
                  <a:pt x="1819" y="4149"/>
                </a:lnTo>
                <a:lnTo>
                  <a:pt x="2723" y="4482"/>
                </a:lnTo>
                <a:lnTo>
                  <a:pt x="3412" y="4886"/>
                </a:lnTo>
                <a:lnTo>
                  <a:pt x="3864" y="5219"/>
                </a:lnTo>
                <a:lnTo>
                  <a:pt x="4078" y="5421"/>
                </a:lnTo>
                <a:lnTo>
                  <a:pt x="4268" y="5599"/>
                </a:lnTo>
                <a:lnTo>
                  <a:pt x="4601" y="5980"/>
                </a:lnTo>
                <a:lnTo>
                  <a:pt x="4898" y="6396"/>
                </a:lnTo>
                <a:lnTo>
                  <a:pt x="5148" y="6859"/>
                </a:lnTo>
                <a:lnTo>
                  <a:pt x="5255" y="7121"/>
                </a:lnTo>
                <a:lnTo>
                  <a:pt x="5373" y="7430"/>
                </a:lnTo>
                <a:lnTo>
                  <a:pt x="5516" y="8095"/>
                </a:lnTo>
                <a:lnTo>
                  <a:pt x="5528" y="8452"/>
                </a:lnTo>
                <a:lnTo>
                  <a:pt x="5183" y="8428"/>
                </a:lnTo>
                <a:lnTo>
                  <a:pt x="4363" y="8226"/>
                </a:lnTo>
                <a:lnTo>
                  <a:pt x="3472" y="7846"/>
                </a:lnTo>
                <a:lnTo>
                  <a:pt x="2616" y="7311"/>
                </a:lnTo>
                <a:lnTo>
                  <a:pt x="2247" y="6978"/>
                </a:lnTo>
                <a:lnTo>
                  <a:pt x="2033" y="6788"/>
                </a:lnTo>
                <a:lnTo>
                  <a:pt x="1689" y="6384"/>
                </a:lnTo>
                <a:lnTo>
                  <a:pt x="1272" y="5766"/>
                </a:lnTo>
                <a:lnTo>
                  <a:pt x="928" y="4957"/>
                </a:lnTo>
                <a:lnTo>
                  <a:pt x="738" y="4232"/>
                </a:lnTo>
                <a:lnTo>
                  <a:pt x="690" y="3935"/>
                </a:lnTo>
                <a:close/>
                <a:moveTo>
                  <a:pt x="11020" y="3935"/>
                </a:moveTo>
                <a:lnTo>
                  <a:pt x="10984" y="4232"/>
                </a:lnTo>
                <a:lnTo>
                  <a:pt x="10794" y="4969"/>
                </a:lnTo>
                <a:lnTo>
                  <a:pt x="10437" y="5777"/>
                </a:lnTo>
                <a:lnTo>
                  <a:pt x="10009" y="6407"/>
                </a:lnTo>
                <a:lnTo>
                  <a:pt x="9665" y="6800"/>
                </a:lnTo>
                <a:lnTo>
                  <a:pt x="9451" y="7002"/>
                </a:lnTo>
                <a:lnTo>
                  <a:pt x="9094" y="7323"/>
                </a:lnTo>
                <a:lnTo>
                  <a:pt x="8262" y="7846"/>
                </a:lnTo>
                <a:lnTo>
                  <a:pt x="7370" y="8226"/>
                </a:lnTo>
                <a:lnTo>
                  <a:pt x="6538" y="8428"/>
                </a:lnTo>
                <a:lnTo>
                  <a:pt x="6182" y="8452"/>
                </a:lnTo>
                <a:lnTo>
                  <a:pt x="6194" y="8095"/>
                </a:lnTo>
                <a:lnTo>
                  <a:pt x="6336" y="7430"/>
                </a:lnTo>
                <a:lnTo>
                  <a:pt x="6455" y="7121"/>
                </a:lnTo>
                <a:lnTo>
                  <a:pt x="6562" y="6871"/>
                </a:lnTo>
                <a:lnTo>
                  <a:pt x="6824" y="6407"/>
                </a:lnTo>
                <a:lnTo>
                  <a:pt x="7121" y="5980"/>
                </a:lnTo>
                <a:lnTo>
                  <a:pt x="7466" y="5587"/>
                </a:lnTo>
                <a:lnTo>
                  <a:pt x="7656" y="5409"/>
                </a:lnTo>
                <a:lnTo>
                  <a:pt x="7870" y="5207"/>
                </a:lnTo>
                <a:lnTo>
                  <a:pt x="8310" y="4874"/>
                </a:lnTo>
                <a:lnTo>
                  <a:pt x="8999" y="4470"/>
                </a:lnTo>
                <a:lnTo>
                  <a:pt x="9891" y="4137"/>
                </a:lnTo>
                <a:lnTo>
                  <a:pt x="10687" y="3971"/>
                </a:lnTo>
                <a:lnTo>
                  <a:pt x="11020" y="3935"/>
                </a:lnTo>
                <a:close/>
                <a:moveTo>
                  <a:pt x="5766" y="0"/>
                </a:moveTo>
                <a:lnTo>
                  <a:pt x="5671" y="60"/>
                </a:lnTo>
                <a:lnTo>
                  <a:pt x="5290" y="428"/>
                </a:lnTo>
                <a:lnTo>
                  <a:pt x="4577" y="1308"/>
                </a:lnTo>
                <a:lnTo>
                  <a:pt x="3995" y="2342"/>
                </a:lnTo>
                <a:lnTo>
                  <a:pt x="3543" y="3495"/>
                </a:lnTo>
                <a:lnTo>
                  <a:pt x="3388" y="4113"/>
                </a:lnTo>
                <a:lnTo>
                  <a:pt x="2877" y="3852"/>
                </a:lnTo>
                <a:lnTo>
                  <a:pt x="1891" y="3495"/>
                </a:lnTo>
                <a:lnTo>
                  <a:pt x="1023" y="3317"/>
                </a:lnTo>
                <a:lnTo>
                  <a:pt x="369" y="3257"/>
                </a:lnTo>
                <a:lnTo>
                  <a:pt x="96" y="3257"/>
                </a:lnTo>
                <a:lnTo>
                  <a:pt x="12" y="3353"/>
                </a:lnTo>
                <a:lnTo>
                  <a:pt x="1" y="3412"/>
                </a:lnTo>
                <a:lnTo>
                  <a:pt x="12" y="3662"/>
                </a:lnTo>
                <a:lnTo>
                  <a:pt x="131" y="4529"/>
                </a:lnTo>
                <a:lnTo>
                  <a:pt x="381" y="5373"/>
                </a:lnTo>
                <a:lnTo>
                  <a:pt x="654" y="5980"/>
                </a:lnTo>
                <a:lnTo>
                  <a:pt x="1023" y="6586"/>
                </a:lnTo>
                <a:lnTo>
                  <a:pt x="1510" y="7180"/>
                </a:lnTo>
                <a:lnTo>
                  <a:pt x="1807" y="7465"/>
                </a:lnTo>
                <a:lnTo>
                  <a:pt x="2033" y="7667"/>
                </a:lnTo>
                <a:lnTo>
                  <a:pt x="2497" y="8036"/>
                </a:lnTo>
                <a:lnTo>
                  <a:pt x="3222" y="8464"/>
                </a:lnTo>
                <a:lnTo>
                  <a:pt x="4173" y="8844"/>
                </a:lnTo>
                <a:lnTo>
                  <a:pt x="5041" y="9046"/>
                </a:lnTo>
                <a:lnTo>
                  <a:pt x="5409" y="9094"/>
                </a:lnTo>
                <a:lnTo>
                  <a:pt x="5861" y="9106"/>
                </a:lnTo>
                <a:lnTo>
                  <a:pt x="6313" y="9094"/>
                </a:lnTo>
                <a:lnTo>
                  <a:pt x="6669" y="9046"/>
                </a:lnTo>
                <a:lnTo>
                  <a:pt x="7537" y="8844"/>
                </a:lnTo>
                <a:lnTo>
                  <a:pt x="8488" y="8464"/>
                </a:lnTo>
                <a:lnTo>
                  <a:pt x="9213" y="8036"/>
                </a:lnTo>
                <a:lnTo>
                  <a:pt x="9677" y="7667"/>
                </a:lnTo>
                <a:lnTo>
                  <a:pt x="9902" y="7465"/>
                </a:lnTo>
                <a:lnTo>
                  <a:pt x="10200" y="7180"/>
                </a:lnTo>
                <a:lnTo>
                  <a:pt x="10687" y="6586"/>
                </a:lnTo>
                <a:lnTo>
                  <a:pt x="11055" y="5980"/>
                </a:lnTo>
                <a:lnTo>
                  <a:pt x="11329" y="5373"/>
                </a:lnTo>
                <a:lnTo>
                  <a:pt x="11578" y="4541"/>
                </a:lnTo>
                <a:lnTo>
                  <a:pt x="11697" y="3673"/>
                </a:lnTo>
                <a:lnTo>
                  <a:pt x="11709" y="3412"/>
                </a:lnTo>
                <a:lnTo>
                  <a:pt x="11697" y="3341"/>
                </a:lnTo>
                <a:lnTo>
                  <a:pt x="11614" y="3257"/>
                </a:lnTo>
                <a:lnTo>
                  <a:pt x="11555" y="3246"/>
                </a:lnTo>
                <a:lnTo>
                  <a:pt x="11353" y="3257"/>
                </a:lnTo>
                <a:lnTo>
                  <a:pt x="10699" y="3317"/>
                </a:lnTo>
                <a:lnTo>
                  <a:pt x="9831" y="3495"/>
                </a:lnTo>
                <a:lnTo>
                  <a:pt x="8833" y="3840"/>
                </a:lnTo>
                <a:lnTo>
                  <a:pt x="8321" y="4113"/>
                </a:lnTo>
                <a:lnTo>
                  <a:pt x="8167" y="3495"/>
                </a:lnTo>
                <a:lnTo>
                  <a:pt x="7715" y="2342"/>
                </a:lnTo>
                <a:lnTo>
                  <a:pt x="7133" y="1308"/>
                </a:lnTo>
                <a:lnTo>
                  <a:pt x="6431" y="428"/>
                </a:lnTo>
                <a:lnTo>
                  <a:pt x="6039" y="60"/>
                </a:lnTo>
                <a:lnTo>
                  <a:pt x="5956"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7" name="Google Shape;3127;p174"/>
          <p:cNvSpPr/>
          <p:nvPr/>
        </p:nvSpPr>
        <p:spPr>
          <a:xfrm>
            <a:off x="8669956" y="2309802"/>
            <a:ext cx="636501" cy="565453"/>
          </a:xfrm>
          <a:custGeom>
            <a:rect b="b" l="l" r="r" t="t"/>
            <a:pathLst>
              <a:path extrusionOk="0" h="10402" w="11709">
                <a:moveTo>
                  <a:pt x="1950" y="0"/>
                </a:moveTo>
                <a:lnTo>
                  <a:pt x="1819" y="12"/>
                </a:lnTo>
                <a:lnTo>
                  <a:pt x="1653" y="190"/>
                </a:lnTo>
                <a:lnTo>
                  <a:pt x="1629" y="321"/>
                </a:lnTo>
                <a:lnTo>
                  <a:pt x="1629" y="2271"/>
                </a:lnTo>
                <a:lnTo>
                  <a:pt x="2283" y="2271"/>
                </a:lnTo>
                <a:lnTo>
                  <a:pt x="2283" y="321"/>
                </a:lnTo>
                <a:lnTo>
                  <a:pt x="2259" y="190"/>
                </a:lnTo>
                <a:lnTo>
                  <a:pt x="2081" y="12"/>
                </a:lnTo>
                <a:lnTo>
                  <a:pt x="1950" y="0"/>
                </a:lnTo>
                <a:close/>
                <a:moveTo>
                  <a:pt x="5861" y="0"/>
                </a:moveTo>
                <a:lnTo>
                  <a:pt x="5730" y="12"/>
                </a:lnTo>
                <a:lnTo>
                  <a:pt x="5552" y="190"/>
                </a:lnTo>
                <a:lnTo>
                  <a:pt x="5528" y="321"/>
                </a:lnTo>
                <a:lnTo>
                  <a:pt x="5528" y="2271"/>
                </a:lnTo>
                <a:lnTo>
                  <a:pt x="6182" y="2271"/>
                </a:lnTo>
                <a:lnTo>
                  <a:pt x="6182" y="321"/>
                </a:lnTo>
                <a:lnTo>
                  <a:pt x="6158" y="190"/>
                </a:lnTo>
                <a:lnTo>
                  <a:pt x="5979" y="12"/>
                </a:lnTo>
                <a:lnTo>
                  <a:pt x="5861" y="0"/>
                </a:lnTo>
                <a:close/>
                <a:moveTo>
                  <a:pt x="8785" y="5825"/>
                </a:moveTo>
                <a:lnTo>
                  <a:pt x="8654" y="5849"/>
                </a:lnTo>
                <a:lnTo>
                  <a:pt x="8476" y="6039"/>
                </a:lnTo>
                <a:lnTo>
                  <a:pt x="8452" y="6158"/>
                </a:lnTo>
                <a:lnTo>
                  <a:pt x="8452" y="7132"/>
                </a:lnTo>
                <a:lnTo>
                  <a:pt x="7477" y="7132"/>
                </a:lnTo>
                <a:lnTo>
                  <a:pt x="7346" y="7144"/>
                </a:lnTo>
                <a:lnTo>
                  <a:pt x="7168" y="7334"/>
                </a:lnTo>
                <a:lnTo>
                  <a:pt x="7156" y="7453"/>
                </a:lnTo>
                <a:lnTo>
                  <a:pt x="7168" y="7596"/>
                </a:lnTo>
                <a:lnTo>
                  <a:pt x="7346" y="7762"/>
                </a:lnTo>
                <a:lnTo>
                  <a:pt x="7477" y="7786"/>
                </a:lnTo>
                <a:lnTo>
                  <a:pt x="8452" y="7786"/>
                </a:lnTo>
                <a:lnTo>
                  <a:pt x="8452" y="8761"/>
                </a:lnTo>
                <a:lnTo>
                  <a:pt x="8476" y="8892"/>
                </a:lnTo>
                <a:lnTo>
                  <a:pt x="8654" y="9070"/>
                </a:lnTo>
                <a:lnTo>
                  <a:pt x="8785" y="9082"/>
                </a:lnTo>
                <a:lnTo>
                  <a:pt x="8916" y="9070"/>
                </a:lnTo>
                <a:lnTo>
                  <a:pt x="9082" y="8892"/>
                </a:lnTo>
                <a:lnTo>
                  <a:pt x="9106" y="8761"/>
                </a:lnTo>
                <a:lnTo>
                  <a:pt x="9106" y="7786"/>
                </a:lnTo>
                <a:lnTo>
                  <a:pt x="10080" y="7786"/>
                </a:lnTo>
                <a:lnTo>
                  <a:pt x="10211" y="7762"/>
                </a:lnTo>
                <a:lnTo>
                  <a:pt x="10390" y="7596"/>
                </a:lnTo>
                <a:lnTo>
                  <a:pt x="10401" y="7453"/>
                </a:lnTo>
                <a:lnTo>
                  <a:pt x="10390" y="7334"/>
                </a:lnTo>
                <a:lnTo>
                  <a:pt x="10211" y="7144"/>
                </a:lnTo>
                <a:lnTo>
                  <a:pt x="10080" y="7132"/>
                </a:lnTo>
                <a:lnTo>
                  <a:pt x="9106" y="7132"/>
                </a:lnTo>
                <a:lnTo>
                  <a:pt x="9106" y="6158"/>
                </a:lnTo>
                <a:lnTo>
                  <a:pt x="9082" y="6039"/>
                </a:lnTo>
                <a:lnTo>
                  <a:pt x="8916" y="5849"/>
                </a:lnTo>
                <a:lnTo>
                  <a:pt x="8785" y="5825"/>
                </a:lnTo>
                <a:close/>
                <a:moveTo>
                  <a:pt x="8785" y="5195"/>
                </a:moveTo>
                <a:lnTo>
                  <a:pt x="9011" y="5207"/>
                </a:lnTo>
                <a:lnTo>
                  <a:pt x="9462" y="5302"/>
                </a:lnTo>
                <a:lnTo>
                  <a:pt x="9867" y="5468"/>
                </a:lnTo>
                <a:lnTo>
                  <a:pt x="10235" y="5718"/>
                </a:lnTo>
                <a:lnTo>
                  <a:pt x="10544" y="6027"/>
                </a:lnTo>
                <a:lnTo>
                  <a:pt x="10782" y="6383"/>
                </a:lnTo>
                <a:lnTo>
                  <a:pt x="10960" y="6799"/>
                </a:lnTo>
                <a:lnTo>
                  <a:pt x="11043" y="7239"/>
                </a:lnTo>
                <a:lnTo>
                  <a:pt x="11055" y="7477"/>
                </a:lnTo>
                <a:lnTo>
                  <a:pt x="11043" y="7703"/>
                </a:lnTo>
                <a:lnTo>
                  <a:pt x="10960" y="8155"/>
                </a:lnTo>
                <a:lnTo>
                  <a:pt x="10782" y="8559"/>
                </a:lnTo>
                <a:lnTo>
                  <a:pt x="10544" y="8927"/>
                </a:lnTo>
                <a:lnTo>
                  <a:pt x="10235" y="9236"/>
                </a:lnTo>
                <a:lnTo>
                  <a:pt x="9867" y="9474"/>
                </a:lnTo>
                <a:lnTo>
                  <a:pt x="9462" y="9652"/>
                </a:lnTo>
                <a:lnTo>
                  <a:pt x="9011" y="9736"/>
                </a:lnTo>
                <a:lnTo>
                  <a:pt x="8785" y="9747"/>
                </a:lnTo>
                <a:lnTo>
                  <a:pt x="8547" y="9736"/>
                </a:lnTo>
                <a:lnTo>
                  <a:pt x="8107" y="9652"/>
                </a:lnTo>
                <a:lnTo>
                  <a:pt x="7691" y="9474"/>
                </a:lnTo>
                <a:lnTo>
                  <a:pt x="7335" y="9236"/>
                </a:lnTo>
                <a:lnTo>
                  <a:pt x="7026" y="8927"/>
                </a:lnTo>
                <a:lnTo>
                  <a:pt x="6776" y="8559"/>
                </a:lnTo>
                <a:lnTo>
                  <a:pt x="6609" y="8155"/>
                </a:lnTo>
                <a:lnTo>
                  <a:pt x="6514" y="7703"/>
                </a:lnTo>
                <a:lnTo>
                  <a:pt x="6502" y="7477"/>
                </a:lnTo>
                <a:lnTo>
                  <a:pt x="6514" y="7239"/>
                </a:lnTo>
                <a:lnTo>
                  <a:pt x="6609" y="6799"/>
                </a:lnTo>
                <a:lnTo>
                  <a:pt x="6776" y="6383"/>
                </a:lnTo>
                <a:lnTo>
                  <a:pt x="7026" y="6027"/>
                </a:lnTo>
                <a:lnTo>
                  <a:pt x="7335" y="5718"/>
                </a:lnTo>
                <a:lnTo>
                  <a:pt x="7691" y="5468"/>
                </a:lnTo>
                <a:lnTo>
                  <a:pt x="8107" y="5302"/>
                </a:lnTo>
                <a:lnTo>
                  <a:pt x="8547" y="5207"/>
                </a:lnTo>
                <a:lnTo>
                  <a:pt x="8785" y="5195"/>
                </a:lnTo>
                <a:close/>
                <a:moveTo>
                  <a:pt x="321" y="2924"/>
                </a:moveTo>
                <a:lnTo>
                  <a:pt x="191" y="2936"/>
                </a:lnTo>
                <a:lnTo>
                  <a:pt x="24" y="3115"/>
                </a:lnTo>
                <a:lnTo>
                  <a:pt x="0" y="3245"/>
                </a:lnTo>
                <a:lnTo>
                  <a:pt x="24" y="3376"/>
                </a:lnTo>
                <a:lnTo>
                  <a:pt x="191" y="3554"/>
                </a:lnTo>
                <a:lnTo>
                  <a:pt x="321" y="3578"/>
                </a:lnTo>
                <a:lnTo>
                  <a:pt x="654" y="3578"/>
                </a:lnTo>
                <a:lnTo>
                  <a:pt x="654" y="4874"/>
                </a:lnTo>
                <a:lnTo>
                  <a:pt x="666" y="5183"/>
                </a:lnTo>
                <a:lnTo>
                  <a:pt x="773" y="5777"/>
                </a:lnTo>
                <a:lnTo>
                  <a:pt x="999" y="6336"/>
                </a:lnTo>
                <a:lnTo>
                  <a:pt x="1308" y="6835"/>
                </a:lnTo>
                <a:lnTo>
                  <a:pt x="1700" y="7263"/>
                </a:lnTo>
                <a:lnTo>
                  <a:pt x="2164" y="7620"/>
                </a:lnTo>
                <a:lnTo>
                  <a:pt x="2699" y="7893"/>
                </a:lnTo>
                <a:lnTo>
                  <a:pt x="3269" y="8071"/>
                </a:lnTo>
                <a:lnTo>
                  <a:pt x="3578" y="8107"/>
                </a:lnTo>
                <a:lnTo>
                  <a:pt x="3578" y="10068"/>
                </a:lnTo>
                <a:lnTo>
                  <a:pt x="3590" y="10199"/>
                </a:lnTo>
                <a:lnTo>
                  <a:pt x="3769" y="10377"/>
                </a:lnTo>
                <a:lnTo>
                  <a:pt x="3899" y="10401"/>
                </a:lnTo>
                <a:lnTo>
                  <a:pt x="4030" y="10377"/>
                </a:lnTo>
                <a:lnTo>
                  <a:pt x="4208" y="10199"/>
                </a:lnTo>
                <a:lnTo>
                  <a:pt x="4232" y="10068"/>
                </a:lnTo>
                <a:lnTo>
                  <a:pt x="4232" y="8107"/>
                </a:lnTo>
                <a:lnTo>
                  <a:pt x="4494" y="8071"/>
                </a:lnTo>
                <a:lnTo>
                  <a:pt x="4981" y="7941"/>
                </a:lnTo>
                <a:lnTo>
                  <a:pt x="5219" y="7846"/>
                </a:lnTo>
                <a:lnTo>
                  <a:pt x="5207" y="7655"/>
                </a:lnTo>
                <a:lnTo>
                  <a:pt x="5207" y="7477"/>
                </a:lnTo>
                <a:lnTo>
                  <a:pt x="5207" y="7299"/>
                </a:lnTo>
                <a:lnTo>
                  <a:pt x="5219" y="7120"/>
                </a:lnTo>
                <a:lnTo>
                  <a:pt x="4922" y="7275"/>
                </a:lnTo>
                <a:lnTo>
                  <a:pt x="4256" y="7453"/>
                </a:lnTo>
                <a:lnTo>
                  <a:pt x="3899" y="7477"/>
                </a:lnTo>
                <a:lnTo>
                  <a:pt x="3638" y="7465"/>
                </a:lnTo>
                <a:lnTo>
                  <a:pt x="3127" y="7358"/>
                </a:lnTo>
                <a:lnTo>
                  <a:pt x="2663" y="7168"/>
                </a:lnTo>
                <a:lnTo>
                  <a:pt x="2247" y="6883"/>
                </a:lnTo>
                <a:lnTo>
                  <a:pt x="1890" y="6526"/>
                </a:lnTo>
                <a:lnTo>
                  <a:pt x="1617" y="6110"/>
                </a:lnTo>
                <a:lnTo>
                  <a:pt x="1415" y="5646"/>
                </a:lnTo>
                <a:lnTo>
                  <a:pt x="1308" y="5135"/>
                </a:lnTo>
                <a:lnTo>
                  <a:pt x="1308" y="4874"/>
                </a:lnTo>
                <a:lnTo>
                  <a:pt x="1308" y="3578"/>
                </a:lnTo>
                <a:lnTo>
                  <a:pt x="6502" y="3578"/>
                </a:lnTo>
                <a:lnTo>
                  <a:pt x="6502" y="4719"/>
                </a:lnTo>
                <a:lnTo>
                  <a:pt x="6812" y="4482"/>
                </a:lnTo>
                <a:lnTo>
                  <a:pt x="7156" y="4291"/>
                </a:lnTo>
                <a:lnTo>
                  <a:pt x="7156" y="3578"/>
                </a:lnTo>
                <a:lnTo>
                  <a:pt x="7477" y="3578"/>
                </a:lnTo>
                <a:lnTo>
                  <a:pt x="7608" y="3554"/>
                </a:lnTo>
                <a:lnTo>
                  <a:pt x="7786" y="3376"/>
                </a:lnTo>
                <a:lnTo>
                  <a:pt x="7810" y="3245"/>
                </a:lnTo>
                <a:lnTo>
                  <a:pt x="7786" y="3115"/>
                </a:lnTo>
                <a:lnTo>
                  <a:pt x="7608" y="2936"/>
                </a:lnTo>
                <a:lnTo>
                  <a:pt x="7477" y="2924"/>
                </a:lnTo>
                <a:close/>
                <a:moveTo>
                  <a:pt x="8476" y="4553"/>
                </a:moveTo>
                <a:lnTo>
                  <a:pt x="7905" y="4672"/>
                </a:lnTo>
                <a:lnTo>
                  <a:pt x="7382" y="4898"/>
                </a:lnTo>
                <a:lnTo>
                  <a:pt x="6919" y="5207"/>
                </a:lnTo>
                <a:lnTo>
                  <a:pt x="6514" y="5611"/>
                </a:lnTo>
                <a:lnTo>
                  <a:pt x="6205" y="6074"/>
                </a:lnTo>
                <a:lnTo>
                  <a:pt x="5979" y="6597"/>
                </a:lnTo>
                <a:lnTo>
                  <a:pt x="5861" y="7168"/>
                </a:lnTo>
                <a:lnTo>
                  <a:pt x="5861" y="7477"/>
                </a:lnTo>
                <a:lnTo>
                  <a:pt x="5861" y="7774"/>
                </a:lnTo>
                <a:lnTo>
                  <a:pt x="5979" y="8345"/>
                </a:lnTo>
                <a:lnTo>
                  <a:pt x="6205" y="8868"/>
                </a:lnTo>
                <a:lnTo>
                  <a:pt x="6514" y="9331"/>
                </a:lnTo>
                <a:lnTo>
                  <a:pt x="6919" y="9736"/>
                </a:lnTo>
                <a:lnTo>
                  <a:pt x="7382" y="10045"/>
                </a:lnTo>
                <a:lnTo>
                  <a:pt x="7905" y="10270"/>
                </a:lnTo>
                <a:lnTo>
                  <a:pt x="8476" y="10389"/>
                </a:lnTo>
                <a:lnTo>
                  <a:pt x="8785" y="10401"/>
                </a:lnTo>
                <a:lnTo>
                  <a:pt x="9082" y="10389"/>
                </a:lnTo>
                <a:lnTo>
                  <a:pt x="9653" y="10270"/>
                </a:lnTo>
                <a:lnTo>
                  <a:pt x="10176" y="10045"/>
                </a:lnTo>
                <a:lnTo>
                  <a:pt x="10639" y="9736"/>
                </a:lnTo>
                <a:lnTo>
                  <a:pt x="11043" y="9331"/>
                </a:lnTo>
                <a:lnTo>
                  <a:pt x="11352" y="8868"/>
                </a:lnTo>
                <a:lnTo>
                  <a:pt x="11578" y="8345"/>
                </a:lnTo>
                <a:lnTo>
                  <a:pt x="11697" y="7774"/>
                </a:lnTo>
                <a:lnTo>
                  <a:pt x="11709" y="7477"/>
                </a:lnTo>
                <a:lnTo>
                  <a:pt x="11697" y="7168"/>
                </a:lnTo>
                <a:lnTo>
                  <a:pt x="11578" y="6597"/>
                </a:lnTo>
                <a:lnTo>
                  <a:pt x="11352" y="6074"/>
                </a:lnTo>
                <a:lnTo>
                  <a:pt x="11043" y="5611"/>
                </a:lnTo>
                <a:lnTo>
                  <a:pt x="10639" y="5207"/>
                </a:lnTo>
                <a:lnTo>
                  <a:pt x="10176" y="4898"/>
                </a:lnTo>
                <a:lnTo>
                  <a:pt x="9653" y="4672"/>
                </a:lnTo>
                <a:lnTo>
                  <a:pt x="9082"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8" name="Google Shape;3128;p174"/>
          <p:cNvSpPr/>
          <p:nvPr/>
        </p:nvSpPr>
        <p:spPr>
          <a:xfrm>
            <a:off x="2237442" y="2309802"/>
            <a:ext cx="565453" cy="565453"/>
          </a:xfrm>
          <a:custGeom>
            <a:rect b="b" l="l" r="r" t="t"/>
            <a:pathLst>
              <a:path extrusionOk="0" h="10402" w="10402">
                <a:moveTo>
                  <a:pt x="2913" y="654"/>
                </a:moveTo>
                <a:lnTo>
                  <a:pt x="3044" y="737"/>
                </a:lnTo>
                <a:lnTo>
                  <a:pt x="3092" y="808"/>
                </a:lnTo>
                <a:lnTo>
                  <a:pt x="3971" y="2877"/>
                </a:lnTo>
                <a:lnTo>
                  <a:pt x="3995" y="2960"/>
                </a:lnTo>
                <a:lnTo>
                  <a:pt x="3959" y="3126"/>
                </a:lnTo>
                <a:lnTo>
                  <a:pt x="3900" y="3198"/>
                </a:lnTo>
                <a:lnTo>
                  <a:pt x="2878" y="4030"/>
                </a:lnTo>
                <a:lnTo>
                  <a:pt x="2794" y="4113"/>
                </a:lnTo>
                <a:lnTo>
                  <a:pt x="2747" y="4327"/>
                </a:lnTo>
                <a:lnTo>
                  <a:pt x="2782" y="4434"/>
                </a:lnTo>
                <a:lnTo>
                  <a:pt x="3056" y="4933"/>
                </a:lnTo>
                <a:lnTo>
                  <a:pt x="3722" y="5872"/>
                </a:lnTo>
                <a:lnTo>
                  <a:pt x="4530" y="6681"/>
                </a:lnTo>
                <a:lnTo>
                  <a:pt x="5469" y="7346"/>
                </a:lnTo>
                <a:lnTo>
                  <a:pt x="5980" y="7620"/>
                </a:lnTo>
                <a:lnTo>
                  <a:pt x="6075" y="7655"/>
                </a:lnTo>
                <a:lnTo>
                  <a:pt x="6289" y="7608"/>
                </a:lnTo>
                <a:lnTo>
                  <a:pt x="6372" y="7536"/>
                </a:lnTo>
                <a:lnTo>
                  <a:pt x="7204" y="6502"/>
                </a:lnTo>
                <a:lnTo>
                  <a:pt x="7276" y="6443"/>
                </a:lnTo>
                <a:lnTo>
                  <a:pt x="7442" y="6407"/>
                </a:lnTo>
                <a:lnTo>
                  <a:pt x="7525" y="6431"/>
                </a:lnTo>
                <a:lnTo>
                  <a:pt x="9594" y="7311"/>
                </a:lnTo>
                <a:lnTo>
                  <a:pt x="9677" y="7358"/>
                </a:lnTo>
                <a:lnTo>
                  <a:pt x="9760" y="7525"/>
                </a:lnTo>
                <a:lnTo>
                  <a:pt x="9748" y="7620"/>
                </a:lnTo>
                <a:lnTo>
                  <a:pt x="9308" y="9545"/>
                </a:lnTo>
                <a:lnTo>
                  <a:pt x="9273" y="9629"/>
                </a:lnTo>
                <a:lnTo>
                  <a:pt x="9130" y="9736"/>
                </a:lnTo>
                <a:lnTo>
                  <a:pt x="9035" y="9747"/>
                </a:lnTo>
                <a:lnTo>
                  <a:pt x="8607" y="9747"/>
                </a:lnTo>
                <a:lnTo>
                  <a:pt x="7763" y="9652"/>
                </a:lnTo>
                <a:lnTo>
                  <a:pt x="6943" y="9486"/>
                </a:lnTo>
                <a:lnTo>
                  <a:pt x="6158" y="9248"/>
                </a:lnTo>
                <a:lnTo>
                  <a:pt x="5409" y="8927"/>
                </a:lnTo>
                <a:lnTo>
                  <a:pt x="4696" y="8535"/>
                </a:lnTo>
                <a:lnTo>
                  <a:pt x="4019" y="8083"/>
                </a:lnTo>
                <a:lnTo>
                  <a:pt x="3401" y="7572"/>
                </a:lnTo>
                <a:lnTo>
                  <a:pt x="2830" y="7002"/>
                </a:lnTo>
                <a:lnTo>
                  <a:pt x="2319" y="6383"/>
                </a:lnTo>
                <a:lnTo>
                  <a:pt x="1867" y="5706"/>
                </a:lnTo>
                <a:lnTo>
                  <a:pt x="1475" y="4993"/>
                </a:lnTo>
                <a:lnTo>
                  <a:pt x="1154" y="4244"/>
                </a:lnTo>
                <a:lnTo>
                  <a:pt x="916" y="3459"/>
                </a:lnTo>
                <a:lnTo>
                  <a:pt x="750" y="2639"/>
                </a:lnTo>
                <a:lnTo>
                  <a:pt x="655" y="1795"/>
                </a:lnTo>
                <a:lnTo>
                  <a:pt x="655" y="1367"/>
                </a:lnTo>
                <a:lnTo>
                  <a:pt x="667" y="1272"/>
                </a:lnTo>
                <a:lnTo>
                  <a:pt x="774" y="1129"/>
                </a:lnTo>
                <a:lnTo>
                  <a:pt x="857" y="1106"/>
                </a:lnTo>
                <a:lnTo>
                  <a:pt x="2782" y="654"/>
                </a:lnTo>
                <a:close/>
                <a:moveTo>
                  <a:pt x="2794" y="0"/>
                </a:moveTo>
                <a:lnTo>
                  <a:pt x="2640" y="24"/>
                </a:lnTo>
                <a:lnTo>
                  <a:pt x="714" y="464"/>
                </a:lnTo>
                <a:lnTo>
                  <a:pt x="560" y="511"/>
                </a:lnTo>
                <a:lnTo>
                  <a:pt x="298" y="678"/>
                </a:lnTo>
                <a:lnTo>
                  <a:pt x="120" y="915"/>
                </a:lnTo>
                <a:lnTo>
                  <a:pt x="13" y="1201"/>
                </a:lnTo>
                <a:lnTo>
                  <a:pt x="1" y="1367"/>
                </a:lnTo>
                <a:lnTo>
                  <a:pt x="13" y="1831"/>
                </a:lnTo>
                <a:lnTo>
                  <a:pt x="108" y="2734"/>
                </a:lnTo>
                <a:lnTo>
                  <a:pt x="286" y="3614"/>
                </a:lnTo>
                <a:lnTo>
                  <a:pt x="548" y="4470"/>
                </a:lnTo>
                <a:lnTo>
                  <a:pt x="892" y="5278"/>
                </a:lnTo>
                <a:lnTo>
                  <a:pt x="1308" y="6051"/>
                </a:lnTo>
                <a:lnTo>
                  <a:pt x="1796" y="6764"/>
                </a:lnTo>
                <a:lnTo>
                  <a:pt x="2355" y="7441"/>
                </a:lnTo>
                <a:lnTo>
                  <a:pt x="2961" y="8048"/>
                </a:lnTo>
                <a:lnTo>
                  <a:pt x="3638" y="8606"/>
                </a:lnTo>
                <a:lnTo>
                  <a:pt x="4352" y="9094"/>
                </a:lnTo>
                <a:lnTo>
                  <a:pt x="5124" y="9510"/>
                </a:lnTo>
                <a:lnTo>
                  <a:pt x="5932" y="9854"/>
                </a:lnTo>
                <a:lnTo>
                  <a:pt x="6788" y="10116"/>
                </a:lnTo>
                <a:lnTo>
                  <a:pt x="7668" y="10294"/>
                </a:lnTo>
                <a:lnTo>
                  <a:pt x="8571" y="10389"/>
                </a:lnTo>
                <a:lnTo>
                  <a:pt x="9047" y="10401"/>
                </a:lnTo>
                <a:lnTo>
                  <a:pt x="9201" y="10389"/>
                </a:lnTo>
                <a:lnTo>
                  <a:pt x="9487" y="10294"/>
                </a:lnTo>
                <a:lnTo>
                  <a:pt x="9724" y="10104"/>
                </a:lnTo>
                <a:lnTo>
                  <a:pt x="9891" y="9843"/>
                </a:lnTo>
                <a:lnTo>
                  <a:pt x="9938" y="9688"/>
                </a:lnTo>
                <a:lnTo>
                  <a:pt x="10378" y="7762"/>
                </a:lnTo>
                <a:lnTo>
                  <a:pt x="10402" y="7608"/>
                </a:lnTo>
                <a:lnTo>
                  <a:pt x="10366" y="7287"/>
                </a:lnTo>
                <a:lnTo>
                  <a:pt x="10224" y="7013"/>
                </a:lnTo>
                <a:lnTo>
                  <a:pt x="9998" y="6788"/>
                </a:lnTo>
                <a:lnTo>
                  <a:pt x="9843" y="6716"/>
                </a:lnTo>
                <a:lnTo>
                  <a:pt x="7775" y="5825"/>
                </a:lnTo>
                <a:lnTo>
                  <a:pt x="7632" y="5777"/>
                </a:lnTo>
                <a:lnTo>
                  <a:pt x="7335" y="5753"/>
                </a:lnTo>
                <a:lnTo>
                  <a:pt x="7062" y="5825"/>
                </a:lnTo>
                <a:lnTo>
                  <a:pt x="6812" y="5979"/>
                </a:lnTo>
                <a:lnTo>
                  <a:pt x="6705" y="6098"/>
                </a:lnTo>
                <a:lnTo>
                  <a:pt x="6039" y="6918"/>
                </a:lnTo>
                <a:lnTo>
                  <a:pt x="5635" y="6693"/>
                </a:lnTo>
                <a:lnTo>
                  <a:pt x="4910" y="6146"/>
                </a:lnTo>
                <a:lnTo>
                  <a:pt x="4268" y="5492"/>
                </a:lnTo>
                <a:lnTo>
                  <a:pt x="3722" y="4767"/>
                </a:lnTo>
                <a:lnTo>
                  <a:pt x="3484" y="4375"/>
                </a:lnTo>
                <a:lnTo>
                  <a:pt x="4316" y="3697"/>
                </a:lnTo>
                <a:lnTo>
                  <a:pt x="4423" y="3590"/>
                </a:lnTo>
                <a:lnTo>
                  <a:pt x="4577" y="3340"/>
                </a:lnTo>
                <a:lnTo>
                  <a:pt x="4649" y="3055"/>
                </a:lnTo>
                <a:lnTo>
                  <a:pt x="4625" y="2770"/>
                </a:lnTo>
                <a:lnTo>
                  <a:pt x="4577" y="2627"/>
                </a:lnTo>
                <a:lnTo>
                  <a:pt x="3686" y="559"/>
                </a:lnTo>
                <a:lnTo>
                  <a:pt x="3615" y="404"/>
                </a:lnTo>
                <a:lnTo>
                  <a:pt x="3389" y="178"/>
                </a:lnTo>
                <a:lnTo>
                  <a:pt x="3115" y="36"/>
                </a:lnTo>
                <a:lnTo>
                  <a:pt x="2794"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29" name="Google Shape;3129;p174"/>
          <p:cNvSpPr/>
          <p:nvPr/>
        </p:nvSpPr>
        <p:spPr>
          <a:xfrm>
            <a:off x="3244814" y="2309150"/>
            <a:ext cx="706952" cy="566105"/>
          </a:xfrm>
          <a:custGeom>
            <a:rect b="b" l="l" r="r" t="t"/>
            <a:pathLst>
              <a:path extrusionOk="0" h="10414" w="13005">
                <a:moveTo>
                  <a:pt x="8904" y="0"/>
                </a:moveTo>
                <a:lnTo>
                  <a:pt x="8595" y="48"/>
                </a:lnTo>
                <a:lnTo>
                  <a:pt x="8310" y="190"/>
                </a:lnTo>
                <a:lnTo>
                  <a:pt x="8096" y="416"/>
                </a:lnTo>
                <a:lnTo>
                  <a:pt x="8012" y="571"/>
                </a:lnTo>
                <a:lnTo>
                  <a:pt x="7133" y="2639"/>
                </a:lnTo>
                <a:lnTo>
                  <a:pt x="7073" y="2782"/>
                </a:lnTo>
                <a:lnTo>
                  <a:pt x="7050" y="3067"/>
                </a:lnTo>
                <a:lnTo>
                  <a:pt x="7121" y="3352"/>
                </a:lnTo>
                <a:lnTo>
                  <a:pt x="7275" y="3602"/>
                </a:lnTo>
                <a:lnTo>
                  <a:pt x="7394" y="3709"/>
                </a:lnTo>
                <a:lnTo>
                  <a:pt x="7382" y="3709"/>
                </a:lnTo>
                <a:lnTo>
                  <a:pt x="8215" y="4375"/>
                </a:lnTo>
                <a:lnTo>
                  <a:pt x="8108" y="4553"/>
                </a:lnTo>
                <a:lnTo>
                  <a:pt x="7989" y="4731"/>
                </a:lnTo>
                <a:lnTo>
                  <a:pt x="8512" y="5135"/>
                </a:lnTo>
                <a:lnTo>
                  <a:pt x="8726" y="4803"/>
                </a:lnTo>
                <a:lnTo>
                  <a:pt x="8916" y="4434"/>
                </a:lnTo>
                <a:lnTo>
                  <a:pt x="8952" y="4339"/>
                </a:lnTo>
                <a:lnTo>
                  <a:pt x="8904" y="4125"/>
                </a:lnTo>
                <a:lnTo>
                  <a:pt x="8833" y="4042"/>
                </a:lnTo>
                <a:lnTo>
                  <a:pt x="7798" y="3210"/>
                </a:lnTo>
                <a:lnTo>
                  <a:pt x="7739" y="3138"/>
                </a:lnTo>
                <a:lnTo>
                  <a:pt x="7703" y="2972"/>
                </a:lnTo>
                <a:lnTo>
                  <a:pt x="7727" y="2889"/>
                </a:lnTo>
                <a:lnTo>
                  <a:pt x="8607" y="820"/>
                </a:lnTo>
                <a:lnTo>
                  <a:pt x="8654" y="749"/>
                </a:lnTo>
                <a:lnTo>
                  <a:pt x="8785" y="666"/>
                </a:lnTo>
                <a:lnTo>
                  <a:pt x="8856" y="654"/>
                </a:lnTo>
                <a:lnTo>
                  <a:pt x="8892" y="666"/>
                </a:lnTo>
                <a:lnTo>
                  <a:pt x="8916" y="666"/>
                </a:lnTo>
                <a:lnTo>
                  <a:pt x="10842" y="1118"/>
                </a:lnTo>
                <a:lnTo>
                  <a:pt x="10925" y="1141"/>
                </a:lnTo>
                <a:lnTo>
                  <a:pt x="11044" y="1284"/>
                </a:lnTo>
                <a:lnTo>
                  <a:pt x="11044" y="1379"/>
                </a:lnTo>
                <a:lnTo>
                  <a:pt x="11032" y="2009"/>
                </a:lnTo>
                <a:lnTo>
                  <a:pt x="10842" y="3257"/>
                </a:lnTo>
                <a:lnTo>
                  <a:pt x="10485" y="4422"/>
                </a:lnTo>
                <a:lnTo>
                  <a:pt x="9962" y="5516"/>
                </a:lnTo>
                <a:lnTo>
                  <a:pt x="9629" y="6027"/>
                </a:lnTo>
                <a:lnTo>
                  <a:pt x="10152" y="6431"/>
                </a:lnTo>
                <a:lnTo>
                  <a:pt x="10497" y="5884"/>
                </a:lnTo>
                <a:lnTo>
                  <a:pt x="11079" y="4696"/>
                </a:lnTo>
                <a:lnTo>
                  <a:pt x="11472" y="3424"/>
                </a:lnTo>
                <a:lnTo>
                  <a:pt x="11686" y="2069"/>
                </a:lnTo>
                <a:lnTo>
                  <a:pt x="11697" y="1367"/>
                </a:lnTo>
                <a:lnTo>
                  <a:pt x="11686" y="1213"/>
                </a:lnTo>
                <a:lnTo>
                  <a:pt x="11590" y="927"/>
                </a:lnTo>
                <a:lnTo>
                  <a:pt x="11400" y="690"/>
                </a:lnTo>
                <a:lnTo>
                  <a:pt x="11139" y="523"/>
                </a:lnTo>
                <a:lnTo>
                  <a:pt x="10984" y="476"/>
                </a:lnTo>
                <a:lnTo>
                  <a:pt x="9070" y="36"/>
                </a:lnTo>
                <a:lnTo>
                  <a:pt x="8904" y="0"/>
                </a:lnTo>
                <a:close/>
                <a:moveTo>
                  <a:pt x="4363" y="5765"/>
                </a:moveTo>
                <a:lnTo>
                  <a:pt x="4066" y="5777"/>
                </a:lnTo>
                <a:lnTo>
                  <a:pt x="3923" y="5825"/>
                </a:lnTo>
                <a:lnTo>
                  <a:pt x="1855" y="6705"/>
                </a:lnTo>
                <a:lnTo>
                  <a:pt x="1712" y="6788"/>
                </a:lnTo>
                <a:lnTo>
                  <a:pt x="1487" y="7002"/>
                </a:lnTo>
                <a:lnTo>
                  <a:pt x="1344" y="7287"/>
                </a:lnTo>
                <a:lnTo>
                  <a:pt x="1296" y="7596"/>
                </a:lnTo>
                <a:lnTo>
                  <a:pt x="1332" y="7762"/>
                </a:lnTo>
                <a:lnTo>
                  <a:pt x="1772" y="9676"/>
                </a:lnTo>
                <a:lnTo>
                  <a:pt x="1807" y="9843"/>
                </a:lnTo>
                <a:lnTo>
                  <a:pt x="1974" y="10104"/>
                </a:lnTo>
                <a:lnTo>
                  <a:pt x="2212" y="10294"/>
                </a:lnTo>
                <a:lnTo>
                  <a:pt x="2509" y="10401"/>
                </a:lnTo>
                <a:lnTo>
                  <a:pt x="2663" y="10413"/>
                </a:lnTo>
                <a:lnTo>
                  <a:pt x="3067" y="10401"/>
                </a:lnTo>
                <a:lnTo>
                  <a:pt x="3864" y="10330"/>
                </a:lnTo>
                <a:lnTo>
                  <a:pt x="4637" y="10199"/>
                </a:lnTo>
                <a:lnTo>
                  <a:pt x="5397" y="9997"/>
                </a:lnTo>
                <a:lnTo>
                  <a:pt x="6122" y="9724"/>
                </a:lnTo>
                <a:lnTo>
                  <a:pt x="6812" y="9403"/>
                </a:lnTo>
                <a:lnTo>
                  <a:pt x="7466" y="9022"/>
                </a:lnTo>
                <a:lnTo>
                  <a:pt x="8096" y="8595"/>
                </a:lnTo>
                <a:lnTo>
                  <a:pt x="8393" y="8357"/>
                </a:lnTo>
                <a:lnTo>
                  <a:pt x="7870" y="7941"/>
                </a:lnTo>
                <a:lnTo>
                  <a:pt x="7323" y="8357"/>
                </a:lnTo>
                <a:lnTo>
                  <a:pt x="6420" y="8868"/>
                </a:lnTo>
                <a:lnTo>
                  <a:pt x="5790" y="9153"/>
                </a:lnTo>
                <a:lnTo>
                  <a:pt x="5136" y="9391"/>
                </a:lnTo>
                <a:lnTo>
                  <a:pt x="4458" y="9569"/>
                </a:lnTo>
                <a:lnTo>
                  <a:pt x="3757" y="9688"/>
                </a:lnTo>
                <a:lnTo>
                  <a:pt x="3032" y="9759"/>
                </a:lnTo>
                <a:lnTo>
                  <a:pt x="2663" y="9759"/>
                </a:lnTo>
                <a:lnTo>
                  <a:pt x="2580" y="9748"/>
                </a:lnTo>
                <a:lnTo>
                  <a:pt x="2437" y="9641"/>
                </a:lnTo>
                <a:lnTo>
                  <a:pt x="2402" y="9557"/>
                </a:lnTo>
                <a:lnTo>
                  <a:pt x="1962" y="7632"/>
                </a:lnTo>
                <a:lnTo>
                  <a:pt x="1950" y="7537"/>
                </a:lnTo>
                <a:lnTo>
                  <a:pt x="2033" y="7370"/>
                </a:lnTo>
                <a:lnTo>
                  <a:pt x="2117" y="7323"/>
                </a:lnTo>
                <a:lnTo>
                  <a:pt x="4185" y="6443"/>
                </a:lnTo>
                <a:lnTo>
                  <a:pt x="4268" y="6407"/>
                </a:lnTo>
                <a:lnTo>
                  <a:pt x="4434" y="6455"/>
                </a:lnTo>
                <a:lnTo>
                  <a:pt x="4494" y="6514"/>
                </a:lnTo>
                <a:lnTo>
                  <a:pt x="5338" y="7537"/>
                </a:lnTo>
                <a:lnTo>
                  <a:pt x="5421" y="7620"/>
                </a:lnTo>
                <a:lnTo>
                  <a:pt x="5623" y="7667"/>
                </a:lnTo>
                <a:lnTo>
                  <a:pt x="5730" y="7632"/>
                </a:lnTo>
                <a:lnTo>
                  <a:pt x="6241" y="7358"/>
                </a:lnTo>
                <a:lnTo>
                  <a:pt x="6717" y="7037"/>
                </a:lnTo>
                <a:lnTo>
                  <a:pt x="6170" y="6609"/>
                </a:lnTo>
                <a:lnTo>
                  <a:pt x="5932" y="6776"/>
                </a:lnTo>
                <a:lnTo>
                  <a:pt x="5671" y="6930"/>
                </a:lnTo>
                <a:lnTo>
                  <a:pt x="4993" y="6098"/>
                </a:lnTo>
                <a:lnTo>
                  <a:pt x="4898" y="5991"/>
                </a:lnTo>
                <a:lnTo>
                  <a:pt x="4648" y="5837"/>
                </a:lnTo>
                <a:lnTo>
                  <a:pt x="4363" y="5765"/>
                </a:lnTo>
                <a:close/>
                <a:moveTo>
                  <a:pt x="262" y="12"/>
                </a:moveTo>
                <a:lnTo>
                  <a:pt x="226" y="24"/>
                </a:lnTo>
                <a:lnTo>
                  <a:pt x="203" y="36"/>
                </a:lnTo>
                <a:lnTo>
                  <a:pt x="179" y="48"/>
                </a:lnTo>
                <a:lnTo>
                  <a:pt x="120" y="72"/>
                </a:lnTo>
                <a:lnTo>
                  <a:pt x="72" y="131"/>
                </a:lnTo>
                <a:lnTo>
                  <a:pt x="36" y="179"/>
                </a:lnTo>
                <a:lnTo>
                  <a:pt x="13" y="250"/>
                </a:lnTo>
                <a:lnTo>
                  <a:pt x="1" y="309"/>
                </a:lnTo>
                <a:lnTo>
                  <a:pt x="1" y="369"/>
                </a:lnTo>
                <a:lnTo>
                  <a:pt x="13" y="428"/>
                </a:lnTo>
                <a:lnTo>
                  <a:pt x="48" y="488"/>
                </a:lnTo>
                <a:lnTo>
                  <a:pt x="72" y="547"/>
                </a:lnTo>
                <a:lnTo>
                  <a:pt x="131" y="583"/>
                </a:lnTo>
                <a:lnTo>
                  <a:pt x="12482" y="10342"/>
                </a:lnTo>
                <a:lnTo>
                  <a:pt x="12577" y="10401"/>
                </a:lnTo>
                <a:lnTo>
                  <a:pt x="12672" y="10413"/>
                </a:lnTo>
                <a:lnTo>
                  <a:pt x="12755" y="10401"/>
                </a:lnTo>
                <a:lnTo>
                  <a:pt x="12886" y="10342"/>
                </a:lnTo>
                <a:lnTo>
                  <a:pt x="12934" y="10282"/>
                </a:lnTo>
                <a:lnTo>
                  <a:pt x="13005" y="10175"/>
                </a:lnTo>
                <a:lnTo>
                  <a:pt x="13005" y="10045"/>
                </a:lnTo>
                <a:lnTo>
                  <a:pt x="12993" y="10045"/>
                </a:lnTo>
                <a:lnTo>
                  <a:pt x="12981" y="9985"/>
                </a:lnTo>
                <a:lnTo>
                  <a:pt x="12957" y="9926"/>
                </a:lnTo>
                <a:lnTo>
                  <a:pt x="12922" y="9878"/>
                </a:lnTo>
                <a:lnTo>
                  <a:pt x="12874" y="9831"/>
                </a:lnTo>
                <a:lnTo>
                  <a:pt x="524" y="72"/>
                </a:lnTo>
                <a:lnTo>
                  <a:pt x="440" y="24"/>
                </a:lnTo>
                <a:lnTo>
                  <a:pt x="345" y="1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0" name="Google Shape;3130;p174"/>
          <p:cNvSpPr/>
          <p:nvPr/>
        </p:nvSpPr>
        <p:spPr>
          <a:xfrm>
            <a:off x="4358130" y="2362748"/>
            <a:ext cx="636556" cy="441403"/>
          </a:xfrm>
          <a:custGeom>
            <a:rect b="b" l="l" r="r" t="t"/>
            <a:pathLst>
              <a:path extrusionOk="0" h="8120" w="11710">
                <a:moveTo>
                  <a:pt x="3924" y="1618"/>
                </a:moveTo>
                <a:lnTo>
                  <a:pt x="3686" y="1701"/>
                </a:lnTo>
                <a:lnTo>
                  <a:pt x="3614" y="1808"/>
                </a:lnTo>
                <a:lnTo>
                  <a:pt x="3282" y="2462"/>
                </a:lnTo>
                <a:lnTo>
                  <a:pt x="3246" y="2580"/>
                </a:lnTo>
                <a:lnTo>
                  <a:pt x="3329" y="2818"/>
                </a:lnTo>
                <a:lnTo>
                  <a:pt x="3436" y="2889"/>
                </a:lnTo>
                <a:lnTo>
                  <a:pt x="3507" y="2913"/>
                </a:lnTo>
                <a:lnTo>
                  <a:pt x="3579" y="2925"/>
                </a:lnTo>
                <a:lnTo>
                  <a:pt x="3662" y="2913"/>
                </a:lnTo>
                <a:lnTo>
                  <a:pt x="3817" y="2818"/>
                </a:lnTo>
                <a:lnTo>
                  <a:pt x="3864" y="2747"/>
                </a:lnTo>
                <a:lnTo>
                  <a:pt x="4197" y="2093"/>
                </a:lnTo>
                <a:lnTo>
                  <a:pt x="4233" y="1974"/>
                </a:lnTo>
                <a:lnTo>
                  <a:pt x="4161" y="1736"/>
                </a:lnTo>
                <a:lnTo>
                  <a:pt x="4042" y="1653"/>
                </a:lnTo>
                <a:lnTo>
                  <a:pt x="3924" y="1618"/>
                </a:lnTo>
                <a:close/>
                <a:moveTo>
                  <a:pt x="5849" y="1618"/>
                </a:moveTo>
                <a:lnTo>
                  <a:pt x="5718" y="1641"/>
                </a:lnTo>
                <a:lnTo>
                  <a:pt x="5540" y="1820"/>
                </a:lnTo>
                <a:lnTo>
                  <a:pt x="5528" y="1950"/>
                </a:lnTo>
                <a:lnTo>
                  <a:pt x="5528" y="2604"/>
                </a:lnTo>
                <a:lnTo>
                  <a:pt x="5540" y="2723"/>
                </a:lnTo>
                <a:lnTo>
                  <a:pt x="5718" y="2901"/>
                </a:lnTo>
                <a:lnTo>
                  <a:pt x="5849" y="2925"/>
                </a:lnTo>
                <a:lnTo>
                  <a:pt x="5980" y="2901"/>
                </a:lnTo>
                <a:lnTo>
                  <a:pt x="6158" y="2723"/>
                </a:lnTo>
                <a:lnTo>
                  <a:pt x="6182" y="2604"/>
                </a:lnTo>
                <a:lnTo>
                  <a:pt x="6182" y="1950"/>
                </a:lnTo>
                <a:lnTo>
                  <a:pt x="6158" y="1820"/>
                </a:lnTo>
                <a:lnTo>
                  <a:pt x="5980" y="1641"/>
                </a:lnTo>
                <a:lnTo>
                  <a:pt x="5849" y="1618"/>
                </a:lnTo>
                <a:close/>
                <a:moveTo>
                  <a:pt x="7787" y="1618"/>
                </a:moveTo>
                <a:lnTo>
                  <a:pt x="7656" y="1653"/>
                </a:lnTo>
                <a:lnTo>
                  <a:pt x="7549" y="1736"/>
                </a:lnTo>
                <a:lnTo>
                  <a:pt x="7466" y="1962"/>
                </a:lnTo>
                <a:lnTo>
                  <a:pt x="7513" y="2093"/>
                </a:lnTo>
                <a:lnTo>
                  <a:pt x="7834" y="2747"/>
                </a:lnTo>
                <a:lnTo>
                  <a:pt x="7882" y="2818"/>
                </a:lnTo>
                <a:lnTo>
                  <a:pt x="8036" y="2913"/>
                </a:lnTo>
                <a:lnTo>
                  <a:pt x="8131" y="2925"/>
                </a:lnTo>
                <a:lnTo>
                  <a:pt x="8203" y="2913"/>
                </a:lnTo>
                <a:lnTo>
                  <a:pt x="8274" y="2889"/>
                </a:lnTo>
                <a:lnTo>
                  <a:pt x="8381" y="2818"/>
                </a:lnTo>
                <a:lnTo>
                  <a:pt x="8464" y="2580"/>
                </a:lnTo>
                <a:lnTo>
                  <a:pt x="8417" y="2450"/>
                </a:lnTo>
                <a:lnTo>
                  <a:pt x="8096" y="1808"/>
                </a:lnTo>
                <a:lnTo>
                  <a:pt x="8013" y="1689"/>
                </a:lnTo>
                <a:lnTo>
                  <a:pt x="7787" y="1618"/>
                </a:lnTo>
                <a:close/>
                <a:moveTo>
                  <a:pt x="5849" y="643"/>
                </a:moveTo>
                <a:lnTo>
                  <a:pt x="6218" y="655"/>
                </a:lnTo>
                <a:lnTo>
                  <a:pt x="6919" y="762"/>
                </a:lnTo>
                <a:lnTo>
                  <a:pt x="7585" y="964"/>
                </a:lnTo>
                <a:lnTo>
                  <a:pt x="8203" y="1261"/>
                </a:lnTo>
                <a:lnTo>
                  <a:pt x="8773" y="1641"/>
                </a:lnTo>
                <a:lnTo>
                  <a:pt x="9273" y="2105"/>
                </a:lnTo>
                <a:lnTo>
                  <a:pt x="9701" y="2628"/>
                </a:lnTo>
                <a:lnTo>
                  <a:pt x="10045" y="3222"/>
                </a:lnTo>
                <a:lnTo>
                  <a:pt x="10176" y="3543"/>
                </a:lnTo>
                <a:lnTo>
                  <a:pt x="10247" y="3662"/>
                </a:lnTo>
                <a:lnTo>
                  <a:pt x="10485" y="3769"/>
                </a:lnTo>
                <a:lnTo>
                  <a:pt x="10628" y="3781"/>
                </a:lnTo>
                <a:lnTo>
                  <a:pt x="10711" y="3781"/>
                </a:lnTo>
                <a:lnTo>
                  <a:pt x="10865" y="3840"/>
                </a:lnTo>
                <a:lnTo>
                  <a:pt x="10984" y="3947"/>
                </a:lnTo>
                <a:lnTo>
                  <a:pt x="11044" y="4078"/>
                </a:lnTo>
                <a:lnTo>
                  <a:pt x="11056" y="4161"/>
                </a:lnTo>
                <a:lnTo>
                  <a:pt x="11044" y="4245"/>
                </a:lnTo>
                <a:lnTo>
                  <a:pt x="10984" y="4375"/>
                </a:lnTo>
                <a:lnTo>
                  <a:pt x="10865" y="4482"/>
                </a:lnTo>
                <a:lnTo>
                  <a:pt x="10711" y="4542"/>
                </a:lnTo>
                <a:lnTo>
                  <a:pt x="10628" y="4554"/>
                </a:lnTo>
                <a:lnTo>
                  <a:pt x="10426" y="4542"/>
                </a:lnTo>
                <a:lnTo>
                  <a:pt x="10105" y="4470"/>
                </a:lnTo>
                <a:lnTo>
                  <a:pt x="9736" y="4304"/>
                </a:lnTo>
                <a:lnTo>
                  <a:pt x="9570" y="4185"/>
                </a:lnTo>
                <a:lnTo>
                  <a:pt x="9451" y="4090"/>
                </a:lnTo>
                <a:lnTo>
                  <a:pt x="9213" y="3995"/>
                </a:lnTo>
                <a:lnTo>
                  <a:pt x="9035" y="3983"/>
                </a:lnTo>
                <a:lnTo>
                  <a:pt x="8868" y="3995"/>
                </a:lnTo>
                <a:lnTo>
                  <a:pt x="8631" y="4090"/>
                </a:lnTo>
                <a:lnTo>
                  <a:pt x="8500" y="4185"/>
                </a:lnTo>
                <a:lnTo>
                  <a:pt x="8334" y="4304"/>
                </a:lnTo>
                <a:lnTo>
                  <a:pt x="7965" y="4470"/>
                </a:lnTo>
                <a:lnTo>
                  <a:pt x="7644" y="4542"/>
                </a:lnTo>
                <a:lnTo>
                  <a:pt x="7442" y="4554"/>
                </a:lnTo>
                <a:lnTo>
                  <a:pt x="7252" y="4542"/>
                </a:lnTo>
                <a:lnTo>
                  <a:pt x="6931" y="4482"/>
                </a:lnTo>
                <a:lnTo>
                  <a:pt x="6574" y="4304"/>
                </a:lnTo>
                <a:lnTo>
                  <a:pt x="6396" y="4185"/>
                </a:lnTo>
                <a:lnTo>
                  <a:pt x="6265" y="4090"/>
                </a:lnTo>
                <a:lnTo>
                  <a:pt x="6028" y="3983"/>
                </a:lnTo>
                <a:lnTo>
                  <a:pt x="5695" y="3983"/>
                </a:lnTo>
                <a:lnTo>
                  <a:pt x="5457" y="4090"/>
                </a:lnTo>
                <a:lnTo>
                  <a:pt x="5326" y="4185"/>
                </a:lnTo>
                <a:lnTo>
                  <a:pt x="5160" y="4304"/>
                </a:lnTo>
                <a:lnTo>
                  <a:pt x="4791" y="4470"/>
                </a:lnTo>
                <a:lnTo>
                  <a:pt x="4458" y="4542"/>
                </a:lnTo>
                <a:lnTo>
                  <a:pt x="4268" y="4554"/>
                </a:lnTo>
                <a:lnTo>
                  <a:pt x="4066" y="4542"/>
                </a:lnTo>
                <a:lnTo>
                  <a:pt x="3745" y="4470"/>
                </a:lnTo>
                <a:lnTo>
                  <a:pt x="3377" y="4304"/>
                </a:lnTo>
                <a:lnTo>
                  <a:pt x="3198" y="4185"/>
                </a:lnTo>
                <a:lnTo>
                  <a:pt x="3080" y="4090"/>
                </a:lnTo>
                <a:lnTo>
                  <a:pt x="2842" y="3995"/>
                </a:lnTo>
                <a:lnTo>
                  <a:pt x="2675" y="3983"/>
                </a:lnTo>
                <a:lnTo>
                  <a:pt x="2497" y="3995"/>
                </a:lnTo>
                <a:lnTo>
                  <a:pt x="2259" y="4090"/>
                </a:lnTo>
                <a:lnTo>
                  <a:pt x="2140" y="4185"/>
                </a:lnTo>
                <a:lnTo>
                  <a:pt x="1974" y="4304"/>
                </a:lnTo>
                <a:lnTo>
                  <a:pt x="1606" y="4470"/>
                </a:lnTo>
                <a:lnTo>
                  <a:pt x="1273" y="4542"/>
                </a:lnTo>
                <a:lnTo>
                  <a:pt x="1083" y="4554"/>
                </a:lnTo>
                <a:lnTo>
                  <a:pt x="987" y="4542"/>
                </a:lnTo>
                <a:lnTo>
                  <a:pt x="833" y="4482"/>
                </a:lnTo>
                <a:lnTo>
                  <a:pt x="726" y="4375"/>
                </a:lnTo>
                <a:lnTo>
                  <a:pt x="655" y="4245"/>
                </a:lnTo>
                <a:lnTo>
                  <a:pt x="655" y="4161"/>
                </a:lnTo>
                <a:lnTo>
                  <a:pt x="655" y="4078"/>
                </a:lnTo>
                <a:lnTo>
                  <a:pt x="726" y="3947"/>
                </a:lnTo>
                <a:lnTo>
                  <a:pt x="833" y="3840"/>
                </a:lnTo>
                <a:lnTo>
                  <a:pt x="987" y="3781"/>
                </a:lnTo>
                <a:lnTo>
                  <a:pt x="1083" y="3781"/>
                </a:lnTo>
                <a:lnTo>
                  <a:pt x="1225" y="3769"/>
                </a:lnTo>
                <a:lnTo>
                  <a:pt x="1463" y="3674"/>
                </a:lnTo>
                <a:lnTo>
                  <a:pt x="1522" y="3543"/>
                </a:lnTo>
                <a:lnTo>
                  <a:pt x="1653" y="3222"/>
                </a:lnTo>
                <a:lnTo>
                  <a:pt x="1998" y="2628"/>
                </a:lnTo>
                <a:lnTo>
                  <a:pt x="2426" y="2105"/>
                </a:lnTo>
                <a:lnTo>
                  <a:pt x="2925" y="1641"/>
                </a:lnTo>
                <a:lnTo>
                  <a:pt x="3496" y="1261"/>
                </a:lnTo>
                <a:lnTo>
                  <a:pt x="4114" y="964"/>
                </a:lnTo>
                <a:lnTo>
                  <a:pt x="4791" y="762"/>
                </a:lnTo>
                <a:lnTo>
                  <a:pt x="5493" y="655"/>
                </a:lnTo>
                <a:lnTo>
                  <a:pt x="5849" y="643"/>
                </a:lnTo>
                <a:close/>
                <a:moveTo>
                  <a:pt x="5849" y="1"/>
                </a:moveTo>
                <a:lnTo>
                  <a:pt x="5457" y="13"/>
                </a:lnTo>
                <a:lnTo>
                  <a:pt x="4672" y="120"/>
                </a:lnTo>
                <a:lnTo>
                  <a:pt x="3935" y="346"/>
                </a:lnTo>
                <a:lnTo>
                  <a:pt x="3246" y="667"/>
                </a:lnTo>
                <a:lnTo>
                  <a:pt x="2604" y="1071"/>
                </a:lnTo>
                <a:lnTo>
                  <a:pt x="2045" y="1570"/>
                </a:lnTo>
                <a:lnTo>
                  <a:pt x="1546" y="2141"/>
                </a:lnTo>
                <a:lnTo>
                  <a:pt x="1154" y="2782"/>
                </a:lnTo>
                <a:lnTo>
                  <a:pt x="987" y="3127"/>
                </a:lnTo>
                <a:lnTo>
                  <a:pt x="785" y="3163"/>
                </a:lnTo>
                <a:lnTo>
                  <a:pt x="429" y="3317"/>
                </a:lnTo>
                <a:lnTo>
                  <a:pt x="167" y="3591"/>
                </a:lnTo>
                <a:lnTo>
                  <a:pt x="13" y="3959"/>
                </a:lnTo>
                <a:lnTo>
                  <a:pt x="1" y="4161"/>
                </a:lnTo>
                <a:lnTo>
                  <a:pt x="13" y="4375"/>
                </a:lnTo>
                <a:lnTo>
                  <a:pt x="179" y="4744"/>
                </a:lnTo>
                <a:lnTo>
                  <a:pt x="476" y="5029"/>
                </a:lnTo>
                <a:lnTo>
                  <a:pt x="857" y="5184"/>
                </a:lnTo>
                <a:lnTo>
                  <a:pt x="1083" y="5195"/>
                </a:lnTo>
                <a:lnTo>
                  <a:pt x="1344" y="5195"/>
                </a:lnTo>
                <a:lnTo>
                  <a:pt x="1808" y="5089"/>
                </a:lnTo>
                <a:lnTo>
                  <a:pt x="2307" y="4863"/>
                </a:lnTo>
                <a:lnTo>
                  <a:pt x="2521" y="4708"/>
                </a:lnTo>
                <a:lnTo>
                  <a:pt x="2616" y="4637"/>
                </a:lnTo>
                <a:lnTo>
                  <a:pt x="2735" y="4637"/>
                </a:lnTo>
                <a:lnTo>
                  <a:pt x="2830" y="4720"/>
                </a:lnTo>
                <a:lnTo>
                  <a:pt x="3032" y="4863"/>
                </a:lnTo>
                <a:lnTo>
                  <a:pt x="3543" y="5089"/>
                </a:lnTo>
                <a:lnTo>
                  <a:pt x="3995" y="5195"/>
                </a:lnTo>
                <a:lnTo>
                  <a:pt x="4542" y="5195"/>
                </a:lnTo>
                <a:lnTo>
                  <a:pt x="4993" y="5089"/>
                </a:lnTo>
                <a:lnTo>
                  <a:pt x="5493" y="4863"/>
                </a:lnTo>
                <a:lnTo>
                  <a:pt x="5707" y="4708"/>
                </a:lnTo>
                <a:lnTo>
                  <a:pt x="5802" y="4637"/>
                </a:lnTo>
                <a:lnTo>
                  <a:pt x="5909" y="4637"/>
                </a:lnTo>
                <a:lnTo>
                  <a:pt x="6016" y="4720"/>
                </a:lnTo>
                <a:lnTo>
                  <a:pt x="6230" y="4875"/>
                </a:lnTo>
                <a:lnTo>
                  <a:pt x="6729" y="5100"/>
                </a:lnTo>
                <a:lnTo>
                  <a:pt x="7181" y="5195"/>
                </a:lnTo>
                <a:lnTo>
                  <a:pt x="7715" y="5195"/>
                </a:lnTo>
                <a:lnTo>
                  <a:pt x="8167" y="5089"/>
                </a:lnTo>
                <a:lnTo>
                  <a:pt x="8678" y="4863"/>
                </a:lnTo>
                <a:lnTo>
                  <a:pt x="8892" y="4708"/>
                </a:lnTo>
                <a:lnTo>
                  <a:pt x="8987" y="4637"/>
                </a:lnTo>
                <a:lnTo>
                  <a:pt x="9106" y="4649"/>
                </a:lnTo>
                <a:lnTo>
                  <a:pt x="9189" y="4708"/>
                </a:lnTo>
                <a:lnTo>
                  <a:pt x="9392" y="4851"/>
                </a:lnTo>
                <a:lnTo>
                  <a:pt x="9903" y="5089"/>
                </a:lnTo>
                <a:lnTo>
                  <a:pt x="10354" y="5184"/>
                </a:lnTo>
                <a:lnTo>
                  <a:pt x="10628" y="5195"/>
                </a:lnTo>
                <a:lnTo>
                  <a:pt x="10854" y="5184"/>
                </a:lnTo>
                <a:lnTo>
                  <a:pt x="11234" y="5029"/>
                </a:lnTo>
                <a:lnTo>
                  <a:pt x="11531" y="4744"/>
                </a:lnTo>
                <a:lnTo>
                  <a:pt x="11686" y="4375"/>
                </a:lnTo>
                <a:lnTo>
                  <a:pt x="11709" y="4161"/>
                </a:lnTo>
                <a:lnTo>
                  <a:pt x="11698" y="4161"/>
                </a:lnTo>
                <a:lnTo>
                  <a:pt x="11686" y="3959"/>
                </a:lnTo>
                <a:lnTo>
                  <a:pt x="11543" y="3603"/>
                </a:lnTo>
                <a:lnTo>
                  <a:pt x="11270" y="3329"/>
                </a:lnTo>
                <a:lnTo>
                  <a:pt x="10913" y="3163"/>
                </a:lnTo>
                <a:lnTo>
                  <a:pt x="10711" y="3127"/>
                </a:lnTo>
                <a:lnTo>
                  <a:pt x="10556" y="2782"/>
                </a:lnTo>
                <a:lnTo>
                  <a:pt x="10152" y="2141"/>
                </a:lnTo>
                <a:lnTo>
                  <a:pt x="9665" y="1570"/>
                </a:lnTo>
                <a:lnTo>
                  <a:pt x="9094" y="1071"/>
                </a:lnTo>
                <a:lnTo>
                  <a:pt x="8464" y="667"/>
                </a:lnTo>
                <a:lnTo>
                  <a:pt x="7763" y="346"/>
                </a:lnTo>
                <a:lnTo>
                  <a:pt x="7026" y="120"/>
                </a:lnTo>
                <a:lnTo>
                  <a:pt x="6253" y="13"/>
                </a:lnTo>
                <a:lnTo>
                  <a:pt x="5849" y="1"/>
                </a:lnTo>
                <a:close/>
                <a:moveTo>
                  <a:pt x="1570" y="5528"/>
                </a:moveTo>
                <a:lnTo>
                  <a:pt x="1522" y="5540"/>
                </a:lnTo>
                <a:lnTo>
                  <a:pt x="1403" y="5600"/>
                </a:lnTo>
                <a:lnTo>
                  <a:pt x="1332" y="5707"/>
                </a:lnTo>
                <a:lnTo>
                  <a:pt x="1297" y="5825"/>
                </a:lnTo>
                <a:lnTo>
                  <a:pt x="1320" y="5956"/>
                </a:lnTo>
                <a:lnTo>
                  <a:pt x="1760" y="7466"/>
                </a:lnTo>
                <a:lnTo>
                  <a:pt x="1820" y="7609"/>
                </a:lnTo>
                <a:lnTo>
                  <a:pt x="1998" y="7846"/>
                </a:lnTo>
                <a:lnTo>
                  <a:pt x="2236" y="8025"/>
                </a:lnTo>
                <a:lnTo>
                  <a:pt x="2521" y="8120"/>
                </a:lnTo>
                <a:lnTo>
                  <a:pt x="9189" y="8120"/>
                </a:lnTo>
                <a:lnTo>
                  <a:pt x="9475" y="8025"/>
                </a:lnTo>
                <a:lnTo>
                  <a:pt x="9701" y="7858"/>
                </a:lnTo>
                <a:lnTo>
                  <a:pt x="9879" y="7620"/>
                </a:lnTo>
                <a:lnTo>
                  <a:pt x="9938" y="7466"/>
                </a:lnTo>
                <a:lnTo>
                  <a:pt x="10390" y="5944"/>
                </a:lnTo>
                <a:lnTo>
                  <a:pt x="10414" y="5825"/>
                </a:lnTo>
                <a:lnTo>
                  <a:pt x="10366" y="5707"/>
                </a:lnTo>
                <a:lnTo>
                  <a:pt x="10295" y="5600"/>
                </a:lnTo>
                <a:lnTo>
                  <a:pt x="10176" y="5540"/>
                </a:lnTo>
                <a:lnTo>
                  <a:pt x="10129" y="5528"/>
                </a:lnTo>
                <a:lnTo>
                  <a:pt x="10081" y="5528"/>
                </a:lnTo>
                <a:lnTo>
                  <a:pt x="9974" y="5540"/>
                </a:lnTo>
                <a:lnTo>
                  <a:pt x="9819" y="5647"/>
                </a:lnTo>
                <a:lnTo>
                  <a:pt x="9772" y="5742"/>
                </a:lnTo>
                <a:lnTo>
                  <a:pt x="9320" y="7276"/>
                </a:lnTo>
                <a:lnTo>
                  <a:pt x="9285" y="7359"/>
                </a:lnTo>
                <a:lnTo>
                  <a:pt x="9130" y="7466"/>
                </a:lnTo>
                <a:lnTo>
                  <a:pt x="9035" y="7478"/>
                </a:lnTo>
                <a:lnTo>
                  <a:pt x="2675" y="7478"/>
                </a:lnTo>
                <a:lnTo>
                  <a:pt x="2580" y="7466"/>
                </a:lnTo>
                <a:lnTo>
                  <a:pt x="2426" y="7347"/>
                </a:lnTo>
                <a:lnTo>
                  <a:pt x="2378" y="7264"/>
                </a:lnTo>
                <a:lnTo>
                  <a:pt x="1938" y="5754"/>
                </a:lnTo>
                <a:lnTo>
                  <a:pt x="1891" y="5659"/>
                </a:lnTo>
                <a:lnTo>
                  <a:pt x="1724" y="5540"/>
                </a:lnTo>
                <a:lnTo>
                  <a:pt x="1629" y="5528"/>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1" name="Google Shape;3131;p174"/>
          <p:cNvSpPr/>
          <p:nvPr/>
        </p:nvSpPr>
        <p:spPr>
          <a:xfrm>
            <a:off x="5436603" y="2345298"/>
            <a:ext cx="635849" cy="494404"/>
          </a:xfrm>
          <a:custGeom>
            <a:rect b="b" l="l" r="r" t="t"/>
            <a:pathLst>
              <a:path extrusionOk="0" h="9095" w="11697">
                <a:moveTo>
                  <a:pt x="2271" y="643"/>
                </a:moveTo>
                <a:lnTo>
                  <a:pt x="2437" y="655"/>
                </a:lnTo>
                <a:lnTo>
                  <a:pt x="2746" y="714"/>
                </a:lnTo>
                <a:lnTo>
                  <a:pt x="3043" y="833"/>
                </a:lnTo>
                <a:lnTo>
                  <a:pt x="3305" y="1011"/>
                </a:lnTo>
                <a:lnTo>
                  <a:pt x="3519" y="1237"/>
                </a:lnTo>
                <a:lnTo>
                  <a:pt x="3697" y="1499"/>
                </a:lnTo>
                <a:lnTo>
                  <a:pt x="3828" y="1784"/>
                </a:lnTo>
                <a:lnTo>
                  <a:pt x="3887" y="2105"/>
                </a:lnTo>
                <a:lnTo>
                  <a:pt x="3899" y="2271"/>
                </a:lnTo>
                <a:lnTo>
                  <a:pt x="3887" y="4542"/>
                </a:lnTo>
                <a:lnTo>
                  <a:pt x="642" y="4542"/>
                </a:lnTo>
                <a:lnTo>
                  <a:pt x="642" y="2271"/>
                </a:lnTo>
                <a:lnTo>
                  <a:pt x="642" y="2105"/>
                </a:lnTo>
                <a:lnTo>
                  <a:pt x="713" y="1784"/>
                </a:lnTo>
                <a:lnTo>
                  <a:pt x="832" y="1499"/>
                </a:lnTo>
                <a:lnTo>
                  <a:pt x="1011" y="1237"/>
                </a:lnTo>
                <a:lnTo>
                  <a:pt x="1236" y="1011"/>
                </a:lnTo>
                <a:lnTo>
                  <a:pt x="1498" y="833"/>
                </a:lnTo>
                <a:lnTo>
                  <a:pt x="1783" y="714"/>
                </a:lnTo>
                <a:lnTo>
                  <a:pt x="2104" y="655"/>
                </a:lnTo>
                <a:lnTo>
                  <a:pt x="2271" y="643"/>
                </a:lnTo>
                <a:close/>
                <a:moveTo>
                  <a:pt x="8440" y="3246"/>
                </a:moveTo>
                <a:lnTo>
                  <a:pt x="8713" y="3258"/>
                </a:lnTo>
                <a:lnTo>
                  <a:pt x="9212" y="3365"/>
                </a:lnTo>
                <a:lnTo>
                  <a:pt x="9688" y="3555"/>
                </a:lnTo>
                <a:lnTo>
                  <a:pt x="10104" y="3840"/>
                </a:lnTo>
                <a:lnTo>
                  <a:pt x="10449" y="4185"/>
                </a:lnTo>
                <a:lnTo>
                  <a:pt x="10734" y="4601"/>
                </a:lnTo>
                <a:lnTo>
                  <a:pt x="10924" y="5077"/>
                </a:lnTo>
                <a:lnTo>
                  <a:pt x="11031" y="5576"/>
                </a:lnTo>
                <a:lnTo>
                  <a:pt x="11043" y="5849"/>
                </a:lnTo>
                <a:lnTo>
                  <a:pt x="11031" y="6075"/>
                </a:lnTo>
                <a:lnTo>
                  <a:pt x="10960" y="6503"/>
                </a:lnTo>
                <a:lnTo>
                  <a:pt x="10817" y="6895"/>
                </a:lnTo>
                <a:lnTo>
                  <a:pt x="10615" y="7264"/>
                </a:lnTo>
                <a:lnTo>
                  <a:pt x="10496" y="7430"/>
                </a:lnTo>
                <a:lnTo>
                  <a:pt x="6859" y="3793"/>
                </a:lnTo>
                <a:lnTo>
                  <a:pt x="7025" y="3674"/>
                </a:lnTo>
                <a:lnTo>
                  <a:pt x="7394" y="3472"/>
                </a:lnTo>
                <a:lnTo>
                  <a:pt x="7786" y="3329"/>
                </a:lnTo>
                <a:lnTo>
                  <a:pt x="8214" y="3258"/>
                </a:lnTo>
                <a:lnTo>
                  <a:pt x="8440" y="3246"/>
                </a:lnTo>
                <a:close/>
                <a:moveTo>
                  <a:pt x="3899" y="5196"/>
                </a:moveTo>
                <a:lnTo>
                  <a:pt x="3899" y="6824"/>
                </a:lnTo>
                <a:lnTo>
                  <a:pt x="3887" y="6990"/>
                </a:lnTo>
                <a:lnTo>
                  <a:pt x="3828" y="7300"/>
                </a:lnTo>
                <a:lnTo>
                  <a:pt x="3697" y="7597"/>
                </a:lnTo>
                <a:lnTo>
                  <a:pt x="3519" y="7858"/>
                </a:lnTo>
                <a:lnTo>
                  <a:pt x="3305" y="8072"/>
                </a:lnTo>
                <a:lnTo>
                  <a:pt x="3043" y="8250"/>
                </a:lnTo>
                <a:lnTo>
                  <a:pt x="2746" y="8381"/>
                </a:lnTo>
                <a:lnTo>
                  <a:pt x="2437" y="8441"/>
                </a:lnTo>
                <a:lnTo>
                  <a:pt x="2271" y="8453"/>
                </a:lnTo>
                <a:lnTo>
                  <a:pt x="2104" y="8441"/>
                </a:lnTo>
                <a:lnTo>
                  <a:pt x="1783" y="8381"/>
                </a:lnTo>
                <a:lnTo>
                  <a:pt x="1498" y="8250"/>
                </a:lnTo>
                <a:lnTo>
                  <a:pt x="1236" y="8072"/>
                </a:lnTo>
                <a:lnTo>
                  <a:pt x="1011" y="7858"/>
                </a:lnTo>
                <a:lnTo>
                  <a:pt x="832" y="7597"/>
                </a:lnTo>
                <a:lnTo>
                  <a:pt x="713" y="7300"/>
                </a:lnTo>
                <a:lnTo>
                  <a:pt x="642" y="6990"/>
                </a:lnTo>
                <a:lnTo>
                  <a:pt x="642" y="6824"/>
                </a:lnTo>
                <a:lnTo>
                  <a:pt x="642" y="5196"/>
                </a:lnTo>
                <a:close/>
                <a:moveTo>
                  <a:pt x="6395" y="4256"/>
                </a:moveTo>
                <a:lnTo>
                  <a:pt x="10021" y="7894"/>
                </a:lnTo>
                <a:lnTo>
                  <a:pt x="9854" y="8013"/>
                </a:lnTo>
                <a:lnTo>
                  <a:pt x="9486" y="8227"/>
                </a:lnTo>
                <a:lnTo>
                  <a:pt x="9094" y="8369"/>
                </a:lnTo>
                <a:lnTo>
                  <a:pt x="8666" y="8441"/>
                </a:lnTo>
                <a:lnTo>
                  <a:pt x="8440" y="8453"/>
                </a:lnTo>
                <a:lnTo>
                  <a:pt x="8178" y="8441"/>
                </a:lnTo>
                <a:lnTo>
                  <a:pt x="7667" y="8334"/>
                </a:lnTo>
                <a:lnTo>
                  <a:pt x="7204" y="8132"/>
                </a:lnTo>
                <a:lnTo>
                  <a:pt x="6788" y="7858"/>
                </a:lnTo>
                <a:lnTo>
                  <a:pt x="6431" y="7502"/>
                </a:lnTo>
                <a:lnTo>
                  <a:pt x="6158" y="7086"/>
                </a:lnTo>
                <a:lnTo>
                  <a:pt x="5955" y="6622"/>
                </a:lnTo>
                <a:lnTo>
                  <a:pt x="5848" y="6111"/>
                </a:lnTo>
                <a:lnTo>
                  <a:pt x="5848" y="5849"/>
                </a:lnTo>
                <a:lnTo>
                  <a:pt x="5848" y="5623"/>
                </a:lnTo>
                <a:lnTo>
                  <a:pt x="5920" y="5196"/>
                </a:lnTo>
                <a:lnTo>
                  <a:pt x="6062" y="4791"/>
                </a:lnTo>
                <a:lnTo>
                  <a:pt x="6276" y="4423"/>
                </a:lnTo>
                <a:lnTo>
                  <a:pt x="6395" y="4256"/>
                </a:lnTo>
                <a:close/>
                <a:moveTo>
                  <a:pt x="2033" y="1"/>
                </a:moveTo>
                <a:lnTo>
                  <a:pt x="1593" y="96"/>
                </a:lnTo>
                <a:lnTo>
                  <a:pt x="1189" y="262"/>
                </a:lnTo>
                <a:lnTo>
                  <a:pt x="820" y="512"/>
                </a:lnTo>
                <a:lnTo>
                  <a:pt x="511" y="821"/>
                </a:lnTo>
                <a:lnTo>
                  <a:pt x="262" y="1178"/>
                </a:lnTo>
                <a:lnTo>
                  <a:pt x="95" y="1582"/>
                </a:lnTo>
                <a:lnTo>
                  <a:pt x="0" y="2022"/>
                </a:lnTo>
                <a:lnTo>
                  <a:pt x="0" y="2248"/>
                </a:lnTo>
                <a:lnTo>
                  <a:pt x="0" y="6788"/>
                </a:lnTo>
                <a:lnTo>
                  <a:pt x="0" y="7014"/>
                </a:lnTo>
                <a:lnTo>
                  <a:pt x="95" y="7454"/>
                </a:lnTo>
                <a:lnTo>
                  <a:pt x="262" y="7870"/>
                </a:lnTo>
                <a:lnTo>
                  <a:pt x="511" y="8227"/>
                </a:lnTo>
                <a:lnTo>
                  <a:pt x="820" y="8536"/>
                </a:lnTo>
                <a:lnTo>
                  <a:pt x="1189" y="8774"/>
                </a:lnTo>
                <a:lnTo>
                  <a:pt x="1593" y="8940"/>
                </a:lnTo>
                <a:lnTo>
                  <a:pt x="2033" y="9035"/>
                </a:lnTo>
                <a:lnTo>
                  <a:pt x="2271" y="9047"/>
                </a:lnTo>
                <a:lnTo>
                  <a:pt x="2508" y="9035"/>
                </a:lnTo>
                <a:lnTo>
                  <a:pt x="2948" y="8940"/>
                </a:lnTo>
                <a:lnTo>
                  <a:pt x="3352" y="8774"/>
                </a:lnTo>
                <a:lnTo>
                  <a:pt x="3721" y="8524"/>
                </a:lnTo>
                <a:lnTo>
                  <a:pt x="4030" y="8215"/>
                </a:lnTo>
                <a:lnTo>
                  <a:pt x="4268" y="7858"/>
                </a:lnTo>
                <a:lnTo>
                  <a:pt x="4446" y="7454"/>
                </a:lnTo>
                <a:lnTo>
                  <a:pt x="4541" y="7014"/>
                </a:lnTo>
                <a:lnTo>
                  <a:pt x="4541" y="6788"/>
                </a:lnTo>
                <a:lnTo>
                  <a:pt x="4541" y="2248"/>
                </a:lnTo>
                <a:lnTo>
                  <a:pt x="4541" y="2022"/>
                </a:lnTo>
                <a:lnTo>
                  <a:pt x="4446" y="1582"/>
                </a:lnTo>
                <a:lnTo>
                  <a:pt x="4268" y="1178"/>
                </a:lnTo>
                <a:lnTo>
                  <a:pt x="4030" y="821"/>
                </a:lnTo>
                <a:lnTo>
                  <a:pt x="3721" y="512"/>
                </a:lnTo>
                <a:lnTo>
                  <a:pt x="3352" y="262"/>
                </a:lnTo>
                <a:lnTo>
                  <a:pt x="2948" y="96"/>
                </a:lnTo>
                <a:lnTo>
                  <a:pt x="2508" y="1"/>
                </a:lnTo>
                <a:close/>
                <a:moveTo>
                  <a:pt x="8440" y="2592"/>
                </a:moveTo>
                <a:lnTo>
                  <a:pt x="8107" y="2604"/>
                </a:lnTo>
                <a:lnTo>
                  <a:pt x="7477" y="2735"/>
                </a:lnTo>
                <a:lnTo>
                  <a:pt x="6895" y="2985"/>
                </a:lnTo>
                <a:lnTo>
                  <a:pt x="6372" y="3329"/>
                </a:lnTo>
                <a:lnTo>
                  <a:pt x="5932" y="3769"/>
                </a:lnTo>
                <a:lnTo>
                  <a:pt x="5575" y="4292"/>
                </a:lnTo>
                <a:lnTo>
                  <a:pt x="5337" y="4875"/>
                </a:lnTo>
                <a:lnTo>
                  <a:pt x="5207" y="5516"/>
                </a:lnTo>
                <a:lnTo>
                  <a:pt x="5195" y="5849"/>
                </a:lnTo>
                <a:lnTo>
                  <a:pt x="5207" y="6182"/>
                </a:lnTo>
                <a:lnTo>
                  <a:pt x="5337" y="6812"/>
                </a:lnTo>
                <a:lnTo>
                  <a:pt x="5575" y="7395"/>
                </a:lnTo>
                <a:lnTo>
                  <a:pt x="5932" y="7918"/>
                </a:lnTo>
                <a:lnTo>
                  <a:pt x="6372" y="8357"/>
                </a:lnTo>
                <a:lnTo>
                  <a:pt x="6895" y="8714"/>
                </a:lnTo>
                <a:lnTo>
                  <a:pt x="7477" y="8952"/>
                </a:lnTo>
                <a:lnTo>
                  <a:pt x="8107" y="9083"/>
                </a:lnTo>
                <a:lnTo>
                  <a:pt x="8440" y="9094"/>
                </a:lnTo>
                <a:lnTo>
                  <a:pt x="8773" y="9083"/>
                </a:lnTo>
                <a:lnTo>
                  <a:pt x="9415" y="8952"/>
                </a:lnTo>
                <a:lnTo>
                  <a:pt x="9997" y="8714"/>
                </a:lnTo>
                <a:lnTo>
                  <a:pt x="10520" y="8357"/>
                </a:lnTo>
                <a:lnTo>
                  <a:pt x="10960" y="7918"/>
                </a:lnTo>
                <a:lnTo>
                  <a:pt x="11305" y="7395"/>
                </a:lnTo>
                <a:lnTo>
                  <a:pt x="11554" y="6812"/>
                </a:lnTo>
                <a:lnTo>
                  <a:pt x="11685" y="6182"/>
                </a:lnTo>
                <a:lnTo>
                  <a:pt x="11697" y="5849"/>
                </a:lnTo>
                <a:lnTo>
                  <a:pt x="11685" y="5516"/>
                </a:lnTo>
                <a:lnTo>
                  <a:pt x="11554" y="4875"/>
                </a:lnTo>
                <a:lnTo>
                  <a:pt x="11305" y="4292"/>
                </a:lnTo>
                <a:lnTo>
                  <a:pt x="10960" y="3769"/>
                </a:lnTo>
                <a:lnTo>
                  <a:pt x="10520" y="3329"/>
                </a:lnTo>
                <a:lnTo>
                  <a:pt x="9997" y="2985"/>
                </a:lnTo>
                <a:lnTo>
                  <a:pt x="9415" y="2735"/>
                </a:lnTo>
                <a:lnTo>
                  <a:pt x="8773" y="2604"/>
                </a:lnTo>
                <a:lnTo>
                  <a:pt x="8440" y="259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2" name="Google Shape;3132;p174"/>
          <p:cNvSpPr/>
          <p:nvPr/>
        </p:nvSpPr>
        <p:spPr>
          <a:xfrm>
            <a:off x="6514369" y="2309802"/>
            <a:ext cx="635903" cy="565453"/>
          </a:xfrm>
          <a:custGeom>
            <a:rect b="b" l="l" r="r" t="t"/>
            <a:pathLst>
              <a:path extrusionOk="0" h="10402" w="11698">
                <a:moveTo>
                  <a:pt x="5314" y="0"/>
                </a:moveTo>
                <a:lnTo>
                  <a:pt x="4910" y="83"/>
                </a:lnTo>
                <a:lnTo>
                  <a:pt x="4541" y="214"/>
                </a:lnTo>
                <a:lnTo>
                  <a:pt x="4197" y="416"/>
                </a:lnTo>
                <a:lnTo>
                  <a:pt x="3899" y="678"/>
                </a:lnTo>
                <a:lnTo>
                  <a:pt x="3650" y="975"/>
                </a:lnTo>
                <a:lnTo>
                  <a:pt x="3460" y="1320"/>
                </a:lnTo>
                <a:lnTo>
                  <a:pt x="3317" y="1700"/>
                </a:lnTo>
                <a:lnTo>
                  <a:pt x="3281" y="1890"/>
                </a:lnTo>
                <a:lnTo>
                  <a:pt x="3269" y="2021"/>
                </a:lnTo>
                <a:lnTo>
                  <a:pt x="3412" y="2223"/>
                </a:lnTo>
                <a:lnTo>
                  <a:pt x="3543" y="2271"/>
                </a:lnTo>
                <a:lnTo>
                  <a:pt x="3674" y="2271"/>
                </a:lnTo>
                <a:lnTo>
                  <a:pt x="3876" y="2128"/>
                </a:lnTo>
                <a:lnTo>
                  <a:pt x="3923" y="2009"/>
                </a:lnTo>
                <a:lnTo>
                  <a:pt x="3983" y="1724"/>
                </a:lnTo>
                <a:lnTo>
                  <a:pt x="4268" y="1236"/>
                </a:lnTo>
                <a:lnTo>
                  <a:pt x="4696" y="868"/>
                </a:lnTo>
                <a:lnTo>
                  <a:pt x="5231" y="666"/>
                </a:lnTo>
                <a:lnTo>
                  <a:pt x="5528" y="654"/>
                </a:lnTo>
                <a:lnTo>
                  <a:pt x="5789" y="666"/>
                </a:lnTo>
                <a:lnTo>
                  <a:pt x="6265" y="820"/>
                </a:lnTo>
                <a:lnTo>
                  <a:pt x="6669" y="1106"/>
                </a:lnTo>
                <a:lnTo>
                  <a:pt x="6966" y="1498"/>
                </a:lnTo>
                <a:lnTo>
                  <a:pt x="7061" y="1736"/>
                </a:lnTo>
                <a:lnTo>
                  <a:pt x="7121" y="1855"/>
                </a:lnTo>
                <a:lnTo>
                  <a:pt x="7347" y="1962"/>
                </a:lnTo>
                <a:lnTo>
                  <a:pt x="7477" y="1926"/>
                </a:lnTo>
                <a:lnTo>
                  <a:pt x="7584" y="1866"/>
                </a:lnTo>
                <a:lnTo>
                  <a:pt x="7703" y="1641"/>
                </a:lnTo>
                <a:lnTo>
                  <a:pt x="7668" y="1510"/>
                </a:lnTo>
                <a:lnTo>
                  <a:pt x="7537" y="1189"/>
                </a:lnTo>
                <a:lnTo>
                  <a:pt x="7121" y="642"/>
                </a:lnTo>
                <a:lnTo>
                  <a:pt x="6562" y="238"/>
                </a:lnTo>
                <a:lnTo>
                  <a:pt x="6063" y="60"/>
                </a:lnTo>
                <a:lnTo>
                  <a:pt x="5706" y="0"/>
                </a:lnTo>
                <a:close/>
                <a:moveTo>
                  <a:pt x="8607" y="4874"/>
                </a:moveTo>
                <a:lnTo>
                  <a:pt x="8512" y="4886"/>
                </a:lnTo>
                <a:lnTo>
                  <a:pt x="8333" y="4957"/>
                </a:lnTo>
                <a:lnTo>
                  <a:pt x="8203" y="5088"/>
                </a:lnTo>
                <a:lnTo>
                  <a:pt x="8131" y="5266"/>
                </a:lnTo>
                <a:lnTo>
                  <a:pt x="8119" y="5361"/>
                </a:lnTo>
                <a:lnTo>
                  <a:pt x="8131" y="5456"/>
                </a:lnTo>
                <a:lnTo>
                  <a:pt x="8203" y="5635"/>
                </a:lnTo>
                <a:lnTo>
                  <a:pt x="8333" y="5765"/>
                </a:lnTo>
                <a:lnTo>
                  <a:pt x="8512" y="5837"/>
                </a:lnTo>
                <a:lnTo>
                  <a:pt x="8607" y="5849"/>
                </a:lnTo>
                <a:lnTo>
                  <a:pt x="8714" y="5837"/>
                </a:lnTo>
                <a:lnTo>
                  <a:pt x="8880" y="5765"/>
                </a:lnTo>
                <a:lnTo>
                  <a:pt x="9023" y="5635"/>
                </a:lnTo>
                <a:lnTo>
                  <a:pt x="9094" y="5456"/>
                </a:lnTo>
                <a:lnTo>
                  <a:pt x="9094" y="5361"/>
                </a:lnTo>
                <a:lnTo>
                  <a:pt x="9094" y="5266"/>
                </a:lnTo>
                <a:lnTo>
                  <a:pt x="9023" y="5088"/>
                </a:lnTo>
                <a:lnTo>
                  <a:pt x="8880" y="4957"/>
                </a:lnTo>
                <a:lnTo>
                  <a:pt x="8714" y="4886"/>
                </a:lnTo>
                <a:lnTo>
                  <a:pt x="8607" y="4874"/>
                </a:lnTo>
                <a:close/>
                <a:moveTo>
                  <a:pt x="9249" y="2603"/>
                </a:moveTo>
                <a:lnTo>
                  <a:pt x="9023" y="3507"/>
                </a:lnTo>
                <a:lnTo>
                  <a:pt x="9367" y="3768"/>
                </a:lnTo>
                <a:lnTo>
                  <a:pt x="9617" y="3982"/>
                </a:lnTo>
                <a:lnTo>
                  <a:pt x="10033" y="4505"/>
                </a:lnTo>
                <a:lnTo>
                  <a:pt x="10188" y="4814"/>
                </a:lnTo>
                <a:lnTo>
                  <a:pt x="10354" y="5195"/>
                </a:lnTo>
                <a:lnTo>
                  <a:pt x="11055" y="5195"/>
                </a:lnTo>
                <a:lnTo>
                  <a:pt x="11055" y="7144"/>
                </a:lnTo>
                <a:lnTo>
                  <a:pt x="10081" y="7144"/>
                </a:lnTo>
                <a:lnTo>
                  <a:pt x="9879" y="7406"/>
                </a:lnTo>
                <a:lnTo>
                  <a:pt x="9665" y="7667"/>
                </a:lnTo>
                <a:lnTo>
                  <a:pt x="9142" y="8083"/>
                </a:lnTo>
                <a:lnTo>
                  <a:pt x="8844" y="8238"/>
                </a:lnTo>
                <a:lnTo>
                  <a:pt x="8452" y="8404"/>
                </a:lnTo>
                <a:lnTo>
                  <a:pt x="8452" y="9427"/>
                </a:lnTo>
                <a:lnTo>
                  <a:pt x="8428" y="9557"/>
                </a:lnTo>
                <a:lnTo>
                  <a:pt x="8262" y="9736"/>
                </a:lnTo>
                <a:lnTo>
                  <a:pt x="8131" y="9747"/>
                </a:lnTo>
                <a:lnTo>
                  <a:pt x="7477" y="9747"/>
                </a:lnTo>
                <a:lnTo>
                  <a:pt x="7347" y="9736"/>
                </a:lnTo>
                <a:lnTo>
                  <a:pt x="7168" y="9557"/>
                </a:lnTo>
                <a:lnTo>
                  <a:pt x="7156" y="9427"/>
                </a:lnTo>
                <a:lnTo>
                  <a:pt x="7156" y="8452"/>
                </a:lnTo>
                <a:lnTo>
                  <a:pt x="4553" y="8452"/>
                </a:lnTo>
                <a:lnTo>
                  <a:pt x="4553" y="9427"/>
                </a:lnTo>
                <a:lnTo>
                  <a:pt x="4529" y="9557"/>
                </a:lnTo>
                <a:lnTo>
                  <a:pt x="4351" y="9736"/>
                </a:lnTo>
                <a:lnTo>
                  <a:pt x="4220" y="9747"/>
                </a:lnTo>
                <a:lnTo>
                  <a:pt x="3578" y="9747"/>
                </a:lnTo>
                <a:lnTo>
                  <a:pt x="3448" y="9736"/>
                </a:lnTo>
                <a:lnTo>
                  <a:pt x="3269" y="9557"/>
                </a:lnTo>
                <a:lnTo>
                  <a:pt x="3246" y="9427"/>
                </a:lnTo>
                <a:lnTo>
                  <a:pt x="3246" y="8119"/>
                </a:lnTo>
                <a:lnTo>
                  <a:pt x="2984" y="7929"/>
                </a:lnTo>
                <a:lnTo>
                  <a:pt x="2758" y="7739"/>
                </a:lnTo>
                <a:lnTo>
                  <a:pt x="2378" y="7287"/>
                </a:lnTo>
                <a:lnTo>
                  <a:pt x="2105" y="6764"/>
                </a:lnTo>
                <a:lnTo>
                  <a:pt x="1962" y="6169"/>
                </a:lnTo>
                <a:lnTo>
                  <a:pt x="1950" y="5849"/>
                </a:lnTo>
                <a:lnTo>
                  <a:pt x="1962" y="5587"/>
                </a:lnTo>
                <a:lnTo>
                  <a:pt x="2057" y="5076"/>
                </a:lnTo>
                <a:lnTo>
                  <a:pt x="2259" y="4612"/>
                </a:lnTo>
                <a:lnTo>
                  <a:pt x="2544" y="4196"/>
                </a:lnTo>
                <a:lnTo>
                  <a:pt x="2889" y="3840"/>
                </a:lnTo>
                <a:lnTo>
                  <a:pt x="3305" y="3554"/>
                </a:lnTo>
                <a:lnTo>
                  <a:pt x="3769" y="3364"/>
                </a:lnTo>
                <a:lnTo>
                  <a:pt x="4280" y="3257"/>
                </a:lnTo>
                <a:lnTo>
                  <a:pt x="4553" y="3245"/>
                </a:lnTo>
                <a:lnTo>
                  <a:pt x="7941" y="3245"/>
                </a:lnTo>
                <a:lnTo>
                  <a:pt x="8131" y="3031"/>
                </a:lnTo>
                <a:lnTo>
                  <a:pt x="8321" y="2841"/>
                </a:lnTo>
                <a:lnTo>
                  <a:pt x="8690" y="2663"/>
                </a:lnTo>
                <a:lnTo>
                  <a:pt x="8963" y="2603"/>
                </a:lnTo>
                <a:close/>
                <a:moveTo>
                  <a:pt x="9094" y="1950"/>
                </a:moveTo>
                <a:lnTo>
                  <a:pt x="8880" y="1962"/>
                </a:lnTo>
                <a:lnTo>
                  <a:pt x="8476" y="2045"/>
                </a:lnTo>
                <a:lnTo>
                  <a:pt x="8107" y="2211"/>
                </a:lnTo>
                <a:lnTo>
                  <a:pt x="7786" y="2449"/>
                </a:lnTo>
                <a:lnTo>
                  <a:pt x="7644" y="2603"/>
                </a:lnTo>
                <a:lnTo>
                  <a:pt x="4244" y="2603"/>
                </a:lnTo>
                <a:lnTo>
                  <a:pt x="3685" y="2710"/>
                </a:lnTo>
                <a:lnTo>
                  <a:pt x="3162" y="2901"/>
                </a:lnTo>
                <a:lnTo>
                  <a:pt x="2687" y="3174"/>
                </a:lnTo>
                <a:lnTo>
                  <a:pt x="2271" y="3519"/>
                </a:lnTo>
                <a:lnTo>
                  <a:pt x="1914" y="3923"/>
                </a:lnTo>
                <a:lnTo>
                  <a:pt x="1629" y="4398"/>
                </a:lnTo>
                <a:lnTo>
                  <a:pt x="1427" y="4921"/>
                </a:lnTo>
                <a:lnTo>
                  <a:pt x="1368" y="5195"/>
                </a:lnTo>
                <a:lnTo>
                  <a:pt x="1189" y="5195"/>
                </a:lnTo>
                <a:lnTo>
                  <a:pt x="940" y="5088"/>
                </a:lnTo>
                <a:lnTo>
                  <a:pt x="749" y="4898"/>
                </a:lnTo>
                <a:lnTo>
                  <a:pt x="642" y="4660"/>
                </a:lnTo>
                <a:lnTo>
                  <a:pt x="631" y="4517"/>
                </a:lnTo>
                <a:lnTo>
                  <a:pt x="654" y="4327"/>
                </a:lnTo>
                <a:lnTo>
                  <a:pt x="856" y="4018"/>
                </a:lnTo>
                <a:lnTo>
                  <a:pt x="1023" y="3911"/>
                </a:lnTo>
                <a:lnTo>
                  <a:pt x="1118" y="3863"/>
                </a:lnTo>
                <a:lnTo>
                  <a:pt x="1225" y="3792"/>
                </a:lnTo>
                <a:lnTo>
                  <a:pt x="1308" y="3554"/>
                </a:lnTo>
                <a:lnTo>
                  <a:pt x="1261" y="3424"/>
                </a:lnTo>
                <a:lnTo>
                  <a:pt x="1189" y="3317"/>
                </a:lnTo>
                <a:lnTo>
                  <a:pt x="951" y="3245"/>
                </a:lnTo>
                <a:lnTo>
                  <a:pt x="833" y="3281"/>
                </a:lnTo>
                <a:lnTo>
                  <a:pt x="738" y="3329"/>
                </a:lnTo>
                <a:lnTo>
                  <a:pt x="571" y="3424"/>
                </a:lnTo>
                <a:lnTo>
                  <a:pt x="298" y="3673"/>
                </a:lnTo>
                <a:lnTo>
                  <a:pt x="108" y="3982"/>
                </a:lnTo>
                <a:lnTo>
                  <a:pt x="1" y="4327"/>
                </a:lnTo>
                <a:lnTo>
                  <a:pt x="1" y="4517"/>
                </a:lnTo>
                <a:lnTo>
                  <a:pt x="12" y="4791"/>
                </a:lnTo>
                <a:lnTo>
                  <a:pt x="214" y="5254"/>
                </a:lnTo>
                <a:lnTo>
                  <a:pt x="559" y="5623"/>
                </a:lnTo>
                <a:lnTo>
                  <a:pt x="1035" y="5825"/>
                </a:lnTo>
                <a:lnTo>
                  <a:pt x="1296" y="5849"/>
                </a:lnTo>
                <a:lnTo>
                  <a:pt x="1308" y="6241"/>
                </a:lnTo>
                <a:lnTo>
                  <a:pt x="1498" y="6990"/>
                </a:lnTo>
                <a:lnTo>
                  <a:pt x="1831" y="7655"/>
                </a:lnTo>
                <a:lnTo>
                  <a:pt x="2307" y="8214"/>
                </a:lnTo>
                <a:lnTo>
                  <a:pt x="2604" y="8452"/>
                </a:lnTo>
                <a:lnTo>
                  <a:pt x="2604" y="9427"/>
                </a:lnTo>
                <a:lnTo>
                  <a:pt x="2616" y="9617"/>
                </a:lnTo>
                <a:lnTo>
                  <a:pt x="2758" y="9973"/>
                </a:lnTo>
                <a:lnTo>
                  <a:pt x="3020" y="10235"/>
                </a:lnTo>
                <a:lnTo>
                  <a:pt x="3376" y="10389"/>
                </a:lnTo>
                <a:lnTo>
                  <a:pt x="3578" y="10401"/>
                </a:lnTo>
                <a:lnTo>
                  <a:pt x="4220" y="10401"/>
                </a:lnTo>
                <a:lnTo>
                  <a:pt x="4422" y="10389"/>
                </a:lnTo>
                <a:lnTo>
                  <a:pt x="4767" y="10235"/>
                </a:lnTo>
                <a:lnTo>
                  <a:pt x="5041" y="9973"/>
                </a:lnTo>
                <a:lnTo>
                  <a:pt x="5183" y="9617"/>
                </a:lnTo>
                <a:lnTo>
                  <a:pt x="5195" y="9427"/>
                </a:lnTo>
                <a:lnTo>
                  <a:pt x="5195" y="9094"/>
                </a:lnTo>
                <a:lnTo>
                  <a:pt x="6503" y="9094"/>
                </a:lnTo>
                <a:lnTo>
                  <a:pt x="6503" y="9427"/>
                </a:lnTo>
                <a:lnTo>
                  <a:pt x="6515" y="9617"/>
                </a:lnTo>
                <a:lnTo>
                  <a:pt x="6657" y="9973"/>
                </a:lnTo>
                <a:lnTo>
                  <a:pt x="6919" y="10235"/>
                </a:lnTo>
                <a:lnTo>
                  <a:pt x="7275" y="10389"/>
                </a:lnTo>
                <a:lnTo>
                  <a:pt x="7477" y="10401"/>
                </a:lnTo>
                <a:lnTo>
                  <a:pt x="8119" y="10401"/>
                </a:lnTo>
                <a:lnTo>
                  <a:pt x="8321" y="10389"/>
                </a:lnTo>
                <a:lnTo>
                  <a:pt x="8678" y="10235"/>
                </a:lnTo>
                <a:lnTo>
                  <a:pt x="8940" y="9973"/>
                </a:lnTo>
                <a:lnTo>
                  <a:pt x="9082" y="9617"/>
                </a:lnTo>
                <a:lnTo>
                  <a:pt x="9094" y="9427"/>
                </a:lnTo>
                <a:lnTo>
                  <a:pt x="9094" y="8832"/>
                </a:lnTo>
                <a:lnTo>
                  <a:pt x="9296" y="8737"/>
                </a:lnTo>
                <a:lnTo>
                  <a:pt x="9653" y="8523"/>
                </a:lnTo>
                <a:lnTo>
                  <a:pt x="10128" y="8107"/>
                </a:lnTo>
                <a:lnTo>
                  <a:pt x="10402" y="7798"/>
                </a:lnTo>
                <a:lnTo>
                  <a:pt x="11055" y="7798"/>
                </a:lnTo>
                <a:lnTo>
                  <a:pt x="11186" y="7786"/>
                </a:lnTo>
                <a:lnTo>
                  <a:pt x="11412" y="7691"/>
                </a:lnTo>
                <a:lnTo>
                  <a:pt x="11590" y="7513"/>
                </a:lnTo>
                <a:lnTo>
                  <a:pt x="11685" y="7275"/>
                </a:lnTo>
                <a:lnTo>
                  <a:pt x="11697" y="7144"/>
                </a:lnTo>
                <a:lnTo>
                  <a:pt x="11697" y="5195"/>
                </a:lnTo>
                <a:lnTo>
                  <a:pt x="11685" y="5064"/>
                </a:lnTo>
                <a:lnTo>
                  <a:pt x="11590" y="4826"/>
                </a:lnTo>
                <a:lnTo>
                  <a:pt x="11412" y="4660"/>
                </a:lnTo>
                <a:lnTo>
                  <a:pt x="11186" y="4553"/>
                </a:lnTo>
                <a:lnTo>
                  <a:pt x="10782" y="4553"/>
                </a:lnTo>
                <a:lnTo>
                  <a:pt x="10592" y="4172"/>
                </a:lnTo>
                <a:lnTo>
                  <a:pt x="10069" y="3507"/>
                </a:lnTo>
                <a:lnTo>
                  <a:pt x="9748" y="3233"/>
                </a:lnTo>
                <a:lnTo>
                  <a:pt x="9926" y="2556"/>
                </a:lnTo>
                <a:lnTo>
                  <a:pt x="9938" y="2437"/>
                </a:lnTo>
                <a:lnTo>
                  <a:pt x="9890" y="2223"/>
                </a:lnTo>
                <a:lnTo>
                  <a:pt x="9760" y="2057"/>
                </a:lnTo>
                <a:lnTo>
                  <a:pt x="9570" y="1962"/>
                </a:lnTo>
                <a:lnTo>
                  <a:pt x="9451" y="195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3" name="Google Shape;3133;p174"/>
          <p:cNvSpPr/>
          <p:nvPr/>
        </p:nvSpPr>
        <p:spPr>
          <a:xfrm>
            <a:off x="7698135" y="2309802"/>
            <a:ext cx="423954" cy="565453"/>
          </a:xfrm>
          <a:custGeom>
            <a:rect b="b" l="l" r="r" t="t"/>
            <a:pathLst>
              <a:path extrusionOk="0" h="10402" w="7799">
                <a:moveTo>
                  <a:pt x="1950" y="0"/>
                </a:moveTo>
                <a:lnTo>
                  <a:pt x="1819" y="12"/>
                </a:lnTo>
                <a:lnTo>
                  <a:pt x="1641" y="190"/>
                </a:lnTo>
                <a:lnTo>
                  <a:pt x="1629" y="321"/>
                </a:lnTo>
                <a:lnTo>
                  <a:pt x="1629" y="2271"/>
                </a:lnTo>
                <a:lnTo>
                  <a:pt x="2283" y="2271"/>
                </a:lnTo>
                <a:lnTo>
                  <a:pt x="2283" y="321"/>
                </a:lnTo>
                <a:lnTo>
                  <a:pt x="2259" y="190"/>
                </a:lnTo>
                <a:lnTo>
                  <a:pt x="2081" y="12"/>
                </a:lnTo>
                <a:lnTo>
                  <a:pt x="1950" y="0"/>
                </a:lnTo>
                <a:close/>
                <a:moveTo>
                  <a:pt x="5849" y="0"/>
                </a:moveTo>
                <a:lnTo>
                  <a:pt x="5718" y="12"/>
                </a:lnTo>
                <a:lnTo>
                  <a:pt x="5552" y="190"/>
                </a:lnTo>
                <a:lnTo>
                  <a:pt x="5528" y="321"/>
                </a:lnTo>
                <a:lnTo>
                  <a:pt x="5528" y="2271"/>
                </a:lnTo>
                <a:lnTo>
                  <a:pt x="6182" y="2271"/>
                </a:lnTo>
                <a:lnTo>
                  <a:pt x="6182" y="321"/>
                </a:lnTo>
                <a:lnTo>
                  <a:pt x="6158" y="190"/>
                </a:lnTo>
                <a:lnTo>
                  <a:pt x="5980" y="12"/>
                </a:lnTo>
                <a:lnTo>
                  <a:pt x="5849" y="0"/>
                </a:lnTo>
                <a:close/>
                <a:moveTo>
                  <a:pt x="6503" y="3578"/>
                </a:moveTo>
                <a:lnTo>
                  <a:pt x="6503" y="4874"/>
                </a:lnTo>
                <a:lnTo>
                  <a:pt x="6491" y="5135"/>
                </a:lnTo>
                <a:lnTo>
                  <a:pt x="6384" y="5646"/>
                </a:lnTo>
                <a:lnTo>
                  <a:pt x="6193" y="6110"/>
                </a:lnTo>
                <a:lnTo>
                  <a:pt x="5908" y="6526"/>
                </a:lnTo>
                <a:lnTo>
                  <a:pt x="5563" y="6883"/>
                </a:lnTo>
                <a:lnTo>
                  <a:pt x="5147" y="7168"/>
                </a:lnTo>
                <a:lnTo>
                  <a:pt x="4672" y="7358"/>
                </a:lnTo>
                <a:lnTo>
                  <a:pt x="4173" y="7465"/>
                </a:lnTo>
                <a:lnTo>
                  <a:pt x="3899" y="7477"/>
                </a:lnTo>
                <a:lnTo>
                  <a:pt x="3638" y="7465"/>
                </a:lnTo>
                <a:lnTo>
                  <a:pt x="3127" y="7358"/>
                </a:lnTo>
                <a:lnTo>
                  <a:pt x="2663" y="7168"/>
                </a:lnTo>
                <a:lnTo>
                  <a:pt x="2247" y="6883"/>
                </a:lnTo>
                <a:lnTo>
                  <a:pt x="1890" y="6526"/>
                </a:lnTo>
                <a:lnTo>
                  <a:pt x="1617" y="6110"/>
                </a:lnTo>
                <a:lnTo>
                  <a:pt x="1415" y="5646"/>
                </a:lnTo>
                <a:lnTo>
                  <a:pt x="1308" y="5135"/>
                </a:lnTo>
                <a:lnTo>
                  <a:pt x="1308" y="4874"/>
                </a:lnTo>
                <a:lnTo>
                  <a:pt x="1308" y="3578"/>
                </a:lnTo>
                <a:close/>
                <a:moveTo>
                  <a:pt x="321" y="2924"/>
                </a:moveTo>
                <a:lnTo>
                  <a:pt x="191" y="2936"/>
                </a:lnTo>
                <a:lnTo>
                  <a:pt x="12" y="3115"/>
                </a:lnTo>
                <a:lnTo>
                  <a:pt x="0" y="3245"/>
                </a:lnTo>
                <a:lnTo>
                  <a:pt x="12" y="3376"/>
                </a:lnTo>
                <a:lnTo>
                  <a:pt x="191" y="3554"/>
                </a:lnTo>
                <a:lnTo>
                  <a:pt x="321" y="3578"/>
                </a:lnTo>
                <a:lnTo>
                  <a:pt x="654" y="3578"/>
                </a:lnTo>
                <a:lnTo>
                  <a:pt x="654" y="4874"/>
                </a:lnTo>
                <a:lnTo>
                  <a:pt x="654" y="5183"/>
                </a:lnTo>
                <a:lnTo>
                  <a:pt x="773" y="5777"/>
                </a:lnTo>
                <a:lnTo>
                  <a:pt x="999" y="6336"/>
                </a:lnTo>
                <a:lnTo>
                  <a:pt x="1308" y="6835"/>
                </a:lnTo>
                <a:lnTo>
                  <a:pt x="1700" y="7263"/>
                </a:lnTo>
                <a:lnTo>
                  <a:pt x="2164" y="7632"/>
                </a:lnTo>
                <a:lnTo>
                  <a:pt x="2699" y="7893"/>
                </a:lnTo>
                <a:lnTo>
                  <a:pt x="3269" y="8071"/>
                </a:lnTo>
                <a:lnTo>
                  <a:pt x="3578" y="8107"/>
                </a:lnTo>
                <a:lnTo>
                  <a:pt x="3578" y="10080"/>
                </a:lnTo>
                <a:lnTo>
                  <a:pt x="3590" y="10199"/>
                </a:lnTo>
                <a:lnTo>
                  <a:pt x="3769" y="10377"/>
                </a:lnTo>
                <a:lnTo>
                  <a:pt x="3899" y="10401"/>
                </a:lnTo>
                <a:lnTo>
                  <a:pt x="4030" y="10377"/>
                </a:lnTo>
                <a:lnTo>
                  <a:pt x="4208" y="10199"/>
                </a:lnTo>
                <a:lnTo>
                  <a:pt x="4220" y="10080"/>
                </a:lnTo>
                <a:lnTo>
                  <a:pt x="4220" y="8107"/>
                </a:lnTo>
                <a:lnTo>
                  <a:pt x="4529" y="8071"/>
                </a:lnTo>
                <a:lnTo>
                  <a:pt x="5112" y="7893"/>
                </a:lnTo>
                <a:lnTo>
                  <a:pt x="5635" y="7620"/>
                </a:lnTo>
                <a:lnTo>
                  <a:pt x="6098" y="7263"/>
                </a:lnTo>
                <a:lnTo>
                  <a:pt x="6491" y="6835"/>
                </a:lnTo>
                <a:lnTo>
                  <a:pt x="6812" y="6336"/>
                </a:lnTo>
                <a:lnTo>
                  <a:pt x="7026" y="5777"/>
                </a:lnTo>
                <a:lnTo>
                  <a:pt x="7144" y="5183"/>
                </a:lnTo>
                <a:lnTo>
                  <a:pt x="7156" y="4874"/>
                </a:lnTo>
                <a:lnTo>
                  <a:pt x="7156" y="3578"/>
                </a:lnTo>
                <a:lnTo>
                  <a:pt x="7477" y="3578"/>
                </a:lnTo>
                <a:lnTo>
                  <a:pt x="7608" y="3554"/>
                </a:lnTo>
                <a:lnTo>
                  <a:pt x="7786" y="3376"/>
                </a:lnTo>
                <a:lnTo>
                  <a:pt x="7798" y="3245"/>
                </a:lnTo>
                <a:lnTo>
                  <a:pt x="7786" y="3115"/>
                </a:lnTo>
                <a:lnTo>
                  <a:pt x="7608" y="2936"/>
                </a:lnTo>
                <a:lnTo>
                  <a:pt x="7477" y="2924"/>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4" name="Google Shape;3134;p174"/>
          <p:cNvSpPr/>
          <p:nvPr/>
        </p:nvSpPr>
        <p:spPr>
          <a:xfrm>
            <a:off x="1089880" y="2309802"/>
            <a:ext cx="705702" cy="566105"/>
          </a:xfrm>
          <a:custGeom>
            <a:rect b="b" l="l" r="r" t="t"/>
            <a:pathLst>
              <a:path extrusionOk="0" h="10414" w="12982">
                <a:moveTo>
                  <a:pt x="4149" y="654"/>
                </a:moveTo>
                <a:lnTo>
                  <a:pt x="4316" y="725"/>
                </a:lnTo>
                <a:lnTo>
                  <a:pt x="4458" y="856"/>
                </a:lnTo>
                <a:lnTo>
                  <a:pt x="4530" y="1034"/>
                </a:lnTo>
                <a:lnTo>
                  <a:pt x="4530" y="1141"/>
                </a:lnTo>
                <a:lnTo>
                  <a:pt x="4530" y="1236"/>
                </a:lnTo>
                <a:lnTo>
                  <a:pt x="4458" y="1415"/>
                </a:lnTo>
                <a:lnTo>
                  <a:pt x="4316" y="1545"/>
                </a:lnTo>
                <a:lnTo>
                  <a:pt x="4149" y="1617"/>
                </a:lnTo>
                <a:lnTo>
                  <a:pt x="4042" y="1629"/>
                </a:lnTo>
                <a:lnTo>
                  <a:pt x="3947" y="1617"/>
                </a:lnTo>
                <a:lnTo>
                  <a:pt x="3769" y="1545"/>
                </a:lnTo>
                <a:lnTo>
                  <a:pt x="3638" y="1415"/>
                </a:lnTo>
                <a:lnTo>
                  <a:pt x="3567" y="1236"/>
                </a:lnTo>
                <a:lnTo>
                  <a:pt x="3555" y="1141"/>
                </a:lnTo>
                <a:lnTo>
                  <a:pt x="3567" y="1034"/>
                </a:lnTo>
                <a:lnTo>
                  <a:pt x="3638" y="856"/>
                </a:lnTo>
                <a:lnTo>
                  <a:pt x="3769" y="725"/>
                </a:lnTo>
                <a:lnTo>
                  <a:pt x="3947" y="654"/>
                </a:lnTo>
                <a:close/>
                <a:moveTo>
                  <a:pt x="4042" y="0"/>
                </a:moveTo>
                <a:lnTo>
                  <a:pt x="3816" y="12"/>
                </a:lnTo>
                <a:lnTo>
                  <a:pt x="3400" y="190"/>
                </a:lnTo>
                <a:lnTo>
                  <a:pt x="3103" y="499"/>
                </a:lnTo>
                <a:lnTo>
                  <a:pt x="2925" y="904"/>
                </a:lnTo>
                <a:lnTo>
                  <a:pt x="2913" y="1141"/>
                </a:lnTo>
                <a:lnTo>
                  <a:pt x="2925" y="1367"/>
                </a:lnTo>
                <a:lnTo>
                  <a:pt x="3103" y="1771"/>
                </a:lnTo>
                <a:lnTo>
                  <a:pt x="3400" y="2080"/>
                </a:lnTo>
                <a:lnTo>
                  <a:pt x="3816" y="2259"/>
                </a:lnTo>
                <a:lnTo>
                  <a:pt x="4042" y="2271"/>
                </a:lnTo>
                <a:lnTo>
                  <a:pt x="4280" y="2259"/>
                </a:lnTo>
                <a:lnTo>
                  <a:pt x="4684" y="2080"/>
                </a:lnTo>
                <a:lnTo>
                  <a:pt x="4993" y="1771"/>
                </a:lnTo>
                <a:lnTo>
                  <a:pt x="5172" y="1367"/>
                </a:lnTo>
                <a:lnTo>
                  <a:pt x="5183" y="1141"/>
                </a:lnTo>
                <a:lnTo>
                  <a:pt x="5172" y="904"/>
                </a:lnTo>
                <a:lnTo>
                  <a:pt x="4993" y="499"/>
                </a:lnTo>
                <a:lnTo>
                  <a:pt x="4684" y="190"/>
                </a:lnTo>
                <a:lnTo>
                  <a:pt x="4280" y="12"/>
                </a:lnTo>
                <a:lnTo>
                  <a:pt x="4042" y="0"/>
                </a:lnTo>
                <a:close/>
                <a:moveTo>
                  <a:pt x="3353" y="3245"/>
                </a:moveTo>
                <a:lnTo>
                  <a:pt x="3591" y="3269"/>
                </a:lnTo>
                <a:lnTo>
                  <a:pt x="4007" y="3447"/>
                </a:lnTo>
                <a:lnTo>
                  <a:pt x="4173" y="3602"/>
                </a:lnTo>
                <a:lnTo>
                  <a:pt x="3258" y="6265"/>
                </a:lnTo>
                <a:lnTo>
                  <a:pt x="2628" y="5718"/>
                </a:lnTo>
                <a:lnTo>
                  <a:pt x="2568" y="5646"/>
                </a:lnTo>
                <a:lnTo>
                  <a:pt x="2509" y="5468"/>
                </a:lnTo>
                <a:lnTo>
                  <a:pt x="2533" y="5373"/>
                </a:lnTo>
                <a:lnTo>
                  <a:pt x="3198" y="3257"/>
                </a:lnTo>
                <a:lnTo>
                  <a:pt x="3282" y="3245"/>
                </a:lnTo>
                <a:close/>
                <a:moveTo>
                  <a:pt x="10616" y="3245"/>
                </a:moveTo>
                <a:lnTo>
                  <a:pt x="10509" y="3305"/>
                </a:lnTo>
                <a:lnTo>
                  <a:pt x="10461" y="3364"/>
                </a:lnTo>
                <a:lnTo>
                  <a:pt x="10390" y="3471"/>
                </a:lnTo>
                <a:lnTo>
                  <a:pt x="10390" y="3661"/>
                </a:lnTo>
                <a:lnTo>
                  <a:pt x="10449" y="3768"/>
                </a:lnTo>
                <a:lnTo>
                  <a:pt x="10509" y="3816"/>
                </a:lnTo>
                <a:lnTo>
                  <a:pt x="11769" y="4874"/>
                </a:lnTo>
                <a:lnTo>
                  <a:pt x="7787" y="4874"/>
                </a:lnTo>
                <a:lnTo>
                  <a:pt x="7656" y="4886"/>
                </a:lnTo>
                <a:lnTo>
                  <a:pt x="7478" y="5064"/>
                </a:lnTo>
                <a:lnTo>
                  <a:pt x="7466" y="5195"/>
                </a:lnTo>
                <a:lnTo>
                  <a:pt x="7478" y="5326"/>
                </a:lnTo>
                <a:lnTo>
                  <a:pt x="7656" y="5504"/>
                </a:lnTo>
                <a:lnTo>
                  <a:pt x="7787" y="5528"/>
                </a:lnTo>
                <a:lnTo>
                  <a:pt x="11769" y="5528"/>
                </a:lnTo>
                <a:lnTo>
                  <a:pt x="10509" y="6574"/>
                </a:lnTo>
                <a:lnTo>
                  <a:pt x="10449" y="6621"/>
                </a:lnTo>
                <a:lnTo>
                  <a:pt x="10390" y="6728"/>
                </a:lnTo>
                <a:lnTo>
                  <a:pt x="10390" y="6918"/>
                </a:lnTo>
                <a:lnTo>
                  <a:pt x="10461" y="7025"/>
                </a:lnTo>
                <a:lnTo>
                  <a:pt x="10556" y="7120"/>
                </a:lnTo>
                <a:lnTo>
                  <a:pt x="10806" y="7144"/>
                </a:lnTo>
                <a:lnTo>
                  <a:pt x="10913" y="7073"/>
                </a:lnTo>
                <a:lnTo>
                  <a:pt x="12862" y="5444"/>
                </a:lnTo>
                <a:lnTo>
                  <a:pt x="12922" y="5397"/>
                </a:lnTo>
                <a:lnTo>
                  <a:pt x="12981" y="5266"/>
                </a:lnTo>
                <a:lnTo>
                  <a:pt x="12981" y="5195"/>
                </a:lnTo>
                <a:lnTo>
                  <a:pt x="12981" y="5123"/>
                </a:lnTo>
                <a:lnTo>
                  <a:pt x="12922" y="4993"/>
                </a:lnTo>
                <a:lnTo>
                  <a:pt x="12862" y="4945"/>
                </a:lnTo>
                <a:lnTo>
                  <a:pt x="10913" y="3317"/>
                </a:lnTo>
                <a:lnTo>
                  <a:pt x="10806" y="3245"/>
                </a:lnTo>
                <a:close/>
                <a:moveTo>
                  <a:pt x="2283" y="7144"/>
                </a:moveTo>
                <a:lnTo>
                  <a:pt x="2045" y="7216"/>
                </a:lnTo>
                <a:lnTo>
                  <a:pt x="1974" y="7323"/>
                </a:lnTo>
                <a:lnTo>
                  <a:pt x="1344" y="8583"/>
                </a:lnTo>
                <a:lnTo>
                  <a:pt x="84" y="9843"/>
                </a:lnTo>
                <a:lnTo>
                  <a:pt x="1" y="9950"/>
                </a:lnTo>
                <a:lnTo>
                  <a:pt x="1" y="10199"/>
                </a:lnTo>
                <a:lnTo>
                  <a:pt x="84" y="10306"/>
                </a:lnTo>
                <a:lnTo>
                  <a:pt x="179" y="10377"/>
                </a:lnTo>
                <a:lnTo>
                  <a:pt x="429" y="10377"/>
                </a:lnTo>
                <a:lnTo>
                  <a:pt x="536" y="10306"/>
                </a:lnTo>
                <a:lnTo>
                  <a:pt x="1808" y="9034"/>
                </a:lnTo>
                <a:lnTo>
                  <a:pt x="1867" y="8963"/>
                </a:lnTo>
                <a:lnTo>
                  <a:pt x="1926" y="8868"/>
                </a:lnTo>
                <a:lnTo>
                  <a:pt x="2545" y="7620"/>
                </a:lnTo>
                <a:lnTo>
                  <a:pt x="2592" y="7489"/>
                </a:lnTo>
                <a:lnTo>
                  <a:pt x="2509" y="7251"/>
                </a:lnTo>
                <a:lnTo>
                  <a:pt x="2402" y="7180"/>
                </a:lnTo>
                <a:lnTo>
                  <a:pt x="2283" y="7144"/>
                </a:lnTo>
                <a:close/>
                <a:moveTo>
                  <a:pt x="3353" y="2580"/>
                </a:moveTo>
                <a:lnTo>
                  <a:pt x="3020" y="2603"/>
                </a:lnTo>
                <a:lnTo>
                  <a:pt x="2354" y="2782"/>
                </a:lnTo>
                <a:lnTo>
                  <a:pt x="2057" y="2936"/>
                </a:lnTo>
                <a:lnTo>
                  <a:pt x="1558" y="3210"/>
                </a:lnTo>
                <a:lnTo>
                  <a:pt x="1356" y="3329"/>
                </a:lnTo>
                <a:lnTo>
                  <a:pt x="999" y="3626"/>
                </a:lnTo>
                <a:lnTo>
                  <a:pt x="714" y="3994"/>
                </a:lnTo>
                <a:lnTo>
                  <a:pt x="500" y="4410"/>
                </a:lnTo>
                <a:lnTo>
                  <a:pt x="441" y="4636"/>
                </a:lnTo>
                <a:lnTo>
                  <a:pt x="322" y="5123"/>
                </a:lnTo>
                <a:lnTo>
                  <a:pt x="310" y="5254"/>
                </a:lnTo>
                <a:lnTo>
                  <a:pt x="429" y="5468"/>
                </a:lnTo>
                <a:lnTo>
                  <a:pt x="559" y="5516"/>
                </a:lnTo>
                <a:lnTo>
                  <a:pt x="690" y="5528"/>
                </a:lnTo>
                <a:lnTo>
                  <a:pt x="904" y="5397"/>
                </a:lnTo>
                <a:lnTo>
                  <a:pt x="952" y="5278"/>
                </a:lnTo>
                <a:lnTo>
                  <a:pt x="1071" y="4802"/>
                </a:lnTo>
                <a:lnTo>
                  <a:pt x="1118" y="4648"/>
                </a:lnTo>
                <a:lnTo>
                  <a:pt x="1261" y="4339"/>
                </a:lnTo>
                <a:lnTo>
                  <a:pt x="1463" y="4077"/>
                </a:lnTo>
                <a:lnTo>
                  <a:pt x="1724" y="3863"/>
                </a:lnTo>
                <a:lnTo>
                  <a:pt x="1867" y="3780"/>
                </a:lnTo>
                <a:lnTo>
                  <a:pt x="2366" y="3507"/>
                </a:lnTo>
                <a:lnTo>
                  <a:pt x="2414" y="3483"/>
                </a:lnTo>
                <a:lnTo>
                  <a:pt x="2449" y="3459"/>
                </a:lnTo>
                <a:lnTo>
                  <a:pt x="1915" y="5183"/>
                </a:lnTo>
                <a:lnTo>
                  <a:pt x="1879" y="5326"/>
                </a:lnTo>
                <a:lnTo>
                  <a:pt x="1879" y="5611"/>
                </a:lnTo>
                <a:lnTo>
                  <a:pt x="1950" y="5872"/>
                </a:lnTo>
                <a:lnTo>
                  <a:pt x="2105" y="6110"/>
                </a:lnTo>
                <a:lnTo>
                  <a:pt x="2200" y="6217"/>
                </a:lnTo>
                <a:lnTo>
                  <a:pt x="4244" y="7964"/>
                </a:lnTo>
                <a:lnTo>
                  <a:pt x="4874" y="10163"/>
                </a:lnTo>
                <a:lnTo>
                  <a:pt x="4922" y="10282"/>
                </a:lnTo>
                <a:lnTo>
                  <a:pt x="5148" y="10413"/>
                </a:lnTo>
                <a:lnTo>
                  <a:pt x="5279" y="10389"/>
                </a:lnTo>
                <a:lnTo>
                  <a:pt x="5397" y="10330"/>
                </a:lnTo>
                <a:lnTo>
                  <a:pt x="5516" y="10116"/>
                </a:lnTo>
                <a:lnTo>
                  <a:pt x="5492" y="9985"/>
                </a:lnTo>
                <a:lnTo>
                  <a:pt x="4874" y="7810"/>
                </a:lnTo>
                <a:lnTo>
                  <a:pt x="4791" y="7632"/>
                </a:lnTo>
                <a:lnTo>
                  <a:pt x="4672" y="7489"/>
                </a:lnTo>
                <a:lnTo>
                  <a:pt x="3793" y="6728"/>
                </a:lnTo>
                <a:lnTo>
                  <a:pt x="4577" y="4458"/>
                </a:lnTo>
                <a:lnTo>
                  <a:pt x="4839" y="5207"/>
                </a:lnTo>
                <a:lnTo>
                  <a:pt x="4886" y="5302"/>
                </a:lnTo>
                <a:lnTo>
                  <a:pt x="5005" y="5468"/>
                </a:lnTo>
                <a:lnTo>
                  <a:pt x="5088" y="5528"/>
                </a:lnTo>
                <a:lnTo>
                  <a:pt x="5980" y="6122"/>
                </a:lnTo>
                <a:lnTo>
                  <a:pt x="6099" y="6181"/>
                </a:lnTo>
                <a:lnTo>
                  <a:pt x="6348" y="6134"/>
                </a:lnTo>
                <a:lnTo>
                  <a:pt x="6432" y="6027"/>
                </a:lnTo>
                <a:lnTo>
                  <a:pt x="6491" y="5908"/>
                </a:lnTo>
                <a:lnTo>
                  <a:pt x="6443" y="5670"/>
                </a:lnTo>
                <a:lnTo>
                  <a:pt x="6336" y="5575"/>
                </a:lnTo>
                <a:lnTo>
                  <a:pt x="5457" y="4993"/>
                </a:lnTo>
                <a:lnTo>
                  <a:pt x="5017" y="3768"/>
                </a:lnTo>
                <a:lnTo>
                  <a:pt x="4910" y="3519"/>
                </a:lnTo>
                <a:lnTo>
                  <a:pt x="4589" y="3079"/>
                </a:lnTo>
                <a:lnTo>
                  <a:pt x="4149" y="2770"/>
                </a:lnTo>
                <a:lnTo>
                  <a:pt x="3638" y="2592"/>
                </a:lnTo>
                <a:lnTo>
                  <a:pt x="3353" y="258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5" name="Google Shape;3135;p174"/>
          <p:cNvSpPr/>
          <p:nvPr/>
        </p:nvSpPr>
        <p:spPr>
          <a:xfrm>
            <a:off x="9747722" y="2309802"/>
            <a:ext cx="636556" cy="565453"/>
          </a:xfrm>
          <a:custGeom>
            <a:rect b="b" l="l" r="r" t="t"/>
            <a:pathLst>
              <a:path extrusionOk="0" h="10402" w="11710">
                <a:moveTo>
                  <a:pt x="1962" y="0"/>
                </a:moveTo>
                <a:lnTo>
                  <a:pt x="1831" y="12"/>
                </a:lnTo>
                <a:lnTo>
                  <a:pt x="1653" y="190"/>
                </a:lnTo>
                <a:lnTo>
                  <a:pt x="1629" y="321"/>
                </a:lnTo>
                <a:lnTo>
                  <a:pt x="1629" y="2271"/>
                </a:lnTo>
                <a:lnTo>
                  <a:pt x="2283" y="2271"/>
                </a:lnTo>
                <a:lnTo>
                  <a:pt x="2283" y="321"/>
                </a:lnTo>
                <a:lnTo>
                  <a:pt x="2271" y="190"/>
                </a:lnTo>
                <a:lnTo>
                  <a:pt x="2093" y="12"/>
                </a:lnTo>
                <a:lnTo>
                  <a:pt x="1962" y="0"/>
                </a:lnTo>
                <a:close/>
                <a:moveTo>
                  <a:pt x="5861" y="0"/>
                </a:moveTo>
                <a:lnTo>
                  <a:pt x="5730" y="12"/>
                </a:lnTo>
                <a:lnTo>
                  <a:pt x="5552" y="190"/>
                </a:lnTo>
                <a:lnTo>
                  <a:pt x="5540" y="321"/>
                </a:lnTo>
                <a:lnTo>
                  <a:pt x="5540" y="2271"/>
                </a:lnTo>
                <a:lnTo>
                  <a:pt x="6182" y="2271"/>
                </a:lnTo>
                <a:lnTo>
                  <a:pt x="6182" y="321"/>
                </a:lnTo>
                <a:lnTo>
                  <a:pt x="6170" y="190"/>
                </a:lnTo>
                <a:lnTo>
                  <a:pt x="5992" y="12"/>
                </a:lnTo>
                <a:lnTo>
                  <a:pt x="5861" y="0"/>
                </a:lnTo>
                <a:close/>
                <a:moveTo>
                  <a:pt x="9796" y="6514"/>
                </a:moveTo>
                <a:lnTo>
                  <a:pt x="9689" y="6597"/>
                </a:lnTo>
                <a:lnTo>
                  <a:pt x="8464" y="7822"/>
                </a:lnTo>
                <a:lnTo>
                  <a:pt x="7882" y="7239"/>
                </a:lnTo>
                <a:lnTo>
                  <a:pt x="7775" y="7168"/>
                </a:lnTo>
                <a:lnTo>
                  <a:pt x="7525" y="7168"/>
                </a:lnTo>
                <a:lnTo>
                  <a:pt x="7418" y="7239"/>
                </a:lnTo>
                <a:lnTo>
                  <a:pt x="7335" y="7346"/>
                </a:lnTo>
                <a:lnTo>
                  <a:pt x="7335" y="7596"/>
                </a:lnTo>
                <a:lnTo>
                  <a:pt x="7418" y="7703"/>
                </a:lnTo>
                <a:lnTo>
                  <a:pt x="8227" y="8511"/>
                </a:lnTo>
                <a:lnTo>
                  <a:pt x="8333" y="8594"/>
                </a:lnTo>
                <a:lnTo>
                  <a:pt x="8583" y="8594"/>
                </a:lnTo>
                <a:lnTo>
                  <a:pt x="8690" y="8511"/>
                </a:lnTo>
                <a:lnTo>
                  <a:pt x="10152" y="7049"/>
                </a:lnTo>
                <a:lnTo>
                  <a:pt x="10235" y="6942"/>
                </a:lnTo>
                <a:lnTo>
                  <a:pt x="10235" y="6693"/>
                </a:lnTo>
                <a:lnTo>
                  <a:pt x="10152" y="6597"/>
                </a:lnTo>
                <a:lnTo>
                  <a:pt x="10045" y="6514"/>
                </a:lnTo>
                <a:close/>
                <a:moveTo>
                  <a:pt x="8785" y="5195"/>
                </a:moveTo>
                <a:lnTo>
                  <a:pt x="9023" y="5207"/>
                </a:lnTo>
                <a:lnTo>
                  <a:pt x="9463" y="5302"/>
                </a:lnTo>
                <a:lnTo>
                  <a:pt x="9867" y="5468"/>
                </a:lnTo>
                <a:lnTo>
                  <a:pt x="10235" y="5718"/>
                </a:lnTo>
                <a:lnTo>
                  <a:pt x="10544" y="6027"/>
                </a:lnTo>
                <a:lnTo>
                  <a:pt x="10794" y="6383"/>
                </a:lnTo>
                <a:lnTo>
                  <a:pt x="10961" y="6799"/>
                </a:lnTo>
                <a:lnTo>
                  <a:pt x="11056" y="7239"/>
                </a:lnTo>
                <a:lnTo>
                  <a:pt x="11056" y="7477"/>
                </a:lnTo>
                <a:lnTo>
                  <a:pt x="11056" y="7703"/>
                </a:lnTo>
                <a:lnTo>
                  <a:pt x="10961" y="8155"/>
                </a:lnTo>
                <a:lnTo>
                  <a:pt x="10794" y="8559"/>
                </a:lnTo>
                <a:lnTo>
                  <a:pt x="10544" y="8927"/>
                </a:lnTo>
                <a:lnTo>
                  <a:pt x="10235" y="9236"/>
                </a:lnTo>
                <a:lnTo>
                  <a:pt x="9867" y="9474"/>
                </a:lnTo>
                <a:lnTo>
                  <a:pt x="9463" y="9652"/>
                </a:lnTo>
                <a:lnTo>
                  <a:pt x="9023" y="9736"/>
                </a:lnTo>
                <a:lnTo>
                  <a:pt x="8785" y="9747"/>
                </a:lnTo>
                <a:lnTo>
                  <a:pt x="8547" y="9736"/>
                </a:lnTo>
                <a:lnTo>
                  <a:pt x="8108" y="9652"/>
                </a:lnTo>
                <a:lnTo>
                  <a:pt x="7703" y="9474"/>
                </a:lnTo>
                <a:lnTo>
                  <a:pt x="7335" y="9236"/>
                </a:lnTo>
                <a:lnTo>
                  <a:pt x="7026" y="8927"/>
                </a:lnTo>
                <a:lnTo>
                  <a:pt x="6776" y="8559"/>
                </a:lnTo>
                <a:lnTo>
                  <a:pt x="6610" y="8155"/>
                </a:lnTo>
                <a:lnTo>
                  <a:pt x="6515" y="7703"/>
                </a:lnTo>
                <a:lnTo>
                  <a:pt x="6515" y="7477"/>
                </a:lnTo>
                <a:lnTo>
                  <a:pt x="6515" y="7239"/>
                </a:lnTo>
                <a:lnTo>
                  <a:pt x="6610" y="6799"/>
                </a:lnTo>
                <a:lnTo>
                  <a:pt x="6776" y="6383"/>
                </a:lnTo>
                <a:lnTo>
                  <a:pt x="7026" y="6027"/>
                </a:lnTo>
                <a:lnTo>
                  <a:pt x="7335" y="5718"/>
                </a:lnTo>
                <a:lnTo>
                  <a:pt x="7703" y="5468"/>
                </a:lnTo>
                <a:lnTo>
                  <a:pt x="8108" y="5302"/>
                </a:lnTo>
                <a:lnTo>
                  <a:pt x="8547" y="5207"/>
                </a:lnTo>
                <a:lnTo>
                  <a:pt x="8785" y="5195"/>
                </a:lnTo>
                <a:close/>
                <a:moveTo>
                  <a:pt x="334" y="2924"/>
                </a:moveTo>
                <a:lnTo>
                  <a:pt x="203" y="2936"/>
                </a:lnTo>
                <a:lnTo>
                  <a:pt x="25" y="3115"/>
                </a:lnTo>
                <a:lnTo>
                  <a:pt x="1" y="3245"/>
                </a:lnTo>
                <a:lnTo>
                  <a:pt x="25" y="3376"/>
                </a:lnTo>
                <a:lnTo>
                  <a:pt x="203" y="3554"/>
                </a:lnTo>
                <a:lnTo>
                  <a:pt x="334" y="3578"/>
                </a:lnTo>
                <a:lnTo>
                  <a:pt x="655" y="3578"/>
                </a:lnTo>
                <a:lnTo>
                  <a:pt x="655" y="4874"/>
                </a:lnTo>
                <a:lnTo>
                  <a:pt x="666" y="5183"/>
                </a:lnTo>
                <a:lnTo>
                  <a:pt x="785" y="5777"/>
                </a:lnTo>
                <a:lnTo>
                  <a:pt x="999" y="6336"/>
                </a:lnTo>
                <a:lnTo>
                  <a:pt x="1308" y="6835"/>
                </a:lnTo>
                <a:lnTo>
                  <a:pt x="1712" y="7263"/>
                </a:lnTo>
                <a:lnTo>
                  <a:pt x="2176" y="7620"/>
                </a:lnTo>
                <a:lnTo>
                  <a:pt x="2699" y="7893"/>
                </a:lnTo>
                <a:lnTo>
                  <a:pt x="3282" y="8071"/>
                </a:lnTo>
                <a:lnTo>
                  <a:pt x="3579" y="8107"/>
                </a:lnTo>
                <a:lnTo>
                  <a:pt x="3579" y="10068"/>
                </a:lnTo>
                <a:lnTo>
                  <a:pt x="3602" y="10199"/>
                </a:lnTo>
                <a:lnTo>
                  <a:pt x="3781" y="10377"/>
                </a:lnTo>
                <a:lnTo>
                  <a:pt x="3912" y="10401"/>
                </a:lnTo>
                <a:lnTo>
                  <a:pt x="4042" y="10377"/>
                </a:lnTo>
                <a:lnTo>
                  <a:pt x="4209" y="10199"/>
                </a:lnTo>
                <a:lnTo>
                  <a:pt x="4232" y="10068"/>
                </a:lnTo>
                <a:lnTo>
                  <a:pt x="4232" y="8107"/>
                </a:lnTo>
                <a:lnTo>
                  <a:pt x="4494" y="8071"/>
                </a:lnTo>
                <a:lnTo>
                  <a:pt x="4993" y="7941"/>
                </a:lnTo>
                <a:lnTo>
                  <a:pt x="5231" y="7846"/>
                </a:lnTo>
                <a:lnTo>
                  <a:pt x="5207" y="7655"/>
                </a:lnTo>
                <a:lnTo>
                  <a:pt x="5207" y="7477"/>
                </a:lnTo>
                <a:lnTo>
                  <a:pt x="5207" y="7299"/>
                </a:lnTo>
                <a:lnTo>
                  <a:pt x="5231" y="7120"/>
                </a:lnTo>
                <a:lnTo>
                  <a:pt x="4934" y="7275"/>
                </a:lnTo>
                <a:lnTo>
                  <a:pt x="4268" y="7453"/>
                </a:lnTo>
                <a:lnTo>
                  <a:pt x="3912" y="7477"/>
                </a:lnTo>
                <a:lnTo>
                  <a:pt x="3638" y="7465"/>
                </a:lnTo>
                <a:lnTo>
                  <a:pt x="3139" y="7358"/>
                </a:lnTo>
                <a:lnTo>
                  <a:pt x="2663" y="7168"/>
                </a:lnTo>
                <a:lnTo>
                  <a:pt x="2247" y="6883"/>
                </a:lnTo>
                <a:lnTo>
                  <a:pt x="1903" y="6526"/>
                </a:lnTo>
                <a:lnTo>
                  <a:pt x="1617" y="6110"/>
                </a:lnTo>
                <a:lnTo>
                  <a:pt x="1427" y="5646"/>
                </a:lnTo>
                <a:lnTo>
                  <a:pt x="1320" y="5135"/>
                </a:lnTo>
                <a:lnTo>
                  <a:pt x="1308" y="4874"/>
                </a:lnTo>
                <a:lnTo>
                  <a:pt x="1308" y="3578"/>
                </a:lnTo>
                <a:lnTo>
                  <a:pt x="6515" y="3578"/>
                </a:lnTo>
                <a:lnTo>
                  <a:pt x="6515" y="4719"/>
                </a:lnTo>
                <a:lnTo>
                  <a:pt x="6824" y="4482"/>
                </a:lnTo>
                <a:lnTo>
                  <a:pt x="7157" y="4291"/>
                </a:lnTo>
                <a:lnTo>
                  <a:pt x="7157" y="3578"/>
                </a:lnTo>
                <a:lnTo>
                  <a:pt x="7490" y="3578"/>
                </a:lnTo>
                <a:lnTo>
                  <a:pt x="7620" y="3554"/>
                </a:lnTo>
                <a:lnTo>
                  <a:pt x="7787" y="3376"/>
                </a:lnTo>
                <a:lnTo>
                  <a:pt x="7810" y="3245"/>
                </a:lnTo>
                <a:lnTo>
                  <a:pt x="7787" y="3115"/>
                </a:lnTo>
                <a:lnTo>
                  <a:pt x="7620" y="2936"/>
                </a:lnTo>
                <a:lnTo>
                  <a:pt x="7490" y="2924"/>
                </a:lnTo>
                <a:close/>
                <a:moveTo>
                  <a:pt x="8488" y="4553"/>
                </a:moveTo>
                <a:lnTo>
                  <a:pt x="7917" y="4672"/>
                </a:lnTo>
                <a:lnTo>
                  <a:pt x="7394" y="4898"/>
                </a:lnTo>
                <a:lnTo>
                  <a:pt x="6919" y="5207"/>
                </a:lnTo>
                <a:lnTo>
                  <a:pt x="6527" y="5611"/>
                </a:lnTo>
                <a:lnTo>
                  <a:pt x="6206" y="6074"/>
                </a:lnTo>
                <a:lnTo>
                  <a:pt x="5992" y="6597"/>
                </a:lnTo>
                <a:lnTo>
                  <a:pt x="5873" y="7168"/>
                </a:lnTo>
                <a:lnTo>
                  <a:pt x="5861" y="7477"/>
                </a:lnTo>
                <a:lnTo>
                  <a:pt x="5873" y="7774"/>
                </a:lnTo>
                <a:lnTo>
                  <a:pt x="5992" y="8345"/>
                </a:lnTo>
                <a:lnTo>
                  <a:pt x="6206" y="8868"/>
                </a:lnTo>
                <a:lnTo>
                  <a:pt x="6527" y="9331"/>
                </a:lnTo>
                <a:lnTo>
                  <a:pt x="6919" y="9736"/>
                </a:lnTo>
                <a:lnTo>
                  <a:pt x="7394" y="10045"/>
                </a:lnTo>
                <a:lnTo>
                  <a:pt x="7917" y="10270"/>
                </a:lnTo>
                <a:lnTo>
                  <a:pt x="8488" y="10389"/>
                </a:lnTo>
                <a:lnTo>
                  <a:pt x="8785" y="10401"/>
                </a:lnTo>
                <a:lnTo>
                  <a:pt x="9082" y="10389"/>
                </a:lnTo>
                <a:lnTo>
                  <a:pt x="9653" y="10270"/>
                </a:lnTo>
                <a:lnTo>
                  <a:pt x="10176" y="10045"/>
                </a:lnTo>
                <a:lnTo>
                  <a:pt x="10651" y="9736"/>
                </a:lnTo>
                <a:lnTo>
                  <a:pt x="11044" y="9331"/>
                </a:lnTo>
                <a:lnTo>
                  <a:pt x="11365" y="8868"/>
                </a:lnTo>
                <a:lnTo>
                  <a:pt x="11579" y="8345"/>
                </a:lnTo>
                <a:lnTo>
                  <a:pt x="11697" y="7774"/>
                </a:lnTo>
                <a:lnTo>
                  <a:pt x="11709" y="7477"/>
                </a:lnTo>
                <a:lnTo>
                  <a:pt x="11697" y="7168"/>
                </a:lnTo>
                <a:lnTo>
                  <a:pt x="11579" y="6597"/>
                </a:lnTo>
                <a:lnTo>
                  <a:pt x="11365" y="6074"/>
                </a:lnTo>
                <a:lnTo>
                  <a:pt x="11044" y="5611"/>
                </a:lnTo>
                <a:lnTo>
                  <a:pt x="10651" y="5207"/>
                </a:lnTo>
                <a:lnTo>
                  <a:pt x="10176" y="4898"/>
                </a:lnTo>
                <a:lnTo>
                  <a:pt x="9653" y="4672"/>
                </a:lnTo>
                <a:lnTo>
                  <a:pt x="9082"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6" name="Google Shape;3136;p174"/>
          <p:cNvSpPr/>
          <p:nvPr/>
        </p:nvSpPr>
        <p:spPr>
          <a:xfrm>
            <a:off x="10826195" y="2309802"/>
            <a:ext cx="635849" cy="565453"/>
          </a:xfrm>
          <a:custGeom>
            <a:rect b="b" l="l" r="r" t="t"/>
            <a:pathLst>
              <a:path extrusionOk="0" h="10402" w="11697">
                <a:moveTo>
                  <a:pt x="1950" y="0"/>
                </a:moveTo>
                <a:lnTo>
                  <a:pt x="1819" y="12"/>
                </a:lnTo>
                <a:lnTo>
                  <a:pt x="1640" y="190"/>
                </a:lnTo>
                <a:lnTo>
                  <a:pt x="1629" y="321"/>
                </a:lnTo>
                <a:lnTo>
                  <a:pt x="1629" y="2271"/>
                </a:lnTo>
                <a:lnTo>
                  <a:pt x="2270" y="2271"/>
                </a:lnTo>
                <a:lnTo>
                  <a:pt x="2270" y="321"/>
                </a:lnTo>
                <a:lnTo>
                  <a:pt x="2259" y="190"/>
                </a:lnTo>
                <a:lnTo>
                  <a:pt x="2080" y="12"/>
                </a:lnTo>
                <a:lnTo>
                  <a:pt x="1950" y="0"/>
                </a:lnTo>
                <a:close/>
                <a:moveTo>
                  <a:pt x="5848" y="0"/>
                </a:moveTo>
                <a:lnTo>
                  <a:pt x="5718" y="12"/>
                </a:lnTo>
                <a:lnTo>
                  <a:pt x="5539" y="190"/>
                </a:lnTo>
                <a:lnTo>
                  <a:pt x="5527" y="321"/>
                </a:lnTo>
                <a:lnTo>
                  <a:pt x="5527" y="2271"/>
                </a:lnTo>
                <a:lnTo>
                  <a:pt x="6169" y="2271"/>
                </a:lnTo>
                <a:lnTo>
                  <a:pt x="6169" y="321"/>
                </a:lnTo>
                <a:lnTo>
                  <a:pt x="6157" y="190"/>
                </a:lnTo>
                <a:lnTo>
                  <a:pt x="5979" y="12"/>
                </a:lnTo>
                <a:lnTo>
                  <a:pt x="5848" y="0"/>
                </a:lnTo>
                <a:close/>
                <a:moveTo>
                  <a:pt x="8761" y="5849"/>
                </a:moveTo>
                <a:lnTo>
                  <a:pt x="8642" y="5872"/>
                </a:lnTo>
                <a:lnTo>
                  <a:pt x="8452" y="6039"/>
                </a:lnTo>
                <a:lnTo>
                  <a:pt x="8428" y="6169"/>
                </a:lnTo>
                <a:lnTo>
                  <a:pt x="8428" y="7477"/>
                </a:lnTo>
                <a:lnTo>
                  <a:pt x="8452" y="7608"/>
                </a:lnTo>
                <a:lnTo>
                  <a:pt x="8642" y="7786"/>
                </a:lnTo>
                <a:lnTo>
                  <a:pt x="8761" y="7798"/>
                </a:lnTo>
                <a:lnTo>
                  <a:pt x="8891" y="7786"/>
                </a:lnTo>
                <a:lnTo>
                  <a:pt x="9070" y="7608"/>
                </a:lnTo>
                <a:lnTo>
                  <a:pt x="9082" y="7477"/>
                </a:lnTo>
                <a:lnTo>
                  <a:pt x="9082" y="6169"/>
                </a:lnTo>
                <a:lnTo>
                  <a:pt x="9070" y="6039"/>
                </a:lnTo>
                <a:lnTo>
                  <a:pt x="8891" y="5872"/>
                </a:lnTo>
                <a:lnTo>
                  <a:pt x="8761" y="5849"/>
                </a:lnTo>
                <a:close/>
                <a:moveTo>
                  <a:pt x="8773" y="8119"/>
                </a:moveTo>
                <a:lnTo>
                  <a:pt x="8678" y="8131"/>
                </a:lnTo>
                <a:lnTo>
                  <a:pt x="8499" y="8202"/>
                </a:lnTo>
                <a:lnTo>
                  <a:pt x="8368" y="8333"/>
                </a:lnTo>
                <a:lnTo>
                  <a:pt x="8297" y="8511"/>
                </a:lnTo>
                <a:lnTo>
                  <a:pt x="8285" y="8606"/>
                </a:lnTo>
                <a:lnTo>
                  <a:pt x="8297" y="8713"/>
                </a:lnTo>
                <a:lnTo>
                  <a:pt x="8368" y="8880"/>
                </a:lnTo>
                <a:lnTo>
                  <a:pt x="8499" y="9022"/>
                </a:lnTo>
                <a:lnTo>
                  <a:pt x="8678" y="9094"/>
                </a:lnTo>
                <a:lnTo>
                  <a:pt x="8880" y="9094"/>
                </a:lnTo>
                <a:lnTo>
                  <a:pt x="9046" y="9022"/>
                </a:lnTo>
                <a:lnTo>
                  <a:pt x="9177" y="8880"/>
                </a:lnTo>
                <a:lnTo>
                  <a:pt x="9260" y="8713"/>
                </a:lnTo>
                <a:lnTo>
                  <a:pt x="9260" y="8606"/>
                </a:lnTo>
                <a:lnTo>
                  <a:pt x="9260" y="8511"/>
                </a:lnTo>
                <a:lnTo>
                  <a:pt x="9177" y="8333"/>
                </a:lnTo>
                <a:lnTo>
                  <a:pt x="9046" y="8202"/>
                </a:lnTo>
                <a:lnTo>
                  <a:pt x="8880" y="8131"/>
                </a:lnTo>
                <a:lnTo>
                  <a:pt x="8773" y="8119"/>
                </a:lnTo>
                <a:close/>
                <a:moveTo>
                  <a:pt x="8773" y="5195"/>
                </a:moveTo>
                <a:lnTo>
                  <a:pt x="9010" y="5207"/>
                </a:lnTo>
                <a:lnTo>
                  <a:pt x="9450" y="5302"/>
                </a:lnTo>
                <a:lnTo>
                  <a:pt x="9866" y="5468"/>
                </a:lnTo>
                <a:lnTo>
                  <a:pt x="10223" y="5718"/>
                </a:lnTo>
                <a:lnTo>
                  <a:pt x="10532" y="6027"/>
                </a:lnTo>
                <a:lnTo>
                  <a:pt x="10781" y="6383"/>
                </a:lnTo>
                <a:lnTo>
                  <a:pt x="10948" y="6799"/>
                </a:lnTo>
                <a:lnTo>
                  <a:pt x="11043" y="7239"/>
                </a:lnTo>
                <a:lnTo>
                  <a:pt x="11055" y="7477"/>
                </a:lnTo>
                <a:lnTo>
                  <a:pt x="11043" y="7703"/>
                </a:lnTo>
                <a:lnTo>
                  <a:pt x="10948" y="8155"/>
                </a:lnTo>
                <a:lnTo>
                  <a:pt x="10781" y="8559"/>
                </a:lnTo>
                <a:lnTo>
                  <a:pt x="10532" y="8927"/>
                </a:lnTo>
                <a:lnTo>
                  <a:pt x="10223" y="9236"/>
                </a:lnTo>
                <a:lnTo>
                  <a:pt x="9866" y="9474"/>
                </a:lnTo>
                <a:lnTo>
                  <a:pt x="9450" y="9652"/>
                </a:lnTo>
                <a:lnTo>
                  <a:pt x="9010" y="9736"/>
                </a:lnTo>
                <a:lnTo>
                  <a:pt x="8773" y="9747"/>
                </a:lnTo>
                <a:lnTo>
                  <a:pt x="8547" y="9736"/>
                </a:lnTo>
                <a:lnTo>
                  <a:pt x="8095" y="9652"/>
                </a:lnTo>
                <a:lnTo>
                  <a:pt x="7691" y="9474"/>
                </a:lnTo>
                <a:lnTo>
                  <a:pt x="7322" y="9236"/>
                </a:lnTo>
                <a:lnTo>
                  <a:pt x="7013" y="8927"/>
                </a:lnTo>
                <a:lnTo>
                  <a:pt x="6776" y="8559"/>
                </a:lnTo>
                <a:lnTo>
                  <a:pt x="6597" y="8155"/>
                </a:lnTo>
                <a:lnTo>
                  <a:pt x="6514" y="7703"/>
                </a:lnTo>
                <a:lnTo>
                  <a:pt x="6502" y="7477"/>
                </a:lnTo>
                <a:lnTo>
                  <a:pt x="6514" y="7239"/>
                </a:lnTo>
                <a:lnTo>
                  <a:pt x="6597" y="6799"/>
                </a:lnTo>
                <a:lnTo>
                  <a:pt x="6776" y="6383"/>
                </a:lnTo>
                <a:lnTo>
                  <a:pt x="7013" y="6027"/>
                </a:lnTo>
                <a:lnTo>
                  <a:pt x="7322" y="5718"/>
                </a:lnTo>
                <a:lnTo>
                  <a:pt x="7691" y="5468"/>
                </a:lnTo>
                <a:lnTo>
                  <a:pt x="8095" y="5302"/>
                </a:lnTo>
                <a:lnTo>
                  <a:pt x="8547" y="5207"/>
                </a:lnTo>
                <a:lnTo>
                  <a:pt x="8773" y="5195"/>
                </a:lnTo>
                <a:close/>
                <a:moveTo>
                  <a:pt x="321" y="2924"/>
                </a:moveTo>
                <a:lnTo>
                  <a:pt x="190" y="2936"/>
                </a:lnTo>
                <a:lnTo>
                  <a:pt x="12" y="3115"/>
                </a:lnTo>
                <a:lnTo>
                  <a:pt x="0" y="3245"/>
                </a:lnTo>
                <a:lnTo>
                  <a:pt x="12" y="3376"/>
                </a:lnTo>
                <a:lnTo>
                  <a:pt x="190" y="3554"/>
                </a:lnTo>
                <a:lnTo>
                  <a:pt x="321" y="3578"/>
                </a:lnTo>
                <a:lnTo>
                  <a:pt x="642" y="3578"/>
                </a:lnTo>
                <a:lnTo>
                  <a:pt x="642" y="4874"/>
                </a:lnTo>
                <a:lnTo>
                  <a:pt x="654" y="5183"/>
                </a:lnTo>
                <a:lnTo>
                  <a:pt x="773" y="5777"/>
                </a:lnTo>
                <a:lnTo>
                  <a:pt x="987" y="6336"/>
                </a:lnTo>
                <a:lnTo>
                  <a:pt x="1308" y="6835"/>
                </a:lnTo>
                <a:lnTo>
                  <a:pt x="1700" y="7263"/>
                </a:lnTo>
                <a:lnTo>
                  <a:pt x="2163" y="7620"/>
                </a:lnTo>
                <a:lnTo>
                  <a:pt x="2686" y="7893"/>
                </a:lnTo>
                <a:lnTo>
                  <a:pt x="3269" y="8071"/>
                </a:lnTo>
                <a:lnTo>
                  <a:pt x="3566" y="8107"/>
                </a:lnTo>
                <a:lnTo>
                  <a:pt x="3566" y="10068"/>
                </a:lnTo>
                <a:lnTo>
                  <a:pt x="3590" y="10199"/>
                </a:lnTo>
                <a:lnTo>
                  <a:pt x="3768" y="10377"/>
                </a:lnTo>
                <a:lnTo>
                  <a:pt x="3899" y="10401"/>
                </a:lnTo>
                <a:lnTo>
                  <a:pt x="4030" y="10377"/>
                </a:lnTo>
                <a:lnTo>
                  <a:pt x="4208" y="10199"/>
                </a:lnTo>
                <a:lnTo>
                  <a:pt x="4220" y="10068"/>
                </a:lnTo>
                <a:lnTo>
                  <a:pt x="4220" y="8107"/>
                </a:lnTo>
                <a:lnTo>
                  <a:pt x="4481" y="8071"/>
                </a:lnTo>
                <a:lnTo>
                  <a:pt x="4981" y="7941"/>
                </a:lnTo>
                <a:lnTo>
                  <a:pt x="5218" y="7846"/>
                </a:lnTo>
                <a:lnTo>
                  <a:pt x="5207" y="7655"/>
                </a:lnTo>
                <a:lnTo>
                  <a:pt x="5195" y="7477"/>
                </a:lnTo>
                <a:lnTo>
                  <a:pt x="5207" y="7299"/>
                </a:lnTo>
                <a:lnTo>
                  <a:pt x="5218" y="7120"/>
                </a:lnTo>
                <a:lnTo>
                  <a:pt x="4921" y="7275"/>
                </a:lnTo>
                <a:lnTo>
                  <a:pt x="4256" y="7453"/>
                </a:lnTo>
                <a:lnTo>
                  <a:pt x="3899" y="7477"/>
                </a:lnTo>
                <a:lnTo>
                  <a:pt x="3637" y="7465"/>
                </a:lnTo>
                <a:lnTo>
                  <a:pt x="3126" y="7358"/>
                </a:lnTo>
                <a:lnTo>
                  <a:pt x="2663" y="7168"/>
                </a:lnTo>
                <a:lnTo>
                  <a:pt x="2247" y="6883"/>
                </a:lnTo>
                <a:lnTo>
                  <a:pt x="1890" y="6526"/>
                </a:lnTo>
                <a:lnTo>
                  <a:pt x="1605" y="6110"/>
                </a:lnTo>
                <a:lnTo>
                  <a:pt x="1415" y="5646"/>
                </a:lnTo>
                <a:lnTo>
                  <a:pt x="1308" y="5135"/>
                </a:lnTo>
                <a:lnTo>
                  <a:pt x="1296" y="4874"/>
                </a:lnTo>
                <a:lnTo>
                  <a:pt x="1296" y="3578"/>
                </a:lnTo>
                <a:lnTo>
                  <a:pt x="6502" y="3578"/>
                </a:lnTo>
                <a:lnTo>
                  <a:pt x="6502" y="4719"/>
                </a:lnTo>
                <a:lnTo>
                  <a:pt x="6811" y="4482"/>
                </a:lnTo>
                <a:lnTo>
                  <a:pt x="7144" y="4291"/>
                </a:lnTo>
                <a:lnTo>
                  <a:pt x="7144" y="3578"/>
                </a:lnTo>
                <a:lnTo>
                  <a:pt x="7477" y="3578"/>
                </a:lnTo>
                <a:lnTo>
                  <a:pt x="7608" y="3554"/>
                </a:lnTo>
                <a:lnTo>
                  <a:pt x="7786" y="3376"/>
                </a:lnTo>
                <a:lnTo>
                  <a:pt x="7798" y="3245"/>
                </a:lnTo>
                <a:lnTo>
                  <a:pt x="7786" y="3115"/>
                </a:lnTo>
                <a:lnTo>
                  <a:pt x="7608" y="2936"/>
                </a:lnTo>
                <a:lnTo>
                  <a:pt x="7477" y="2924"/>
                </a:lnTo>
                <a:close/>
                <a:moveTo>
                  <a:pt x="8475" y="4553"/>
                </a:moveTo>
                <a:lnTo>
                  <a:pt x="7905" y="4672"/>
                </a:lnTo>
                <a:lnTo>
                  <a:pt x="7382" y="4898"/>
                </a:lnTo>
                <a:lnTo>
                  <a:pt x="6906" y="5207"/>
                </a:lnTo>
                <a:lnTo>
                  <a:pt x="6514" y="5611"/>
                </a:lnTo>
                <a:lnTo>
                  <a:pt x="6205" y="6074"/>
                </a:lnTo>
                <a:lnTo>
                  <a:pt x="5979" y="6597"/>
                </a:lnTo>
                <a:lnTo>
                  <a:pt x="5860" y="7168"/>
                </a:lnTo>
                <a:lnTo>
                  <a:pt x="5848" y="7477"/>
                </a:lnTo>
                <a:lnTo>
                  <a:pt x="5860" y="7774"/>
                </a:lnTo>
                <a:lnTo>
                  <a:pt x="5979" y="8345"/>
                </a:lnTo>
                <a:lnTo>
                  <a:pt x="6205" y="8868"/>
                </a:lnTo>
                <a:lnTo>
                  <a:pt x="6514" y="9331"/>
                </a:lnTo>
                <a:lnTo>
                  <a:pt x="6906" y="9736"/>
                </a:lnTo>
                <a:lnTo>
                  <a:pt x="7382" y="10045"/>
                </a:lnTo>
                <a:lnTo>
                  <a:pt x="7905" y="10270"/>
                </a:lnTo>
                <a:lnTo>
                  <a:pt x="8475" y="10389"/>
                </a:lnTo>
                <a:lnTo>
                  <a:pt x="8773" y="10401"/>
                </a:lnTo>
                <a:lnTo>
                  <a:pt x="9082" y="10389"/>
                </a:lnTo>
                <a:lnTo>
                  <a:pt x="9652" y="10270"/>
                </a:lnTo>
                <a:lnTo>
                  <a:pt x="10175" y="10045"/>
                </a:lnTo>
                <a:lnTo>
                  <a:pt x="10639" y="9736"/>
                </a:lnTo>
                <a:lnTo>
                  <a:pt x="11031" y="9331"/>
                </a:lnTo>
                <a:lnTo>
                  <a:pt x="11352" y="8868"/>
                </a:lnTo>
                <a:lnTo>
                  <a:pt x="11578" y="8345"/>
                </a:lnTo>
                <a:lnTo>
                  <a:pt x="11697" y="7774"/>
                </a:lnTo>
                <a:lnTo>
                  <a:pt x="11697" y="7477"/>
                </a:lnTo>
                <a:lnTo>
                  <a:pt x="11697" y="7168"/>
                </a:lnTo>
                <a:lnTo>
                  <a:pt x="11578" y="6597"/>
                </a:lnTo>
                <a:lnTo>
                  <a:pt x="11352" y="6074"/>
                </a:lnTo>
                <a:lnTo>
                  <a:pt x="11031" y="5611"/>
                </a:lnTo>
                <a:lnTo>
                  <a:pt x="10639" y="5207"/>
                </a:lnTo>
                <a:lnTo>
                  <a:pt x="10175" y="4898"/>
                </a:lnTo>
                <a:lnTo>
                  <a:pt x="9652" y="4672"/>
                </a:lnTo>
                <a:lnTo>
                  <a:pt x="9082"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7" name="Google Shape;3137;p174"/>
          <p:cNvSpPr/>
          <p:nvPr/>
        </p:nvSpPr>
        <p:spPr>
          <a:xfrm>
            <a:off x="11903961" y="2309802"/>
            <a:ext cx="636556" cy="565453"/>
          </a:xfrm>
          <a:custGeom>
            <a:rect b="b" l="l" r="r" t="t"/>
            <a:pathLst>
              <a:path extrusionOk="0" h="10402" w="11710">
                <a:moveTo>
                  <a:pt x="1950" y="0"/>
                </a:moveTo>
                <a:lnTo>
                  <a:pt x="1819" y="12"/>
                </a:lnTo>
                <a:lnTo>
                  <a:pt x="1653" y="190"/>
                </a:lnTo>
                <a:lnTo>
                  <a:pt x="1629" y="321"/>
                </a:lnTo>
                <a:lnTo>
                  <a:pt x="1629" y="2271"/>
                </a:lnTo>
                <a:lnTo>
                  <a:pt x="2283" y="2271"/>
                </a:lnTo>
                <a:lnTo>
                  <a:pt x="2283" y="321"/>
                </a:lnTo>
                <a:lnTo>
                  <a:pt x="2259" y="190"/>
                </a:lnTo>
                <a:lnTo>
                  <a:pt x="2081" y="12"/>
                </a:lnTo>
                <a:lnTo>
                  <a:pt x="1950" y="0"/>
                </a:lnTo>
                <a:close/>
                <a:moveTo>
                  <a:pt x="5861" y="0"/>
                </a:moveTo>
                <a:lnTo>
                  <a:pt x="5730" y="12"/>
                </a:lnTo>
                <a:lnTo>
                  <a:pt x="5552" y="190"/>
                </a:lnTo>
                <a:lnTo>
                  <a:pt x="5528" y="321"/>
                </a:lnTo>
                <a:lnTo>
                  <a:pt x="5528" y="2271"/>
                </a:lnTo>
                <a:lnTo>
                  <a:pt x="6182" y="2271"/>
                </a:lnTo>
                <a:lnTo>
                  <a:pt x="6182" y="321"/>
                </a:lnTo>
                <a:lnTo>
                  <a:pt x="6158" y="190"/>
                </a:lnTo>
                <a:lnTo>
                  <a:pt x="5980" y="12"/>
                </a:lnTo>
                <a:lnTo>
                  <a:pt x="5861" y="0"/>
                </a:lnTo>
                <a:close/>
                <a:moveTo>
                  <a:pt x="7477" y="7132"/>
                </a:moveTo>
                <a:lnTo>
                  <a:pt x="7347" y="7144"/>
                </a:lnTo>
                <a:lnTo>
                  <a:pt x="7168" y="7334"/>
                </a:lnTo>
                <a:lnTo>
                  <a:pt x="7156" y="7453"/>
                </a:lnTo>
                <a:lnTo>
                  <a:pt x="7168" y="7596"/>
                </a:lnTo>
                <a:lnTo>
                  <a:pt x="7347" y="7762"/>
                </a:lnTo>
                <a:lnTo>
                  <a:pt x="7477" y="7774"/>
                </a:lnTo>
                <a:lnTo>
                  <a:pt x="10081" y="7774"/>
                </a:lnTo>
                <a:lnTo>
                  <a:pt x="10211" y="7762"/>
                </a:lnTo>
                <a:lnTo>
                  <a:pt x="10390" y="7596"/>
                </a:lnTo>
                <a:lnTo>
                  <a:pt x="10402" y="7453"/>
                </a:lnTo>
                <a:lnTo>
                  <a:pt x="10390" y="7334"/>
                </a:lnTo>
                <a:lnTo>
                  <a:pt x="10211" y="7144"/>
                </a:lnTo>
                <a:lnTo>
                  <a:pt x="10081" y="7132"/>
                </a:lnTo>
                <a:close/>
                <a:moveTo>
                  <a:pt x="8785" y="5195"/>
                </a:moveTo>
                <a:lnTo>
                  <a:pt x="9011" y="5207"/>
                </a:lnTo>
                <a:lnTo>
                  <a:pt x="9462" y="5302"/>
                </a:lnTo>
                <a:lnTo>
                  <a:pt x="9867" y="5468"/>
                </a:lnTo>
                <a:lnTo>
                  <a:pt x="10235" y="5718"/>
                </a:lnTo>
                <a:lnTo>
                  <a:pt x="10544" y="6027"/>
                </a:lnTo>
                <a:lnTo>
                  <a:pt x="10782" y="6383"/>
                </a:lnTo>
                <a:lnTo>
                  <a:pt x="10960" y="6799"/>
                </a:lnTo>
                <a:lnTo>
                  <a:pt x="11043" y="7239"/>
                </a:lnTo>
                <a:lnTo>
                  <a:pt x="11055" y="7477"/>
                </a:lnTo>
                <a:lnTo>
                  <a:pt x="11043" y="7703"/>
                </a:lnTo>
                <a:lnTo>
                  <a:pt x="10960" y="8155"/>
                </a:lnTo>
                <a:lnTo>
                  <a:pt x="10782" y="8559"/>
                </a:lnTo>
                <a:lnTo>
                  <a:pt x="10544" y="8927"/>
                </a:lnTo>
                <a:lnTo>
                  <a:pt x="10235" y="9236"/>
                </a:lnTo>
                <a:lnTo>
                  <a:pt x="9867" y="9474"/>
                </a:lnTo>
                <a:lnTo>
                  <a:pt x="9462" y="9652"/>
                </a:lnTo>
                <a:lnTo>
                  <a:pt x="9011" y="9736"/>
                </a:lnTo>
                <a:lnTo>
                  <a:pt x="8785" y="9747"/>
                </a:lnTo>
                <a:lnTo>
                  <a:pt x="8547" y="9736"/>
                </a:lnTo>
                <a:lnTo>
                  <a:pt x="8107" y="9652"/>
                </a:lnTo>
                <a:lnTo>
                  <a:pt x="7691" y="9474"/>
                </a:lnTo>
                <a:lnTo>
                  <a:pt x="7335" y="9236"/>
                </a:lnTo>
                <a:lnTo>
                  <a:pt x="7026" y="8927"/>
                </a:lnTo>
                <a:lnTo>
                  <a:pt x="6776" y="8559"/>
                </a:lnTo>
                <a:lnTo>
                  <a:pt x="6610" y="8155"/>
                </a:lnTo>
                <a:lnTo>
                  <a:pt x="6514" y="7703"/>
                </a:lnTo>
                <a:lnTo>
                  <a:pt x="6503" y="7477"/>
                </a:lnTo>
                <a:lnTo>
                  <a:pt x="6514" y="7239"/>
                </a:lnTo>
                <a:lnTo>
                  <a:pt x="6610" y="6799"/>
                </a:lnTo>
                <a:lnTo>
                  <a:pt x="6776" y="6383"/>
                </a:lnTo>
                <a:lnTo>
                  <a:pt x="7026" y="6027"/>
                </a:lnTo>
                <a:lnTo>
                  <a:pt x="7335" y="5718"/>
                </a:lnTo>
                <a:lnTo>
                  <a:pt x="7691" y="5468"/>
                </a:lnTo>
                <a:lnTo>
                  <a:pt x="8107" y="5302"/>
                </a:lnTo>
                <a:lnTo>
                  <a:pt x="8547" y="5207"/>
                </a:lnTo>
                <a:lnTo>
                  <a:pt x="8785" y="5195"/>
                </a:lnTo>
                <a:close/>
                <a:moveTo>
                  <a:pt x="321" y="2924"/>
                </a:moveTo>
                <a:lnTo>
                  <a:pt x="191" y="2936"/>
                </a:lnTo>
                <a:lnTo>
                  <a:pt x="24" y="3115"/>
                </a:lnTo>
                <a:lnTo>
                  <a:pt x="0" y="3245"/>
                </a:lnTo>
                <a:lnTo>
                  <a:pt x="24" y="3376"/>
                </a:lnTo>
                <a:lnTo>
                  <a:pt x="191" y="3554"/>
                </a:lnTo>
                <a:lnTo>
                  <a:pt x="321" y="3578"/>
                </a:lnTo>
                <a:lnTo>
                  <a:pt x="654" y="3578"/>
                </a:lnTo>
                <a:lnTo>
                  <a:pt x="654" y="4874"/>
                </a:lnTo>
                <a:lnTo>
                  <a:pt x="666" y="5183"/>
                </a:lnTo>
                <a:lnTo>
                  <a:pt x="773" y="5777"/>
                </a:lnTo>
                <a:lnTo>
                  <a:pt x="999" y="6336"/>
                </a:lnTo>
                <a:lnTo>
                  <a:pt x="1308" y="6835"/>
                </a:lnTo>
                <a:lnTo>
                  <a:pt x="1700" y="7263"/>
                </a:lnTo>
                <a:lnTo>
                  <a:pt x="2164" y="7620"/>
                </a:lnTo>
                <a:lnTo>
                  <a:pt x="2699" y="7893"/>
                </a:lnTo>
                <a:lnTo>
                  <a:pt x="3269" y="8071"/>
                </a:lnTo>
                <a:lnTo>
                  <a:pt x="3578" y="8107"/>
                </a:lnTo>
                <a:lnTo>
                  <a:pt x="3578" y="10068"/>
                </a:lnTo>
                <a:lnTo>
                  <a:pt x="3590" y="10199"/>
                </a:lnTo>
                <a:lnTo>
                  <a:pt x="3769" y="10377"/>
                </a:lnTo>
                <a:lnTo>
                  <a:pt x="3899" y="10401"/>
                </a:lnTo>
                <a:lnTo>
                  <a:pt x="4030" y="10377"/>
                </a:lnTo>
                <a:lnTo>
                  <a:pt x="4208" y="10199"/>
                </a:lnTo>
                <a:lnTo>
                  <a:pt x="4232" y="10068"/>
                </a:lnTo>
                <a:lnTo>
                  <a:pt x="4232" y="8107"/>
                </a:lnTo>
                <a:lnTo>
                  <a:pt x="4494" y="8071"/>
                </a:lnTo>
                <a:lnTo>
                  <a:pt x="4981" y="7941"/>
                </a:lnTo>
                <a:lnTo>
                  <a:pt x="5219" y="7846"/>
                </a:lnTo>
                <a:lnTo>
                  <a:pt x="5207" y="7655"/>
                </a:lnTo>
                <a:lnTo>
                  <a:pt x="5207" y="7477"/>
                </a:lnTo>
                <a:lnTo>
                  <a:pt x="5207" y="7299"/>
                </a:lnTo>
                <a:lnTo>
                  <a:pt x="5219" y="7120"/>
                </a:lnTo>
                <a:lnTo>
                  <a:pt x="4922" y="7275"/>
                </a:lnTo>
                <a:lnTo>
                  <a:pt x="4256" y="7453"/>
                </a:lnTo>
                <a:lnTo>
                  <a:pt x="3899" y="7477"/>
                </a:lnTo>
                <a:lnTo>
                  <a:pt x="3638" y="7465"/>
                </a:lnTo>
                <a:lnTo>
                  <a:pt x="3127" y="7358"/>
                </a:lnTo>
                <a:lnTo>
                  <a:pt x="2663" y="7168"/>
                </a:lnTo>
                <a:lnTo>
                  <a:pt x="2247" y="6883"/>
                </a:lnTo>
                <a:lnTo>
                  <a:pt x="1890" y="6526"/>
                </a:lnTo>
                <a:lnTo>
                  <a:pt x="1617" y="6110"/>
                </a:lnTo>
                <a:lnTo>
                  <a:pt x="1415" y="5646"/>
                </a:lnTo>
                <a:lnTo>
                  <a:pt x="1308" y="5135"/>
                </a:lnTo>
                <a:lnTo>
                  <a:pt x="1308" y="4874"/>
                </a:lnTo>
                <a:lnTo>
                  <a:pt x="1308" y="3578"/>
                </a:lnTo>
                <a:lnTo>
                  <a:pt x="6503" y="3578"/>
                </a:lnTo>
                <a:lnTo>
                  <a:pt x="6503" y="4719"/>
                </a:lnTo>
                <a:lnTo>
                  <a:pt x="6812" y="4482"/>
                </a:lnTo>
                <a:lnTo>
                  <a:pt x="7156" y="4291"/>
                </a:lnTo>
                <a:lnTo>
                  <a:pt x="7156" y="3578"/>
                </a:lnTo>
                <a:lnTo>
                  <a:pt x="7477" y="3578"/>
                </a:lnTo>
                <a:lnTo>
                  <a:pt x="7608" y="3554"/>
                </a:lnTo>
                <a:lnTo>
                  <a:pt x="7786" y="3376"/>
                </a:lnTo>
                <a:lnTo>
                  <a:pt x="7810" y="3245"/>
                </a:lnTo>
                <a:lnTo>
                  <a:pt x="7786" y="3115"/>
                </a:lnTo>
                <a:lnTo>
                  <a:pt x="7608" y="2936"/>
                </a:lnTo>
                <a:lnTo>
                  <a:pt x="7477" y="2924"/>
                </a:lnTo>
                <a:close/>
                <a:moveTo>
                  <a:pt x="8476" y="4553"/>
                </a:moveTo>
                <a:lnTo>
                  <a:pt x="7905" y="4672"/>
                </a:lnTo>
                <a:lnTo>
                  <a:pt x="7382" y="4898"/>
                </a:lnTo>
                <a:lnTo>
                  <a:pt x="6919" y="5207"/>
                </a:lnTo>
                <a:lnTo>
                  <a:pt x="6514" y="5611"/>
                </a:lnTo>
                <a:lnTo>
                  <a:pt x="6205" y="6074"/>
                </a:lnTo>
                <a:lnTo>
                  <a:pt x="5980" y="6597"/>
                </a:lnTo>
                <a:lnTo>
                  <a:pt x="5861" y="7168"/>
                </a:lnTo>
                <a:lnTo>
                  <a:pt x="5861" y="7477"/>
                </a:lnTo>
                <a:lnTo>
                  <a:pt x="5861" y="7774"/>
                </a:lnTo>
                <a:lnTo>
                  <a:pt x="5980" y="8345"/>
                </a:lnTo>
                <a:lnTo>
                  <a:pt x="6205" y="8868"/>
                </a:lnTo>
                <a:lnTo>
                  <a:pt x="6514" y="9331"/>
                </a:lnTo>
                <a:lnTo>
                  <a:pt x="6919" y="9736"/>
                </a:lnTo>
                <a:lnTo>
                  <a:pt x="7382" y="10045"/>
                </a:lnTo>
                <a:lnTo>
                  <a:pt x="7905" y="10270"/>
                </a:lnTo>
                <a:lnTo>
                  <a:pt x="8476" y="10389"/>
                </a:lnTo>
                <a:lnTo>
                  <a:pt x="8785" y="10401"/>
                </a:lnTo>
                <a:lnTo>
                  <a:pt x="9082" y="10389"/>
                </a:lnTo>
                <a:lnTo>
                  <a:pt x="9653" y="10270"/>
                </a:lnTo>
                <a:lnTo>
                  <a:pt x="10176" y="10045"/>
                </a:lnTo>
                <a:lnTo>
                  <a:pt x="10639" y="9736"/>
                </a:lnTo>
                <a:lnTo>
                  <a:pt x="11043" y="9331"/>
                </a:lnTo>
                <a:lnTo>
                  <a:pt x="11352" y="8868"/>
                </a:lnTo>
                <a:lnTo>
                  <a:pt x="11578" y="8345"/>
                </a:lnTo>
                <a:lnTo>
                  <a:pt x="11697" y="7774"/>
                </a:lnTo>
                <a:lnTo>
                  <a:pt x="11709" y="7477"/>
                </a:lnTo>
                <a:lnTo>
                  <a:pt x="11697" y="7168"/>
                </a:lnTo>
                <a:lnTo>
                  <a:pt x="11578" y="6597"/>
                </a:lnTo>
                <a:lnTo>
                  <a:pt x="11352" y="6074"/>
                </a:lnTo>
                <a:lnTo>
                  <a:pt x="11043" y="5611"/>
                </a:lnTo>
                <a:lnTo>
                  <a:pt x="10639" y="5207"/>
                </a:lnTo>
                <a:lnTo>
                  <a:pt x="10176" y="4898"/>
                </a:lnTo>
                <a:lnTo>
                  <a:pt x="9653" y="4672"/>
                </a:lnTo>
                <a:lnTo>
                  <a:pt x="9082"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8" name="Google Shape;3138;p174"/>
          <p:cNvSpPr/>
          <p:nvPr/>
        </p:nvSpPr>
        <p:spPr>
          <a:xfrm>
            <a:off x="12981727" y="2309802"/>
            <a:ext cx="636556" cy="565453"/>
          </a:xfrm>
          <a:custGeom>
            <a:rect b="b" l="l" r="r" t="t"/>
            <a:pathLst>
              <a:path extrusionOk="0" h="10402" w="11710">
                <a:moveTo>
                  <a:pt x="1962" y="0"/>
                </a:moveTo>
                <a:lnTo>
                  <a:pt x="1831" y="12"/>
                </a:lnTo>
                <a:lnTo>
                  <a:pt x="1653" y="190"/>
                </a:lnTo>
                <a:lnTo>
                  <a:pt x="1629" y="321"/>
                </a:lnTo>
                <a:lnTo>
                  <a:pt x="1629" y="2271"/>
                </a:lnTo>
                <a:lnTo>
                  <a:pt x="2283" y="2271"/>
                </a:lnTo>
                <a:lnTo>
                  <a:pt x="2283" y="321"/>
                </a:lnTo>
                <a:lnTo>
                  <a:pt x="2259" y="190"/>
                </a:lnTo>
                <a:lnTo>
                  <a:pt x="2093" y="12"/>
                </a:lnTo>
                <a:lnTo>
                  <a:pt x="1962" y="0"/>
                </a:lnTo>
                <a:close/>
                <a:moveTo>
                  <a:pt x="5861" y="0"/>
                </a:moveTo>
                <a:lnTo>
                  <a:pt x="5730" y="12"/>
                </a:lnTo>
                <a:lnTo>
                  <a:pt x="5552" y="190"/>
                </a:lnTo>
                <a:lnTo>
                  <a:pt x="5528" y="321"/>
                </a:lnTo>
                <a:lnTo>
                  <a:pt x="5528" y="2271"/>
                </a:lnTo>
                <a:lnTo>
                  <a:pt x="6182" y="2271"/>
                </a:lnTo>
                <a:lnTo>
                  <a:pt x="6182" y="321"/>
                </a:lnTo>
                <a:lnTo>
                  <a:pt x="6170" y="190"/>
                </a:lnTo>
                <a:lnTo>
                  <a:pt x="5992" y="12"/>
                </a:lnTo>
                <a:lnTo>
                  <a:pt x="5861" y="0"/>
                </a:lnTo>
                <a:close/>
                <a:moveTo>
                  <a:pt x="7680" y="6193"/>
                </a:moveTo>
                <a:lnTo>
                  <a:pt x="7585" y="6265"/>
                </a:lnTo>
                <a:lnTo>
                  <a:pt x="7502" y="6372"/>
                </a:lnTo>
                <a:lnTo>
                  <a:pt x="7502" y="6621"/>
                </a:lnTo>
                <a:lnTo>
                  <a:pt x="7585" y="6728"/>
                </a:lnTo>
                <a:lnTo>
                  <a:pt x="8322" y="7477"/>
                </a:lnTo>
                <a:lnTo>
                  <a:pt x="7585" y="8214"/>
                </a:lnTo>
                <a:lnTo>
                  <a:pt x="7502" y="8321"/>
                </a:lnTo>
                <a:lnTo>
                  <a:pt x="7502" y="8571"/>
                </a:lnTo>
                <a:lnTo>
                  <a:pt x="7585" y="8678"/>
                </a:lnTo>
                <a:lnTo>
                  <a:pt x="7680" y="8761"/>
                </a:lnTo>
                <a:lnTo>
                  <a:pt x="7929" y="8761"/>
                </a:lnTo>
                <a:lnTo>
                  <a:pt x="8036" y="8678"/>
                </a:lnTo>
                <a:lnTo>
                  <a:pt x="8785" y="7929"/>
                </a:lnTo>
                <a:lnTo>
                  <a:pt x="9534" y="8678"/>
                </a:lnTo>
                <a:lnTo>
                  <a:pt x="9629" y="8761"/>
                </a:lnTo>
                <a:lnTo>
                  <a:pt x="9879" y="8761"/>
                </a:lnTo>
                <a:lnTo>
                  <a:pt x="9986" y="8678"/>
                </a:lnTo>
                <a:lnTo>
                  <a:pt x="10069" y="8571"/>
                </a:lnTo>
                <a:lnTo>
                  <a:pt x="10069" y="8321"/>
                </a:lnTo>
                <a:lnTo>
                  <a:pt x="9986" y="8214"/>
                </a:lnTo>
                <a:lnTo>
                  <a:pt x="9249" y="7477"/>
                </a:lnTo>
                <a:lnTo>
                  <a:pt x="9986" y="6728"/>
                </a:lnTo>
                <a:lnTo>
                  <a:pt x="10069" y="6621"/>
                </a:lnTo>
                <a:lnTo>
                  <a:pt x="10069" y="6372"/>
                </a:lnTo>
                <a:lnTo>
                  <a:pt x="9986" y="6265"/>
                </a:lnTo>
                <a:lnTo>
                  <a:pt x="9879" y="6193"/>
                </a:lnTo>
                <a:lnTo>
                  <a:pt x="9629" y="6193"/>
                </a:lnTo>
                <a:lnTo>
                  <a:pt x="9534" y="6265"/>
                </a:lnTo>
                <a:lnTo>
                  <a:pt x="8785" y="7013"/>
                </a:lnTo>
                <a:lnTo>
                  <a:pt x="8036" y="6265"/>
                </a:lnTo>
                <a:lnTo>
                  <a:pt x="7929" y="6193"/>
                </a:lnTo>
                <a:close/>
                <a:moveTo>
                  <a:pt x="8785" y="5195"/>
                </a:moveTo>
                <a:lnTo>
                  <a:pt x="9023" y="5207"/>
                </a:lnTo>
                <a:lnTo>
                  <a:pt x="9463" y="5302"/>
                </a:lnTo>
                <a:lnTo>
                  <a:pt x="9867" y="5468"/>
                </a:lnTo>
                <a:lnTo>
                  <a:pt x="10236" y="5718"/>
                </a:lnTo>
                <a:lnTo>
                  <a:pt x="10545" y="6027"/>
                </a:lnTo>
                <a:lnTo>
                  <a:pt x="10782" y="6383"/>
                </a:lnTo>
                <a:lnTo>
                  <a:pt x="10961" y="6799"/>
                </a:lnTo>
                <a:lnTo>
                  <a:pt x="11056" y="7239"/>
                </a:lnTo>
                <a:lnTo>
                  <a:pt x="11056" y="7477"/>
                </a:lnTo>
                <a:lnTo>
                  <a:pt x="11056" y="7703"/>
                </a:lnTo>
                <a:lnTo>
                  <a:pt x="10961" y="8155"/>
                </a:lnTo>
                <a:lnTo>
                  <a:pt x="10782" y="8559"/>
                </a:lnTo>
                <a:lnTo>
                  <a:pt x="10545" y="8927"/>
                </a:lnTo>
                <a:lnTo>
                  <a:pt x="10236" y="9236"/>
                </a:lnTo>
                <a:lnTo>
                  <a:pt x="9867" y="9474"/>
                </a:lnTo>
                <a:lnTo>
                  <a:pt x="9463" y="9652"/>
                </a:lnTo>
                <a:lnTo>
                  <a:pt x="9023" y="9736"/>
                </a:lnTo>
                <a:lnTo>
                  <a:pt x="8785" y="9747"/>
                </a:lnTo>
                <a:lnTo>
                  <a:pt x="8548" y="9736"/>
                </a:lnTo>
                <a:lnTo>
                  <a:pt x="8108" y="9652"/>
                </a:lnTo>
                <a:lnTo>
                  <a:pt x="7692" y="9474"/>
                </a:lnTo>
                <a:lnTo>
                  <a:pt x="7335" y="9236"/>
                </a:lnTo>
                <a:lnTo>
                  <a:pt x="7026" y="8927"/>
                </a:lnTo>
                <a:lnTo>
                  <a:pt x="6776" y="8559"/>
                </a:lnTo>
                <a:lnTo>
                  <a:pt x="6610" y="8155"/>
                </a:lnTo>
                <a:lnTo>
                  <a:pt x="6515" y="7703"/>
                </a:lnTo>
                <a:lnTo>
                  <a:pt x="6515" y="7477"/>
                </a:lnTo>
                <a:lnTo>
                  <a:pt x="6515" y="7239"/>
                </a:lnTo>
                <a:lnTo>
                  <a:pt x="6610" y="6799"/>
                </a:lnTo>
                <a:lnTo>
                  <a:pt x="6776" y="6383"/>
                </a:lnTo>
                <a:lnTo>
                  <a:pt x="7026" y="6027"/>
                </a:lnTo>
                <a:lnTo>
                  <a:pt x="7335" y="5718"/>
                </a:lnTo>
                <a:lnTo>
                  <a:pt x="7692" y="5468"/>
                </a:lnTo>
                <a:lnTo>
                  <a:pt x="8108" y="5302"/>
                </a:lnTo>
                <a:lnTo>
                  <a:pt x="8548" y="5207"/>
                </a:lnTo>
                <a:lnTo>
                  <a:pt x="8785" y="5195"/>
                </a:lnTo>
                <a:close/>
                <a:moveTo>
                  <a:pt x="334" y="2924"/>
                </a:moveTo>
                <a:lnTo>
                  <a:pt x="203" y="2936"/>
                </a:lnTo>
                <a:lnTo>
                  <a:pt x="25" y="3115"/>
                </a:lnTo>
                <a:lnTo>
                  <a:pt x="1" y="3245"/>
                </a:lnTo>
                <a:lnTo>
                  <a:pt x="25" y="3376"/>
                </a:lnTo>
                <a:lnTo>
                  <a:pt x="203" y="3554"/>
                </a:lnTo>
                <a:lnTo>
                  <a:pt x="334" y="3578"/>
                </a:lnTo>
                <a:lnTo>
                  <a:pt x="655" y="3578"/>
                </a:lnTo>
                <a:lnTo>
                  <a:pt x="655" y="4874"/>
                </a:lnTo>
                <a:lnTo>
                  <a:pt x="667" y="5183"/>
                </a:lnTo>
                <a:lnTo>
                  <a:pt x="785" y="5777"/>
                </a:lnTo>
                <a:lnTo>
                  <a:pt x="999" y="6336"/>
                </a:lnTo>
                <a:lnTo>
                  <a:pt x="1308" y="6835"/>
                </a:lnTo>
                <a:lnTo>
                  <a:pt x="1701" y="7263"/>
                </a:lnTo>
                <a:lnTo>
                  <a:pt x="2176" y="7620"/>
                </a:lnTo>
                <a:lnTo>
                  <a:pt x="2699" y="7893"/>
                </a:lnTo>
                <a:lnTo>
                  <a:pt x="3270" y="8071"/>
                </a:lnTo>
                <a:lnTo>
                  <a:pt x="3579" y="8107"/>
                </a:lnTo>
                <a:lnTo>
                  <a:pt x="3579" y="10068"/>
                </a:lnTo>
                <a:lnTo>
                  <a:pt x="3603" y="10199"/>
                </a:lnTo>
                <a:lnTo>
                  <a:pt x="3781" y="10377"/>
                </a:lnTo>
                <a:lnTo>
                  <a:pt x="3900" y="10401"/>
                </a:lnTo>
                <a:lnTo>
                  <a:pt x="4031" y="10377"/>
                </a:lnTo>
                <a:lnTo>
                  <a:pt x="4209" y="10199"/>
                </a:lnTo>
                <a:lnTo>
                  <a:pt x="4233" y="10068"/>
                </a:lnTo>
                <a:lnTo>
                  <a:pt x="4233" y="8107"/>
                </a:lnTo>
                <a:lnTo>
                  <a:pt x="4494" y="8071"/>
                </a:lnTo>
                <a:lnTo>
                  <a:pt x="4993" y="7941"/>
                </a:lnTo>
                <a:lnTo>
                  <a:pt x="5219" y="7846"/>
                </a:lnTo>
                <a:lnTo>
                  <a:pt x="5207" y="7655"/>
                </a:lnTo>
                <a:lnTo>
                  <a:pt x="5207" y="7477"/>
                </a:lnTo>
                <a:lnTo>
                  <a:pt x="5207" y="7299"/>
                </a:lnTo>
                <a:lnTo>
                  <a:pt x="5219" y="7120"/>
                </a:lnTo>
                <a:lnTo>
                  <a:pt x="4922" y="7275"/>
                </a:lnTo>
                <a:lnTo>
                  <a:pt x="4268" y="7453"/>
                </a:lnTo>
                <a:lnTo>
                  <a:pt x="3912" y="7477"/>
                </a:lnTo>
                <a:lnTo>
                  <a:pt x="3638" y="7465"/>
                </a:lnTo>
                <a:lnTo>
                  <a:pt x="3127" y="7358"/>
                </a:lnTo>
                <a:lnTo>
                  <a:pt x="2664" y="7168"/>
                </a:lnTo>
                <a:lnTo>
                  <a:pt x="2247" y="6883"/>
                </a:lnTo>
                <a:lnTo>
                  <a:pt x="1903" y="6526"/>
                </a:lnTo>
                <a:lnTo>
                  <a:pt x="1617" y="6110"/>
                </a:lnTo>
                <a:lnTo>
                  <a:pt x="1415" y="5646"/>
                </a:lnTo>
                <a:lnTo>
                  <a:pt x="1320" y="5135"/>
                </a:lnTo>
                <a:lnTo>
                  <a:pt x="1308" y="4874"/>
                </a:lnTo>
                <a:lnTo>
                  <a:pt x="1308" y="3578"/>
                </a:lnTo>
                <a:lnTo>
                  <a:pt x="6503" y="3578"/>
                </a:lnTo>
                <a:lnTo>
                  <a:pt x="6503" y="4719"/>
                </a:lnTo>
                <a:lnTo>
                  <a:pt x="6812" y="4482"/>
                </a:lnTo>
                <a:lnTo>
                  <a:pt x="7157" y="4291"/>
                </a:lnTo>
                <a:lnTo>
                  <a:pt x="7157" y="3578"/>
                </a:lnTo>
                <a:lnTo>
                  <a:pt x="7490" y="3578"/>
                </a:lnTo>
                <a:lnTo>
                  <a:pt x="7608" y="3554"/>
                </a:lnTo>
                <a:lnTo>
                  <a:pt x="7787" y="3376"/>
                </a:lnTo>
                <a:lnTo>
                  <a:pt x="7811" y="3245"/>
                </a:lnTo>
                <a:lnTo>
                  <a:pt x="7787" y="3115"/>
                </a:lnTo>
                <a:lnTo>
                  <a:pt x="7608" y="2936"/>
                </a:lnTo>
                <a:lnTo>
                  <a:pt x="7490" y="2924"/>
                </a:lnTo>
                <a:close/>
                <a:moveTo>
                  <a:pt x="8488" y="4553"/>
                </a:moveTo>
                <a:lnTo>
                  <a:pt x="7918" y="4672"/>
                </a:lnTo>
                <a:lnTo>
                  <a:pt x="7383" y="4898"/>
                </a:lnTo>
                <a:lnTo>
                  <a:pt x="6919" y="5207"/>
                </a:lnTo>
                <a:lnTo>
                  <a:pt x="6527" y="5611"/>
                </a:lnTo>
                <a:lnTo>
                  <a:pt x="6206" y="6074"/>
                </a:lnTo>
                <a:lnTo>
                  <a:pt x="5980" y="6597"/>
                </a:lnTo>
                <a:lnTo>
                  <a:pt x="5873" y="7168"/>
                </a:lnTo>
                <a:lnTo>
                  <a:pt x="5861" y="7477"/>
                </a:lnTo>
                <a:lnTo>
                  <a:pt x="5873" y="7774"/>
                </a:lnTo>
                <a:lnTo>
                  <a:pt x="5980" y="8345"/>
                </a:lnTo>
                <a:lnTo>
                  <a:pt x="6206" y="8868"/>
                </a:lnTo>
                <a:lnTo>
                  <a:pt x="6527" y="9331"/>
                </a:lnTo>
                <a:lnTo>
                  <a:pt x="6919" y="9736"/>
                </a:lnTo>
                <a:lnTo>
                  <a:pt x="7383" y="10045"/>
                </a:lnTo>
                <a:lnTo>
                  <a:pt x="7918" y="10270"/>
                </a:lnTo>
                <a:lnTo>
                  <a:pt x="8488" y="10389"/>
                </a:lnTo>
                <a:lnTo>
                  <a:pt x="8785" y="10401"/>
                </a:lnTo>
                <a:lnTo>
                  <a:pt x="9082" y="10389"/>
                </a:lnTo>
                <a:lnTo>
                  <a:pt x="9653" y="10270"/>
                </a:lnTo>
                <a:lnTo>
                  <a:pt x="10176" y="10045"/>
                </a:lnTo>
                <a:lnTo>
                  <a:pt x="10652" y="9736"/>
                </a:lnTo>
                <a:lnTo>
                  <a:pt x="11044" y="9331"/>
                </a:lnTo>
                <a:lnTo>
                  <a:pt x="11365" y="8868"/>
                </a:lnTo>
                <a:lnTo>
                  <a:pt x="11579" y="8345"/>
                </a:lnTo>
                <a:lnTo>
                  <a:pt x="11698" y="7774"/>
                </a:lnTo>
                <a:lnTo>
                  <a:pt x="11709" y="7477"/>
                </a:lnTo>
                <a:lnTo>
                  <a:pt x="11698" y="7168"/>
                </a:lnTo>
                <a:lnTo>
                  <a:pt x="11579" y="6597"/>
                </a:lnTo>
                <a:lnTo>
                  <a:pt x="11365" y="6074"/>
                </a:lnTo>
                <a:lnTo>
                  <a:pt x="11044" y="5611"/>
                </a:lnTo>
                <a:lnTo>
                  <a:pt x="10652" y="5207"/>
                </a:lnTo>
                <a:lnTo>
                  <a:pt x="10176" y="4898"/>
                </a:lnTo>
                <a:lnTo>
                  <a:pt x="9653" y="4672"/>
                </a:lnTo>
                <a:lnTo>
                  <a:pt x="9082"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39" name="Google Shape;3139;p174"/>
          <p:cNvSpPr/>
          <p:nvPr/>
        </p:nvSpPr>
        <p:spPr>
          <a:xfrm>
            <a:off x="14130594" y="2309802"/>
            <a:ext cx="495057" cy="565453"/>
          </a:xfrm>
          <a:custGeom>
            <a:rect b="b" l="l" r="r" t="t"/>
            <a:pathLst>
              <a:path extrusionOk="0" h="10402" w="9107">
                <a:moveTo>
                  <a:pt x="4375" y="0"/>
                </a:moveTo>
                <a:lnTo>
                  <a:pt x="4185" y="48"/>
                </a:lnTo>
                <a:lnTo>
                  <a:pt x="4007" y="119"/>
                </a:lnTo>
                <a:lnTo>
                  <a:pt x="3698" y="333"/>
                </a:lnTo>
                <a:lnTo>
                  <a:pt x="3579" y="488"/>
                </a:lnTo>
                <a:lnTo>
                  <a:pt x="3400" y="440"/>
                </a:lnTo>
                <a:lnTo>
                  <a:pt x="3020" y="428"/>
                </a:lnTo>
                <a:lnTo>
                  <a:pt x="2842" y="488"/>
                </a:lnTo>
                <a:lnTo>
                  <a:pt x="2711" y="523"/>
                </a:lnTo>
                <a:lnTo>
                  <a:pt x="2473" y="666"/>
                </a:lnTo>
                <a:lnTo>
                  <a:pt x="2271" y="856"/>
                </a:lnTo>
                <a:lnTo>
                  <a:pt x="2129" y="1082"/>
                </a:lnTo>
                <a:lnTo>
                  <a:pt x="2081" y="1213"/>
                </a:lnTo>
                <a:lnTo>
                  <a:pt x="1938" y="1225"/>
                </a:lnTo>
                <a:lnTo>
                  <a:pt x="1665" y="1320"/>
                </a:lnTo>
                <a:lnTo>
                  <a:pt x="1415" y="1462"/>
                </a:lnTo>
                <a:lnTo>
                  <a:pt x="1213" y="1676"/>
                </a:lnTo>
                <a:lnTo>
                  <a:pt x="1142" y="1795"/>
                </a:lnTo>
                <a:lnTo>
                  <a:pt x="1059" y="1962"/>
                </a:lnTo>
                <a:lnTo>
                  <a:pt x="987" y="2318"/>
                </a:lnTo>
                <a:lnTo>
                  <a:pt x="999" y="2496"/>
                </a:lnTo>
                <a:lnTo>
                  <a:pt x="833" y="2580"/>
                </a:lnTo>
                <a:lnTo>
                  <a:pt x="560" y="2829"/>
                </a:lnTo>
                <a:lnTo>
                  <a:pt x="464" y="2984"/>
                </a:lnTo>
                <a:lnTo>
                  <a:pt x="405" y="3115"/>
                </a:lnTo>
                <a:lnTo>
                  <a:pt x="476" y="3352"/>
                </a:lnTo>
                <a:lnTo>
                  <a:pt x="583" y="3436"/>
                </a:lnTo>
                <a:lnTo>
                  <a:pt x="666" y="3459"/>
                </a:lnTo>
                <a:lnTo>
                  <a:pt x="738" y="3471"/>
                </a:lnTo>
                <a:lnTo>
                  <a:pt x="833" y="3459"/>
                </a:lnTo>
                <a:lnTo>
                  <a:pt x="976" y="3376"/>
                </a:lnTo>
                <a:lnTo>
                  <a:pt x="1023" y="3305"/>
                </a:lnTo>
                <a:lnTo>
                  <a:pt x="1094" y="3198"/>
                </a:lnTo>
                <a:lnTo>
                  <a:pt x="1308" y="3067"/>
                </a:lnTo>
                <a:lnTo>
                  <a:pt x="1451" y="3043"/>
                </a:lnTo>
                <a:lnTo>
                  <a:pt x="1522" y="3031"/>
                </a:lnTo>
                <a:lnTo>
                  <a:pt x="1665" y="2948"/>
                </a:lnTo>
                <a:lnTo>
                  <a:pt x="1701" y="2877"/>
                </a:lnTo>
                <a:lnTo>
                  <a:pt x="1736" y="2805"/>
                </a:lnTo>
                <a:lnTo>
                  <a:pt x="1736" y="2639"/>
                </a:lnTo>
                <a:lnTo>
                  <a:pt x="1701" y="2568"/>
                </a:lnTo>
                <a:lnTo>
                  <a:pt x="1653" y="2461"/>
                </a:lnTo>
                <a:lnTo>
                  <a:pt x="1653" y="2235"/>
                </a:lnTo>
                <a:lnTo>
                  <a:pt x="1701" y="2128"/>
                </a:lnTo>
                <a:lnTo>
                  <a:pt x="1796" y="1985"/>
                </a:lnTo>
                <a:lnTo>
                  <a:pt x="2105" y="1855"/>
                </a:lnTo>
                <a:lnTo>
                  <a:pt x="2283" y="1878"/>
                </a:lnTo>
                <a:lnTo>
                  <a:pt x="2354" y="1878"/>
                </a:lnTo>
                <a:lnTo>
                  <a:pt x="2497" y="1843"/>
                </a:lnTo>
                <a:lnTo>
                  <a:pt x="2557" y="1807"/>
                </a:lnTo>
                <a:lnTo>
                  <a:pt x="2604" y="1759"/>
                </a:lnTo>
                <a:lnTo>
                  <a:pt x="2663" y="1629"/>
                </a:lnTo>
                <a:lnTo>
                  <a:pt x="2675" y="1557"/>
                </a:lnTo>
                <a:lnTo>
                  <a:pt x="2699" y="1403"/>
                </a:lnTo>
                <a:lnTo>
                  <a:pt x="2889" y="1165"/>
                </a:lnTo>
                <a:lnTo>
                  <a:pt x="3032" y="1106"/>
                </a:lnTo>
                <a:lnTo>
                  <a:pt x="3163" y="1070"/>
                </a:lnTo>
                <a:lnTo>
                  <a:pt x="3424" y="1118"/>
                </a:lnTo>
                <a:lnTo>
                  <a:pt x="3531" y="1177"/>
                </a:lnTo>
                <a:lnTo>
                  <a:pt x="3603" y="1225"/>
                </a:lnTo>
                <a:lnTo>
                  <a:pt x="3745" y="1248"/>
                </a:lnTo>
                <a:lnTo>
                  <a:pt x="3828" y="1225"/>
                </a:lnTo>
                <a:lnTo>
                  <a:pt x="3900" y="1201"/>
                </a:lnTo>
                <a:lnTo>
                  <a:pt x="4007" y="1082"/>
                </a:lnTo>
                <a:lnTo>
                  <a:pt x="4030" y="1011"/>
                </a:lnTo>
                <a:lnTo>
                  <a:pt x="4078" y="892"/>
                </a:lnTo>
                <a:lnTo>
                  <a:pt x="4256" y="725"/>
                </a:lnTo>
                <a:lnTo>
                  <a:pt x="4375" y="678"/>
                </a:lnTo>
                <a:lnTo>
                  <a:pt x="4482" y="654"/>
                </a:lnTo>
                <a:lnTo>
                  <a:pt x="4696" y="666"/>
                </a:lnTo>
                <a:lnTo>
                  <a:pt x="4874" y="749"/>
                </a:lnTo>
                <a:lnTo>
                  <a:pt x="5017" y="892"/>
                </a:lnTo>
                <a:lnTo>
                  <a:pt x="5053" y="987"/>
                </a:lnTo>
                <a:lnTo>
                  <a:pt x="5065" y="999"/>
                </a:lnTo>
                <a:lnTo>
                  <a:pt x="5077" y="1070"/>
                </a:lnTo>
                <a:lnTo>
                  <a:pt x="5172" y="1177"/>
                </a:lnTo>
                <a:lnTo>
                  <a:pt x="5231" y="1213"/>
                </a:lnTo>
                <a:lnTo>
                  <a:pt x="5314" y="1248"/>
                </a:lnTo>
                <a:lnTo>
                  <a:pt x="5493" y="1225"/>
                </a:lnTo>
                <a:lnTo>
                  <a:pt x="5576" y="1189"/>
                </a:lnTo>
                <a:lnTo>
                  <a:pt x="5683" y="1118"/>
                </a:lnTo>
                <a:lnTo>
                  <a:pt x="5944" y="1070"/>
                </a:lnTo>
                <a:lnTo>
                  <a:pt x="6075" y="1106"/>
                </a:lnTo>
                <a:lnTo>
                  <a:pt x="6230" y="1165"/>
                </a:lnTo>
                <a:lnTo>
                  <a:pt x="6420" y="1403"/>
                </a:lnTo>
                <a:lnTo>
                  <a:pt x="6432" y="1557"/>
                </a:lnTo>
                <a:lnTo>
                  <a:pt x="6444" y="1629"/>
                </a:lnTo>
                <a:lnTo>
                  <a:pt x="6503" y="1759"/>
                </a:lnTo>
                <a:lnTo>
                  <a:pt x="6551" y="1807"/>
                </a:lnTo>
                <a:lnTo>
                  <a:pt x="6610" y="1843"/>
                </a:lnTo>
                <a:lnTo>
                  <a:pt x="6753" y="1878"/>
                </a:lnTo>
                <a:lnTo>
                  <a:pt x="6824" y="1866"/>
                </a:lnTo>
                <a:lnTo>
                  <a:pt x="7002" y="1855"/>
                </a:lnTo>
                <a:lnTo>
                  <a:pt x="7299" y="1985"/>
                </a:lnTo>
                <a:lnTo>
                  <a:pt x="7406" y="2116"/>
                </a:lnTo>
                <a:lnTo>
                  <a:pt x="7454" y="2223"/>
                </a:lnTo>
                <a:lnTo>
                  <a:pt x="7454" y="2461"/>
                </a:lnTo>
                <a:lnTo>
                  <a:pt x="7406" y="2568"/>
                </a:lnTo>
                <a:lnTo>
                  <a:pt x="7371" y="2639"/>
                </a:lnTo>
                <a:lnTo>
                  <a:pt x="7371" y="2794"/>
                </a:lnTo>
                <a:lnTo>
                  <a:pt x="7406" y="2877"/>
                </a:lnTo>
                <a:lnTo>
                  <a:pt x="7454" y="2948"/>
                </a:lnTo>
                <a:lnTo>
                  <a:pt x="7585" y="3031"/>
                </a:lnTo>
                <a:lnTo>
                  <a:pt x="7668" y="3043"/>
                </a:lnTo>
                <a:lnTo>
                  <a:pt x="7799" y="3067"/>
                </a:lnTo>
                <a:lnTo>
                  <a:pt x="8013" y="3198"/>
                </a:lnTo>
                <a:lnTo>
                  <a:pt x="8084" y="3305"/>
                </a:lnTo>
                <a:lnTo>
                  <a:pt x="8167" y="3412"/>
                </a:lnTo>
                <a:lnTo>
                  <a:pt x="8405" y="3471"/>
                </a:lnTo>
                <a:lnTo>
                  <a:pt x="8536" y="3424"/>
                </a:lnTo>
                <a:lnTo>
                  <a:pt x="8631" y="3340"/>
                </a:lnTo>
                <a:lnTo>
                  <a:pt x="8690" y="3103"/>
                </a:lnTo>
                <a:lnTo>
                  <a:pt x="8643" y="2984"/>
                </a:lnTo>
                <a:lnTo>
                  <a:pt x="8536" y="2829"/>
                </a:lnTo>
                <a:lnTo>
                  <a:pt x="8262" y="2580"/>
                </a:lnTo>
                <a:lnTo>
                  <a:pt x="8108" y="2496"/>
                </a:lnTo>
                <a:lnTo>
                  <a:pt x="8120" y="2318"/>
                </a:lnTo>
                <a:lnTo>
                  <a:pt x="8048" y="1962"/>
                </a:lnTo>
                <a:lnTo>
                  <a:pt x="7965" y="1795"/>
                </a:lnTo>
                <a:lnTo>
                  <a:pt x="7894" y="1676"/>
                </a:lnTo>
                <a:lnTo>
                  <a:pt x="7692" y="1462"/>
                </a:lnTo>
                <a:lnTo>
                  <a:pt x="7442" y="1320"/>
                </a:lnTo>
                <a:lnTo>
                  <a:pt x="7169" y="1225"/>
                </a:lnTo>
                <a:lnTo>
                  <a:pt x="7026" y="1213"/>
                </a:lnTo>
                <a:lnTo>
                  <a:pt x="6978" y="1082"/>
                </a:lnTo>
                <a:lnTo>
                  <a:pt x="6836" y="856"/>
                </a:lnTo>
                <a:lnTo>
                  <a:pt x="6646" y="666"/>
                </a:lnTo>
                <a:lnTo>
                  <a:pt x="6408" y="523"/>
                </a:lnTo>
                <a:lnTo>
                  <a:pt x="6265" y="476"/>
                </a:lnTo>
                <a:lnTo>
                  <a:pt x="6087" y="428"/>
                </a:lnTo>
                <a:lnTo>
                  <a:pt x="5707" y="440"/>
                </a:lnTo>
                <a:lnTo>
                  <a:pt x="5516" y="488"/>
                </a:lnTo>
                <a:lnTo>
                  <a:pt x="5409" y="345"/>
                </a:lnTo>
                <a:lnTo>
                  <a:pt x="5112" y="131"/>
                </a:lnTo>
                <a:lnTo>
                  <a:pt x="4756" y="12"/>
                </a:lnTo>
                <a:lnTo>
                  <a:pt x="4375" y="0"/>
                </a:lnTo>
                <a:close/>
                <a:moveTo>
                  <a:pt x="8357" y="4553"/>
                </a:moveTo>
                <a:lnTo>
                  <a:pt x="6907" y="9747"/>
                </a:lnTo>
                <a:lnTo>
                  <a:pt x="2200" y="9747"/>
                </a:lnTo>
                <a:lnTo>
                  <a:pt x="762" y="4553"/>
                </a:lnTo>
                <a:lnTo>
                  <a:pt x="1998" y="4553"/>
                </a:lnTo>
                <a:lnTo>
                  <a:pt x="2604" y="8820"/>
                </a:lnTo>
                <a:lnTo>
                  <a:pt x="2640" y="8939"/>
                </a:lnTo>
                <a:lnTo>
                  <a:pt x="2806" y="9082"/>
                </a:lnTo>
                <a:lnTo>
                  <a:pt x="2913" y="9106"/>
                </a:lnTo>
                <a:lnTo>
                  <a:pt x="2937" y="9106"/>
                </a:lnTo>
                <a:lnTo>
                  <a:pt x="2961" y="9094"/>
                </a:lnTo>
                <a:lnTo>
                  <a:pt x="3080" y="9058"/>
                </a:lnTo>
                <a:lnTo>
                  <a:pt x="3234" y="8856"/>
                </a:lnTo>
                <a:lnTo>
                  <a:pt x="3234" y="8725"/>
                </a:lnTo>
                <a:lnTo>
                  <a:pt x="2652" y="4553"/>
                </a:lnTo>
                <a:lnTo>
                  <a:pt x="4233" y="4553"/>
                </a:lnTo>
                <a:lnTo>
                  <a:pt x="4233" y="8773"/>
                </a:lnTo>
                <a:lnTo>
                  <a:pt x="4244" y="8903"/>
                </a:lnTo>
                <a:lnTo>
                  <a:pt x="4423" y="9082"/>
                </a:lnTo>
                <a:lnTo>
                  <a:pt x="4554" y="9106"/>
                </a:lnTo>
                <a:lnTo>
                  <a:pt x="4684" y="9082"/>
                </a:lnTo>
                <a:lnTo>
                  <a:pt x="4863" y="8903"/>
                </a:lnTo>
                <a:lnTo>
                  <a:pt x="4886" y="8773"/>
                </a:lnTo>
                <a:lnTo>
                  <a:pt x="4886" y="4553"/>
                </a:lnTo>
                <a:lnTo>
                  <a:pt x="6455" y="4553"/>
                </a:lnTo>
                <a:lnTo>
                  <a:pt x="5861" y="8725"/>
                </a:lnTo>
                <a:lnTo>
                  <a:pt x="5861" y="8856"/>
                </a:lnTo>
                <a:lnTo>
                  <a:pt x="6004" y="9058"/>
                </a:lnTo>
                <a:lnTo>
                  <a:pt x="6134" y="9094"/>
                </a:lnTo>
                <a:lnTo>
                  <a:pt x="6158" y="9094"/>
                </a:lnTo>
                <a:lnTo>
                  <a:pt x="6182" y="9106"/>
                </a:lnTo>
                <a:lnTo>
                  <a:pt x="6301" y="9082"/>
                </a:lnTo>
                <a:lnTo>
                  <a:pt x="6467" y="8939"/>
                </a:lnTo>
                <a:lnTo>
                  <a:pt x="6503" y="8820"/>
                </a:lnTo>
                <a:lnTo>
                  <a:pt x="7109" y="4553"/>
                </a:lnTo>
                <a:close/>
                <a:moveTo>
                  <a:pt x="250" y="3899"/>
                </a:moveTo>
                <a:lnTo>
                  <a:pt x="120" y="3970"/>
                </a:lnTo>
                <a:lnTo>
                  <a:pt x="72" y="4030"/>
                </a:lnTo>
                <a:lnTo>
                  <a:pt x="25" y="4089"/>
                </a:lnTo>
                <a:lnTo>
                  <a:pt x="1" y="4232"/>
                </a:lnTo>
                <a:lnTo>
                  <a:pt x="13" y="4315"/>
                </a:lnTo>
                <a:lnTo>
                  <a:pt x="1641" y="10163"/>
                </a:lnTo>
                <a:lnTo>
                  <a:pt x="1677" y="10259"/>
                </a:lnTo>
                <a:lnTo>
                  <a:pt x="1843" y="10389"/>
                </a:lnTo>
                <a:lnTo>
                  <a:pt x="1950" y="10401"/>
                </a:lnTo>
                <a:lnTo>
                  <a:pt x="7157" y="10401"/>
                </a:lnTo>
                <a:lnTo>
                  <a:pt x="7264" y="10389"/>
                </a:lnTo>
                <a:lnTo>
                  <a:pt x="7430" y="10259"/>
                </a:lnTo>
                <a:lnTo>
                  <a:pt x="7466" y="10163"/>
                </a:lnTo>
                <a:lnTo>
                  <a:pt x="9094" y="4315"/>
                </a:lnTo>
                <a:lnTo>
                  <a:pt x="9106" y="4232"/>
                </a:lnTo>
                <a:lnTo>
                  <a:pt x="9082" y="4089"/>
                </a:lnTo>
                <a:lnTo>
                  <a:pt x="9035" y="4030"/>
                </a:lnTo>
                <a:lnTo>
                  <a:pt x="8987" y="3970"/>
                </a:lnTo>
                <a:lnTo>
                  <a:pt x="8857" y="3899"/>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0" name="Google Shape;3140;p174"/>
          <p:cNvSpPr/>
          <p:nvPr/>
        </p:nvSpPr>
        <p:spPr>
          <a:xfrm>
            <a:off x="15173516" y="2309802"/>
            <a:ext cx="565453" cy="565453"/>
          </a:xfrm>
          <a:custGeom>
            <a:rect b="b" l="l" r="r" t="t"/>
            <a:pathLst>
              <a:path extrusionOk="0" h="10402" w="10402">
                <a:moveTo>
                  <a:pt x="9094" y="642"/>
                </a:moveTo>
                <a:lnTo>
                  <a:pt x="9225" y="654"/>
                </a:lnTo>
                <a:lnTo>
                  <a:pt x="9462" y="761"/>
                </a:lnTo>
                <a:lnTo>
                  <a:pt x="9641" y="927"/>
                </a:lnTo>
                <a:lnTo>
                  <a:pt x="9736" y="1165"/>
                </a:lnTo>
                <a:lnTo>
                  <a:pt x="9748" y="1296"/>
                </a:lnTo>
                <a:lnTo>
                  <a:pt x="9748" y="3566"/>
                </a:lnTo>
                <a:lnTo>
                  <a:pt x="8773" y="3566"/>
                </a:lnTo>
                <a:lnTo>
                  <a:pt x="8642" y="3590"/>
                </a:lnTo>
                <a:lnTo>
                  <a:pt x="8464" y="3768"/>
                </a:lnTo>
                <a:lnTo>
                  <a:pt x="8452" y="3899"/>
                </a:lnTo>
                <a:lnTo>
                  <a:pt x="8452" y="4220"/>
                </a:lnTo>
                <a:lnTo>
                  <a:pt x="8428" y="4351"/>
                </a:lnTo>
                <a:lnTo>
                  <a:pt x="8250" y="4529"/>
                </a:lnTo>
                <a:lnTo>
                  <a:pt x="8119" y="4553"/>
                </a:lnTo>
                <a:lnTo>
                  <a:pt x="7988" y="4529"/>
                </a:lnTo>
                <a:lnTo>
                  <a:pt x="7810" y="4351"/>
                </a:lnTo>
                <a:lnTo>
                  <a:pt x="7798" y="4220"/>
                </a:lnTo>
                <a:lnTo>
                  <a:pt x="7798" y="3899"/>
                </a:lnTo>
                <a:lnTo>
                  <a:pt x="7774" y="3768"/>
                </a:lnTo>
                <a:lnTo>
                  <a:pt x="7596" y="3590"/>
                </a:lnTo>
                <a:lnTo>
                  <a:pt x="7465" y="3566"/>
                </a:lnTo>
                <a:lnTo>
                  <a:pt x="6491" y="3566"/>
                </a:lnTo>
                <a:lnTo>
                  <a:pt x="6491" y="3079"/>
                </a:lnTo>
                <a:lnTo>
                  <a:pt x="6823" y="3079"/>
                </a:lnTo>
                <a:lnTo>
                  <a:pt x="7026" y="3067"/>
                </a:lnTo>
                <a:lnTo>
                  <a:pt x="7370" y="2924"/>
                </a:lnTo>
                <a:lnTo>
                  <a:pt x="7632" y="2663"/>
                </a:lnTo>
                <a:lnTo>
                  <a:pt x="7786" y="2306"/>
                </a:lnTo>
                <a:lnTo>
                  <a:pt x="7798" y="2104"/>
                </a:lnTo>
                <a:lnTo>
                  <a:pt x="7786" y="1914"/>
                </a:lnTo>
                <a:lnTo>
                  <a:pt x="7632" y="1557"/>
                </a:lnTo>
                <a:lnTo>
                  <a:pt x="7370" y="1296"/>
                </a:lnTo>
                <a:lnTo>
                  <a:pt x="7026" y="1153"/>
                </a:lnTo>
                <a:lnTo>
                  <a:pt x="6823" y="1129"/>
                </a:lnTo>
                <a:lnTo>
                  <a:pt x="6491" y="1129"/>
                </a:lnTo>
                <a:lnTo>
                  <a:pt x="6491" y="642"/>
                </a:lnTo>
                <a:close/>
                <a:moveTo>
                  <a:pt x="6360" y="0"/>
                </a:moveTo>
                <a:lnTo>
                  <a:pt x="6134" y="107"/>
                </a:lnTo>
                <a:lnTo>
                  <a:pt x="5956" y="285"/>
                </a:lnTo>
                <a:lnTo>
                  <a:pt x="5861" y="511"/>
                </a:lnTo>
                <a:lnTo>
                  <a:pt x="5849" y="642"/>
                </a:lnTo>
                <a:lnTo>
                  <a:pt x="5849" y="1129"/>
                </a:lnTo>
                <a:lnTo>
                  <a:pt x="5861" y="1272"/>
                </a:lnTo>
                <a:lnTo>
                  <a:pt x="5956" y="1498"/>
                </a:lnTo>
                <a:lnTo>
                  <a:pt x="6134" y="1676"/>
                </a:lnTo>
                <a:lnTo>
                  <a:pt x="6360" y="1771"/>
                </a:lnTo>
                <a:lnTo>
                  <a:pt x="6491" y="1783"/>
                </a:lnTo>
                <a:lnTo>
                  <a:pt x="6823" y="1783"/>
                </a:lnTo>
                <a:lnTo>
                  <a:pt x="6954" y="1807"/>
                </a:lnTo>
                <a:lnTo>
                  <a:pt x="7133" y="1985"/>
                </a:lnTo>
                <a:lnTo>
                  <a:pt x="7144" y="2116"/>
                </a:lnTo>
                <a:lnTo>
                  <a:pt x="7133" y="2235"/>
                </a:lnTo>
                <a:lnTo>
                  <a:pt x="6954" y="2413"/>
                </a:lnTo>
                <a:lnTo>
                  <a:pt x="6823" y="2437"/>
                </a:lnTo>
                <a:lnTo>
                  <a:pt x="6491" y="2437"/>
                </a:lnTo>
                <a:lnTo>
                  <a:pt x="6360" y="2449"/>
                </a:lnTo>
                <a:lnTo>
                  <a:pt x="6134" y="2544"/>
                </a:lnTo>
                <a:lnTo>
                  <a:pt x="5956" y="2722"/>
                </a:lnTo>
                <a:lnTo>
                  <a:pt x="5861" y="2948"/>
                </a:lnTo>
                <a:lnTo>
                  <a:pt x="5849" y="3091"/>
                </a:lnTo>
                <a:lnTo>
                  <a:pt x="5849" y="3578"/>
                </a:lnTo>
                <a:lnTo>
                  <a:pt x="5861" y="3709"/>
                </a:lnTo>
                <a:lnTo>
                  <a:pt x="5956" y="3935"/>
                </a:lnTo>
                <a:lnTo>
                  <a:pt x="6134" y="4113"/>
                </a:lnTo>
                <a:lnTo>
                  <a:pt x="6360" y="4220"/>
                </a:lnTo>
                <a:lnTo>
                  <a:pt x="7144" y="4220"/>
                </a:lnTo>
                <a:lnTo>
                  <a:pt x="7156" y="4422"/>
                </a:lnTo>
                <a:lnTo>
                  <a:pt x="7311" y="4779"/>
                </a:lnTo>
                <a:lnTo>
                  <a:pt x="7572" y="5040"/>
                </a:lnTo>
                <a:lnTo>
                  <a:pt x="7929" y="5183"/>
                </a:lnTo>
                <a:lnTo>
                  <a:pt x="8119" y="5195"/>
                </a:lnTo>
                <a:lnTo>
                  <a:pt x="8321" y="5183"/>
                </a:lnTo>
                <a:lnTo>
                  <a:pt x="8666" y="5040"/>
                </a:lnTo>
                <a:lnTo>
                  <a:pt x="8939" y="4779"/>
                </a:lnTo>
                <a:lnTo>
                  <a:pt x="9082" y="4422"/>
                </a:lnTo>
                <a:lnTo>
                  <a:pt x="9094" y="4220"/>
                </a:lnTo>
                <a:lnTo>
                  <a:pt x="9878" y="4220"/>
                </a:lnTo>
                <a:lnTo>
                  <a:pt x="10116" y="4113"/>
                </a:lnTo>
                <a:lnTo>
                  <a:pt x="10294" y="3935"/>
                </a:lnTo>
                <a:lnTo>
                  <a:pt x="10390" y="3709"/>
                </a:lnTo>
                <a:lnTo>
                  <a:pt x="10401" y="3578"/>
                </a:lnTo>
                <a:lnTo>
                  <a:pt x="10401" y="1296"/>
                </a:lnTo>
                <a:lnTo>
                  <a:pt x="10378" y="1034"/>
                </a:lnTo>
                <a:lnTo>
                  <a:pt x="10176" y="559"/>
                </a:lnTo>
                <a:lnTo>
                  <a:pt x="9831" y="214"/>
                </a:lnTo>
                <a:lnTo>
                  <a:pt x="9367" y="12"/>
                </a:lnTo>
                <a:lnTo>
                  <a:pt x="9094" y="0"/>
                </a:lnTo>
                <a:close/>
                <a:moveTo>
                  <a:pt x="4220" y="1950"/>
                </a:moveTo>
                <a:lnTo>
                  <a:pt x="4220" y="5528"/>
                </a:lnTo>
                <a:lnTo>
                  <a:pt x="3566" y="5528"/>
                </a:lnTo>
                <a:lnTo>
                  <a:pt x="3566" y="5195"/>
                </a:lnTo>
                <a:lnTo>
                  <a:pt x="3555" y="5005"/>
                </a:lnTo>
                <a:lnTo>
                  <a:pt x="3412" y="4648"/>
                </a:lnTo>
                <a:lnTo>
                  <a:pt x="3150" y="4386"/>
                </a:lnTo>
                <a:lnTo>
                  <a:pt x="2794" y="4232"/>
                </a:lnTo>
                <a:lnTo>
                  <a:pt x="2592" y="4220"/>
                </a:lnTo>
                <a:lnTo>
                  <a:pt x="2402" y="4232"/>
                </a:lnTo>
                <a:lnTo>
                  <a:pt x="2045" y="4386"/>
                </a:lnTo>
                <a:lnTo>
                  <a:pt x="1783" y="4648"/>
                </a:lnTo>
                <a:lnTo>
                  <a:pt x="1641" y="5005"/>
                </a:lnTo>
                <a:lnTo>
                  <a:pt x="1617" y="5195"/>
                </a:lnTo>
                <a:lnTo>
                  <a:pt x="1617" y="5528"/>
                </a:lnTo>
                <a:lnTo>
                  <a:pt x="642" y="5528"/>
                </a:lnTo>
                <a:lnTo>
                  <a:pt x="642" y="2603"/>
                </a:lnTo>
                <a:lnTo>
                  <a:pt x="654" y="2461"/>
                </a:lnTo>
                <a:lnTo>
                  <a:pt x="749" y="2235"/>
                </a:lnTo>
                <a:lnTo>
                  <a:pt x="928" y="2057"/>
                </a:lnTo>
                <a:lnTo>
                  <a:pt x="1165" y="1962"/>
                </a:lnTo>
                <a:lnTo>
                  <a:pt x="1296" y="1950"/>
                </a:lnTo>
                <a:close/>
                <a:moveTo>
                  <a:pt x="2592" y="4874"/>
                </a:moveTo>
                <a:lnTo>
                  <a:pt x="2722" y="4886"/>
                </a:lnTo>
                <a:lnTo>
                  <a:pt x="2901" y="5064"/>
                </a:lnTo>
                <a:lnTo>
                  <a:pt x="2925" y="5195"/>
                </a:lnTo>
                <a:lnTo>
                  <a:pt x="2925" y="5849"/>
                </a:lnTo>
                <a:lnTo>
                  <a:pt x="2936" y="5979"/>
                </a:lnTo>
                <a:lnTo>
                  <a:pt x="3115" y="6158"/>
                </a:lnTo>
                <a:lnTo>
                  <a:pt x="3245" y="6169"/>
                </a:lnTo>
                <a:lnTo>
                  <a:pt x="4220" y="6169"/>
                </a:lnTo>
                <a:lnTo>
                  <a:pt x="4220" y="6823"/>
                </a:lnTo>
                <a:lnTo>
                  <a:pt x="3899" y="6823"/>
                </a:lnTo>
                <a:lnTo>
                  <a:pt x="3697" y="6835"/>
                </a:lnTo>
                <a:lnTo>
                  <a:pt x="3352" y="6990"/>
                </a:lnTo>
                <a:lnTo>
                  <a:pt x="3079" y="7251"/>
                </a:lnTo>
                <a:lnTo>
                  <a:pt x="2936" y="7596"/>
                </a:lnTo>
                <a:lnTo>
                  <a:pt x="2925" y="7798"/>
                </a:lnTo>
                <a:lnTo>
                  <a:pt x="2936" y="8000"/>
                </a:lnTo>
                <a:lnTo>
                  <a:pt x="3079" y="8345"/>
                </a:lnTo>
                <a:lnTo>
                  <a:pt x="3352" y="8618"/>
                </a:lnTo>
                <a:lnTo>
                  <a:pt x="3697" y="8761"/>
                </a:lnTo>
                <a:lnTo>
                  <a:pt x="3899" y="8773"/>
                </a:lnTo>
                <a:lnTo>
                  <a:pt x="4220" y="8773"/>
                </a:lnTo>
                <a:lnTo>
                  <a:pt x="4220" y="9747"/>
                </a:lnTo>
                <a:lnTo>
                  <a:pt x="1296" y="9747"/>
                </a:lnTo>
                <a:lnTo>
                  <a:pt x="1165" y="9736"/>
                </a:lnTo>
                <a:lnTo>
                  <a:pt x="928" y="9640"/>
                </a:lnTo>
                <a:lnTo>
                  <a:pt x="749" y="9462"/>
                </a:lnTo>
                <a:lnTo>
                  <a:pt x="654" y="9236"/>
                </a:lnTo>
                <a:lnTo>
                  <a:pt x="642" y="9106"/>
                </a:lnTo>
                <a:lnTo>
                  <a:pt x="642" y="6169"/>
                </a:lnTo>
                <a:lnTo>
                  <a:pt x="1950" y="6169"/>
                </a:lnTo>
                <a:lnTo>
                  <a:pt x="2081" y="6158"/>
                </a:lnTo>
                <a:lnTo>
                  <a:pt x="2259" y="5979"/>
                </a:lnTo>
                <a:lnTo>
                  <a:pt x="2271" y="5849"/>
                </a:lnTo>
                <a:lnTo>
                  <a:pt x="2271" y="5195"/>
                </a:lnTo>
                <a:lnTo>
                  <a:pt x="2295" y="5064"/>
                </a:lnTo>
                <a:lnTo>
                  <a:pt x="2473" y="4886"/>
                </a:lnTo>
                <a:lnTo>
                  <a:pt x="2592" y="4874"/>
                </a:lnTo>
                <a:close/>
                <a:moveTo>
                  <a:pt x="8452" y="6169"/>
                </a:moveTo>
                <a:lnTo>
                  <a:pt x="8452" y="9106"/>
                </a:lnTo>
                <a:lnTo>
                  <a:pt x="8440" y="9236"/>
                </a:lnTo>
                <a:lnTo>
                  <a:pt x="8345" y="9462"/>
                </a:lnTo>
                <a:lnTo>
                  <a:pt x="8167" y="9640"/>
                </a:lnTo>
                <a:lnTo>
                  <a:pt x="7929" y="9736"/>
                </a:lnTo>
                <a:lnTo>
                  <a:pt x="7798" y="9747"/>
                </a:lnTo>
                <a:lnTo>
                  <a:pt x="4874" y="9747"/>
                </a:lnTo>
                <a:lnTo>
                  <a:pt x="4874" y="8452"/>
                </a:lnTo>
                <a:lnTo>
                  <a:pt x="4850" y="8321"/>
                </a:lnTo>
                <a:lnTo>
                  <a:pt x="4684" y="8143"/>
                </a:lnTo>
                <a:lnTo>
                  <a:pt x="4553" y="8119"/>
                </a:lnTo>
                <a:lnTo>
                  <a:pt x="3899" y="8119"/>
                </a:lnTo>
                <a:lnTo>
                  <a:pt x="3768" y="8107"/>
                </a:lnTo>
                <a:lnTo>
                  <a:pt x="3590" y="7929"/>
                </a:lnTo>
                <a:lnTo>
                  <a:pt x="3566" y="7798"/>
                </a:lnTo>
                <a:lnTo>
                  <a:pt x="3590" y="7667"/>
                </a:lnTo>
                <a:lnTo>
                  <a:pt x="3768" y="7489"/>
                </a:lnTo>
                <a:lnTo>
                  <a:pt x="3899" y="7477"/>
                </a:lnTo>
                <a:lnTo>
                  <a:pt x="4553" y="7477"/>
                </a:lnTo>
                <a:lnTo>
                  <a:pt x="4684" y="7453"/>
                </a:lnTo>
                <a:lnTo>
                  <a:pt x="4850" y="7275"/>
                </a:lnTo>
                <a:lnTo>
                  <a:pt x="4874" y="7144"/>
                </a:lnTo>
                <a:lnTo>
                  <a:pt x="4874" y="6169"/>
                </a:lnTo>
                <a:lnTo>
                  <a:pt x="5528" y="6169"/>
                </a:lnTo>
                <a:lnTo>
                  <a:pt x="5528" y="6502"/>
                </a:lnTo>
                <a:lnTo>
                  <a:pt x="5540" y="6693"/>
                </a:lnTo>
                <a:lnTo>
                  <a:pt x="5682" y="7049"/>
                </a:lnTo>
                <a:lnTo>
                  <a:pt x="5956" y="7311"/>
                </a:lnTo>
                <a:lnTo>
                  <a:pt x="6300" y="7465"/>
                </a:lnTo>
                <a:lnTo>
                  <a:pt x="6502" y="7477"/>
                </a:lnTo>
                <a:lnTo>
                  <a:pt x="6693" y="7465"/>
                </a:lnTo>
                <a:lnTo>
                  <a:pt x="7049" y="7311"/>
                </a:lnTo>
                <a:lnTo>
                  <a:pt x="7311" y="7049"/>
                </a:lnTo>
                <a:lnTo>
                  <a:pt x="7465" y="6693"/>
                </a:lnTo>
                <a:lnTo>
                  <a:pt x="7477" y="6502"/>
                </a:lnTo>
                <a:lnTo>
                  <a:pt x="7477" y="6169"/>
                </a:lnTo>
                <a:close/>
                <a:moveTo>
                  <a:pt x="1296" y="1296"/>
                </a:moveTo>
                <a:lnTo>
                  <a:pt x="1035" y="1320"/>
                </a:lnTo>
                <a:lnTo>
                  <a:pt x="571" y="1510"/>
                </a:lnTo>
                <a:lnTo>
                  <a:pt x="214" y="1866"/>
                </a:lnTo>
                <a:lnTo>
                  <a:pt x="12" y="2330"/>
                </a:lnTo>
                <a:lnTo>
                  <a:pt x="0" y="2603"/>
                </a:lnTo>
                <a:lnTo>
                  <a:pt x="0" y="9106"/>
                </a:lnTo>
                <a:lnTo>
                  <a:pt x="12" y="9367"/>
                </a:lnTo>
                <a:lnTo>
                  <a:pt x="214" y="9831"/>
                </a:lnTo>
                <a:lnTo>
                  <a:pt x="571" y="10187"/>
                </a:lnTo>
                <a:lnTo>
                  <a:pt x="1035" y="10377"/>
                </a:lnTo>
                <a:lnTo>
                  <a:pt x="1296" y="10401"/>
                </a:lnTo>
                <a:lnTo>
                  <a:pt x="7798" y="10401"/>
                </a:lnTo>
                <a:lnTo>
                  <a:pt x="8060" y="10377"/>
                </a:lnTo>
                <a:lnTo>
                  <a:pt x="8535" y="10187"/>
                </a:lnTo>
                <a:lnTo>
                  <a:pt x="8880" y="9831"/>
                </a:lnTo>
                <a:lnTo>
                  <a:pt x="9082" y="9367"/>
                </a:lnTo>
                <a:lnTo>
                  <a:pt x="9106" y="9106"/>
                </a:lnTo>
                <a:lnTo>
                  <a:pt x="9106" y="6169"/>
                </a:lnTo>
                <a:lnTo>
                  <a:pt x="9094" y="6039"/>
                </a:lnTo>
                <a:lnTo>
                  <a:pt x="8999" y="5813"/>
                </a:lnTo>
                <a:lnTo>
                  <a:pt x="8820" y="5635"/>
                </a:lnTo>
                <a:lnTo>
                  <a:pt x="8583" y="5539"/>
                </a:lnTo>
                <a:lnTo>
                  <a:pt x="8452" y="5528"/>
                </a:lnTo>
                <a:lnTo>
                  <a:pt x="7156" y="5528"/>
                </a:lnTo>
                <a:lnTo>
                  <a:pt x="7026" y="5539"/>
                </a:lnTo>
                <a:lnTo>
                  <a:pt x="6847" y="5718"/>
                </a:lnTo>
                <a:lnTo>
                  <a:pt x="6823" y="5849"/>
                </a:lnTo>
                <a:lnTo>
                  <a:pt x="6823" y="6502"/>
                </a:lnTo>
                <a:lnTo>
                  <a:pt x="6812" y="6633"/>
                </a:lnTo>
                <a:lnTo>
                  <a:pt x="6633" y="6811"/>
                </a:lnTo>
                <a:lnTo>
                  <a:pt x="6502" y="6823"/>
                </a:lnTo>
                <a:lnTo>
                  <a:pt x="6372" y="6811"/>
                </a:lnTo>
                <a:lnTo>
                  <a:pt x="6193" y="6633"/>
                </a:lnTo>
                <a:lnTo>
                  <a:pt x="6182" y="6502"/>
                </a:lnTo>
                <a:lnTo>
                  <a:pt x="6182" y="5849"/>
                </a:lnTo>
                <a:lnTo>
                  <a:pt x="6158" y="5718"/>
                </a:lnTo>
                <a:lnTo>
                  <a:pt x="5979" y="5539"/>
                </a:lnTo>
                <a:lnTo>
                  <a:pt x="5849" y="5528"/>
                </a:lnTo>
                <a:lnTo>
                  <a:pt x="4874" y="5528"/>
                </a:lnTo>
                <a:lnTo>
                  <a:pt x="4874" y="1950"/>
                </a:lnTo>
                <a:lnTo>
                  <a:pt x="4862" y="1819"/>
                </a:lnTo>
                <a:lnTo>
                  <a:pt x="4767" y="1581"/>
                </a:lnTo>
                <a:lnTo>
                  <a:pt x="4589" y="1403"/>
                </a:lnTo>
                <a:lnTo>
                  <a:pt x="4363" y="1308"/>
                </a:lnTo>
                <a:lnTo>
                  <a:pt x="4220" y="1296"/>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1" name="Google Shape;3141;p174"/>
          <p:cNvSpPr/>
          <p:nvPr/>
        </p:nvSpPr>
        <p:spPr>
          <a:xfrm>
            <a:off x="8705506" y="3366902"/>
            <a:ext cx="565453" cy="564855"/>
          </a:xfrm>
          <a:custGeom>
            <a:rect b="b" l="l" r="r" t="t"/>
            <a:pathLst>
              <a:path extrusionOk="0" h="10391" w="10402">
                <a:moveTo>
                  <a:pt x="2271" y="1"/>
                </a:moveTo>
                <a:lnTo>
                  <a:pt x="2140" y="13"/>
                </a:lnTo>
                <a:lnTo>
                  <a:pt x="1973" y="191"/>
                </a:lnTo>
                <a:lnTo>
                  <a:pt x="1950" y="322"/>
                </a:lnTo>
                <a:lnTo>
                  <a:pt x="1973" y="453"/>
                </a:lnTo>
                <a:lnTo>
                  <a:pt x="2140" y="631"/>
                </a:lnTo>
                <a:lnTo>
                  <a:pt x="2271" y="643"/>
                </a:lnTo>
                <a:lnTo>
                  <a:pt x="8131" y="643"/>
                </a:lnTo>
                <a:lnTo>
                  <a:pt x="8262" y="631"/>
                </a:lnTo>
                <a:lnTo>
                  <a:pt x="8428" y="453"/>
                </a:lnTo>
                <a:lnTo>
                  <a:pt x="8452" y="322"/>
                </a:lnTo>
                <a:lnTo>
                  <a:pt x="8428" y="191"/>
                </a:lnTo>
                <a:lnTo>
                  <a:pt x="8262" y="13"/>
                </a:lnTo>
                <a:lnTo>
                  <a:pt x="8131" y="1"/>
                </a:lnTo>
                <a:close/>
                <a:moveTo>
                  <a:pt x="1296" y="1297"/>
                </a:moveTo>
                <a:lnTo>
                  <a:pt x="1165" y="1308"/>
                </a:lnTo>
                <a:lnTo>
                  <a:pt x="999" y="1487"/>
                </a:lnTo>
                <a:lnTo>
                  <a:pt x="975" y="1618"/>
                </a:lnTo>
                <a:lnTo>
                  <a:pt x="999" y="1748"/>
                </a:lnTo>
                <a:lnTo>
                  <a:pt x="1165" y="1927"/>
                </a:lnTo>
                <a:lnTo>
                  <a:pt x="1296" y="1950"/>
                </a:lnTo>
                <a:lnTo>
                  <a:pt x="9106" y="1950"/>
                </a:lnTo>
                <a:lnTo>
                  <a:pt x="9236" y="1927"/>
                </a:lnTo>
                <a:lnTo>
                  <a:pt x="9403" y="1748"/>
                </a:lnTo>
                <a:lnTo>
                  <a:pt x="9426" y="1618"/>
                </a:lnTo>
                <a:lnTo>
                  <a:pt x="9403" y="1487"/>
                </a:lnTo>
                <a:lnTo>
                  <a:pt x="9236" y="1308"/>
                </a:lnTo>
                <a:lnTo>
                  <a:pt x="9106" y="1297"/>
                </a:lnTo>
                <a:close/>
                <a:moveTo>
                  <a:pt x="9106" y="3246"/>
                </a:moveTo>
                <a:lnTo>
                  <a:pt x="9236" y="3258"/>
                </a:lnTo>
                <a:lnTo>
                  <a:pt x="9462" y="3353"/>
                </a:lnTo>
                <a:lnTo>
                  <a:pt x="9640" y="3531"/>
                </a:lnTo>
                <a:lnTo>
                  <a:pt x="9747" y="3757"/>
                </a:lnTo>
                <a:lnTo>
                  <a:pt x="9747" y="3900"/>
                </a:lnTo>
                <a:lnTo>
                  <a:pt x="9747" y="9094"/>
                </a:lnTo>
                <a:lnTo>
                  <a:pt x="9747" y="9225"/>
                </a:lnTo>
                <a:lnTo>
                  <a:pt x="9640" y="9463"/>
                </a:lnTo>
                <a:lnTo>
                  <a:pt x="9462" y="9641"/>
                </a:lnTo>
                <a:lnTo>
                  <a:pt x="9236" y="9736"/>
                </a:lnTo>
                <a:lnTo>
                  <a:pt x="9106" y="9748"/>
                </a:lnTo>
                <a:lnTo>
                  <a:pt x="1296" y="9748"/>
                </a:lnTo>
                <a:lnTo>
                  <a:pt x="1165" y="9736"/>
                </a:lnTo>
                <a:lnTo>
                  <a:pt x="939" y="9641"/>
                </a:lnTo>
                <a:lnTo>
                  <a:pt x="761" y="9463"/>
                </a:lnTo>
                <a:lnTo>
                  <a:pt x="654" y="9225"/>
                </a:lnTo>
                <a:lnTo>
                  <a:pt x="654" y="9094"/>
                </a:lnTo>
                <a:lnTo>
                  <a:pt x="654" y="3900"/>
                </a:lnTo>
                <a:lnTo>
                  <a:pt x="654" y="3757"/>
                </a:lnTo>
                <a:lnTo>
                  <a:pt x="761" y="3531"/>
                </a:lnTo>
                <a:lnTo>
                  <a:pt x="939" y="3353"/>
                </a:lnTo>
                <a:lnTo>
                  <a:pt x="1165" y="3258"/>
                </a:lnTo>
                <a:lnTo>
                  <a:pt x="1296" y="3246"/>
                </a:lnTo>
                <a:close/>
                <a:moveTo>
                  <a:pt x="1296" y="2592"/>
                </a:moveTo>
                <a:lnTo>
                  <a:pt x="1034" y="2616"/>
                </a:lnTo>
                <a:lnTo>
                  <a:pt x="571" y="2806"/>
                </a:lnTo>
                <a:lnTo>
                  <a:pt x="214" y="3163"/>
                </a:lnTo>
                <a:lnTo>
                  <a:pt x="24" y="3626"/>
                </a:lnTo>
                <a:lnTo>
                  <a:pt x="0" y="3900"/>
                </a:lnTo>
                <a:lnTo>
                  <a:pt x="0" y="9094"/>
                </a:lnTo>
                <a:lnTo>
                  <a:pt x="24" y="9356"/>
                </a:lnTo>
                <a:lnTo>
                  <a:pt x="214" y="9831"/>
                </a:lnTo>
                <a:lnTo>
                  <a:pt x="571" y="10176"/>
                </a:lnTo>
                <a:lnTo>
                  <a:pt x="1034" y="10378"/>
                </a:lnTo>
                <a:lnTo>
                  <a:pt x="1296" y="10390"/>
                </a:lnTo>
                <a:lnTo>
                  <a:pt x="9106" y="10390"/>
                </a:lnTo>
                <a:lnTo>
                  <a:pt x="9367" y="10378"/>
                </a:lnTo>
                <a:lnTo>
                  <a:pt x="9831" y="10176"/>
                </a:lnTo>
                <a:lnTo>
                  <a:pt x="10187" y="9831"/>
                </a:lnTo>
                <a:lnTo>
                  <a:pt x="10377" y="9356"/>
                </a:lnTo>
                <a:lnTo>
                  <a:pt x="10401" y="9094"/>
                </a:lnTo>
                <a:lnTo>
                  <a:pt x="10401" y="3900"/>
                </a:lnTo>
                <a:lnTo>
                  <a:pt x="10377" y="3626"/>
                </a:lnTo>
                <a:lnTo>
                  <a:pt x="10187" y="3163"/>
                </a:lnTo>
                <a:lnTo>
                  <a:pt x="9831" y="2806"/>
                </a:lnTo>
                <a:lnTo>
                  <a:pt x="9367" y="2616"/>
                </a:lnTo>
                <a:lnTo>
                  <a:pt x="9106" y="259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2" name="Google Shape;3142;p174"/>
          <p:cNvSpPr/>
          <p:nvPr/>
        </p:nvSpPr>
        <p:spPr>
          <a:xfrm>
            <a:off x="2272993" y="3401800"/>
            <a:ext cx="495057" cy="503428"/>
          </a:xfrm>
          <a:custGeom>
            <a:rect b="b" l="l" r="r" t="t"/>
            <a:pathLst>
              <a:path extrusionOk="0" h="9261" w="9107">
                <a:moveTo>
                  <a:pt x="1784" y="1463"/>
                </a:moveTo>
                <a:lnTo>
                  <a:pt x="1653" y="1487"/>
                </a:lnTo>
                <a:lnTo>
                  <a:pt x="1475" y="1665"/>
                </a:lnTo>
                <a:lnTo>
                  <a:pt x="1463" y="1796"/>
                </a:lnTo>
                <a:lnTo>
                  <a:pt x="1463" y="2117"/>
                </a:lnTo>
                <a:lnTo>
                  <a:pt x="1475" y="2247"/>
                </a:lnTo>
                <a:lnTo>
                  <a:pt x="1653" y="2426"/>
                </a:lnTo>
                <a:lnTo>
                  <a:pt x="1784" y="2438"/>
                </a:lnTo>
                <a:lnTo>
                  <a:pt x="2117" y="2438"/>
                </a:lnTo>
                <a:lnTo>
                  <a:pt x="2247" y="2426"/>
                </a:lnTo>
                <a:lnTo>
                  <a:pt x="2414" y="2247"/>
                </a:lnTo>
                <a:lnTo>
                  <a:pt x="2438" y="2117"/>
                </a:lnTo>
                <a:lnTo>
                  <a:pt x="2438" y="1796"/>
                </a:lnTo>
                <a:lnTo>
                  <a:pt x="2414" y="1665"/>
                </a:lnTo>
                <a:lnTo>
                  <a:pt x="2247" y="1487"/>
                </a:lnTo>
                <a:lnTo>
                  <a:pt x="2117" y="1463"/>
                </a:lnTo>
                <a:close/>
                <a:moveTo>
                  <a:pt x="6990" y="1463"/>
                </a:moveTo>
                <a:lnTo>
                  <a:pt x="6859" y="1487"/>
                </a:lnTo>
                <a:lnTo>
                  <a:pt x="6681" y="1665"/>
                </a:lnTo>
                <a:lnTo>
                  <a:pt x="6669" y="1796"/>
                </a:lnTo>
                <a:lnTo>
                  <a:pt x="6669" y="2117"/>
                </a:lnTo>
                <a:lnTo>
                  <a:pt x="6681" y="2247"/>
                </a:lnTo>
                <a:lnTo>
                  <a:pt x="6859" y="2426"/>
                </a:lnTo>
                <a:lnTo>
                  <a:pt x="6990" y="2438"/>
                </a:lnTo>
                <a:lnTo>
                  <a:pt x="7311" y="2438"/>
                </a:lnTo>
                <a:lnTo>
                  <a:pt x="7442" y="2426"/>
                </a:lnTo>
                <a:lnTo>
                  <a:pt x="7620" y="2247"/>
                </a:lnTo>
                <a:lnTo>
                  <a:pt x="7644" y="2117"/>
                </a:lnTo>
                <a:lnTo>
                  <a:pt x="7644" y="1796"/>
                </a:lnTo>
                <a:lnTo>
                  <a:pt x="7620" y="1665"/>
                </a:lnTo>
                <a:lnTo>
                  <a:pt x="7442" y="1487"/>
                </a:lnTo>
                <a:lnTo>
                  <a:pt x="7311" y="1463"/>
                </a:lnTo>
                <a:close/>
                <a:moveTo>
                  <a:pt x="2925" y="655"/>
                </a:moveTo>
                <a:lnTo>
                  <a:pt x="3056" y="666"/>
                </a:lnTo>
                <a:lnTo>
                  <a:pt x="3234" y="845"/>
                </a:lnTo>
                <a:lnTo>
                  <a:pt x="3246" y="976"/>
                </a:lnTo>
                <a:lnTo>
                  <a:pt x="3246" y="2925"/>
                </a:lnTo>
                <a:lnTo>
                  <a:pt x="3234" y="3056"/>
                </a:lnTo>
                <a:lnTo>
                  <a:pt x="3056" y="3234"/>
                </a:lnTo>
                <a:lnTo>
                  <a:pt x="2925" y="3258"/>
                </a:lnTo>
                <a:lnTo>
                  <a:pt x="975" y="3258"/>
                </a:lnTo>
                <a:lnTo>
                  <a:pt x="845" y="3234"/>
                </a:lnTo>
                <a:lnTo>
                  <a:pt x="666" y="3056"/>
                </a:lnTo>
                <a:lnTo>
                  <a:pt x="654" y="2925"/>
                </a:lnTo>
                <a:lnTo>
                  <a:pt x="654" y="976"/>
                </a:lnTo>
                <a:lnTo>
                  <a:pt x="666" y="845"/>
                </a:lnTo>
                <a:lnTo>
                  <a:pt x="845" y="666"/>
                </a:lnTo>
                <a:lnTo>
                  <a:pt x="975" y="655"/>
                </a:lnTo>
                <a:close/>
                <a:moveTo>
                  <a:pt x="8131" y="655"/>
                </a:moveTo>
                <a:lnTo>
                  <a:pt x="8250" y="666"/>
                </a:lnTo>
                <a:lnTo>
                  <a:pt x="8429" y="845"/>
                </a:lnTo>
                <a:lnTo>
                  <a:pt x="8452" y="976"/>
                </a:lnTo>
                <a:lnTo>
                  <a:pt x="8452" y="2925"/>
                </a:lnTo>
                <a:lnTo>
                  <a:pt x="8429" y="3056"/>
                </a:lnTo>
                <a:lnTo>
                  <a:pt x="8250" y="3234"/>
                </a:lnTo>
                <a:lnTo>
                  <a:pt x="8131" y="3258"/>
                </a:lnTo>
                <a:lnTo>
                  <a:pt x="6182" y="3258"/>
                </a:lnTo>
                <a:lnTo>
                  <a:pt x="6051" y="3234"/>
                </a:lnTo>
                <a:lnTo>
                  <a:pt x="5873" y="3056"/>
                </a:lnTo>
                <a:lnTo>
                  <a:pt x="5849" y="2925"/>
                </a:lnTo>
                <a:lnTo>
                  <a:pt x="5849" y="976"/>
                </a:lnTo>
                <a:lnTo>
                  <a:pt x="5873" y="845"/>
                </a:lnTo>
                <a:lnTo>
                  <a:pt x="6051" y="666"/>
                </a:lnTo>
                <a:lnTo>
                  <a:pt x="6182" y="655"/>
                </a:lnTo>
                <a:close/>
                <a:moveTo>
                  <a:pt x="975" y="1"/>
                </a:moveTo>
                <a:lnTo>
                  <a:pt x="773" y="13"/>
                </a:lnTo>
                <a:lnTo>
                  <a:pt x="429" y="167"/>
                </a:lnTo>
                <a:lnTo>
                  <a:pt x="167" y="429"/>
                </a:lnTo>
                <a:lnTo>
                  <a:pt x="13" y="773"/>
                </a:lnTo>
                <a:lnTo>
                  <a:pt x="1" y="976"/>
                </a:lnTo>
                <a:lnTo>
                  <a:pt x="1" y="2925"/>
                </a:lnTo>
                <a:lnTo>
                  <a:pt x="13" y="3127"/>
                </a:lnTo>
                <a:lnTo>
                  <a:pt x="167" y="3472"/>
                </a:lnTo>
                <a:lnTo>
                  <a:pt x="429" y="3733"/>
                </a:lnTo>
                <a:lnTo>
                  <a:pt x="773" y="3888"/>
                </a:lnTo>
                <a:lnTo>
                  <a:pt x="975" y="3900"/>
                </a:lnTo>
                <a:lnTo>
                  <a:pt x="2925" y="3900"/>
                </a:lnTo>
                <a:lnTo>
                  <a:pt x="3127" y="3888"/>
                </a:lnTo>
                <a:lnTo>
                  <a:pt x="3472" y="3733"/>
                </a:lnTo>
                <a:lnTo>
                  <a:pt x="3733" y="3472"/>
                </a:lnTo>
                <a:lnTo>
                  <a:pt x="3888" y="3127"/>
                </a:lnTo>
                <a:lnTo>
                  <a:pt x="3900" y="2925"/>
                </a:lnTo>
                <a:lnTo>
                  <a:pt x="3900" y="976"/>
                </a:lnTo>
                <a:lnTo>
                  <a:pt x="3888" y="773"/>
                </a:lnTo>
                <a:lnTo>
                  <a:pt x="3733" y="429"/>
                </a:lnTo>
                <a:lnTo>
                  <a:pt x="3472" y="167"/>
                </a:lnTo>
                <a:lnTo>
                  <a:pt x="3127" y="13"/>
                </a:lnTo>
                <a:lnTo>
                  <a:pt x="2925" y="1"/>
                </a:lnTo>
                <a:close/>
                <a:moveTo>
                  <a:pt x="6170" y="1"/>
                </a:moveTo>
                <a:lnTo>
                  <a:pt x="5980" y="13"/>
                </a:lnTo>
                <a:lnTo>
                  <a:pt x="5623" y="167"/>
                </a:lnTo>
                <a:lnTo>
                  <a:pt x="5362" y="429"/>
                </a:lnTo>
                <a:lnTo>
                  <a:pt x="5219" y="773"/>
                </a:lnTo>
                <a:lnTo>
                  <a:pt x="5195" y="976"/>
                </a:lnTo>
                <a:lnTo>
                  <a:pt x="5195" y="2925"/>
                </a:lnTo>
                <a:lnTo>
                  <a:pt x="5219" y="3127"/>
                </a:lnTo>
                <a:lnTo>
                  <a:pt x="5362" y="3472"/>
                </a:lnTo>
                <a:lnTo>
                  <a:pt x="5623" y="3745"/>
                </a:lnTo>
                <a:lnTo>
                  <a:pt x="5980" y="3888"/>
                </a:lnTo>
                <a:lnTo>
                  <a:pt x="6170" y="3900"/>
                </a:lnTo>
                <a:lnTo>
                  <a:pt x="8119" y="3900"/>
                </a:lnTo>
                <a:lnTo>
                  <a:pt x="8322" y="3888"/>
                </a:lnTo>
                <a:lnTo>
                  <a:pt x="8678" y="3745"/>
                </a:lnTo>
                <a:lnTo>
                  <a:pt x="8940" y="3472"/>
                </a:lnTo>
                <a:lnTo>
                  <a:pt x="9082" y="3127"/>
                </a:lnTo>
                <a:lnTo>
                  <a:pt x="9094" y="2925"/>
                </a:lnTo>
                <a:lnTo>
                  <a:pt x="9094" y="976"/>
                </a:lnTo>
                <a:lnTo>
                  <a:pt x="9082" y="773"/>
                </a:lnTo>
                <a:lnTo>
                  <a:pt x="8940" y="429"/>
                </a:lnTo>
                <a:lnTo>
                  <a:pt x="8678" y="167"/>
                </a:lnTo>
                <a:lnTo>
                  <a:pt x="8322" y="13"/>
                </a:lnTo>
                <a:lnTo>
                  <a:pt x="8119" y="1"/>
                </a:lnTo>
                <a:close/>
                <a:moveTo>
                  <a:pt x="1784" y="6669"/>
                </a:moveTo>
                <a:lnTo>
                  <a:pt x="1653" y="6681"/>
                </a:lnTo>
                <a:lnTo>
                  <a:pt x="1475" y="6860"/>
                </a:lnTo>
                <a:lnTo>
                  <a:pt x="1463" y="6990"/>
                </a:lnTo>
                <a:lnTo>
                  <a:pt x="1463" y="7311"/>
                </a:lnTo>
                <a:lnTo>
                  <a:pt x="1475" y="7442"/>
                </a:lnTo>
                <a:lnTo>
                  <a:pt x="1653" y="7620"/>
                </a:lnTo>
                <a:lnTo>
                  <a:pt x="1784" y="7644"/>
                </a:lnTo>
                <a:lnTo>
                  <a:pt x="2117" y="7644"/>
                </a:lnTo>
                <a:lnTo>
                  <a:pt x="2247" y="7620"/>
                </a:lnTo>
                <a:lnTo>
                  <a:pt x="2414" y="7442"/>
                </a:lnTo>
                <a:lnTo>
                  <a:pt x="2438" y="7311"/>
                </a:lnTo>
                <a:lnTo>
                  <a:pt x="2438" y="6990"/>
                </a:lnTo>
                <a:lnTo>
                  <a:pt x="2414" y="6860"/>
                </a:lnTo>
                <a:lnTo>
                  <a:pt x="2247" y="6681"/>
                </a:lnTo>
                <a:lnTo>
                  <a:pt x="2117" y="6669"/>
                </a:lnTo>
                <a:close/>
                <a:moveTo>
                  <a:pt x="2925" y="5849"/>
                </a:moveTo>
                <a:lnTo>
                  <a:pt x="3056" y="5873"/>
                </a:lnTo>
                <a:lnTo>
                  <a:pt x="3234" y="6051"/>
                </a:lnTo>
                <a:lnTo>
                  <a:pt x="3246" y="6182"/>
                </a:lnTo>
                <a:lnTo>
                  <a:pt x="3246" y="8131"/>
                </a:lnTo>
                <a:lnTo>
                  <a:pt x="3234" y="8262"/>
                </a:lnTo>
                <a:lnTo>
                  <a:pt x="3056" y="8429"/>
                </a:lnTo>
                <a:lnTo>
                  <a:pt x="2925" y="8452"/>
                </a:lnTo>
                <a:lnTo>
                  <a:pt x="975" y="8452"/>
                </a:lnTo>
                <a:lnTo>
                  <a:pt x="845" y="8429"/>
                </a:lnTo>
                <a:lnTo>
                  <a:pt x="666" y="8262"/>
                </a:lnTo>
                <a:lnTo>
                  <a:pt x="654" y="8131"/>
                </a:lnTo>
                <a:lnTo>
                  <a:pt x="654" y="6182"/>
                </a:lnTo>
                <a:lnTo>
                  <a:pt x="666" y="6051"/>
                </a:lnTo>
                <a:lnTo>
                  <a:pt x="845" y="5873"/>
                </a:lnTo>
                <a:lnTo>
                  <a:pt x="975" y="5849"/>
                </a:lnTo>
                <a:close/>
                <a:moveTo>
                  <a:pt x="975" y="5207"/>
                </a:moveTo>
                <a:lnTo>
                  <a:pt x="773" y="5219"/>
                </a:lnTo>
                <a:lnTo>
                  <a:pt x="429" y="5362"/>
                </a:lnTo>
                <a:lnTo>
                  <a:pt x="167" y="5623"/>
                </a:lnTo>
                <a:lnTo>
                  <a:pt x="13" y="5980"/>
                </a:lnTo>
                <a:lnTo>
                  <a:pt x="1" y="6182"/>
                </a:lnTo>
                <a:lnTo>
                  <a:pt x="1" y="8131"/>
                </a:lnTo>
                <a:lnTo>
                  <a:pt x="13" y="8322"/>
                </a:lnTo>
                <a:lnTo>
                  <a:pt x="167" y="8678"/>
                </a:lnTo>
                <a:lnTo>
                  <a:pt x="429" y="8940"/>
                </a:lnTo>
                <a:lnTo>
                  <a:pt x="773" y="9082"/>
                </a:lnTo>
                <a:lnTo>
                  <a:pt x="975" y="9106"/>
                </a:lnTo>
                <a:lnTo>
                  <a:pt x="2925" y="9106"/>
                </a:lnTo>
                <a:lnTo>
                  <a:pt x="3127" y="9082"/>
                </a:lnTo>
                <a:lnTo>
                  <a:pt x="3472" y="8940"/>
                </a:lnTo>
                <a:lnTo>
                  <a:pt x="3733" y="8678"/>
                </a:lnTo>
                <a:lnTo>
                  <a:pt x="3888" y="8322"/>
                </a:lnTo>
                <a:lnTo>
                  <a:pt x="3900" y="8131"/>
                </a:lnTo>
                <a:lnTo>
                  <a:pt x="3900" y="6182"/>
                </a:lnTo>
                <a:lnTo>
                  <a:pt x="3888" y="5980"/>
                </a:lnTo>
                <a:lnTo>
                  <a:pt x="3733" y="5623"/>
                </a:lnTo>
                <a:lnTo>
                  <a:pt x="3472" y="5362"/>
                </a:lnTo>
                <a:lnTo>
                  <a:pt x="3127" y="5219"/>
                </a:lnTo>
                <a:lnTo>
                  <a:pt x="2925" y="5207"/>
                </a:lnTo>
                <a:close/>
                <a:moveTo>
                  <a:pt x="6824" y="8131"/>
                </a:moveTo>
                <a:lnTo>
                  <a:pt x="6693" y="8143"/>
                </a:lnTo>
                <a:lnTo>
                  <a:pt x="6515" y="8322"/>
                </a:lnTo>
                <a:lnTo>
                  <a:pt x="6503" y="8452"/>
                </a:lnTo>
                <a:lnTo>
                  <a:pt x="6503" y="8773"/>
                </a:lnTo>
                <a:lnTo>
                  <a:pt x="6515" y="8904"/>
                </a:lnTo>
                <a:lnTo>
                  <a:pt x="6693" y="9082"/>
                </a:lnTo>
                <a:lnTo>
                  <a:pt x="6824" y="9106"/>
                </a:lnTo>
                <a:lnTo>
                  <a:pt x="7157" y="9106"/>
                </a:lnTo>
                <a:lnTo>
                  <a:pt x="7287" y="9082"/>
                </a:lnTo>
                <a:lnTo>
                  <a:pt x="7454" y="8904"/>
                </a:lnTo>
                <a:lnTo>
                  <a:pt x="7478" y="8773"/>
                </a:lnTo>
                <a:lnTo>
                  <a:pt x="7478" y="8452"/>
                </a:lnTo>
                <a:lnTo>
                  <a:pt x="7454" y="8322"/>
                </a:lnTo>
                <a:lnTo>
                  <a:pt x="7287" y="8143"/>
                </a:lnTo>
                <a:lnTo>
                  <a:pt x="7157" y="8131"/>
                </a:lnTo>
                <a:close/>
                <a:moveTo>
                  <a:pt x="8452" y="8131"/>
                </a:moveTo>
                <a:lnTo>
                  <a:pt x="8322" y="8143"/>
                </a:lnTo>
                <a:lnTo>
                  <a:pt x="8143" y="8322"/>
                </a:lnTo>
                <a:lnTo>
                  <a:pt x="8131" y="8452"/>
                </a:lnTo>
                <a:lnTo>
                  <a:pt x="8131" y="8773"/>
                </a:lnTo>
                <a:lnTo>
                  <a:pt x="8143" y="8904"/>
                </a:lnTo>
                <a:lnTo>
                  <a:pt x="8322" y="9082"/>
                </a:lnTo>
                <a:lnTo>
                  <a:pt x="8452" y="9106"/>
                </a:lnTo>
                <a:lnTo>
                  <a:pt x="8773" y="9106"/>
                </a:lnTo>
                <a:lnTo>
                  <a:pt x="8904" y="9082"/>
                </a:lnTo>
                <a:lnTo>
                  <a:pt x="9082" y="8904"/>
                </a:lnTo>
                <a:lnTo>
                  <a:pt x="9106" y="8773"/>
                </a:lnTo>
                <a:lnTo>
                  <a:pt x="9106" y="8452"/>
                </a:lnTo>
                <a:lnTo>
                  <a:pt x="9082" y="8322"/>
                </a:lnTo>
                <a:lnTo>
                  <a:pt x="8904" y="8143"/>
                </a:lnTo>
                <a:lnTo>
                  <a:pt x="8773" y="8131"/>
                </a:lnTo>
                <a:close/>
                <a:moveTo>
                  <a:pt x="5528" y="5207"/>
                </a:moveTo>
                <a:lnTo>
                  <a:pt x="5397" y="5219"/>
                </a:lnTo>
                <a:lnTo>
                  <a:pt x="5219" y="5397"/>
                </a:lnTo>
                <a:lnTo>
                  <a:pt x="5195" y="5528"/>
                </a:lnTo>
                <a:lnTo>
                  <a:pt x="5195" y="8940"/>
                </a:lnTo>
                <a:lnTo>
                  <a:pt x="5219" y="9071"/>
                </a:lnTo>
                <a:lnTo>
                  <a:pt x="5397" y="9249"/>
                </a:lnTo>
                <a:lnTo>
                  <a:pt x="5528" y="9261"/>
                </a:lnTo>
                <a:lnTo>
                  <a:pt x="5659" y="9249"/>
                </a:lnTo>
                <a:lnTo>
                  <a:pt x="5837" y="9071"/>
                </a:lnTo>
                <a:lnTo>
                  <a:pt x="5849" y="8940"/>
                </a:lnTo>
                <a:lnTo>
                  <a:pt x="5849" y="5849"/>
                </a:lnTo>
                <a:lnTo>
                  <a:pt x="6503" y="5849"/>
                </a:lnTo>
                <a:lnTo>
                  <a:pt x="6503" y="7228"/>
                </a:lnTo>
                <a:lnTo>
                  <a:pt x="6515" y="7359"/>
                </a:lnTo>
                <a:lnTo>
                  <a:pt x="6693" y="7537"/>
                </a:lnTo>
                <a:lnTo>
                  <a:pt x="6824" y="7561"/>
                </a:lnTo>
                <a:lnTo>
                  <a:pt x="8773" y="7561"/>
                </a:lnTo>
                <a:lnTo>
                  <a:pt x="8904" y="7537"/>
                </a:lnTo>
                <a:lnTo>
                  <a:pt x="9082" y="7359"/>
                </a:lnTo>
                <a:lnTo>
                  <a:pt x="9106" y="7228"/>
                </a:lnTo>
                <a:lnTo>
                  <a:pt x="9106" y="5528"/>
                </a:lnTo>
                <a:lnTo>
                  <a:pt x="9082" y="5397"/>
                </a:lnTo>
                <a:lnTo>
                  <a:pt x="8904" y="5219"/>
                </a:lnTo>
                <a:lnTo>
                  <a:pt x="8773" y="5207"/>
                </a:lnTo>
                <a:lnTo>
                  <a:pt x="8642" y="5219"/>
                </a:lnTo>
                <a:lnTo>
                  <a:pt x="8464" y="5397"/>
                </a:lnTo>
                <a:lnTo>
                  <a:pt x="8452" y="5528"/>
                </a:lnTo>
                <a:lnTo>
                  <a:pt x="8452" y="6907"/>
                </a:lnTo>
                <a:lnTo>
                  <a:pt x="7157" y="6907"/>
                </a:lnTo>
                <a:lnTo>
                  <a:pt x="7157" y="5528"/>
                </a:lnTo>
                <a:lnTo>
                  <a:pt x="7133" y="5397"/>
                </a:lnTo>
                <a:lnTo>
                  <a:pt x="6955" y="5219"/>
                </a:lnTo>
                <a:lnTo>
                  <a:pt x="6824" y="5207"/>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3" name="Google Shape;3143;p174"/>
          <p:cNvSpPr/>
          <p:nvPr/>
        </p:nvSpPr>
        <p:spPr>
          <a:xfrm>
            <a:off x="3246119" y="3401800"/>
            <a:ext cx="705647" cy="495057"/>
          </a:xfrm>
          <a:custGeom>
            <a:rect b="b" l="l" r="r" t="t"/>
            <a:pathLst>
              <a:path extrusionOk="0" h="9107" w="12981">
                <a:moveTo>
                  <a:pt x="1593" y="2937"/>
                </a:moveTo>
                <a:lnTo>
                  <a:pt x="1890" y="3056"/>
                </a:lnTo>
                <a:lnTo>
                  <a:pt x="2009" y="3163"/>
                </a:lnTo>
                <a:lnTo>
                  <a:pt x="2045" y="3210"/>
                </a:lnTo>
                <a:lnTo>
                  <a:pt x="2078" y="3254"/>
                </a:lnTo>
                <a:lnTo>
                  <a:pt x="2078" y="3254"/>
                </a:lnTo>
                <a:lnTo>
                  <a:pt x="1974" y="3519"/>
                </a:lnTo>
                <a:lnTo>
                  <a:pt x="1902" y="4078"/>
                </a:lnTo>
                <a:lnTo>
                  <a:pt x="1938" y="4363"/>
                </a:lnTo>
                <a:lnTo>
                  <a:pt x="1748" y="4494"/>
                </a:lnTo>
                <a:lnTo>
                  <a:pt x="1403" y="4554"/>
                </a:lnTo>
                <a:lnTo>
                  <a:pt x="999" y="4423"/>
                </a:lnTo>
                <a:lnTo>
                  <a:pt x="868" y="4316"/>
                </a:lnTo>
                <a:lnTo>
                  <a:pt x="749" y="4185"/>
                </a:lnTo>
                <a:lnTo>
                  <a:pt x="630" y="3900"/>
                </a:lnTo>
                <a:lnTo>
                  <a:pt x="630" y="3579"/>
                </a:lnTo>
                <a:lnTo>
                  <a:pt x="749" y="3293"/>
                </a:lnTo>
                <a:lnTo>
                  <a:pt x="868" y="3163"/>
                </a:lnTo>
                <a:lnTo>
                  <a:pt x="987" y="3056"/>
                </a:lnTo>
                <a:lnTo>
                  <a:pt x="1284" y="2937"/>
                </a:lnTo>
                <a:close/>
                <a:moveTo>
                  <a:pt x="10378" y="3900"/>
                </a:moveTo>
                <a:lnTo>
                  <a:pt x="10247" y="3924"/>
                </a:lnTo>
                <a:lnTo>
                  <a:pt x="10069" y="4090"/>
                </a:lnTo>
                <a:lnTo>
                  <a:pt x="10057" y="4233"/>
                </a:lnTo>
                <a:lnTo>
                  <a:pt x="10069" y="4363"/>
                </a:lnTo>
                <a:lnTo>
                  <a:pt x="10247" y="4530"/>
                </a:lnTo>
                <a:lnTo>
                  <a:pt x="10378" y="4554"/>
                </a:lnTo>
                <a:lnTo>
                  <a:pt x="10508" y="4530"/>
                </a:lnTo>
                <a:lnTo>
                  <a:pt x="10687" y="4351"/>
                </a:lnTo>
                <a:lnTo>
                  <a:pt x="10711" y="4233"/>
                </a:lnTo>
                <a:lnTo>
                  <a:pt x="10687" y="4090"/>
                </a:lnTo>
                <a:lnTo>
                  <a:pt x="10508" y="3924"/>
                </a:lnTo>
                <a:lnTo>
                  <a:pt x="10378" y="3900"/>
                </a:lnTo>
                <a:close/>
                <a:moveTo>
                  <a:pt x="3971" y="7050"/>
                </a:moveTo>
                <a:lnTo>
                  <a:pt x="4708" y="7846"/>
                </a:lnTo>
                <a:lnTo>
                  <a:pt x="3709" y="8405"/>
                </a:lnTo>
                <a:lnTo>
                  <a:pt x="3626" y="8452"/>
                </a:lnTo>
                <a:lnTo>
                  <a:pt x="3460" y="8441"/>
                </a:lnTo>
                <a:lnTo>
                  <a:pt x="3317" y="8357"/>
                </a:lnTo>
                <a:lnTo>
                  <a:pt x="3234" y="8215"/>
                </a:lnTo>
                <a:lnTo>
                  <a:pt x="3234" y="8131"/>
                </a:lnTo>
                <a:lnTo>
                  <a:pt x="3234" y="7644"/>
                </a:lnTo>
                <a:lnTo>
                  <a:pt x="3234" y="7561"/>
                </a:lnTo>
                <a:lnTo>
                  <a:pt x="3293" y="7430"/>
                </a:lnTo>
                <a:lnTo>
                  <a:pt x="3341" y="7394"/>
                </a:lnTo>
                <a:lnTo>
                  <a:pt x="3971" y="7050"/>
                </a:lnTo>
                <a:close/>
                <a:moveTo>
                  <a:pt x="9046" y="655"/>
                </a:moveTo>
                <a:lnTo>
                  <a:pt x="9165" y="666"/>
                </a:lnTo>
                <a:lnTo>
                  <a:pt x="9391" y="880"/>
                </a:lnTo>
                <a:lnTo>
                  <a:pt x="9641" y="1261"/>
                </a:lnTo>
                <a:lnTo>
                  <a:pt x="9855" y="1772"/>
                </a:lnTo>
                <a:lnTo>
                  <a:pt x="9938" y="2069"/>
                </a:lnTo>
                <a:lnTo>
                  <a:pt x="10045" y="2533"/>
                </a:lnTo>
                <a:lnTo>
                  <a:pt x="10081" y="2937"/>
                </a:lnTo>
                <a:lnTo>
                  <a:pt x="10283" y="2937"/>
                </a:lnTo>
                <a:lnTo>
                  <a:pt x="10604" y="3008"/>
                </a:lnTo>
                <a:lnTo>
                  <a:pt x="10699" y="3056"/>
                </a:lnTo>
                <a:lnTo>
                  <a:pt x="11852" y="3769"/>
                </a:lnTo>
                <a:lnTo>
                  <a:pt x="11959" y="3852"/>
                </a:lnTo>
                <a:lnTo>
                  <a:pt x="12137" y="4054"/>
                </a:lnTo>
                <a:lnTo>
                  <a:pt x="12256" y="4292"/>
                </a:lnTo>
                <a:lnTo>
                  <a:pt x="12327" y="4554"/>
                </a:lnTo>
                <a:lnTo>
                  <a:pt x="12327" y="4708"/>
                </a:lnTo>
                <a:lnTo>
                  <a:pt x="12315" y="4934"/>
                </a:lnTo>
                <a:lnTo>
                  <a:pt x="12137" y="5350"/>
                </a:lnTo>
                <a:lnTo>
                  <a:pt x="11828" y="5659"/>
                </a:lnTo>
                <a:lnTo>
                  <a:pt x="11412" y="5837"/>
                </a:lnTo>
                <a:lnTo>
                  <a:pt x="11186" y="5849"/>
                </a:lnTo>
                <a:lnTo>
                  <a:pt x="9082" y="5849"/>
                </a:lnTo>
                <a:lnTo>
                  <a:pt x="7774" y="6396"/>
                </a:lnTo>
                <a:lnTo>
                  <a:pt x="7774" y="6348"/>
                </a:lnTo>
                <a:lnTo>
                  <a:pt x="7774" y="6158"/>
                </a:lnTo>
                <a:lnTo>
                  <a:pt x="7715" y="5802"/>
                </a:lnTo>
                <a:lnTo>
                  <a:pt x="7596" y="5457"/>
                </a:lnTo>
                <a:lnTo>
                  <a:pt x="7418" y="5136"/>
                </a:lnTo>
                <a:lnTo>
                  <a:pt x="7204" y="4851"/>
                </a:lnTo>
                <a:lnTo>
                  <a:pt x="6942" y="4589"/>
                </a:lnTo>
                <a:lnTo>
                  <a:pt x="6645" y="4387"/>
                </a:lnTo>
                <a:lnTo>
                  <a:pt x="6312" y="4221"/>
                </a:lnTo>
                <a:lnTo>
                  <a:pt x="6134" y="4161"/>
                </a:lnTo>
                <a:lnTo>
                  <a:pt x="5266" y="3912"/>
                </a:lnTo>
                <a:lnTo>
                  <a:pt x="5195" y="3900"/>
                </a:lnTo>
                <a:lnTo>
                  <a:pt x="5064" y="3912"/>
                </a:lnTo>
                <a:lnTo>
                  <a:pt x="4910" y="4030"/>
                </a:lnTo>
                <a:lnTo>
                  <a:pt x="4850" y="4256"/>
                </a:lnTo>
                <a:lnTo>
                  <a:pt x="4910" y="4435"/>
                </a:lnTo>
                <a:lnTo>
                  <a:pt x="5017" y="4518"/>
                </a:lnTo>
                <a:lnTo>
                  <a:pt x="5088" y="4542"/>
                </a:lnTo>
                <a:lnTo>
                  <a:pt x="5932" y="4791"/>
                </a:lnTo>
                <a:lnTo>
                  <a:pt x="6194" y="4874"/>
                </a:lnTo>
                <a:lnTo>
                  <a:pt x="6633" y="5172"/>
                </a:lnTo>
                <a:lnTo>
                  <a:pt x="6942" y="5588"/>
                </a:lnTo>
                <a:lnTo>
                  <a:pt x="7109" y="6075"/>
                </a:lnTo>
                <a:lnTo>
                  <a:pt x="7133" y="6348"/>
                </a:lnTo>
                <a:lnTo>
                  <a:pt x="7133" y="7799"/>
                </a:lnTo>
                <a:lnTo>
                  <a:pt x="8749" y="7799"/>
                </a:lnTo>
                <a:lnTo>
                  <a:pt x="8880" y="7811"/>
                </a:lnTo>
                <a:lnTo>
                  <a:pt x="9118" y="7906"/>
                </a:lnTo>
                <a:lnTo>
                  <a:pt x="9296" y="8084"/>
                </a:lnTo>
                <a:lnTo>
                  <a:pt x="9391" y="8322"/>
                </a:lnTo>
                <a:lnTo>
                  <a:pt x="9403" y="8452"/>
                </a:lnTo>
                <a:lnTo>
                  <a:pt x="6158" y="8452"/>
                </a:lnTo>
                <a:lnTo>
                  <a:pt x="2901" y="4934"/>
                </a:lnTo>
                <a:lnTo>
                  <a:pt x="2746" y="4732"/>
                </a:lnTo>
                <a:lnTo>
                  <a:pt x="2568" y="4292"/>
                </a:lnTo>
                <a:lnTo>
                  <a:pt x="2568" y="3828"/>
                </a:lnTo>
                <a:lnTo>
                  <a:pt x="2734" y="3377"/>
                </a:lnTo>
                <a:lnTo>
                  <a:pt x="2889" y="3187"/>
                </a:lnTo>
                <a:lnTo>
                  <a:pt x="3043" y="3008"/>
                </a:lnTo>
                <a:lnTo>
                  <a:pt x="3436" y="2687"/>
                </a:lnTo>
                <a:lnTo>
                  <a:pt x="3923" y="2438"/>
                </a:lnTo>
                <a:lnTo>
                  <a:pt x="4517" y="2295"/>
                </a:lnTo>
                <a:lnTo>
                  <a:pt x="4850" y="2283"/>
                </a:lnTo>
                <a:lnTo>
                  <a:pt x="5076" y="2295"/>
                </a:lnTo>
                <a:lnTo>
                  <a:pt x="5575" y="2426"/>
                </a:lnTo>
                <a:lnTo>
                  <a:pt x="6407" y="2794"/>
                </a:lnTo>
                <a:lnTo>
                  <a:pt x="8131" y="3900"/>
                </a:lnTo>
                <a:lnTo>
                  <a:pt x="9082" y="4554"/>
                </a:lnTo>
                <a:lnTo>
                  <a:pt x="9082" y="4161"/>
                </a:lnTo>
                <a:lnTo>
                  <a:pt x="9106" y="3828"/>
                </a:lnTo>
                <a:lnTo>
                  <a:pt x="9153" y="3674"/>
                </a:lnTo>
                <a:lnTo>
                  <a:pt x="8904" y="3603"/>
                </a:lnTo>
                <a:lnTo>
                  <a:pt x="8274" y="3187"/>
                </a:lnTo>
                <a:lnTo>
                  <a:pt x="7953" y="2877"/>
                </a:lnTo>
                <a:lnTo>
                  <a:pt x="7727" y="2640"/>
                </a:lnTo>
                <a:lnTo>
                  <a:pt x="7370" y="2176"/>
                </a:lnTo>
                <a:lnTo>
                  <a:pt x="7168" y="1772"/>
                </a:lnTo>
                <a:lnTo>
                  <a:pt x="7133" y="1463"/>
                </a:lnTo>
                <a:lnTo>
                  <a:pt x="7192" y="1368"/>
                </a:lnTo>
                <a:lnTo>
                  <a:pt x="7240" y="1332"/>
                </a:lnTo>
                <a:lnTo>
                  <a:pt x="7358" y="1296"/>
                </a:lnTo>
                <a:lnTo>
                  <a:pt x="7608" y="1344"/>
                </a:lnTo>
                <a:lnTo>
                  <a:pt x="8024" y="1558"/>
                </a:lnTo>
                <a:lnTo>
                  <a:pt x="8476" y="1903"/>
                </a:lnTo>
                <a:lnTo>
                  <a:pt x="8714" y="2129"/>
                </a:lnTo>
                <a:lnTo>
                  <a:pt x="8809" y="2224"/>
                </a:lnTo>
                <a:lnTo>
                  <a:pt x="8892" y="2319"/>
                </a:lnTo>
                <a:lnTo>
                  <a:pt x="8892" y="2319"/>
                </a:lnTo>
                <a:lnTo>
                  <a:pt x="8821" y="1986"/>
                </a:lnTo>
                <a:lnTo>
                  <a:pt x="8749" y="1392"/>
                </a:lnTo>
                <a:lnTo>
                  <a:pt x="8797" y="928"/>
                </a:lnTo>
                <a:lnTo>
                  <a:pt x="8892" y="726"/>
                </a:lnTo>
                <a:lnTo>
                  <a:pt x="8987" y="655"/>
                </a:lnTo>
                <a:close/>
                <a:moveTo>
                  <a:pt x="9046" y="1"/>
                </a:moveTo>
                <a:lnTo>
                  <a:pt x="8916" y="13"/>
                </a:lnTo>
                <a:lnTo>
                  <a:pt x="8678" y="84"/>
                </a:lnTo>
                <a:lnTo>
                  <a:pt x="8416" y="274"/>
                </a:lnTo>
                <a:lnTo>
                  <a:pt x="8167" y="762"/>
                </a:lnTo>
                <a:lnTo>
                  <a:pt x="8143" y="880"/>
                </a:lnTo>
                <a:lnTo>
                  <a:pt x="7905" y="762"/>
                </a:lnTo>
                <a:lnTo>
                  <a:pt x="7489" y="655"/>
                </a:lnTo>
                <a:lnTo>
                  <a:pt x="7133" y="678"/>
                </a:lnTo>
                <a:lnTo>
                  <a:pt x="6847" y="797"/>
                </a:lnTo>
                <a:lnTo>
                  <a:pt x="6728" y="904"/>
                </a:lnTo>
                <a:lnTo>
                  <a:pt x="6657" y="976"/>
                </a:lnTo>
                <a:lnTo>
                  <a:pt x="6538" y="1201"/>
                </a:lnTo>
                <a:lnTo>
                  <a:pt x="6479" y="1510"/>
                </a:lnTo>
                <a:lnTo>
                  <a:pt x="6538" y="1938"/>
                </a:lnTo>
                <a:lnTo>
                  <a:pt x="6645" y="2188"/>
                </a:lnTo>
                <a:lnTo>
                  <a:pt x="6170" y="1950"/>
                </a:lnTo>
                <a:lnTo>
                  <a:pt x="5492" y="1713"/>
                </a:lnTo>
                <a:lnTo>
                  <a:pt x="5052" y="1629"/>
                </a:lnTo>
                <a:lnTo>
                  <a:pt x="4850" y="1629"/>
                </a:lnTo>
                <a:lnTo>
                  <a:pt x="4506" y="1641"/>
                </a:lnTo>
                <a:lnTo>
                  <a:pt x="3852" y="1772"/>
                </a:lnTo>
                <a:lnTo>
                  <a:pt x="3246" y="2045"/>
                </a:lnTo>
                <a:lnTo>
                  <a:pt x="2711" y="2438"/>
                </a:lnTo>
                <a:lnTo>
                  <a:pt x="2461" y="2687"/>
                </a:lnTo>
                <a:lnTo>
                  <a:pt x="2247" y="2509"/>
                </a:lnTo>
                <a:lnTo>
                  <a:pt x="1724" y="2295"/>
                </a:lnTo>
                <a:lnTo>
                  <a:pt x="1439" y="2283"/>
                </a:lnTo>
                <a:lnTo>
                  <a:pt x="1296" y="2283"/>
                </a:lnTo>
                <a:lnTo>
                  <a:pt x="1011" y="2343"/>
                </a:lnTo>
                <a:lnTo>
                  <a:pt x="749" y="2450"/>
                </a:lnTo>
                <a:lnTo>
                  <a:pt x="512" y="2604"/>
                </a:lnTo>
                <a:lnTo>
                  <a:pt x="405" y="2711"/>
                </a:lnTo>
                <a:lnTo>
                  <a:pt x="298" y="2818"/>
                </a:lnTo>
                <a:lnTo>
                  <a:pt x="143" y="3056"/>
                </a:lnTo>
                <a:lnTo>
                  <a:pt x="0" y="3460"/>
                </a:lnTo>
                <a:lnTo>
                  <a:pt x="0" y="4019"/>
                </a:lnTo>
                <a:lnTo>
                  <a:pt x="143" y="4423"/>
                </a:lnTo>
                <a:lnTo>
                  <a:pt x="298" y="4660"/>
                </a:lnTo>
                <a:lnTo>
                  <a:pt x="405" y="4779"/>
                </a:lnTo>
                <a:lnTo>
                  <a:pt x="512" y="4874"/>
                </a:lnTo>
                <a:lnTo>
                  <a:pt x="749" y="5029"/>
                </a:lnTo>
                <a:lnTo>
                  <a:pt x="1011" y="5148"/>
                </a:lnTo>
                <a:lnTo>
                  <a:pt x="1296" y="5195"/>
                </a:lnTo>
                <a:lnTo>
                  <a:pt x="1439" y="5207"/>
                </a:lnTo>
                <a:lnTo>
                  <a:pt x="1629" y="5195"/>
                </a:lnTo>
                <a:lnTo>
                  <a:pt x="1997" y="5088"/>
                </a:lnTo>
                <a:lnTo>
                  <a:pt x="2164" y="5005"/>
                </a:lnTo>
                <a:lnTo>
                  <a:pt x="2271" y="5195"/>
                </a:lnTo>
                <a:lnTo>
                  <a:pt x="2425" y="5374"/>
                </a:lnTo>
                <a:lnTo>
                  <a:pt x="3519" y="6562"/>
                </a:lnTo>
                <a:lnTo>
                  <a:pt x="3008" y="6836"/>
                </a:lnTo>
                <a:lnTo>
                  <a:pt x="2913" y="6907"/>
                </a:lnTo>
                <a:lnTo>
                  <a:pt x="2746" y="7085"/>
                </a:lnTo>
                <a:lnTo>
                  <a:pt x="2639" y="7287"/>
                </a:lnTo>
                <a:lnTo>
                  <a:pt x="2580" y="7525"/>
                </a:lnTo>
                <a:lnTo>
                  <a:pt x="2580" y="7644"/>
                </a:lnTo>
                <a:lnTo>
                  <a:pt x="2580" y="8131"/>
                </a:lnTo>
                <a:lnTo>
                  <a:pt x="2580" y="8262"/>
                </a:lnTo>
                <a:lnTo>
                  <a:pt x="2651" y="8500"/>
                </a:lnTo>
                <a:lnTo>
                  <a:pt x="2770" y="8714"/>
                </a:lnTo>
                <a:lnTo>
                  <a:pt x="2948" y="8904"/>
                </a:lnTo>
                <a:lnTo>
                  <a:pt x="3067" y="8975"/>
                </a:lnTo>
                <a:lnTo>
                  <a:pt x="3174" y="9035"/>
                </a:lnTo>
                <a:lnTo>
                  <a:pt x="3424" y="9094"/>
                </a:lnTo>
                <a:lnTo>
                  <a:pt x="3555" y="9106"/>
                </a:lnTo>
                <a:lnTo>
                  <a:pt x="3673" y="9094"/>
                </a:lnTo>
                <a:lnTo>
                  <a:pt x="3923" y="9035"/>
                </a:lnTo>
                <a:lnTo>
                  <a:pt x="4030" y="8975"/>
                </a:lnTo>
                <a:lnTo>
                  <a:pt x="5159" y="8334"/>
                </a:lnTo>
                <a:lnTo>
                  <a:pt x="5670" y="8892"/>
                </a:lnTo>
                <a:lnTo>
                  <a:pt x="5777" y="8987"/>
                </a:lnTo>
                <a:lnTo>
                  <a:pt x="6015" y="9094"/>
                </a:lnTo>
                <a:lnTo>
                  <a:pt x="6158" y="9106"/>
                </a:lnTo>
                <a:lnTo>
                  <a:pt x="9403" y="9106"/>
                </a:lnTo>
                <a:lnTo>
                  <a:pt x="9534" y="9094"/>
                </a:lnTo>
                <a:lnTo>
                  <a:pt x="9771" y="8999"/>
                </a:lnTo>
                <a:lnTo>
                  <a:pt x="9950" y="8821"/>
                </a:lnTo>
                <a:lnTo>
                  <a:pt x="10045" y="8583"/>
                </a:lnTo>
                <a:lnTo>
                  <a:pt x="10057" y="8452"/>
                </a:lnTo>
                <a:lnTo>
                  <a:pt x="10033" y="8191"/>
                </a:lnTo>
                <a:lnTo>
                  <a:pt x="9843" y="7727"/>
                </a:lnTo>
                <a:lnTo>
                  <a:pt x="9486" y="7371"/>
                </a:lnTo>
                <a:lnTo>
                  <a:pt x="9023" y="7169"/>
                </a:lnTo>
                <a:lnTo>
                  <a:pt x="8749" y="7157"/>
                </a:lnTo>
                <a:lnTo>
                  <a:pt x="7774" y="7157"/>
                </a:lnTo>
                <a:lnTo>
                  <a:pt x="9213" y="6503"/>
                </a:lnTo>
                <a:lnTo>
                  <a:pt x="11174" y="6503"/>
                </a:lnTo>
                <a:lnTo>
                  <a:pt x="11364" y="6491"/>
                </a:lnTo>
                <a:lnTo>
                  <a:pt x="11721" y="6420"/>
                </a:lnTo>
                <a:lnTo>
                  <a:pt x="12042" y="6289"/>
                </a:lnTo>
                <a:lnTo>
                  <a:pt x="12327" y="6087"/>
                </a:lnTo>
                <a:lnTo>
                  <a:pt x="12565" y="5849"/>
                </a:lnTo>
                <a:lnTo>
                  <a:pt x="12767" y="5564"/>
                </a:lnTo>
                <a:lnTo>
                  <a:pt x="12898" y="5243"/>
                </a:lnTo>
                <a:lnTo>
                  <a:pt x="12969" y="4886"/>
                </a:lnTo>
                <a:lnTo>
                  <a:pt x="12981" y="4708"/>
                </a:lnTo>
                <a:lnTo>
                  <a:pt x="12969" y="4482"/>
                </a:lnTo>
                <a:lnTo>
                  <a:pt x="12862" y="4066"/>
                </a:lnTo>
                <a:lnTo>
                  <a:pt x="12672" y="3698"/>
                </a:lnTo>
                <a:lnTo>
                  <a:pt x="12398" y="3365"/>
                </a:lnTo>
                <a:lnTo>
                  <a:pt x="12220" y="3234"/>
                </a:lnTo>
                <a:lnTo>
                  <a:pt x="11626" y="2866"/>
                </a:lnTo>
                <a:lnTo>
                  <a:pt x="11031" y="2509"/>
                </a:lnTo>
                <a:lnTo>
                  <a:pt x="10913" y="2438"/>
                </a:lnTo>
                <a:lnTo>
                  <a:pt x="10663" y="2354"/>
                </a:lnTo>
                <a:lnTo>
                  <a:pt x="10615" y="2129"/>
                </a:lnTo>
                <a:lnTo>
                  <a:pt x="10568" y="1903"/>
                </a:lnTo>
                <a:lnTo>
                  <a:pt x="10508" y="1701"/>
                </a:lnTo>
                <a:lnTo>
                  <a:pt x="10283" y="1106"/>
                </a:lnTo>
                <a:lnTo>
                  <a:pt x="10021" y="631"/>
                </a:lnTo>
                <a:lnTo>
                  <a:pt x="9795" y="357"/>
                </a:lnTo>
                <a:lnTo>
                  <a:pt x="9522" y="132"/>
                </a:lnTo>
                <a:lnTo>
                  <a:pt x="9225" y="13"/>
                </a:lnTo>
                <a:lnTo>
                  <a:pt x="9046"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4" name="Google Shape;3144;p174"/>
          <p:cNvSpPr/>
          <p:nvPr/>
        </p:nvSpPr>
        <p:spPr>
          <a:xfrm>
            <a:off x="4393681" y="3366304"/>
            <a:ext cx="565453" cy="565453"/>
          </a:xfrm>
          <a:custGeom>
            <a:rect b="b" l="l" r="r" t="t"/>
            <a:pathLst>
              <a:path extrusionOk="0" h="10402" w="10402">
                <a:moveTo>
                  <a:pt x="1855" y="4719"/>
                </a:moveTo>
                <a:lnTo>
                  <a:pt x="1677" y="4802"/>
                </a:lnTo>
                <a:lnTo>
                  <a:pt x="1546" y="4933"/>
                </a:lnTo>
                <a:lnTo>
                  <a:pt x="1463" y="5100"/>
                </a:lnTo>
                <a:lnTo>
                  <a:pt x="1463" y="5207"/>
                </a:lnTo>
                <a:lnTo>
                  <a:pt x="1463" y="5302"/>
                </a:lnTo>
                <a:lnTo>
                  <a:pt x="1546" y="5480"/>
                </a:lnTo>
                <a:lnTo>
                  <a:pt x="1677" y="5611"/>
                </a:lnTo>
                <a:lnTo>
                  <a:pt x="1843" y="5682"/>
                </a:lnTo>
                <a:lnTo>
                  <a:pt x="1950" y="5694"/>
                </a:lnTo>
                <a:lnTo>
                  <a:pt x="2045" y="5682"/>
                </a:lnTo>
                <a:lnTo>
                  <a:pt x="2223" y="5611"/>
                </a:lnTo>
                <a:lnTo>
                  <a:pt x="2354" y="5480"/>
                </a:lnTo>
                <a:lnTo>
                  <a:pt x="2426" y="5302"/>
                </a:lnTo>
                <a:lnTo>
                  <a:pt x="2437" y="5207"/>
                </a:lnTo>
                <a:lnTo>
                  <a:pt x="2426" y="5100"/>
                </a:lnTo>
                <a:lnTo>
                  <a:pt x="2354" y="4933"/>
                </a:lnTo>
                <a:lnTo>
                  <a:pt x="2223" y="4802"/>
                </a:lnTo>
                <a:lnTo>
                  <a:pt x="2045" y="4719"/>
                </a:lnTo>
                <a:close/>
                <a:moveTo>
                  <a:pt x="2212" y="6169"/>
                </a:moveTo>
                <a:lnTo>
                  <a:pt x="2093" y="6205"/>
                </a:lnTo>
                <a:lnTo>
                  <a:pt x="1974" y="6276"/>
                </a:lnTo>
                <a:lnTo>
                  <a:pt x="1891" y="6502"/>
                </a:lnTo>
                <a:lnTo>
                  <a:pt x="1926" y="6633"/>
                </a:lnTo>
                <a:lnTo>
                  <a:pt x="2069" y="6942"/>
                </a:lnTo>
                <a:lnTo>
                  <a:pt x="2437" y="7489"/>
                </a:lnTo>
                <a:lnTo>
                  <a:pt x="2901" y="7964"/>
                </a:lnTo>
                <a:lnTo>
                  <a:pt x="3460" y="8333"/>
                </a:lnTo>
                <a:lnTo>
                  <a:pt x="3769" y="8475"/>
                </a:lnTo>
                <a:lnTo>
                  <a:pt x="3888" y="8511"/>
                </a:lnTo>
                <a:lnTo>
                  <a:pt x="4125" y="8428"/>
                </a:lnTo>
                <a:lnTo>
                  <a:pt x="4197" y="8309"/>
                </a:lnTo>
                <a:lnTo>
                  <a:pt x="4232" y="8178"/>
                </a:lnTo>
                <a:lnTo>
                  <a:pt x="4137" y="7952"/>
                </a:lnTo>
                <a:lnTo>
                  <a:pt x="4030" y="7881"/>
                </a:lnTo>
                <a:lnTo>
                  <a:pt x="3781" y="7762"/>
                </a:lnTo>
                <a:lnTo>
                  <a:pt x="3329" y="7465"/>
                </a:lnTo>
                <a:lnTo>
                  <a:pt x="2937" y="7073"/>
                </a:lnTo>
                <a:lnTo>
                  <a:pt x="2628" y="6621"/>
                </a:lnTo>
                <a:lnTo>
                  <a:pt x="2497" y="6371"/>
                </a:lnTo>
                <a:lnTo>
                  <a:pt x="2437" y="6264"/>
                </a:lnTo>
                <a:lnTo>
                  <a:pt x="2212" y="6169"/>
                </a:lnTo>
                <a:close/>
                <a:moveTo>
                  <a:pt x="8452" y="4886"/>
                </a:moveTo>
                <a:lnTo>
                  <a:pt x="8321" y="4897"/>
                </a:lnTo>
                <a:lnTo>
                  <a:pt x="8143" y="5076"/>
                </a:lnTo>
                <a:lnTo>
                  <a:pt x="8119" y="5207"/>
                </a:lnTo>
                <a:lnTo>
                  <a:pt x="8119" y="5432"/>
                </a:lnTo>
                <a:lnTo>
                  <a:pt x="8048" y="5860"/>
                </a:lnTo>
                <a:lnTo>
                  <a:pt x="7929" y="6264"/>
                </a:lnTo>
                <a:lnTo>
                  <a:pt x="7751" y="6645"/>
                </a:lnTo>
                <a:lnTo>
                  <a:pt x="7513" y="7001"/>
                </a:lnTo>
                <a:lnTo>
                  <a:pt x="7240" y="7310"/>
                </a:lnTo>
                <a:lnTo>
                  <a:pt x="6919" y="7572"/>
                </a:lnTo>
                <a:lnTo>
                  <a:pt x="6562" y="7798"/>
                </a:lnTo>
                <a:lnTo>
                  <a:pt x="6372" y="7893"/>
                </a:lnTo>
                <a:lnTo>
                  <a:pt x="6253" y="7952"/>
                </a:lnTo>
                <a:lnTo>
                  <a:pt x="6170" y="8178"/>
                </a:lnTo>
                <a:lnTo>
                  <a:pt x="6206" y="8321"/>
                </a:lnTo>
                <a:lnTo>
                  <a:pt x="6265" y="8428"/>
                </a:lnTo>
                <a:lnTo>
                  <a:pt x="6503" y="8523"/>
                </a:lnTo>
                <a:lnTo>
                  <a:pt x="6634" y="8487"/>
                </a:lnTo>
                <a:lnTo>
                  <a:pt x="6859" y="8368"/>
                </a:lnTo>
                <a:lnTo>
                  <a:pt x="7299" y="8107"/>
                </a:lnTo>
                <a:lnTo>
                  <a:pt x="7691" y="7774"/>
                </a:lnTo>
                <a:lnTo>
                  <a:pt x="8024" y="7394"/>
                </a:lnTo>
                <a:lnTo>
                  <a:pt x="8310" y="6966"/>
                </a:lnTo>
                <a:lnTo>
                  <a:pt x="8535" y="6502"/>
                </a:lnTo>
                <a:lnTo>
                  <a:pt x="8690" y="6003"/>
                </a:lnTo>
                <a:lnTo>
                  <a:pt x="8773" y="5480"/>
                </a:lnTo>
                <a:lnTo>
                  <a:pt x="8773" y="5207"/>
                </a:lnTo>
                <a:lnTo>
                  <a:pt x="8761" y="5076"/>
                </a:lnTo>
                <a:lnTo>
                  <a:pt x="8583" y="4897"/>
                </a:lnTo>
                <a:lnTo>
                  <a:pt x="8452" y="4886"/>
                </a:lnTo>
                <a:close/>
                <a:moveTo>
                  <a:pt x="5195" y="7964"/>
                </a:moveTo>
                <a:lnTo>
                  <a:pt x="5100" y="7976"/>
                </a:lnTo>
                <a:lnTo>
                  <a:pt x="4922" y="8047"/>
                </a:lnTo>
                <a:lnTo>
                  <a:pt x="4791" y="8178"/>
                </a:lnTo>
                <a:lnTo>
                  <a:pt x="4720" y="8357"/>
                </a:lnTo>
                <a:lnTo>
                  <a:pt x="4708" y="8452"/>
                </a:lnTo>
                <a:lnTo>
                  <a:pt x="4720" y="8559"/>
                </a:lnTo>
                <a:lnTo>
                  <a:pt x="4791" y="8725"/>
                </a:lnTo>
                <a:lnTo>
                  <a:pt x="4922" y="8856"/>
                </a:lnTo>
                <a:lnTo>
                  <a:pt x="5100" y="8939"/>
                </a:lnTo>
                <a:lnTo>
                  <a:pt x="5302" y="8939"/>
                </a:lnTo>
                <a:lnTo>
                  <a:pt x="5469" y="8856"/>
                </a:lnTo>
                <a:lnTo>
                  <a:pt x="5599" y="8725"/>
                </a:lnTo>
                <a:lnTo>
                  <a:pt x="5683" y="8559"/>
                </a:lnTo>
                <a:lnTo>
                  <a:pt x="5683" y="8452"/>
                </a:lnTo>
                <a:lnTo>
                  <a:pt x="5683" y="8357"/>
                </a:lnTo>
                <a:lnTo>
                  <a:pt x="5599" y="8178"/>
                </a:lnTo>
                <a:lnTo>
                  <a:pt x="5469" y="8047"/>
                </a:lnTo>
                <a:lnTo>
                  <a:pt x="5302" y="7976"/>
                </a:lnTo>
                <a:lnTo>
                  <a:pt x="5195" y="7964"/>
                </a:lnTo>
                <a:close/>
                <a:moveTo>
                  <a:pt x="5195" y="0"/>
                </a:moveTo>
                <a:lnTo>
                  <a:pt x="4660" y="24"/>
                </a:lnTo>
                <a:lnTo>
                  <a:pt x="3650" y="226"/>
                </a:lnTo>
                <a:lnTo>
                  <a:pt x="2711" y="630"/>
                </a:lnTo>
                <a:lnTo>
                  <a:pt x="1891" y="1189"/>
                </a:lnTo>
                <a:lnTo>
                  <a:pt x="1177" y="1890"/>
                </a:lnTo>
                <a:lnTo>
                  <a:pt x="619" y="2722"/>
                </a:lnTo>
                <a:lnTo>
                  <a:pt x="226" y="3649"/>
                </a:lnTo>
                <a:lnTo>
                  <a:pt x="13" y="4672"/>
                </a:lnTo>
                <a:lnTo>
                  <a:pt x="1" y="5207"/>
                </a:lnTo>
                <a:lnTo>
                  <a:pt x="13" y="5741"/>
                </a:lnTo>
                <a:lnTo>
                  <a:pt x="226" y="6752"/>
                </a:lnTo>
                <a:lnTo>
                  <a:pt x="619" y="7691"/>
                </a:lnTo>
                <a:lnTo>
                  <a:pt x="1177" y="8523"/>
                </a:lnTo>
                <a:lnTo>
                  <a:pt x="1891" y="9224"/>
                </a:lnTo>
                <a:lnTo>
                  <a:pt x="2711" y="9783"/>
                </a:lnTo>
                <a:lnTo>
                  <a:pt x="3650" y="10175"/>
                </a:lnTo>
                <a:lnTo>
                  <a:pt x="4660" y="10389"/>
                </a:lnTo>
                <a:lnTo>
                  <a:pt x="5195" y="10401"/>
                </a:lnTo>
                <a:lnTo>
                  <a:pt x="5730" y="10389"/>
                </a:lnTo>
                <a:lnTo>
                  <a:pt x="6752" y="10175"/>
                </a:lnTo>
                <a:lnTo>
                  <a:pt x="7680" y="9783"/>
                </a:lnTo>
                <a:lnTo>
                  <a:pt x="8512" y="9224"/>
                </a:lnTo>
                <a:lnTo>
                  <a:pt x="9213" y="8523"/>
                </a:lnTo>
                <a:lnTo>
                  <a:pt x="9784" y="7691"/>
                </a:lnTo>
                <a:lnTo>
                  <a:pt x="10176" y="6752"/>
                </a:lnTo>
                <a:lnTo>
                  <a:pt x="10378" y="5741"/>
                </a:lnTo>
                <a:lnTo>
                  <a:pt x="10402" y="5207"/>
                </a:lnTo>
                <a:lnTo>
                  <a:pt x="10378" y="5076"/>
                </a:lnTo>
                <a:lnTo>
                  <a:pt x="10200" y="4897"/>
                </a:lnTo>
                <a:lnTo>
                  <a:pt x="10069" y="4886"/>
                </a:lnTo>
                <a:lnTo>
                  <a:pt x="9938" y="4897"/>
                </a:lnTo>
                <a:lnTo>
                  <a:pt x="9772" y="5076"/>
                </a:lnTo>
                <a:lnTo>
                  <a:pt x="9748" y="5207"/>
                </a:lnTo>
                <a:lnTo>
                  <a:pt x="9736" y="5670"/>
                </a:lnTo>
                <a:lnTo>
                  <a:pt x="9546" y="6562"/>
                </a:lnTo>
                <a:lnTo>
                  <a:pt x="9201" y="7382"/>
                </a:lnTo>
                <a:lnTo>
                  <a:pt x="8714" y="8107"/>
                </a:lnTo>
                <a:lnTo>
                  <a:pt x="8096" y="8725"/>
                </a:lnTo>
                <a:lnTo>
                  <a:pt x="7371" y="9212"/>
                </a:lnTo>
                <a:lnTo>
                  <a:pt x="6550" y="9557"/>
                </a:lnTo>
                <a:lnTo>
                  <a:pt x="5671" y="9735"/>
                </a:lnTo>
                <a:lnTo>
                  <a:pt x="5195" y="9759"/>
                </a:lnTo>
                <a:lnTo>
                  <a:pt x="5195" y="9747"/>
                </a:lnTo>
                <a:lnTo>
                  <a:pt x="4732" y="9735"/>
                </a:lnTo>
                <a:lnTo>
                  <a:pt x="3840" y="9557"/>
                </a:lnTo>
                <a:lnTo>
                  <a:pt x="3032" y="9212"/>
                </a:lnTo>
                <a:lnTo>
                  <a:pt x="2307" y="8713"/>
                </a:lnTo>
                <a:lnTo>
                  <a:pt x="1689" y="8095"/>
                </a:lnTo>
                <a:lnTo>
                  <a:pt x="1189" y="7370"/>
                </a:lnTo>
                <a:lnTo>
                  <a:pt x="845" y="6562"/>
                </a:lnTo>
                <a:lnTo>
                  <a:pt x="666" y="5670"/>
                </a:lnTo>
                <a:lnTo>
                  <a:pt x="654" y="5207"/>
                </a:lnTo>
                <a:lnTo>
                  <a:pt x="666" y="4731"/>
                </a:lnTo>
                <a:lnTo>
                  <a:pt x="845" y="3840"/>
                </a:lnTo>
                <a:lnTo>
                  <a:pt x="1189" y="3031"/>
                </a:lnTo>
                <a:lnTo>
                  <a:pt x="1689" y="2306"/>
                </a:lnTo>
                <a:lnTo>
                  <a:pt x="2307" y="1688"/>
                </a:lnTo>
                <a:lnTo>
                  <a:pt x="3032" y="1189"/>
                </a:lnTo>
                <a:lnTo>
                  <a:pt x="3840" y="844"/>
                </a:lnTo>
                <a:lnTo>
                  <a:pt x="4732" y="666"/>
                </a:lnTo>
                <a:lnTo>
                  <a:pt x="5195" y="654"/>
                </a:lnTo>
                <a:lnTo>
                  <a:pt x="5623" y="666"/>
                </a:lnTo>
                <a:lnTo>
                  <a:pt x="6431" y="808"/>
                </a:lnTo>
                <a:lnTo>
                  <a:pt x="7192" y="1106"/>
                </a:lnTo>
                <a:lnTo>
                  <a:pt x="7870" y="1510"/>
                </a:lnTo>
                <a:lnTo>
                  <a:pt x="8179" y="1759"/>
                </a:lnTo>
                <a:lnTo>
                  <a:pt x="7489" y="2449"/>
                </a:lnTo>
                <a:lnTo>
                  <a:pt x="7252" y="2270"/>
                </a:lnTo>
                <a:lnTo>
                  <a:pt x="6729" y="1961"/>
                </a:lnTo>
                <a:lnTo>
                  <a:pt x="6146" y="1747"/>
                </a:lnTo>
                <a:lnTo>
                  <a:pt x="5528" y="1640"/>
                </a:lnTo>
                <a:lnTo>
                  <a:pt x="5207" y="1629"/>
                </a:lnTo>
                <a:lnTo>
                  <a:pt x="4934" y="1629"/>
                </a:lnTo>
                <a:lnTo>
                  <a:pt x="4399" y="1712"/>
                </a:lnTo>
                <a:lnTo>
                  <a:pt x="3900" y="1866"/>
                </a:lnTo>
                <a:lnTo>
                  <a:pt x="3436" y="2092"/>
                </a:lnTo>
                <a:lnTo>
                  <a:pt x="3008" y="2377"/>
                </a:lnTo>
                <a:lnTo>
                  <a:pt x="2628" y="2710"/>
                </a:lnTo>
                <a:lnTo>
                  <a:pt x="2307" y="3103"/>
                </a:lnTo>
                <a:lnTo>
                  <a:pt x="2033" y="3542"/>
                </a:lnTo>
                <a:lnTo>
                  <a:pt x="1926" y="3768"/>
                </a:lnTo>
                <a:lnTo>
                  <a:pt x="1891" y="3899"/>
                </a:lnTo>
                <a:lnTo>
                  <a:pt x="1974" y="4137"/>
                </a:lnTo>
                <a:lnTo>
                  <a:pt x="2093" y="4196"/>
                </a:lnTo>
                <a:lnTo>
                  <a:pt x="2223" y="4232"/>
                </a:lnTo>
                <a:lnTo>
                  <a:pt x="2437" y="4149"/>
                </a:lnTo>
                <a:lnTo>
                  <a:pt x="2497" y="4030"/>
                </a:lnTo>
                <a:lnTo>
                  <a:pt x="2592" y="3840"/>
                </a:lnTo>
                <a:lnTo>
                  <a:pt x="2818" y="3483"/>
                </a:lnTo>
                <a:lnTo>
                  <a:pt x="3091" y="3162"/>
                </a:lnTo>
                <a:lnTo>
                  <a:pt x="3400" y="2889"/>
                </a:lnTo>
                <a:lnTo>
                  <a:pt x="3745" y="2651"/>
                </a:lnTo>
                <a:lnTo>
                  <a:pt x="4125" y="2473"/>
                </a:lnTo>
                <a:lnTo>
                  <a:pt x="4541" y="2354"/>
                </a:lnTo>
                <a:lnTo>
                  <a:pt x="4969" y="2282"/>
                </a:lnTo>
                <a:lnTo>
                  <a:pt x="5457" y="2282"/>
                </a:lnTo>
                <a:lnTo>
                  <a:pt x="5956" y="2377"/>
                </a:lnTo>
                <a:lnTo>
                  <a:pt x="6408" y="2532"/>
                </a:lnTo>
                <a:lnTo>
                  <a:pt x="6836" y="2770"/>
                </a:lnTo>
                <a:lnTo>
                  <a:pt x="7026" y="2924"/>
                </a:lnTo>
                <a:lnTo>
                  <a:pt x="6336" y="3614"/>
                </a:lnTo>
                <a:lnTo>
                  <a:pt x="6087" y="3459"/>
                </a:lnTo>
                <a:lnTo>
                  <a:pt x="5516" y="3269"/>
                </a:lnTo>
                <a:lnTo>
                  <a:pt x="5207" y="3257"/>
                </a:lnTo>
                <a:lnTo>
                  <a:pt x="4993" y="3257"/>
                </a:lnTo>
                <a:lnTo>
                  <a:pt x="4613" y="3340"/>
                </a:lnTo>
                <a:lnTo>
                  <a:pt x="4268" y="3483"/>
                </a:lnTo>
                <a:lnTo>
                  <a:pt x="3947" y="3697"/>
                </a:lnTo>
                <a:lnTo>
                  <a:pt x="3686" y="3958"/>
                </a:lnTo>
                <a:lnTo>
                  <a:pt x="3483" y="4267"/>
                </a:lnTo>
                <a:lnTo>
                  <a:pt x="3341" y="4624"/>
                </a:lnTo>
                <a:lnTo>
                  <a:pt x="3258" y="5004"/>
                </a:lnTo>
                <a:lnTo>
                  <a:pt x="3258" y="5207"/>
                </a:lnTo>
                <a:lnTo>
                  <a:pt x="3258" y="5409"/>
                </a:lnTo>
                <a:lnTo>
                  <a:pt x="3341" y="5789"/>
                </a:lnTo>
                <a:lnTo>
                  <a:pt x="3483" y="6134"/>
                </a:lnTo>
                <a:lnTo>
                  <a:pt x="3697" y="6443"/>
                </a:lnTo>
                <a:lnTo>
                  <a:pt x="3959" y="6704"/>
                </a:lnTo>
                <a:lnTo>
                  <a:pt x="4268" y="6918"/>
                </a:lnTo>
                <a:lnTo>
                  <a:pt x="4625" y="7073"/>
                </a:lnTo>
                <a:lnTo>
                  <a:pt x="5005" y="7144"/>
                </a:lnTo>
                <a:lnTo>
                  <a:pt x="5207" y="7156"/>
                </a:lnTo>
                <a:lnTo>
                  <a:pt x="5397" y="7144"/>
                </a:lnTo>
                <a:lnTo>
                  <a:pt x="5778" y="7073"/>
                </a:lnTo>
                <a:lnTo>
                  <a:pt x="6134" y="6918"/>
                </a:lnTo>
                <a:lnTo>
                  <a:pt x="6443" y="6716"/>
                </a:lnTo>
                <a:lnTo>
                  <a:pt x="6705" y="6443"/>
                </a:lnTo>
                <a:lnTo>
                  <a:pt x="6919" y="6134"/>
                </a:lnTo>
                <a:lnTo>
                  <a:pt x="7061" y="5789"/>
                </a:lnTo>
                <a:lnTo>
                  <a:pt x="7145" y="5409"/>
                </a:lnTo>
                <a:lnTo>
                  <a:pt x="7157" y="5207"/>
                </a:lnTo>
                <a:lnTo>
                  <a:pt x="7133" y="5076"/>
                </a:lnTo>
                <a:lnTo>
                  <a:pt x="6954" y="4897"/>
                </a:lnTo>
                <a:lnTo>
                  <a:pt x="6824" y="4874"/>
                </a:lnTo>
                <a:lnTo>
                  <a:pt x="6693" y="4897"/>
                </a:lnTo>
                <a:lnTo>
                  <a:pt x="6515" y="5076"/>
                </a:lnTo>
                <a:lnTo>
                  <a:pt x="6503" y="5207"/>
                </a:lnTo>
                <a:lnTo>
                  <a:pt x="6479" y="5468"/>
                </a:lnTo>
                <a:lnTo>
                  <a:pt x="6289" y="5932"/>
                </a:lnTo>
                <a:lnTo>
                  <a:pt x="5932" y="6288"/>
                </a:lnTo>
                <a:lnTo>
                  <a:pt x="5469" y="6490"/>
                </a:lnTo>
                <a:lnTo>
                  <a:pt x="5195" y="6502"/>
                </a:lnTo>
                <a:lnTo>
                  <a:pt x="4934" y="6490"/>
                </a:lnTo>
                <a:lnTo>
                  <a:pt x="4470" y="6288"/>
                </a:lnTo>
                <a:lnTo>
                  <a:pt x="4113" y="5932"/>
                </a:lnTo>
                <a:lnTo>
                  <a:pt x="3923" y="5468"/>
                </a:lnTo>
                <a:lnTo>
                  <a:pt x="3900" y="5207"/>
                </a:lnTo>
                <a:lnTo>
                  <a:pt x="3923" y="4933"/>
                </a:lnTo>
                <a:lnTo>
                  <a:pt x="4113" y="4470"/>
                </a:lnTo>
                <a:lnTo>
                  <a:pt x="4470" y="4125"/>
                </a:lnTo>
                <a:lnTo>
                  <a:pt x="4934" y="3923"/>
                </a:lnTo>
                <a:lnTo>
                  <a:pt x="5195" y="3899"/>
                </a:lnTo>
                <a:lnTo>
                  <a:pt x="5374" y="3911"/>
                </a:lnTo>
                <a:lnTo>
                  <a:pt x="5706" y="4006"/>
                </a:lnTo>
                <a:lnTo>
                  <a:pt x="5861" y="4089"/>
                </a:lnTo>
                <a:lnTo>
                  <a:pt x="4969" y="4981"/>
                </a:lnTo>
                <a:lnTo>
                  <a:pt x="4886" y="5076"/>
                </a:lnTo>
                <a:lnTo>
                  <a:pt x="4886" y="5325"/>
                </a:lnTo>
                <a:lnTo>
                  <a:pt x="4969" y="5432"/>
                </a:lnTo>
                <a:lnTo>
                  <a:pt x="5076" y="5516"/>
                </a:lnTo>
                <a:lnTo>
                  <a:pt x="5326" y="5516"/>
                </a:lnTo>
                <a:lnTo>
                  <a:pt x="5433" y="5432"/>
                </a:lnTo>
                <a:lnTo>
                  <a:pt x="9974" y="880"/>
                </a:lnTo>
                <a:lnTo>
                  <a:pt x="10057" y="785"/>
                </a:lnTo>
                <a:lnTo>
                  <a:pt x="10057" y="535"/>
                </a:lnTo>
                <a:lnTo>
                  <a:pt x="9974" y="428"/>
                </a:lnTo>
                <a:lnTo>
                  <a:pt x="9879" y="345"/>
                </a:lnTo>
                <a:lnTo>
                  <a:pt x="9629" y="345"/>
                </a:lnTo>
                <a:lnTo>
                  <a:pt x="9522" y="428"/>
                </a:lnTo>
                <a:lnTo>
                  <a:pt x="8642" y="1308"/>
                </a:lnTo>
                <a:lnTo>
                  <a:pt x="8286" y="1010"/>
                </a:lnTo>
                <a:lnTo>
                  <a:pt x="7501" y="535"/>
                </a:lnTo>
                <a:lnTo>
                  <a:pt x="6622" y="190"/>
                </a:lnTo>
                <a:lnTo>
                  <a:pt x="5694" y="24"/>
                </a:lnTo>
                <a:lnTo>
                  <a:pt x="5195"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5" name="Google Shape;3145;p174"/>
          <p:cNvSpPr/>
          <p:nvPr/>
        </p:nvSpPr>
        <p:spPr>
          <a:xfrm>
            <a:off x="5400400" y="3401800"/>
            <a:ext cx="707604" cy="495057"/>
          </a:xfrm>
          <a:custGeom>
            <a:rect b="b" l="l" r="r" t="t"/>
            <a:pathLst>
              <a:path extrusionOk="0" h="9107" w="13017">
                <a:moveTo>
                  <a:pt x="6514" y="3900"/>
                </a:moveTo>
                <a:lnTo>
                  <a:pt x="6241" y="3912"/>
                </a:lnTo>
                <a:lnTo>
                  <a:pt x="5742" y="4019"/>
                </a:lnTo>
                <a:lnTo>
                  <a:pt x="5266" y="4209"/>
                </a:lnTo>
                <a:lnTo>
                  <a:pt x="4850" y="4494"/>
                </a:lnTo>
                <a:lnTo>
                  <a:pt x="4506" y="4851"/>
                </a:lnTo>
                <a:lnTo>
                  <a:pt x="4220" y="5267"/>
                </a:lnTo>
                <a:lnTo>
                  <a:pt x="4030" y="5730"/>
                </a:lnTo>
                <a:lnTo>
                  <a:pt x="3923" y="6230"/>
                </a:lnTo>
                <a:lnTo>
                  <a:pt x="3911" y="6503"/>
                </a:lnTo>
                <a:lnTo>
                  <a:pt x="3911" y="8773"/>
                </a:lnTo>
                <a:lnTo>
                  <a:pt x="3935" y="8904"/>
                </a:lnTo>
                <a:lnTo>
                  <a:pt x="4101" y="9082"/>
                </a:lnTo>
                <a:lnTo>
                  <a:pt x="4232" y="9106"/>
                </a:lnTo>
                <a:lnTo>
                  <a:pt x="4363" y="9082"/>
                </a:lnTo>
                <a:lnTo>
                  <a:pt x="4541" y="8904"/>
                </a:lnTo>
                <a:lnTo>
                  <a:pt x="4565" y="8773"/>
                </a:lnTo>
                <a:lnTo>
                  <a:pt x="4565" y="6503"/>
                </a:lnTo>
                <a:lnTo>
                  <a:pt x="4565" y="6301"/>
                </a:lnTo>
                <a:lnTo>
                  <a:pt x="4648" y="5921"/>
                </a:lnTo>
                <a:lnTo>
                  <a:pt x="4791" y="5576"/>
                </a:lnTo>
                <a:lnTo>
                  <a:pt x="5005" y="5255"/>
                </a:lnTo>
                <a:lnTo>
                  <a:pt x="5266" y="4993"/>
                </a:lnTo>
                <a:lnTo>
                  <a:pt x="5587" y="4779"/>
                </a:lnTo>
                <a:lnTo>
                  <a:pt x="5932" y="4637"/>
                </a:lnTo>
                <a:lnTo>
                  <a:pt x="6312" y="4554"/>
                </a:lnTo>
                <a:lnTo>
                  <a:pt x="6717" y="4554"/>
                </a:lnTo>
                <a:lnTo>
                  <a:pt x="7097" y="4637"/>
                </a:lnTo>
                <a:lnTo>
                  <a:pt x="7442" y="4779"/>
                </a:lnTo>
                <a:lnTo>
                  <a:pt x="7751" y="4993"/>
                </a:lnTo>
                <a:lnTo>
                  <a:pt x="8012" y="5255"/>
                </a:lnTo>
                <a:lnTo>
                  <a:pt x="8226" y="5576"/>
                </a:lnTo>
                <a:lnTo>
                  <a:pt x="8381" y="5921"/>
                </a:lnTo>
                <a:lnTo>
                  <a:pt x="8452" y="6301"/>
                </a:lnTo>
                <a:lnTo>
                  <a:pt x="8464" y="6503"/>
                </a:lnTo>
                <a:lnTo>
                  <a:pt x="8464" y="8773"/>
                </a:lnTo>
                <a:lnTo>
                  <a:pt x="8476" y="8904"/>
                </a:lnTo>
                <a:lnTo>
                  <a:pt x="8654" y="9082"/>
                </a:lnTo>
                <a:lnTo>
                  <a:pt x="8785" y="9106"/>
                </a:lnTo>
                <a:lnTo>
                  <a:pt x="8916" y="9082"/>
                </a:lnTo>
                <a:lnTo>
                  <a:pt x="9094" y="8904"/>
                </a:lnTo>
                <a:lnTo>
                  <a:pt x="9118" y="8773"/>
                </a:lnTo>
                <a:lnTo>
                  <a:pt x="9118" y="6503"/>
                </a:lnTo>
                <a:lnTo>
                  <a:pt x="9106" y="6230"/>
                </a:lnTo>
                <a:lnTo>
                  <a:pt x="8999" y="5730"/>
                </a:lnTo>
                <a:lnTo>
                  <a:pt x="8797" y="5267"/>
                </a:lnTo>
                <a:lnTo>
                  <a:pt x="8523" y="4851"/>
                </a:lnTo>
                <a:lnTo>
                  <a:pt x="8167" y="4494"/>
                </a:lnTo>
                <a:lnTo>
                  <a:pt x="7751" y="4209"/>
                </a:lnTo>
                <a:lnTo>
                  <a:pt x="7287" y="4019"/>
                </a:lnTo>
                <a:lnTo>
                  <a:pt x="6776" y="3912"/>
                </a:lnTo>
                <a:lnTo>
                  <a:pt x="6514" y="3900"/>
                </a:lnTo>
                <a:close/>
                <a:moveTo>
                  <a:pt x="6503" y="1950"/>
                </a:moveTo>
                <a:lnTo>
                  <a:pt x="6039" y="1962"/>
                </a:lnTo>
                <a:lnTo>
                  <a:pt x="5159" y="2152"/>
                </a:lnTo>
                <a:lnTo>
                  <a:pt x="4339" y="2497"/>
                </a:lnTo>
                <a:lnTo>
                  <a:pt x="3614" y="2984"/>
                </a:lnTo>
                <a:lnTo>
                  <a:pt x="2996" y="3603"/>
                </a:lnTo>
                <a:lnTo>
                  <a:pt x="2509" y="4328"/>
                </a:lnTo>
                <a:lnTo>
                  <a:pt x="2152" y="5148"/>
                </a:lnTo>
                <a:lnTo>
                  <a:pt x="1974" y="6039"/>
                </a:lnTo>
                <a:lnTo>
                  <a:pt x="1962" y="6503"/>
                </a:lnTo>
                <a:lnTo>
                  <a:pt x="1962" y="8773"/>
                </a:lnTo>
                <a:lnTo>
                  <a:pt x="1974" y="8904"/>
                </a:lnTo>
                <a:lnTo>
                  <a:pt x="2152" y="9082"/>
                </a:lnTo>
                <a:lnTo>
                  <a:pt x="2283" y="9106"/>
                </a:lnTo>
                <a:lnTo>
                  <a:pt x="2414" y="9082"/>
                </a:lnTo>
                <a:lnTo>
                  <a:pt x="2592" y="8904"/>
                </a:lnTo>
                <a:lnTo>
                  <a:pt x="2604" y="8773"/>
                </a:lnTo>
                <a:lnTo>
                  <a:pt x="2604" y="6503"/>
                </a:lnTo>
                <a:lnTo>
                  <a:pt x="2627" y="6099"/>
                </a:lnTo>
                <a:lnTo>
                  <a:pt x="2782" y="5338"/>
                </a:lnTo>
                <a:lnTo>
                  <a:pt x="3079" y="4637"/>
                </a:lnTo>
                <a:lnTo>
                  <a:pt x="3495" y="4019"/>
                </a:lnTo>
                <a:lnTo>
                  <a:pt x="4030" y="3484"/>
                </a:lnTo>
                <a:lnTo>
                  <a:pt x="4648" y="3068"/>
                </a:lnTo>
                <a:lnTo>
                  <a:pt x="5350" y="2770"/>
                </a:lnTo>
                <a:lnTo>
                  <a:pt x="6110" y="2616"/>
                </a:lnTo>
                <a:lnTo>
                  <a:pt x="6514" y="2604"/>
                </a:lnTo>
                <a:lnTo>
                  <a:pt x="6907" y="2616"/>
                </a:lnTo>
                <a:lnTo>
                  <a:pt x="7668" y="2770"/>
                </a:lnTo>
                <a:lnTo>
                  <a:pt x="8369" y="3068"/>
                </a:lnTo>
                <a:lnTo>
                  <a:pt x="8999" y="3484"/>
                </a:lnTo>
                <a:lnTo>
                  <a:pt x="9522" y="4019"/>
                </a:lnTo>
                <a:lnTo>
                  <a:pt x="9950" y="4637"/>
                </a:lnTo>
                <a:lnTo>
                  <a:pt x="10235" y="5338"/>
                </a:lnTo>
                <a:lnTo>
                  <a:pt x="10402" y="6099"/>
                </a:lnTo>
                <a:lnTo>
                  <a:pt x="10413" y="6503"/>
                </a:lnTo>
                <a:lnTo>
                  <a:pt x="10413" y="8773"/>
                </a:lnTo>
                <a:lnTo>
                  <a:pt x="10425" y="8904"/>
                </a:lnTo>
                <a:lnTo>
                  <a:pt x="10604" y="9082"/>
                </a:lnTo>
                <a:lnTo>
                  <a:pt x="10734" y="9106"/>
                </a:lnTo>
                <a:lnTo>
                  <a:pt x="10865" y="9082"/>
                </a:lnTo>
                <a:lnTo>
                  <a:pt x="11043" y="8904"/>
                </a:lnTo>
                <a:lnTo>
                  <a:pt x="11067" y="8773"/>
                </a:lnTo>
                <a:lnTo>
                  <a:pt x="11067" y="6503"/>
                </a:lnTo>
                <a:lnTo>
                  <a:pt x="11055" y="6503"/>
                </a:lnTo>
                <a:lnTo>
                  <a:pt x="11043" y="6039"/>
                </a:lnTo>
                <a:lnTo>
                  <a:pt x="10865" y="5148"/>
                </a:lnTo>
                <a:lnTo>
                  <a:pt x="10509" y="4328"/>
                </a:lnTo>
                <a:lnTo>
                  <a:pt x="10021" y="3603"/>
                </a:lnTo>
                <a:lnTo>
                  <a:pt x="9403" y="2984"/>
                </a:lnTo>
                <a:lnTo>
                  <a:pt x="8678" y="2497"/>
                </a:lnTo>
                <a:lnTo>
                  <a:pt x="7858" y="2152"/>
                </a:lnTo>
                <a:lnTo>
                  <a:pt x="6978" y="1962"/>
                </a:lnTo>
                <a:lnTo>
                  <a:pt x="6503" y="1950"/>
                </a:lnTo>
                <a:close/>
                <a:moveTo>
                  <a:pt x="6170" y="1"/>
                </a:moveTo>
                <a:lnTo>
                  <a:pt x="5516" y="72"/>
                </a:lnTo>
                <a:lnTo>
                  <a:pt x="4886" y="203"/>
                </a:lnTo>
                <a:lnTo>
                  <a:pt x="4268" y="393"/>
                </a:lnTo>
                <a:lnTo>
                  <a:pt x="3685" y="643"/>
                </a:lnTo>
                <a:lnTo>
                  <a:pt x="3139" y="940"/>
                </a:lnTo>
                <a:lnTo>
                  <a:pt x="2616" y="1296"/>
                </a:lnTo>
                <a:lnTo>
                  <a:pt x="2140" y="1689"/>
                </a:lnTo>
                <a:lnTo>
                  <a:pt x="1700" y="2129"/>
                </a:lnTo>
                <a:lnTo>
                  <a:pt x="1296" y="2616"/>
                </a:lnTo>
                <a:lnTo>
                  <a:pt x="951" y="3127"/>
                </a:lnTo>
                <a:lnTo>
                  <a:pt x="642" y="3686"/>
                </a:lnTo>
                <a:lnTo>
                  <a:pt x="405" y="4268"/>
                </a:lnTo>
                <a:lnTo>
                  <a:pt x="214" y="4874"/>
                </a:lnTo>
                <a:lnTo>
                  <a:pt x="84" y="5516"/>
                </a:lnTo>
                <a:lnTo>
                  <a:pt x="12" y="6170"/>
                </a:lnTo>
                <a:lnTo>
                  <a:pt x="0" y="6503"/>
                </a:lnTo>
                <a:lnTo>
                  <a:pt x="0" y="8773"/>
                </a:lnTo>
                <a:lnTo>
                  <a:pt x="24" y="8904"/>
                </a:lnTo>
                <a:lnTo>
                  <a:pt x="203" y="9082"/>
                </a:lnTo>
                <a:lnTo>
                  <a:pt x="333" y="9106"/>
                </a:lnTo>
                <a:lnTo>
                  <a:pt x="464" y="9082"/>
                </a:lnTo>
                <a:lnTo>
                  <a:pt x="642" y="8904"/>
                </a:lnTo>
                <a:lnTo>
                  <a:pt x="654" y="8773"/>
                </a:lnTo>
                <a:lnTo>
                  <a:pt x="654" y="6503"/>
                </a:lnTo>
                <a:lnTo>
                  <a:pt x="666" y="6206"/>
                </a:lnTo>
                <a:lnTo>
                  <a:pt x="726" y="5611"/>
                </a:lnTo>
                <a:lnTo>
                  <a:pt x="844" y="5041"/>
                </a:lnTo>
                <a:lnTo>
                  <a:pt x="1011" y="4494"/>
                </a:lnTo>
                <a:lnTo>
                  <a:pt x="1356" y="3710"/>
                </a:lnTo>
                <a:lnTo>
                  <a:pt x="1986" y="2770"/>
                </a:lnTo>
                <a:lnTo>
                  <a:pt x="2782" y="1986"/>
                </a:lnTo>
                <a:lnTo>
                  <a:pt x="3721" y="1344"/>
                </a:lnTo>
                <a:lnTo>
                  <a:pt x="4494" y="999"/>
                </a:lnTo>
                <a:lnTo>
                  <a:pt x="5052" y="833"/>
                </a:lnTo>
                <a:lnTo>
                  <a:pt x="5623" y="714"/>
                </a:lnTo>
                <a:lnTo>
                  <a:pt x="6205" y="655"/>
                </a:lnTo>
                <a:lnTo>
                  <a:pt x="6812" y="655"/>
                </a:lnTo>
                <a:lnTo>
                  <a:pt x="7394" y="714"/>
                </a:lnTo>
                <a:lnTo>
                  <a:pt x="7965" y="833"/>
                </a:lnTo>
                <a:lnTo>
                  <a:pt x="8523" y="999"/>
                </a:lnTo>
                <a:lnTo>
                  <a:pt x="9296" y="1344"/>
                </a:lnTo>
                <a:lnTo>
                  <a:pt x="10235" y="1986"/>
                </a:lnTo>
                <a:lnTo>
                  <a:pt x="11032" y="2770"/>
                </a:lnTo>
                <a:lnTo>
                  <a:pt x="11662" y="3710"/>
                </a:lnTo>
                <a:lnTo>
                  <a:pt x="12006" y="4494"/>
                </a:lnTo>
                <a:lnTo>
                  <a:pt x="12173" y="5041"/>
                </a:lnTo>
                <a:lnTo>
                  <a:pt x="12292" y="5611"/>
                </a:lnTo>
                <a:lnTo>
                  <a:pt x="12351" y="6206"/>
                </a:lnTo>
                <a:lnTo>
                  <a:pt x="12363" y="6503"/>
                </a:lnTo>
                <a:lnTo>
                  <a:pt x="12363" y="8773"/>
                </a:lnTo>
                <a:lnTo>
                  <a:pt x="12375" y="8904"/>
                </a:lnTo>
                <a:lnTo>
                  <a:pt x="12553" y="9082"/>
                </a:lnTo>
                <a:lnTo>
                  <a:pt x="12684" y="9106"/>
                </a:lnTo>
                <a:lnTo>
                  <a:pt x="12815" y="9082"/>
                </a:lnTo>
                <a:lnTo>
                  <a:pt x="12993" y="8904"/>
                </a:lnTo>
                <a:lnTo>
                  <a:pt x="13017" y="8773"/>
                </a:lnTo>
                <a:lnTo>
                  <a:pt x="13017" y="6503"/>
                </a:lnTo>
                <a:lnTo>
                  <a:pt x="13005" y="6503"/>
                </a:lnTo>
                <a:lnTo>
                  <a:pt x="13005" y="6170"/>
                </a:lnTo>
                <a:lnTo>
                  <a:pt x="12933" y="5516"/>
                </a:lnTo>
                <a:lnTo>
                  <a:pt x="12803" y="4874"/>
                </a:lnTo>
                <a:lnTo>
                  <a:pt x="12612" y="4268"/>
                </a:lnTo>
                <a:lnTo>
                  <a:pt x="12363" y="3686"/>
                </a:lnTo>
                <a:lnTo>
                  <a:pt x="12066" y="3127"/>
                </a:lnTo>
                <a:lnTo>
                  <a:pt x="11721" y="2616"/>
                </a:lnTo>
                <a:lnTo>
                  <a:pt x="11317" y="2129"/>
                </a:lnTo>
                <a:lnTo>
                  <a:pt x="10877" y="1689"/>
                </a:lnTo>
                <a:lnTo>
                  <a:pt x="10390" y="1296"/>
                </a:lnTo>
                <a:lnTo>
                  <a:pt x="9878" y="940"/>
                </a:lnTo>
                <a:lnTo>
                  <a:pt x="9320" y="643"/>
                </a:lnTo>
                <a:lnTo>
                  <a:pt x="8737" y="393"/>
                </a:lnTo>
                <a:lnTo>
                  <a:pt x="8131" y="203"/>
                </a:lnTo>
                <a:lnTo>
                  <a:pt x="7501" y="72"/>
                </a:lnTo>
                <a:lnTo>
                  <a:pt x="6847"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6" name="Google Shape;3146;p174"/>
          <p:cNvSpPr/>
          <p:nvPr/>
        </p:nvSpPr>
        <p:spPr>
          <a:xfrm>
            <a:off x="6478819" y="3366902"/>
            <a:ext cx="707006" cy="564855"/>
          </a:xfrm>
          <a:custGeom>
            <a:rect b="b" l="l" r="r" t="t"/>
            <a:pathLst>
              <a:path extrusionOk="0" h="10391" w="13006">
                <a:moveTo>
                  <a:pt x="6479" y="762"/>
                </a:moveTo>
                <a:lnTo>
                  <a:pt x="6966" y="1713"/>
                </a:lnTo>
                <a:lnTo>
                  <a:pt x="8024" y="1867"/>
                </a:lnTo>
                <a:lnTo>
                  <a:pt x="7264" y="2604"/>
                </a:lnTo>
                <a:lnTo>
                  <a:pt x="7442" y="3650"/>
                </a:lnTo>
                <a:lnTo>
                  <a:pt x="6503" y="3151"/>
                </a:lnTo>
                <a:lnTo>
                  <a:pt x="5564" y="3650"/>
                </a:lnTo>
                <a:lnTo>
                  <a:pt x="5742" y="2604"/>
                </a:lnTo>
                <a:lnTo>
                  <a:pt x="4981" y="1867"/>
                </a:lnTo>
                <a:lnTo>
                  <a:pt x="6027" y="1713"/>
                </a:lnTo>
                <a:lnTo>
                  <a:pt x="6479" y="762"/>
                </a:lnTo>
                <a:close/>
                <a:moveTo>
                  <a:pt x="6360" y="1"/>
                </a:moveTo>
                <a:lnTo>
                  <a:pt x="6099" y="155"/>
                </a:lnTo>
                <a:lnTo>
                  <a:pt x="6004" y="298"/>
                </a:lnTo>
                <a:lnTo>
                  <a:pt x="5599" y="1118"/>
                </a:lnTo>
                <a:lnTo>
                  <a:pt x="4708" y="1249"/>
                </a:lnTo>
                <a:lnTo>
                  <a:pt x="4696" y="1249"/>
                </a:lnTo>
                <a:lnTo>
                  <a:pt x="4542" y="1285"/>
                </a:lnTo>
                <a:lnTo>
                  <a:pt x="4316" y="1487"/>
                </a:lnTo>
                <a:lnTo>
                  <a:pt x="4221" y="1772"/>
                </a:lnTo>
                <a:lnTo>
                  <a:pt x="4280" y="2069"/>
                </a:lnTo>
                <a:lnTo>
                  <a:pt x="4387" y="2200"/>
                </a:lnTo>
                <a:lnTo>
                  <a:pt x="5041" y="2818"/>
                </a:lnTo>
                <a:lnTo>
                  <a:pt x="4886" y="3733"/>
                </a:lnTo>
                <a:lnTo>
                  <a:pt x="4874" y="3900"/>
                </a:lnTo>
                <a:lnTo>
                  <a:pt x="4993" y="4173"/>
                </a:lnTo>
                <a:lnTo>
                  <a:pt x="5243" y="4352"/>
                </a:lnTo>
                <a:lnTo>
                  <a:pt x="5540" y="4375"/>
                </a:lnTo>
                <a:lnTo>
                  <a:pt x="5695" y="4316"/>
                </a:lnTo>
                <a:lnTo>
                  <a:pt x="6503" y="3900"/>
                </a:lnTo>
                <a:lnTo>
                  <a:pt x="7299" y="4316"/>
                </a:lnTo>
                <a:lnTo>
                  <a:pt x="7466" y="4375"/>
                </a:lnTo>
                <a:lnTo>
                  <a:pt x="7763" y="4340"/>
                </a:lnTo>
                <a:lnTo>
                  <a:pt x="8001" y="4173"/>
                </a:lnTo>
                <a:lnTo>
                  <a:pt x="8120" y="3888"/>
                </a:lnTo>
                <a:lnTo>
                  <a:pt x="8120" y="3722"/>
                </a:lnTo>
                <a:lnTo>
                  <a:pt x="7965" y="2830"/>
                </a:lnTo>
                <a:lnTo>
                  <a:pt x="8607" y="2212"/>
                </a:lnTo>
                <a:lnTo>
                  <a:pt x="8607" y="2200"/>
                </a:lnTo>
                <a:lnTo>
                  <a:pt x="8714" y="2069"/>
                </a:lnTo>
                <a:lnTo>
                  <a:pt x="8785" y="1772"/>
                </a:lnTo>
                <a:lnTo>
                  <a:pt x="8690" y="1487"/>
                </a:lnTo>
                <a:lnTo>
                  <a:pt x="8464" y="1285"/>
                </a:lnTo>
                <a:lnTo>
                  <a:pt x="8298" y="1249"/>
                </a:lnTo>
                <a:lnTo>
                  <a:pt x="7406" y="1118"/>
                </a:lnTo>
                <a:lnTo>
                  <a:pt x="7002" y="310"/>
                </a:lnTo>
                <a:lnTo>
                  <a:pt x="6919" y="167"/>
                </a:lnTo>
                <a:lnTo>
                  <a:pt x="6657" y="1"/>
                </a:lnTo>
                <a:close/>
                <a:moveTo>
                  <a:pt x="2925" y="7145"/>
                </a:moveTo>
                <a:lnTo>
                  <a:pt x="3056" y="7157"/>
                </a:lnTo>
                <a:lnTo>
                  <a:pt x="3234" y="7335"/>
                </a:lnTo>
                <a:lnTo>
                  <a:pt x="3246" y="7466"/>
                </a:lnTo>
                <a:lnTo>
                  <a:pt x="3246" y="9415"/>
                </a:lnTo>
                <a:lnTo>
                  <a:pt x="3234" y="9546"/>
                </a:lnTo>
                <a:lnTo>
                  <a:pt x="3056" y="9724"/>
                </a:lnTo>
                <a:lnTo>
                  <a:pt x="2925" y="9748"/>
                </a:lnTo>
                <a:lnTo>
                  <a:pt x="975" y="9748"/>
                </a:lnTo>
                <a:lnTo>
                  <a:pt x="845" y="9724"/>
                </a:lnTo>
                <a:lnTo>
                  <a:pt x="666" y="9546"/>
                </a:lnTo>
                <a:lnTo>
                  <a:pt x="655" y="9415"/>
                </a:lnTo>
                <a:lnTo>
                  <a:pt x="655" y="7466"/>
                </a:lnTo>
                <a:lnTo>
                  <a:pt x="666" y="7335"/>
                </a:lnTo>
                <a:lnTo>
                  <a:pt x="845" y="7157"/>
                </a:lnTo>
                <a:lnTo>
                  <a:pt x="975" y="7145"/>
                </a:lnTo>
                <a:close/>
                <a:moveTo>
                  <a:pt x="7478" y="5837"/>
                </a:moveTo>
                <a:lnTo>
                  <a:pt x="7608" y="5861"/>
                </a:lnTo>
                <a:lnTo>
                  <a:pt x="7787" y="6039"/>
                </a:lnTo>
                <a:lnTo>
                  <a:pt x="7799" y="6170"/>
                </a:lnTo>
                <a:lnTo>
                  <a:pt x="7799" y="9415"/>
                </a:lnTo>
                <a:lnTo>
                  <a:pt x="7787" y="9546"/>
                </a:lnTo>
                <a:lnTo>
                  <a:pt x="7608" y="9724"/>
                </a:lnTo>
                <a:lnTo>
                  <a:pt x="7478" y="9748"/>
                </a:lnTo>
                <a:lnTo>
                  <a:pt x="5528" y="9748"/>
                </a:lnTo>
                <a:lnTo>
                  <a:pt x="5397" y="9724"/>
                </a:lnTo>
                <a:lnTo>
                  <a:pt x="5219" y="9546"/>
                </a:lnTo>
                <a:lnTo>
                  <a:pt x="5195" y="9415"/>
                </a:lnTo>
                <a:lnTo>
                  <a:pt x="5195" y="6170"/>
                </a:lnTo>
                <a:lnTo>
                  <a:pt x="5219" y="6039"/>
                </a:lnTo>
                <a:lnTo>
                  <a:pt x="5397" y="5861"/>
                </a:lnTo>
                <a:lnTo>
                  <a:pt x="5528" y="5837"/>
                </a:lnTo>
                <a:close/>
                <a:moveTo>
                  <a:pt x="12030" y="8441"/>
                </a:moveTo>
                <a:lnTo>
                  <a:pt x="12161" y="8464"/>
                </a:lnTo>
                <a:lnTo>
                  <a:pt x="12327" y="8631"/>
                </a:lnTo>
                <a:lnTo>
                  <a:pt x="12351" y="8762"/>
                </a:lnTo>
                <a:lnTo>
                  <a:pt x="12351" y="9415"/>
                </a:lnTo>
                <a:lnTo>
                  <a:pt x="12327" y="9546"/>
                </a:lnTo>
                <a:lnTo>
                  <a:pt x="12161" y="9724"/>
                </a:lnTo>
                <a:lnTo>
                  <a:pt x="12030" y="9748"/>
                </a:lnTo>
                <a:lnTo>
                  <a:pt x="10081" y="9748"/>
                </a:lnTo>
                <a:lnTo>
                  <a:pt x="9950" y="9724"/>
                </a:lnTo>
                <a:lnTo>
                  <a:pt x="9772" y="9546"/>
                </a:lnTo>
                <a:lnTo>
                  <a:pt x="9748" y="9415"/>
                </a:lnTo>
                <a:lnTo>
                  <a:pt x="9748" y="8762"/>
                </a:lnTo>
                <a:lnTo>
                  <a:pt x="9772" y="8631"/>
                </a:lnTo>
                <a:lnTo>
                  <a:pt x="9950" y="8464"/>
                </a:lnTo>
                <a:lnTo>
                  <a:pt x="10081" y="8441"/>
                </a:lnTo>
                <a:close/>
                <a:moveTo>
                  <a:pt x="975" y="6491"/>
                </a:moveTo>
                <a:lnTo>
                  <a:pt x="773" y="6503"/>
                </a:lnTo>
                <a:lnTo>
                  <a:pt x="429" y="6658"/>
                </a:lnTo>
                <a:lnTo>
                  <a:pt x="167" y="6919"/>
                </a:lnTo>
                <a:lnTo>
                  <a:pt x="13" y="7276"/>
                </a:lnTo>
                <a:lnTo>
                  <a:pt x="1" y="7466"/>
                </a:lnTo>
                <a:lnTo>
                  <a:pt x="1" y="9415"/>
                </a:lnTo>
                <a:lnTo>
                  <a:pt x="13" y="9617"/>
                </a:lnTo>
                <a:lnTo>
                  <a:pt x="167" y="9962"/>
                </a:lnTo>
                <a:lnTo>
                  <a:pt x="429" y="10236"/>
                </a:lnTo>
                <a:lnTo>
                  <a:pt x="773" y="10378"/>
                </a:lnTo>
                <a:lnTo>
                  <a:pt x="975" y="10390"/>
                </a:lnTo>
                <a:lnTo>
                  <a:pt x="2925" y="10390"/>
                </a:lnTo>
                <a:lnTo>
                  <a:pt x="3127" y="10378"/>
                </a:lnTo>
                <a:lnTo>
                  <a:pt x="3472" y="10236"/>
                </a:lnTo>
                <a:lnTo>
                  <a:pt x="3745" y="9962"/>
                </a:lnTo>
                <a:lnTo>
                  <a:pt x="3888" y="9617"/>
                </a:lnTo>
                <a:lnTo>
                  <a:pt x="3900" y="9415"/>
                </a:lnTo>
                <a:lnTo>
                  <a:pt x="3900" y="7466"/>
                </a:lnTo>
                <a:lnTo>
                  <a:pt x="3888" y="7276"/>
                </a:lnTo>
                <a:lnTo>
                  <a:pt x="3745" y="6919"/>
                </a:lnTo>
                <a:lnTo>
                  <a:pt x="3472" y="6658"/>
                </a:lnTo>
                <a:lnTo>
                  <a:pt x="3127" y="6503"/>
                </a:lnTo>
                <a:lnTo>
                  <a:pt x="2925" y="6491"/>
                </a:lnTo>
                <a:close/>
                <a:moveTo>
                  <a:pt x="5528" y="5196"/>
                </a:moveTo>
                <a:lnTo>
                  <a:pt x="5326" y="5207"/>
                </a:lnTo>
                <a:lnTo>
                  <a:pt x="4981" y="5350"/>
                </a:lnTo>
                <a:lnTo>
                  <a:pt x="4708" y="5612"/>
                </a:lnTo>
                <a:lnTo>
                  <a:pt x="4565" y="5968"/>
                </a:lnTo>
                <a:lnTo>
                  <a:pt x="4553" y="6170"/>
                </a:lnTo>
                <a:lnTo>
                  <a:pt x="4553" y="9415"/>
                </a:lnTo>
                <a:lnTo>
                  <a:pt x="4565" y="9617"/>
                </a:lnTo>
                <a:lnTo>
                  <a:pt x="4708" y="9962"/>
                </a:lnTo>
                <a:lnTo>
                  <a:pt x="4981" y="10236"/>
                </a:lnTo>
                <a:lnTo>
                  <a:pt x="5326" y="10378"/>
                </a:lnTo>
                <a:lnTo>
                  <a:pt x="5528" y="10390"/>
                </a:lnTo>
                <a:lnTo>
                  <a:pt x="7478" y="10390"/>
                </a:lnTo>
                <a:lnTo>
                  <a:pt x="7680" y="10378"/>
                </a:lnTo>
                <a:lnTo>
                  <a:pt x="8024" y="10236"/>
                </a:lnTo>
                <a:lnTo>
                  <a:pt x="8286" y="9962"/>
                </a:lnTo>
                <a:lnTo>
                  <a:pt x="8440" y="9617"/>
                </a:lnTo>
                <a:lnTo>
                  <a:pt x="8452" y="9415"/>
                </a:lnTo>
                <a:lnTo>
                  <a:pt x="8452" y="6170"/>
                </a:lnTo>
                <a:lnTo>
                  <a:pt x="8440" y="5968"/>
                </a:lnTo>
                <a:lnTo>
                  <a:pt x="8286" y="5612"/>
                </a:lnTo>
                <a:lnTo>
                  <a:pt x="8024" y="5350"/>
                </a:lnTo>
                <a:lnTo>
                  <a:pt x="7680" y="5207"/>
                </a:lnTo>
                <a:lnTo>
                  <a:pt x="7478" y="5196"/>
                </a:lnTo>
                <a:close/>
                <a:moveTo>
                  <a:pt x="10081" y="7787"/>
                </a:moveTo>
                <a:lnTo>
                  <a:pt x="9879" y="7811"/>
                </a:lnTo>
                <a:lnTo>
                  <a:pt x="9522" y="7953"/>
                </a:lnTo>
                <a:lnTo>
                  <a:pt x="9261" y="8215"/>
                </a:lnTo>
                <a:lnTo>
                  <a:pt x="9118" y="8571"/>
                </a:lnTo>
                <a:lnTo>
                  <a:pt x="9106" y="8762"/>
                </a:lnTo>
                <a:lnTo>
                  <a:pt x="9106" y="9415"/>
                </a:lnTo>
                <a:lnTo>
                  <a:pt x="9118" y="9617"/>
                </a:lnTo>
                <a:lnTo>
                  <a:pt x="9261" y="9962"/>
                </a:lnTo>
                <a:lnTo>
                  <a:pt x="9522" y="10236"/>
                </a:lnTo>
                <a:lnTo>
                  <a:pt x="9879" y="10378"/>
                </a:lnTo>
                <a:lnTo>
                  <a:pt x="10081" y="10390"/>
                </a:lnTo>
                <a:lnTo>
                  <a:pt x="12030" y="10390"/>
                </a:lnTo>
                <a:lnTo>
                  <a:pt x="12221" y="10378"/>
                </a:lnTo>
                <a:lnTo>
                  <a:pt x="12577" y="10236"/>
                </a:lnTo>
                <a:lnTo>
                  <a:pt x="12839" y="9962"/>
                </a:lnTo>
                <a:lnTo>
                  <a:pt x="12981" y="9617"/>
                </a:lnTo>
                <a:lnTo>
                  <a:pt x="13005" y="9415"/>
                </a:lnTo>
                <a:lnTo>
                  <a:pt x="13005" y="8762"/>
                </a:lnTo>
                <a:lnTo>
                  <a:pt x="12981" y="8571"/>
                </a:lnTo>
                <a:lnTo>
                  <a:pt x="12839" y="8215"/>
                </a:lnTo>
                <a:lnTo>
                  <a:pt x="12577" y="7953"/>
                </a:lnTo>
                <a:lnTo>
                  <a:pt x="12221" y="7811"/>
                </a:lnTo>
                <a:lnTo>
                  <a:pt x="12030" y="7787"/>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7" name="Google Shape;3147;p174"/>
          <p:cNvSpPr/>
          <p:nvPr/>
        </p:nvSpPr>
        <p:spPr>
          <a:xfrm>
            <a:off x="7698135" y="3366304"/>
            <a:ext cx="424606" cy="565453"/>
          </a:xfrm>
          <a:custGeom>
            <a:rect b="b" l="l" r="r" t="t"/>
            <a:pathLst>
              <a:path extrusionOk="0" h="10402" w="7811">
                <a:moveTo>
                  <a:pt x="1950" y="2912"/>
                </a:moveTo>
                <a:lnTo>
                  <a:pt x="1819" y="2924"/>
                </a:lnTo>
                <a:lnTo>
                  <a:pt x="1641" y="3114"/>
                </a:lnTo>
                <a:lnTo>
                  <a:pt x="1629" y="3233"/>
                </a:lnTo>
                <a:lnTo>
                  <a:pt x="1641" y="3376"/>
                </a:lnTo>
                <a:lnTo>
                  <a:pt x="1819" y="3542"/>
                </a:lnTo>
                <a:lnTo>
                  <a:pt x="1950" y="3566"/>
                </a:lnTo>
                <a:lnTo>
                  <a:pt x="5849" y="3566"/>
                </a:lnTo>
                <a:lnTo>
                  <a:pt x="5980" y="3542"/>
                </a:lnTo>
                <a:lnTo>
                  <a:pt x="6158" y="3376"/>
                </a:lnTo>
                <a:lnTo>
                  <a:pt x="6182" y="3233"/>
                </a:lnTo>
                <a:lnTo>
                  <a:pt x="6158" y="3114"/>
                </a:lnTo>
                <a:lnTo>
                  <a:pt x="5980" y="2924"/>
                </a:lnTo>
                <a:lnTo>
                  <a:pt x="5849" y="2912"/>
                </a:lnTo>
                <a:close/>
                <a:moveTo>
                  <a:pt x="1950" y="4862"/>
                </a:moveTo>
                <a:lnTo>
                  <a:pt x="1819" y="4874"/>
                </a:lnTo>
                <a:lnTo>
                  <a:pt x="1641" y="5064"/>
                </a:lnTo>
                <a:lnTo>
                  <a:pt x="1629" y="5183"/>
                </a:lnTo>
                <a:lnTo>
                  <a:pt x="1641" y="5325"/>
                </a:lnTo>
                <a:lnTo>
                  <a:pt x="1819" y="5492"/>
                </a:lnTo>
                <a:lnTo>
                  <a:pt x="1950" y="5516"/>
                </a:lnTo>
                <a:lnTo>
                  <a:pt x="5849" y="5516"/>
                </a:lnTo>
                <a:lnTo>
                  <a:pt x="5980" y="5492"/>
                </a:lnTo>
                <a:lnTo>
                  <a:pt x="6158" y="5325"/>
                </a:lnTo>
                <a:lnTo>
                  <a:pt x="6182" y="5183"/>
                </a:lnTo>
                <a:lnTo>
                  <a:pt x="6158" y="5064"/>
                </a:lnTo>
                <a:lnTo>
                  <a:pt x="5980" y="4874"/>
                </a:lnTo>
                <a:lnTo>
                  <a:pt x="5849" y="4862"/>
                </a:lnTo>
                <a:close/>
                <a:moveTo>
                  <a:pt x="1950" y="6823"/>
                </a:moveTo>
                <a:lnTo>
                  <a:pt x="1819" y="6847"/>
                </a:lnTo>
                <a:lnTo>
                  <a:pt x="1641" y="7025"/>
                </a:lnTo>
                <a:lnTo>
                  <a:pt x="1629" y="7156"/>
                </a:lnTo>
                <a:lnTo>
                  <a:pt x="1641" y="7287"/>
                </a:lnTo>
                <a:lnTo>
                  <a:pt x="1819" y="7465"/>
                </a:lnTo>
                <a:lnTo>
                  <a:pt x="1950" y="7477"/>
                </a:lnTo>
                <a:lnTo>
                  <a:pt x="5849" y="7477"/>
                </a:lnTo>
                <a:lnTo>
                  <a:pt x="5980" y="7465"/>
                </a:lnTo>
                <a:lnTo>
                  <a:pt x="6158" y="7287"/>
                </a:lnTo>
                <a:lnTo>
                  <a:pt x="6182" y="7156"/>
                </a:lnTo>
                <a:lnTo>
                  <a:pt x="6158" y="7025"/>
                </a:lnTo>
                <a:lnTo>
                  <a:pt x="5980" y="6847"/>
                </a:lnTo>
                <a:lnTo>
                  <a:pt x="5849" y="6823"/>
                </a:lnTo>
                <a:close/>
                <a:moveTo>
                  <a:pt x="5040" y="785"/>
                </a:moveTo>
                <a:lnTo>
                  <a:pt x="5944" y="1700"/>
                </a:lnTo>
                <a:lnTo>
                  <a:pt x="6051" y="1771"/>
                </a:lnTo>
                <a:lnTo>
                  <a:pt x="6289" y="1783"/>
                </a:lnTo>
                <a:lnTo>
                  <a:pt x="6396" y="1712"/>
                </a:lnTo>
                <a:lnTo>
                  <a:pt x="7156" y="1046"/>
                </a:lnTo>
                <a:lnTo>
                  <a:pt x="7156" y="9367"/>
                </a:lnTo>
                <a:lnTo>
                  <a:pt x="6396" y="8677"/>
                </a:lnTo>
                <a:lnTo>
                  <a:pt x="6289" y="8618"/>
                </a:lnTo>
                <a:lnTo>
                  <a:pt x="6051" y="8630"/>
                </a:lnTo>
                <a:lnTo>
                  <a:pt x="5944" y="8713"/>
                </a:lnTo>
                <a:lnTo>
                  <a:pt x="5040" y="9617"/>
                </a:lnTo>
                <a:lnTo>
                  <a:pt x="4137" y="8713"/>
                </a:lnTo>
                <a:lnTo>
                  <a:pt x="4030" y="8630"/>
                </a:lnTo>
                <a:lnTo>
                  <a:pt x="3780" y="8630"/>
                </a:lnTo>
                <a:lnTo>
                  <a:pt x="3673" y="8713"/>
                </a:lnTo>
                <a:lnTo>
                  <a:pt x="2770" y="9617"/>
                </a:lnTo>
                <a:lnTo>
                  <a:pt x="1855" y="8713"/>
                </a:lnTo>
                <a:lnTo>
                  <a:pt x="1760" y="8630"/>
                </a:lnTo>
                <a:lnTo>
                  <a:pt x="1522" y="8618"/>
                </a:lnTo>
                <a:lnTo>
                  <a:pt x="1415" y="8677"/>
                </a:lnTo>
                <a:lnTo>
                  <a:pt x="654" y="9367"/>
                </a:lnTo>
                <a:lnTo>
                  <a:pt x="654" y="1046"/>
                </a:lnTo>
                <a:lnTo>
                  <a:pt x="1415" y="1712"/>
                </a:lnTo>
                <a:lnTo>
                  <a:pt x="1522" y="1783"/>
                </a:lnTo>
                <a:lnTo>
                  <a:pt x="1760" y="1771"/>
                </a:lnTo>
                <a:lnTo>
                  <a:pt x="1855" y="1700"/>
                </a:lnTo>
                <a:lnTo>
                  <a:pt x="2770" y="785"/>
                </a:lnTo>
                <a:lnTo>
                  <a:pt x="3673" y="1700"/>
                </a:lnTo>
                <a:lnTo>
                  <a:pt x="3780" y="1771"/>
                </a:lnTo>
                <a:lnTo>
                  <a:pt x="4030" y="1771"/>
                </a:lnTo>
                <a:lnTo>
                  <a:pt x="4137" y="1700"/>
                </a:lnTo>
                <a:lnTo>
                  <a:pt x="5040" y="785"/>
                </a:lnTo>
                <a:close/>
                <a:moveTo>
                  <a:pt x="286" y="0"/>
                </a:moveTo>
                <a:lnTo>
                  <a:pt x="191" y="36"/>
                </a:lnTo>
                <a:lnTo>
                  <a:pt x="107" y="83"/>
                </a:lnTo>
                <a:lnTo>
                  <a:pt x="12" y="238"/>
                </a:lnTo>
                <a:lnTo>
                  <a:pt x="0" y="321"/>
                </a:lnTo>
                <a:lnTo>
                  <a:pt x="0" y="10080"/>
                </a:lnTo>
                <a:lnTo>
                  <a:pt x="12" y="10175"/>
                </a:lnTo>
                <a:lnTo>
                  <a:pt x="107" y="10318"/>
                </a:lnTo>
                <a:lnTo>
                  <a:pt x="191" y="10377"/>
                </a:lnTo>
                <a:lnTo>
                  <a:pt x="286" y="10401"/>
                </a:lnTo>
                <a:lnTo>
                  <a:pt x="464" y="10377"/>
                </a:lnTo>
                <a:lnTo>
                  <a:pt x="547" y="10318"/>
                </a:lnTo>
                <a:lnTo>
                  <a:pt x="1617" y="9379"/>
                </a:lnTo>
                <a:lnTo>
                  <a:pt x="2532" y="10306"/>
                </a:lnTo>
                <a:lnTo>
                  <a:pt x="2639" y="10389"/>
                </a:lnTo>
                <a:lnTo>
                  <a:pt x="2889" y="10389"/>
                </a:lnTo>
                <a:lnTo>
                  <a:pt x="2996" y="10306"/>
                </a:lnTo>
                <a:lnTo>
                  <a:pt x="3899" y="9403"/>
                </a:lnTo>
                <a:lnTo>
                  <a:pt x="4815" y="10306"/>
                </a:lnTo>
                <a:lnTo>
                  <a:pt x="4910" y="10389"/>
                </a:lnTo>
                <a:lnTo>
                  <a:pt x="5159" y="10389"/>
                </a:lnTo>
                <a:lnTo>
                  <a:pt x="5266" y="10306"/>
                </a:lnTo>
                <a:lnTo>
                  <a:pt x="6193" y="9391"/>
                </a:lnTo>
                <a:lnTo>
                  <a:pt x="7263" y="10318"/>
                </a:lnTo>
                <a:lnTo>
                  <a:pt x="7347" y="10377"/>
                </a:lnTo>
                <a:lnTo>
                  <a:pt x="7525" y="10401"/>
                </a:lnTo>
                <a:lnTo>
                  <a:pt x="7608" y="10377"/>
                </a:lnTo>
                <a:lnTo>
                  <a:pt x="7691" y="10318"/>
                </a:lnTo>
                <a:lnTo>
                  <a:pt x="7798" y="10175"/>
                </a:lnTo>
                <a:lnTo>
                  <a:pt x="7810" y="10080"/>
                </a:lnTo>
                <a:lnTo>
                  <a:pt x="7810" y="333"/>
                </a:lnTo>
                <a:lnTo>
                  <a:pt x="7798" y="238"/>
                </a:lnTo>
                <a:lnTo>
                  <a:pt x="7691" y="83"/>
                </a:lnTo>
                <a:lnTo>
                  <a:pt x="7608" y="36"/>
                </a:lnTo>
                <a:lnTo>
                  <a:pt x="7525" y="0"/>
                </a:lnTo>
                <a:lnTo>
                  <a:pt x="7347" y="24"/>
                </a:lnTo>
                <a:lnTo>
                  <a:pt x="7263" y="83"/>
                </a:lnTo>
                <a:lnTo>
                  <a:pt x="6193" y="1022"/>
                </a:lnTo>
                <a:lnTo>
                  <a:pt x="5266" y="95"/>
                </a:lnTo>
                <a:lnTo>
                  <a:pt x="5159" y="24"/>
                </a:lnTo>
                <a:lnTo>
                  <a:pt x="4910" y="24"/>
                </a:lnTo>
                <a:lnTo>
                  <a:pt x="4815" y="95"/>
                </a:lnTo>
                <a:lnTo>
                  <a:pt x="3899" y="1010"/>
                </a:lnTo>
                <a:lnTo>
                  <a:pt x="2996" y="95"/>
                </a:lnTo>
                <a:lnTo>
                  <a:pt x="2889" y="24"/>
                </a:lnTo>
                <a:lnTo>
                  <a:pt x="2639" y="24"/>
                </a:lnTo>
                <a:lnTo>
                  <a:pt x="2532" y="95"/>
                </a:lnTo>
                <a:lnTo>
                  <a:pt x="1617" y="1022"/>
                </a:lnTo>
                <a:lnTo>
                  <a:pt x="547" y="83"/>
                </a:lnTo>
                <a:lnTo>
                  <a:pt x="464" y="24"/>
                </a:lnTo>
                <a:lnTo>
                  <a:pt x="286"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8" name="Google Shape;3148;p174"/>
          <p:cNvSpPr/>
          <p:nvPr/>
        </p:nvSpPr>
        <p:spPr>
          <a:xfrm>
            <a:off x="1089227" y="3437350"/>
            <a:ext cx="706354" cy="423954"/>
          </a:xfrm>
          <a:custGeom>
            <a:rect b="b" l="l" r="r" t="t"/>
            <a:pathLst>
              <a:path extrusionOk="0" h="7799" w="12994">
                <a:moveTo>
                  <a:pt x="9415" y="654"/>
                </a:moveTo>
                <a:lnTo>
                  <a:pt x="9546" y="666"/>
                </a:lnTo>
                <a:lnTo>
                  <a:pt x="9724" y="845"/>
                </a:lnTo>
                <a:lnTo>
                  <a:pt x="9748" y="975"/>
                </a:lnTo>
                <a:lnTo>
                  <a:pt x="9748" y="2758"/>
                </a:lnTo>
                <a:lnTo>
                  <a:pt x="9760" y="2925"/>
                </a:lnTo>
                <a:lnTo>
                  <a:pt x="9879" y="3210"/>
                </a:lnTo>
                <a:lnTo>
                  <a:pt x="10105" y="3436"/>
                </a:lnTo>
                <a:lnTo>
                  <a:pt x="10402" y="3567"/>
                </a:lnTo>
                <a:lnTo>
                  <a:pt x="10568" y="3579"/>
                </a:lnTo>
                <a:lnTo>
                  <a:pt x="10770" y="3555"/>
                </a:lnTo>
                <a:lnTo>
                  <a:pt x="11115" y="3365"/>
                </a:lnTo>
                <a:lnTo>
                  <a:pt x="11258" y="3198"/>
                </a:lnTo>
                <a:lnTo>
                  <a:pt x="11317" y="3115"/>
                </a:lnTo>
                <a:lnTo>
                  <a:pt x="11543" y="2949"/>
                </a:lnTo>
                <a:lnTo>
                  <a:pt x="11698" y="2925"/>
                </a:lnTo>
                <a:lnTo>
                  <a:pt x="11828" y="2937"/>
                </a:lnTo>
                <a:lnTo>
                  <a:pt x="12054" y="3091"/>
                </a:lnTo>
                <a:lnTo>
                  <a:pt x="12232" y="3353"/>
                </a:lnTo>
                <a:lnTo>
                  <a:pt x="12339" y="3697"/>
                </a:lnTo>
                <a:lnTo>
                  <a:pt x="12351" y="3900"/>
                </a:lnTo>
                <a:lnTo>
                  <a:pt x="12339" y="3900"/>
                </a:lnTo>
                <a:lnTo>
                  <a:pt x="12339" y="4090"/>
                </a:lnTo>
                <a:lnTo>
                  <a:pt x="12232" y="4446"/>
                </a:lnTo>
                <a:lnTo>
                  <a:pt x="12054" y="4708"/>
                </a:lnTo>
                <a:lnTo>
                  <a:pt x="11828" y="4862"/>
                </a:lnTo>
                <a:lnTo>
                  <a:pt x="11698" y="4874"/>
                </a:lnTo>
                <a:lnTo>
                  <a:pt x="11531" y="4850"/>
                </a:lnTo>
                <a:lnTo>
                  <a:pt x="11317" y="4684"/>
                </a:lnTo>
                <a:lnTo>
                  <a:pt x="11246" y="4601"/>
                </a:lnTo>
                <a:lnTo>
                  <a:pt x="11115" y="4434"/>
                </a:lnTo>
                <a:lnTo>
                  <a:pt x="10759" y="4244"/>
                </a:lnTo>
                <a:lnTo>
                  <a:pt x="10568" y="4220"/>
                </a:lnTo>
                <a:lnTo>
                  <a:pt x="10402" y="4232"/>
                </a:lnTo>
                <a:lnTo>
                  <a:pt x="10105" y="4363"/>
                </a:lnTo>
                <a:lnTo>
                  <a:pt x="9879" y="4577"/>
                </a:lnTo>
                <a:lnTo>
                  <a:pt x="9760" y="4874"/>
                </a:lnTo>
                <a:lnTo>
                  <a:pt x="9748" y="5041"/>
                </a:lnTo>
                <a:lnTo>
                  <a:pt x="9748" y="6824"/>
                </a:lnTo>
                <a:lnTo>
                  <a:pt x="9724" y="6954"/>
                </a:lnTo>
                <a:lnTo>
                  <a:pt x="9546" y="7133"/>
                </a:lnTo>
                <a:lnTo>
                  <a:pt x="9415" y="7145"/>
                </a:lnTo>
                <a:lnTo>
                  <a:pt x="7644" y="7145"/>
                </a:lnTo>
                <a:lnTo>
                  <a:pt x="7573" y="7133"/>
                </a:lnTo>
                <a:lnTo>
                  <a:pt x="7478" y="7050"/>
                </a:lnTo>
                <a:lnTo>
                  <a:pt x="7466" y="6978"/>
                </a:lnTo>
                <a:lnTo>
                  <a:pt x="7501" y="6871"/>
                </a:lnTo>
                <a:lnTo>
                  <a:pt x="7561" y="6824"/>
                </a:lnTo>
                <a:lnTo>
                  <a:pt x="7680" y="6729"/>
                </a:lnTo>
                <a:lnTo>
                  <a:pt x="7882" y="6515"/>
                </a:lnTo>
                <a:lnTo>
                  <a:pt x="8036" y="6253"/>
                </a:lnTo>
                <a:lnTo>
                  <a:pt x="8108" y="5992"/>
                </a:lnTo>
                <a:lnTo>
                  <a:pt x="8120" y="5849"/>
                </a:lnTo>
                <a:lnTo>
                  <a:pt x="8108" y="5718"/>
                </a:lnTo>
                <a:lnTo>
                  <a:pt x="8048" y="5457"/>
                </a:lnTo>
                <a:lnTo>
                  <a:pt x="7846" y="5112"/>
                </a:lnTo>
                <a:lnTo>
                  <a:pt x="7406" y="4767"/>
                </a:lnTo>
                <a:lnTo>
                  <a:pt x="6824" y="4565"/>
                </a:lnTo>
                <a:lnTo>
                  <a:pt x="6491" y="4553"/>
                </a:lnTo>
                <a:lnTo>
                  <a:pt x="6158" y="4565"/>
                </a:lnTo>
                <a:lnTo>
                  <a:pt x="5576" y="4767"/>
                </a:lnTo>
                <a:lnTo>
                  <a:pt x="5136" y="5112"/>
                </a:lnTo>
                <a:lnTo>
                  <a:pt x="4934" y="5457"/>
                </a:lnTo>
                <a:lnTo>
                  <a:pt x="4874" y="5718"/>
                </a:lnTo>
                <a:lnTo>
                  <a:pt x="4863" y="5849"/>
                </a:lnTo>
                <a:lnTo>
                  <a:pt x="4874" y="5992"/>
                </a:lnTo>
                <a:lnTo>
                  <a:pt x="4946" y="6253"/>
                </a:lnTo>
                <a:lnTo>
                  <a:pt x="5077" y="6503"/>
                </a:lnTo>
                <a:lnTo>
                  <a:pt x="5291" y="6729"/>
                </a:lnTo>
                <a:lnTo>
                  <a:pt x="5421" y="6824"/>
                </a:lnTo>
                <a:lnTo>
                  <a:pt x="5481" y="6871"/>
                </a:lnTo>
                <a:lnTo>
                  <a:pt x="5516" y="6978"/>
                </a:lnTo>
                <a:lnTo>
                  <a:pt x="5504" y="7050"/>
                </a:lnTo>
                <a:lnTo>
                  <a:pt x="5421" y="7133"/>
                </a:lnTo>
                <a:lnTo>
                  <a:pt x="5350" y="7145"/>
                </a:lnTo>
                <a:lnTo>
                  <a:pt x="3567" y="7145"/>
                </a:lnTo>
                <a:lnTo>
                  <a:pt x="3436" y="7133"/>
                </a:lnTo>
                <a:lnTo>
                  <a:pt x="3258" y="6954"/>
                </a:lnTo>
                <a:lnTo>
                  <a:pt x="3246" y="6824"/>
                </a:lnTo>
                <a:lnTo>
                  <a:pt x="3246" y="5041"/>
                </a:lnTo>
                <a:lnTo>
                  <a:pt x="3234" y="4874"/>
                </a:lnTo>
                <a:lnTo>
                  <a:pt x="3103" y="4577"/>
                </a:lnTo>
                <a:lnTo>
                  <a:pt x="2877" y="4363"/>
                </a:lnTo>
                <a:lnTo>
                  <a:pt x="2592" y="4232"/>
                </a:lnTo>
                <a:lnTo>
                  <a:pt x="2426" y="4220"/>
                </a:lnTo>
                <a:lnTo>
                  <a:pt x="2224" y="4244"/>
                </a:lnTo>
                <a:lnTo>
                  <a:pt x="1867" y="4434"/>
                </a:lnTo>
                <a:lnTo>
                  <a:pt x="1736" y="4601"/>
                </a:lnTo>
                <a:lnTo>
                  <a:pt x="1677" y="4684"/>
                </a:lnTo>
                <a:lnTo>
                  <a:pt x="1451" y="4850"/>
                </a:lnTo>
                <a:lnTo>
                  <a:pt x="1297" y="4874"/>
                </a:lnTo>
                <a:lnTo>
                  <a:pt x="1166" y="4862"/>
                </a:lnTo>
                <a:lnTo>
                  <a:pt x="928" y="4708"/>
                </a:lnTo>
                <a:lnTo>
                  <a:pt x="750" y="4446"/>
                </a:lnTo>
                <a:lnTo>
                  <a:pt x="655" y="4090"/>
                </a:lnTo>
                <a:lnTo>
                  <a:pt x="643" y="3900"/>
                </a:lnTo>
                <a:lnTo>
                  <a:pt x="655" y="3697"/>
                </a:lnTo>
                <a:lnTo>
                  <a:pt x="750" y="3353"/>
                </a:lnTo>
                <a:lnTo>
                  <a:pt x="928" y="3091"/>
                </a:lnTo>
                <a:lnTo>
                  <a:pt x="1166" y="2937"/>
                </a:lnTo>
                <a:lnTo>
                  <a:pt x="1297" y="2925"/>
                </a:lnTo>
                <a:lnTo>
                  <a:pt x="1451" y="2949"/>
                </a:lnTo>
                <a:lnTo>
                  <a:pt x="1677" y="3115"/>
                </a:lnTo>
                <a:lnTo>
                  <a:pt x="1736" y="3198"/>
                </a:lnTo>
                <a:lnTo>
                  <a:pt x="1867" y="3365"/>
                </a:lnTo>
                <a:lnTo>
                  <a:pt x="2224" y="3555"/>
                </a:lnTo>
                <a:lnTo>
                  <a:pt x="2426" y="3579"/>
                </a:lnTo>
                <a:lnTo>
                  <a:pt x="2592" y="3567"/>
                </a:lnTo>
                <a:lnTo>
                  <a:pt x="2889" y="3436"/>
                </a:lnTo>
                <a:lnTo>
                  <a:pt x="3103" y="3210"/>
                </a:lnTo>
                <a:lnTo>
                  <a:pt x="3234" y="2925"/>
                </a:lnTo>
                <a:lnTo>
                  <a:pt x="3246" y="2758"/>
                </a:lnTo>
                <a:lnTo>
                  <a:pt x="3246" y="975"/>
                </a:lnTo>
                <a:lnTo>
                  <a:pt x="3258" y="845"/>
                </a:lnTo>
                <a:lnTo>
                  <a:pt x="3436" y="666"/>
                </a:lnTo>
                <a:lnTo>
                  <a:pt x="3567" y="654"/>
                </a:lnTo>
                <a:lnTo>
                  <a:pt x="5421" y="654"/>
                </a:lnTo>
                <a:lnTo>
                  <a:pt x="5504" y="749"/>
                </a:lnTo>
                <a:lnTo>
                  <a:pt x="5516" y="821"/>
                </a:lnTo>
                <a:lnTo>
                  <a:pt x="5481" y="928"/>
                </a:lnTo>
                <a:lnTo>
                  <a:pt x="5421" y="975"/>
                </a:lnTo>
                <a:lnTo>
                  <a:pt x="5291" y="1070"/>
                </a:lnTo>
                <a:lnTo>
                  <a:pt x="5088" y="1284"/>
                </a:lnTo>
                <a:lnTo>
                  <a:pt x="4946" y="1534"/>
                </a:lnTo>
                <a:lnTo>
                  <a:pt x="4874" y="1807"/>
                </a:lnTo>
                <a:lnTo>
                  <a:pt x="4874" y="1950"/>
                </a:lnTo>
                <a:lnTo>
                  <a:pt x="4874" y="2081"/>
                </a:lnTo>
                <a:lnTo>
                  <a:pt x="4934" y="2330"/>
                </a:lnTo>
                <a:lnTo>
                  <a:pt x="5136" y="2675"/>
                </a:lnTo>
                <a:lnTo>
                  <a:pt x="5576" y="3032"/>
                </a:lnTo>
                <a:lnTo>
                  <a:pt x="6158" y="3234"/>
                </a:lnTo>
                <a:lnTo>
                  <a:pt x="6491" y="3246"/>
                </a:lnTo>
                <a:lnTo>
                  <a:pt x="6824" y="3234"/>
                </a:lnTo>
                <a:lnTo>
                  <a:pt x="7406" y="3032"/>
                </a:lnTo>
                <a:lnTo>
                  <a:pt x="7846" y="2675"/>
                </a:lnTo>
                <a:lnTo>
                  <a:pt x="8048" y="2330"/>
                </a:lnTo>
                <a:lnTo>
                  <a:pt x="8120" y="2081"/>
                </a:lnTo>
                <a:lnTo>
                  <a:pt x="8120" y="1950"/>
                </a:lnTo>
                <a:lnTo>
                  <a:pt x="8108" y="1807"/>
                </a:lnTo>
                <a:lnTo>
                  <a:pt x="8036" y="1534"/>
                </a:lnTo>
                <a:lnTo>
                  <a:pt x="7894" y="1284"/>
                </a:lnTo>
                <a:lnTo>
                  <a:pt x="7692" y="1070"/>
                </a:lnTo>
                <a:lnTo>
                  <a:pt x="7561" y="975"/>
                </a:lnTo>
                <a:lnTo>
                  <a:pt x="7501" y="928"/>
                </a:lnTo>
                <a:lnTo>
                  <a:pt x="7466" y="821"/>
                </a:lnTo>
                <a:lnTo>
                  <a:pt x="7478" y="749"/>
                </a:lnTo>
                <a:lnTo>
                  <a:pt x="7573" y="654"/>
                </a:lnTo>
                <a:close/>
                <a:moveTo>
                  <a:pt x="3567" y="1"/>
                </a:moveTo>
                <a:lnTo>
                  <a:pt x="3377" y="12"/>
                </a:lnTo>
                <a:lnTo>
                  <a:pt x="3020" y="167"/>
                </a:lnTo>
                <a:lnTo>
                  <a:pt x="2759" y="429"/>
                </a:lnTo>
                <a:lnTo>
                  <a:pt x="2616" y="773"/>
                </a:lnTo>
                <a:lnTo>
                  <a:pt x="2592" y="975"/>
                </a:lnTo>
                <a:lnTo>
                  <a:pt x="2592" y="2758"/>
                </a:lnTo>
                <a:lnTo>
                  <a:pt x="2592" y="2818"/>
                </a:lnTo>
                <a:lnTo>
                  <a:pt x="2497" y="2913"/>
                </a:lnTo>
                <a:lnTo>
                  <a:pt x="2426" y="2925"/>
                </a:lnTo>
                <a:lnTo>
                  <a:pt x="2319" y="2889"/>
                </a:lnTo>
                <a:lnTo>
                  <a:pt x="2271" y="2830"/>
                </a:lnTo>
                <a:lnTo>
                  <a:pt x="2176" y="2699"/>
                </a:lnTo>
                <a:lnTo>
                  <a:pt x="1962" y="2497"/>
                </a:lnTo>
                <a:lnTo>
                  <a:pt x="1713" y="2354"/>
                </a:lnTo>
                <a:lnTo>
                  <a:pt x="1439" y="2283"/>
                </a:lnTo>
                <a:lnTo>
                  <a:pt x="1297" y="2271"/>
                </a:lnTo>
                <a:lnTo>
                  <a:pt x="1166" y="2283"/>
                </a:lnTo>
                <a:lnTo>
                  <a:pt x="904" y="2342"/>
                </a:lnTo>
                <a:lnTo>
                  <a:pt x="560" y="2544"/>
                </a:lnTo>
                <a:lnTo>
                  <a:pt x="215" y="2984"/>
                </a:lnTo>
                <a:lnTo>
                  <a:pt x="13" y="3567"/>
                </a:lnTo>
                <a:lnTo>
                  <a:pt x="1" y="3900"/>
                </a:lnTo>
                <a:lnTo>
                  <a:pt x="13" y="4232"/>
                </a:lnTo>
                <a:lnTo>
                  <a:pt x="215" y="4815"/>
                </a:lnTo>
                <a:lnTo>
                  <a:pt x="560" y="5255"/>
                </a:lnTo>
                <a:lnTo>
                  <a:pt x="904" y="5457"/>
                </a:lnTo>
                <a:lnTo>
                  <a:pt x="1166" y="5516"/>
                </a:lnTo>
                <a:lnTo>
                  <a:pt x="1297" y="5528"/>
                </a:lnTo>
                <a:lnTo>
                  <a:pt x="1439" y="5516"/>
                </a:lnTo>
                <a:lnTo>
                  <a:pt x="1713" y="5445"/>
                </a:lnTo>
                <a:lnTo>
                  <a:pt x="1962" y="5314"/>
                </a:lnTo>
                <a:lnTo>
                  <a:pt x="2176" y="5100"/>
                </a:lnTo>
                <a:lnTo>
                  <a:pt x="2271" y="4969"/>
                </a:lnTo>
                <a:lnTo>
                  <a:pt x="2319" y="4910"/>
                </a:lnTo>
                <a:lnTo>
                  <a:pt x="2426" y="4874"/>
                </a:lnTo>
                <a:lnTo>
                  <a:pt x="2497" y="4886"/>
                </a:lnTo>
                <a:lnTo>
                  <a:pt x="2592" y="4981"/>
                </a:lnTo>
                <a:lnTo>
                  <a:pt x="2592" y="5041"/>
                </a:lnTo>
                <a:lnTo>
                  <a:pt x="2592" y="6824"/>
                </a:lnTo>
                <a:lnTo>
                  <a:pt x="2616" y="7026"/>
                </a:lnTo>
                <a:lnTo>
                  <a:pt x="2759" y="7370"/>
                </a:lnTo>
                <a:lnTo>
                  <a:pt x="3020" y="7644"/>
                </a:lnTo>
                <a:lnTo>
                  <a:pt x="3377" y="7787"/>
                </a:lnTo>
                <a:lnTo>
                  <a:pt x="3567" y="7798"/>
                </a:lnTo>
                <a:lnTo>
                  <a:pt x="5350" y="7798"/>
                </a:lnTo>
                <a:lnTo>
                  <a:pt x="5516" y="7787"/>
                </a:lnTo>
                <a:lnTo>
                  <a:pt x="5814" y="7668"/>
                </a:lnTo>
                <a:lnTo>
                  <a:pt x="6039" y="7442"/>
                </a:lnTo>
                <a:lnTo>
                  <a:pt x="6158" y="7145"/>
                </a:lnTo>
                <a:lnTo>
                  <a:pt x="6170" y="6978"/>
                </a:lnTo>
                <a:lnTo>
                  <a:pt x="6158" y="6776"/>
                </a:lnTo>
                <a:lnTo>
                  <a:pt x="5956" y="6431"/>
                </a:lnTo>
                <a:lnTo>
                  <a:pt x="5802" y="6289"/>
                </a:lnTo>
                <a:lnTo>
                  <a:pt x="5707" y="6229"/>
                </a:lnTo>
                <a:lnTo>
                  <a:pt x="5540" y="6003"/>
                </a:lnTo>
                <a:lnTo>
                  <a:pt x="5528" y="5849"/>
                </a:lnTo>
                <a:lnTo>
                  <a:pt x="5540" y="5718"/>
                </a:lnTo>
                <a:lnTo>
                  <a:pt x="5683" y="5492"/>
                </a:lnTo>
                <a:lnTo>
                  <a:pt x="5956" y="5314"/>
                </a:lnTo>
                <a:lnTo>
                  <a:pt x="6301" y="5207"/>
                </a:lnTo>
                <a:lnTo>
                  <a:pt x="6503" y="5195"/>
                </a:lnTo>
                <a:lnTo>
                  <a:pt x="6693" y="5207"/>
                </a:lnTo>
                <a:lnTo>
                  <a:pt x="7038" y="5314"/>
                </a:lnTo>
                <a:lnTo>
                  <a:pt x="7311" y="5492"/>
                </a:lnTo>
                <a:lnTo>
                  <a:pt x="7454" y="5718"/>
                </a:lnTo>
                <a:lnTo>
                  <a:pt x="7478" y="5849"/>
                </a:lnTo>
                <a:lnTo>
                  <a:pt x="7454" y="6003"/>
                </a:lnTo>
                <a:lnTo>
                  <a:pt x="7276" y="6229"/>
                </a:lnTo>
                <a:lnTo>
                  <a:pt x="7192" y="6289"/>
                </a:lnTo>
                <a:lnTo>
                  <a:pt x="7026" y="6431"/>
                </a:lnTo>
                <a:lnTo>
                  <a:pt x="6836" y="6776"/>
                </a:lnTo>
                <a:lnTo>
                  <a:pt x="6824" y="6978"/>
                </a:lnTo>
                <a:lnTo>
                  <a:pt x="6836" y="7145"/>
                </a:lnTo>
                <a:lnTo>
                  <a:pt x="6955" y="7442"/>
                </a:lnTo>
                <a:lnTo>
                  <a:pt x="7181" y="7668"/>
                </a:lnTo>
                <a:lnTo>
                  <a:pt x="7478" y="7787"/>
                </a:lnTo>
                <a:lnTo>
                  <a:pt x="7644" y="7798"/>
                </a:lnTo>
                <a:lnTo>
                  <a:pt x="9427" y="7798"/>
                </a:lnTo>
                <a:lnTo>
                  <a:pt x="9617" y="7787"/>
                </a:lnTo>
                <a:lnTo>
                  <a:pt x="9974" y="7644"/>
                </a:lnTo>
                <a:lnTo>
                  <a:pt x="10235" y="7370"/>
                </a:lnTo>
                <a:lnTo>
                  <a:pt x="10378" y="7026"/>
                </a:lnTo>
                <a:lnTo>
                  <a:pt x="10402" y="6824"/>
                </a:lnTo>
                <a:lnTo>
                  <a:pt x="10402" y="5041"/>
                </a:lnTo>
                <a:lnTo>
                  <a:pt x="10402" y="4981"/>
                </a:lnTo>
                <a:lnTo>
                  <a:pt x="10497" y="4886"/>
                </a:lnTo>
                <a:lnTo>
                  <a:pt x="10568" y="4874"/>
                </a:lnTo>
                <a:lnTo>
                  <a:pt x="10675" y="4910"/>
                </a:lnTo>
                <a:lnTo>
                  <a:pt x="10723" y="4969"/>
                </a:lnTo>
                <a:lnTo>
                  <a:pt x="10818" y="5100"/>
                </a:lnTo>
                <a:lnTo>
                  <a:pt x="11032" y="5302"/>
                </a:lnTo>
                <a:lnTo>
                  <a:pt x="11282" y="5445"/>
                </a:lnTo>
                <a:lnTo>
                  <a:pt x="11555" y="5516"/>
                </a:lnTo>
                <a:lnTo>
                  <a:pt x="11698" y="5528"/>
                </a:lnTo>
                <a:lnTo>
                  <a:pt x="11828" y="5516"/>
                </a:lnTo>
                <a:lnTo>
                  <a:pt x="12078" y="5457"/>
                </a:lnTo>
                <a:lnTo>
                  <a:pt x="12423" y="5255"/>
                </a:lnTo>
                <a:lnTo>
                  <a:pt x="12779" y="4815"/>
                </a:lnTo>
                <a:lnTo>
                  <a:pt x="12981" y="4232"/>
                </a:lnTo>
                <a:lnTo>
                  <a:pt x="12993" y="3900"/>
                </a:lnTo>
                <a:lnTo>
                  <a:pt x="12981" y="3567"/>
                </a:lnTo>
                <a:lnTo>
                  <a:pt x="12779" y="2984"/>
                </a:lnTo>
                <a:lnTo>
                  <a:pt x="12423" y="2544"/>
                </a:lnTo>
                <a:lnTo>
                  <a:pt x="12078" y="2342"/>
                </a:lnTo>
                <a:lnTo>
                  <a:pt x="11828" y="2283"/>
                </a:lnTo>
                <a:lnTo>
                  <a:pt x="11698" y="2271"/>
                </a:lnTo>
                <a:lnTo>
                  <a:pt x="11555" y="2283"/>
                </a:lnTo>
                <a:lnTo>
                  <a:pt x="11282" y="2354"/>
                </a:lnTo>
                <a:lnTo>
                  <a:pt x="11032" y="2497"/>
                </a:lnTo>
                <a:lnTo>
                  <a:pt x="10818" y="2699"/>
                </a:lnTo>
                <a:lnTo>
                  <a:pt x="10723" y="2830"/>
                </a:lnTo>
                <a:lnTo>
                  <a:pt x="10675" y="2889"/>
                </a:lnTo>
                <a:lnTo>
                  <a:pt x="10568" y="2925"/>
                </a:lnTo>
                <a:lnTo>
                  <a:pt x="10497" y="2913"/>
                </a:lnTo>
                <a:lnTo>
                  <a:pt x="10402" y="2830"/>
                </a:lnTo>
                <a:lnTo>
                  <a:pt x="10402" y="2758"/>
                </a:lnTo>
                <a:lnTo>
                  <a:pt x="10402" y="975"/>
                </a:lnTo>
                <a:lnTo>
                  <a:pt x="10378" y="773"/>
                </a:lnTo>
                <a:lnTo>
                  <a:pt x="10235" y="429"/>
                </a:lnTo>
                <a:lnTo>
                  <a:pt x="9974" y="167"/>
                </a:lnTo>
                <a:lnTo>
                  <a:pt x="9617" y="12"/>
                </a:lnTo>
                <a:lnTo>
                  <a:pt x="9427" y="1"/>
                </a:lnTo>
                <a:lnTo>
                  <a:pt x="7478" y="1"/>
                </a:lnTo>
                <a:lnTo>
                  <a:pt x="7181" y="131"/>
                </a:lnTo>
                <a:lnTo>
                  <a:pt x="6955" y="357"/>
                </a:lnTo>
                <a:lnTo>
                  <a:pt x="6836" y="654"/>
                </a:lnTo>
                <a:lnTo>
                  <a:pt x="6824" y="821"/>
                </a:lnTo>
                <a:lnTo>
                  <a:pt x="6836" y="1023"/>
                </a:lnTo>
                <a:lnTo>
                  <a:pt x="7026" y="1379"/>
                </a:lnTo>
                <a:lnTo>
                  <a:pt x="7192" y="1510"/>
                </a:lnTo>
                <a:lnTo>
                  <a:pt x="7276" y="1570"/>
                </a:lnTo>
                <a:lnTo>
                  <a:pt x="7454" y="1796"/>
                </a:lnTo>
                <a:lnTo>
                  <a:pt x="7466" y="1950"/>
                </a:lnTo>
                <a:lnTo>
                  <a:pt x="7454" y="2081"/>
                </a:lnTo>
                <a:lnTo>
                  <a:pt x="7311" y="2319"/>
                </a:lnTo>
                <a:lnTo>
                  <a:pt x="7038" y="2497"/>
                </a:lnTo>
                <a:lnTo>
                  <a:pt x="6693" y="2592"/>
                </a:lnTo>
                <a:lnTo>
                  <a:pt x="6491" y="2604"/>
                </a:lnTo>
                <a:lnTo>
                  <a:pt x="6301" y="2592"/>
                </a:lnTo>
                <a:lnTo>
                  <a:pt x="5956" y="2497"/>
                </a:lnTo>
                <a:lnTo>
                  <a:pt x="5683" y="2319"/>
                </a:lnTo>
                <a:lnTo>
                  <a:pt x="5540" y="2081"/>
                </a:lnTo>
                <a:lnTo>
                  <a:pt x="5516" y="1950"/>
                </a:lnTo>
                <a:lnTo>
                  <a:pt x="5540" y="1796"/>
                </a:lnTo>
                <a:lnTo>
                  <a:pt x="5707" y="1570"/>
                </a:lnTo>
                <a:lnTo>
                  <a:pt x="5802" y="1510"/>
                </a:lnTo>
                <a:lnTo>
                  <a:pt x="5956" y="1368"/>
                </a:lnTo>
                <a:lnTo>
                  <a:pt x="6158" y="1023"/>
                </a:lnTo>
                <a:lnTo>
                  <a:pt x="6170" y="821"/>
                </a:lnTo>
                <a:lnTo>
                  <a:pt x="6158" y="654"/>
                </a:lnTo>
                <a:lnTo>
                  <a:pt x="6039" y="357"/>
                </a:lnTo>
                <a:lnTo>
                  <a:pt x="5814" y="131"/>
                </a:lnTo>
                <a:lnTo>
                  <a:pt x="5516" y="12"/>
                </a:lnTo>
                <a:lnTo>
                  <a:pt x="5350"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49" name="Google Shape;3149;p174"/>
          <p:cNvSpPr/>
          <p:nvPr/>
        </p:nvSpPr>
        <p:spPr>
          <a:xfrm>
            <a:off x="9748374" y="3401800"/>
            <a:ext cx="635903" cy="495057"/>
          </a:xfrm>
          <a:custGeom>
            <a:rect b="b" l="l" r="r" t="t"/>
            <a:pathLst>
              <a:path extrusionOk="0" h="9107" w="11698">
                <a:moveTo>
                  <a:pt x="5528" y="655"/>
                </a:moveTo>
                <a:lnTo>
                  <a:pt x="5647" y="666"/>
                </a:lnTo>
                <a:lnTo>
                  <a:pt x="5825" y="845"/>
                </a:lnTo>
                <a:lnTo>
                  <a:pt x="5849" y="976"/>
                </a:lnTo>
                <a:lnTo>
                  <a:pt x="5849" y="3579"/>
                </a:lnTo>
                <a:lnTo>
                  <a:pt x="5825" y="3710"/>
                </a:lnTo>
                <a:lnTo>
                  <a:pt x="5647" y="3888"/>
                </a:lnTo>
                <a:lnTo>
                  <a:pt x="5528" y="3900"/>
                </a:lnTo>
                <a:lnTo>
                  <a:pt x="975" y="3900"/>
                </a:lnTo>
                <a:lnTo>
                  <a:pt x="845" y="3888"/>
                </a:lnTo>
                <a:lnTo>
                  <a:pt x="666" y="3710"/>
                </a:lnTo>
                <a:lnTo>
                  <a:pt x="643" y="3579"/>
                </a:lnTo>
                <a:lnTo>
                  <a:pt x="643" y="976"/>
                </a:lnTo>
                <a:lnTo>
                  <a:pt x="666" y="845"/>
                </a:lnTo>
                <a:lnTo>
                  <a:pt x="845" y="666"/>
                </a:lnTo>
                <a:lnTo>
                  <a:pt x="975" y="655"/>
                </a:lnTo>
                <a:close/>
                <a:moveTo>
                  <a:pt x="975" y="1"/>
                </a:moveTo>
                <a:lnTo>
                  <a:pt x="773" y="13"/>
                </a:lnTo>
                <a:lnTo>
                  <a:pt x="429" y="167"/>
                </a:lnTo>
                <a:lnTo>
                  <a:pt x="155" y="429"/>
                </a:lnTo>
                <a:lnTo>
                  <a:pt x="13" y="773"/>
                </a:lnTo>
                <a:lnTo>
                  <a:pt x="1" y="976"/>
                </a:lnTo>
                <a:lnTo>
                  <a:pt x="1" y="3579"/>
                </a:lnTo>
                <a:lnTo>
                  <a:pt x="13" y="3769"/>
                </a:lnTo>
                <a:lnTo>
                  <a:pt x="155" y="4126"/>
                </a:lnTo>
                <a:lnTo>
                  <a:pt x="429" y="4387"/>
                </a:lnTo>
                <a:lnTo>
                  <a:pt x="773" y="4542"/>
                </a:lnTo>
                <a:lnTo>
                  <a:pt x="975" y="4554"/>
                </a:lnTo>
                <a:lnTo>
                  <a:pt x="5528" y="4554"/>
                </a:lnTo>
                <a:lnTo>
                  <a:pt x="5718" y="4542"/>
                </a:lnTo>
                <a:lnTo>
                  <a:pt x="6075" y="4387"/>
                </a:lnTo>
                <a:lnTo>
                  <a:pt x="6336" y="4126"/>
                </a:lnTo>
                <a:lnTo>
                  <a:pt x="6479" y="3769"/>
                </a:lnTo>
                <a:lnTo>
                  <a:pt x="6503" y="3579"/>
                </a:lnTo>
                <a:lnTo>
                  <a:pt x="6503" y="976"/>
                </a:lnTo>
                <a:lnTo>
                  <a:pt x="6479" y="773"/>
                </a:lnTo>
                <a:lnTo>
                  <a:pt x="6336" y="429"/>
                </a:lnTo>
                <a:lnTo>
                  <a:pt x="6075" y="167"/>
                </a:lnTo>
                <a:lnTo>
                  <a:pt x="5718" y="13"/>
                </a:lnTo>
                <a:lnTo>
                  <a:pt x="5528" y="1"/>
                </a:lnTo>
                <a:close/>
                <a:moveTo>
                  <a:pt x="10723" y="655"/>
                </a:moveTo>
                <a:lnTo>
                  <a:pt x="10853" y="666"/>
                </a:lnTo>
                <a:lnTo>
                  <a:pt x="11032" y="845"/>
                </a:lnTo>
                <a:lnTo>
                  <a:pt x="11044" y="976"/>
                </a:lnTo>
                <a:lnTo>
                  <a:pt x="11044" y="6182"/>
                </a:lnTo>
                <a:lnTo>
                  <a:pt x="11032" y="6313"/>
                </a:lnTo>
                <a:lnTo>
                  <a:pt x="10853" y="6491"/>
                </a:lnTo>
                <a:lnTo>
                  <a:pt x="10723" y="6503"/>
                </a:lnTo>
                <a:lnTo>
                  <a:pt x="8773" y="6503"/>
                </a:lnTo>
                <a:lnTo>
                  <a:pt x="8642" y="6491"/>
                </a:lnTo>
                <a:lnTo>
                  <a:pt x="8464" y="6313"/>
                </a:lnTo>
                <a:lnTo>
                  <a:pt x="8452" y="6182"/>
                </a:lnTo>
                <a:lnTo>
                  <a:pt x="8452" y="976"/>
                </a:lnTo>
                <a:lnTo>
                  <a:pt x="8464" y="845"/>
                </a:lnTo>
                <a:lnTo>
                  <a:pt x="8642" y="666"/>
                </a:lnTo>
                <a:lnTo>
                  <a:pt x="8773" y="655"/>
                </a:lnTo>
                <a:close/>
                <a:moveTo>
                  <a:pt x="8773" y="1"/>
                </a:moveTo>
                <a:lnTo>
                  <a:pt x="8571" y="13"/>
                </a:lnTo>
                <a:lnTo>
                  <a:pt x="8226" y="167"/>
                </a:lnTo>
                <a:lnTo>
                  <a:pt x="7965" y="429"/>
                </a:lnTo>
                <a:lnTo>
                  <a:pt x="7810" y="773"/>
                </a:lnTo>
                <a:lnTo>
                  <a:pt x="7798" y="976"/>
                </a:lnTo>
                <a:lnTo>
                  <a:pt x="7798" y="6182"/>
                </a:lnTo>
                <a:lnTo>
                  <a:pt x="7810" y="6372"/>
                </a:lnTo>
                <a:lnTo>
                  <a:pt x="7965" y="6729"/>
                </a:lnTo>
                <a:lnTo>
                  <a:pt x="8226" y="6990"/>
                </a:lnTo>
                <a:lnTo>
                  <a:pt x="8571" y="7133"/>
                </a:lnTo>
                <a:lnTo>
                  <a:pt x="8773" y="7157"/>
                </a:lnTo>
                <a:lnTo>
                  <a:pt x="10723" y="7157"/>
                </a:lnTo>
                <a:lnTo>
                  <a:pt x="10925" y="7133"/>
                </a:lnTo>
                <a:lnTo>
                  <a:pt x="11269" y="6990"/>
                </a:lnTo>
                <a:lnTo>
                  <a:pt x="11531" y="6729"/>
                </a:lnTo>
                <a:lnTo>
                  <a:pt x="11685" y="6372"/>
                </a:lnTo>
                <a:lnTo>
                  <a:pt x="11697" y="6182"/>
                </a:lnTo>
                <a:lnTo>
                  <a:pt x="11697" y="976"/>
                </a:lnTo>
                <a:lnTo>
                  <a:pt x="11685" y="773"/>
                </a:lnTo>
                <a:lnTo>
                  <a:pt x="11531" y="429"/>
                </a:lnTo>
                <a:lnTo>
                  <a:pt x="11269" y="167"/>
                </a:lnTo>
                <a:lnTo>
                  <a:pt x="10925" y="13"/>
                </a:lnTo>
                <a:lnTo>
                  <a:pt x="10723" y="1"/>
                </a:lnTo>
                <a:close/>
                <a:moveTo>
                  <a:pt x="5849" y="6182"/>
                </a:moveTo>
                <a:lnTo>
                  <a:pt x="5980" y="6194"/>
                </a:lnTo>
                <a:lnTo>
                  <a:pt x="6158" y="6372"/>
                </a:lnTo>
                <a:lnTo>
                  <a:pt x="6170" y="6503"/>
                </a:lnTo>
                <a:lnTo>
                  <a:pt x="6170" y="8131"/>
                </a:lnTo>
                <a:lnTo>
                  <a:pt x="6158" y="8262"/>
                </a:lnTo>
                <a:lnTo>
                  <a:pt x="5980" y="8441"/>
                </a:lnTo>
                <a:lnTo>
                  <a:pt x="5849" y="8452"/>
                </a:lnTo>
                <a:lnTo>
                  <a:pt x="2271" y="8452"/>
                </a:lnTo>
                <a:lnTo>
                  <a:pt x="2140" y="8441"/>
                </a:lnTo>
                <a:lnTo>
                  <a:pt x="1962" y="8262"/>
                </a:lnTo>
                <a:lnTo>
                  <a:pt x="1950" y="8131"/>
                </a:lnTo>
                <a:lnTo>
                  <a:pt x="1950" y="6503"/>
                </a:lnTo>
                <a:lnTo>
                  <a:pt x="1962" y="6372"/>
                </a:lnTo>
                <a:lnTo>
                  <a:pt x="2140" y="6194"/>
                </a:lnTo>
                <a:lnTo>
                  <a:pt x="2271" y="6182"/>
                </a:lnTo>
                <a:close/>
                <a:moveTo>
                  <a:pt x="2271" y="5528"/>
                </a:moveTo>
                <a:lnTo>
                  <a:pt x="2069" y="5540"/>
                </a:lnTo>
                <a:lnTo>
                  <a:pt x="1724" y="5695"/>
                </a:lnTo>
                <a:lnTo>
                  <a:pt x="1463" y="5956"/>
                </a:lnTo>
                <a:lnTo>
                  <a:pt x="1308" y="6301"/>
                </a:lnTo>
                <a:lnTo>
                  <a:pt x="1296" y="6503"/>
                </a:lnTo>
                <a:lnTo>
                  <a:pt x="1296" y="8131"/>
                </a:lnTo>
                <a:lnTo>
                  <a:pt x="1308" y="8322"/>
                </a:lnTo>
                <a:lnTo>
                  <a:pt x="1463" y="8678"/>
                </a:lnTo>
                <a:lnTo>
                  <a:pt x="1724" y="8940"/>
                </a:lnTo>
                <a:lnTo>
                  <a:pt x="2069" y="9094"/>
                </a:lnTo>
                <a:lnTo>
                  <a:pt x="2271" y="9106"/>
                </a:lnTo>
                <a:lnTo>
                  <a:pt x="5849" y="9106"/>
                </a:lnTo>
                <a:lnTo>
                  <a:pt x="6039" y="9094"/>
                </a:lnTo>
                <a:lnTo>
                  <a:pt x="6396" y="8940"/>
                </a:lnTo>
                <a:lnTo>
                  <a:pt x="6657" y="8678"/>
                </a:lnTo>
                <a:lnTo>
                  <a:pt x="6812" y="8322"/>
                </a:lnTo>
                <a:lnTo>
                  <a:pt x="6824" y="8131"/>
                </a:lnTo>
                <a:lnTo>
                  <a:pt x="6824" y="6503"/>
                </a:lnTo>
                <a:lnTo>
                  <a:pt x="6812" y="6301"/>
                </a:lnTo>
                <a:lnTo>
                  <a:pt x="6657" y="5956"/>
                </a:lnTo>
                <a:lnTo>
                  <a:pt x="6396" y="5695"/>
                </a:lnTo>
                <a:lnTo>
                  <a:pt x="6039" y="5540"/>
                </a:lnTo>
                <a:lnTo>
                  <a:pt x="5849" y="5528"/>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0" name="Google Shape;3150;p174"/>
          <p:cNvSpPr/>
          <p:nvPr/>
        </p:nvSpPr>
        <p:spPr>
          <a:xfrm>
            <a:off x="10831359" y="3401800"/>
            <a:ext cx="666236" cy="529956"/>
          </a:xfrm>
          <a:custGeom>
            <a:rect b="b" l="l" r="r" t="t"/>
            <a:pathLst>
              <a:path extrusionOk="0" h="9749" w="12256">
                <a:moveTo>
                  <a:pt x="5753" y="3234"/>
                </a:moveTo>
                <a:lnTo>
                  <a:pt x="5623" y="3258"/>
                </a:lnTo>
                <a:lnTo>
                  <a:pt x="5444" y="3436"/>
                </a:lnTo>
                <a:lnTo>
                  <a:pt x="5432" y="3555"/>
                </a:lnTo>
                <a:lnTo>
                  <a:pt x="5432" y="5504"/>
                </a:lnTo>
                <a:lnTo>
                  <a:pt x="5444" y="5647"/>
                </a:lnTo>
                <a:lnTo>
                  <a:pt x="5623" y="5814"/>
                </a:lnTo>
                <a:lnTo>
                  <a:pt x="5753" y="5837"/>
                </a:lnTo>
                <a:lnTo>
                  <a:pt x="5825" y="5837"/>
                </a:lnTo>
                <a:lnTo>
                  <a:pt x="5896" y="5814"/>
                </a:lnTo>
                <a:lnTo>
                  <a:pt x="5979" y="5576"/>
                </a:lnTo>
                <a:lnTo>
                  <a:pt x="6086" y="5338"/>
                </a:lnTo>
                <a:lnTo>
                  <a:pt x="6086" y="3579"/>
                </a:lnTo>
                <a:lnTo>
                  <a:pt x="6086" y="3555"/>
                </a:lnTo>
                <a:lnTo>
                  <a:pt x="6062" y="3436"/>
                </a:lnTo>
                <a:lnTo>
                  <a:pt x="5884" y="3258"/>
                </a:lnTo>
                <a:lnTo>
                  <a:pt x="5753" y="3234"/>
                </a:lnTo>
                <a:close/>
                <a:moveTo>
                  <a:pt x="10342" y="5861"/>
                </a:moveTo>
                <a:lnTo>
                  <a:pt x="10235" y="5944"/>
                </a:lnTo>
                <a:lnTo>
                  <a:pt x="9010" y="7181"/>
                </a:lnTo>
                <a:lnTo>
                  <a:pt x="8428" y="6598"/>
                </a:lnTo>
                <a:lnTo>
                  <a:pt x="8321" y="6515"/>
                </a:lnTo>
                <a:lnTo>
                  <a:pt x="8071" y="6515"/>
                </a:lnTo>
                <a:lnTo>
                  <a:pt x="7964" y="6598"/>
                </a:lnTo>
                <a:lnTo>
                  <a:pt x="7881" y="6705"/>
                </a:lnTo>
                <a:lnTo>
                  <a:pt x="7881" y="6955"/>
                </a:lnTo>
                <a:lnTo>
                  <a:pt x="7964" y="7062"/>
                </a:lnTo>
                <a:lnTo>
                  <a:pt x="8773" y="7870"/>
                </a:lnTo>
                <a:lnTo>
                  <a:pt x="8880" y="7953"/>
                </a:lnTo>
                <a:lnTo>
                  <a:pt x="9129" y="7953"/>
                </a:lnTo>
                <a:lnTo>
                  <a:pt x="9236" y="7870"/>
                </a:lnTo>
                <a:lnTo>
                  <a:pt x="10698" y="6408"/>
                </a:lnTo>
                <a:lnTo>
                  <a:pt x="10782" y="6301"/>
                </a:lnTo>
                <a:lnTo>
                  <a:pt x="10782" y="6051"/>
                </a:lnTo>
                <a:lnTo>
                  <a:pt x="10698" y="5944"/>
                </a:lnTo>
                <a:lnTo>
                  <a:pt x="10591" y="5861"/>
                </a:lnTo>
                <a:close/>
                <a:moveTo>
                  <a:pt x="3673" y="1"/>
                </a:moveTo>
                <a:lnTo>
                  <a:pt x="3471" y="13"/>
                </a:lnTo>
                <a:lnTo>
                  <a:pt x="3091" y="132"/>
                </a:lnTo>
                <a:lnTo>
                  <a:pt x="2782" y="357"/>
                </a:lnTo>
                <a:lnTo>
                  <a:pt x="2532" y="666"/>
                </a:lnTo>
                <a:lnTo>
                  <a:pt x="2461" y="857"/>
                </a:lnTo>
                <a:lnTo>
                  <a:pt x="83" y="7359"/>
                </a:lnTo>
                <a:lnTo>
                  <a:pt x="24" y="7513"/>
                </a:lnTo>
                <a:lnTo>
                  <a:pt x="0" y="7834"/>
                </a:lnTo>
                <a:lnTo>
                  <a:pt x="36" y="8143"/>
                </a:lnTo>
                <a:lnTo>
                  <a:pt x="155" y="8417"/>
                </a:lnTo>
                <a:lnTo>
                  <a:pt x="321" y="8666"/>
                </a:lnTo>
                <a:lnTo>
                  <a:pt x="547" y="8868"/>
                </a:lnTo>
                <a:lnTo>
                  <a:pt x="820" y="9023"/>
                </a:lnTo>
                <a:lnTo>
                  <a:pt x="1129" y="9094"/>
                </a:lnTo>
                <a:lnTo>
                  <a:pt x="1296" y="9106"/>
                </a:lnTo>
                <a:lnTo>
                  <a:pt x="6574" y="9106"/>
                </a:lnTo>
                <a:lnTo>
                  <a:pt x="6336" y="8797"/>
                </a:lnTo>
                <a:lnTo>
                  <a:pt x="6146" y="8452"/>
                </a:lnTo>
                <a:lnTo>
                  <a:pt x="1296" y="8452"/>
                </a:lnTo>
                <a:lnTo>
                  <a:pt x="1129" y="8441"/>
                </a:lnTo>
                <a:lnTo>
                  <a:pt x="868" y="8298"/>
                </a:lnTo>
                <a:lnTo>
                  <a:pt x="690" y="8048"/>
                </a:lnTo>
                <a:lnTo>
                  <a:pt x="642" y="7739"/>
                </a:lnTo>
                <a:lnTo>
                  <a:pt x="690" y="7585"/>
                </a:lnTo>
                <a:lnTo>
                  <a:pt x="3067" y="1083"/>
                </a:lnTo>
                <a:lnTo>
                  <a:pt x="3103" y="987"/>
                </a:lnTo>
                <a:lnTo>
                  <a:pt x="3221" y="833"/>
                </a:lnTo>
                <a:lnTo>
                  <a:pt x="3388" y="714"/>
                </a:lnTo>
                <a:lnTo>
                  <a:pt x="3578" y="655"/>
                </a:lnTo>
                <a:lnTo>
                  <a:pt x="5432" y="655"/>
                </a:lnTo>
                <a:lnTo>
                  <a:pt x="5432" y="1629"/>
                </a:lnTo>
                <a:lnTo>
                  <a:pt x="5444" y="1760"/>
                </a:lnTo>
                <a:lnTo>
                  <a:pt x="5623" y="1938"/>
                </a:lnTo>
                <a:lnTo>
                  <a:pt x="5753" y="1950"/>
                </a:lnTo>
                <a:lnTo>
                  <a:pt x="5884" y="1938"/>
                </a:lnTo>
                <a:lnTo>
                  <a:pt x="6062" y="1760"/>
                </a:lnTo>
                <a:lnTo>
                  <a:pt x="6086" y="1629"/>
                </a:lnTo>
                <a:lnTo>
                  <a:pt x="6086" y="655"/>
                </a:lnTo>
                <a:lnTo>
                  <a:pt x="7941" y="655"/>
                </a:lnTo>
                <a:lnTo>
                  <a:pt x="8131" y="714"/>
                </a:lnTo>
                <a:lnTo>
                  <a:pt x="8285" y="833"/>
                </a:lnTo>
                <a:lnTo>
                  <a:pt x="8404" y="987"/>
                </a:lnTo>
                <a:lnTo>
                  <a:pt x="8452" y="1083"/>
                </a:lnTo>
                <a:lnTo>
                  <a:pt x="9248" y="3258"/>
                </a:lnTo>
                <a:lnTo>
                  <a:pt x="9652" y="3258"/>
                </a:lnTo>
                <a:lnTo>
                  <a:pt x="9950" y="3305"/>
                </a:lnTo>
                <a:lnTo>
                  <a:pt x="9058" y="857"/>
                </a:lnTo>
                <a:lnTo>
                  <a:pt x="8975" y="666"/>
                </a:lnTo>
                <a:lnTo>
                  <a:pt x="8737" y="357"/>
                </a:lnTo>
                <a:lnTo>
                  <a:pt x="8416" y="132"/>
                </a:lnTo>
                <a:lnTo>
                  <a:pt x="8036" y="13"/>
                </a:lnTo>
                <a:lnTo>
                  <a:pt x="7834" y="1"/>
                </a:lnTo>
                <a:close/>
                <a:moveTo>
                  <a:pt x="9331" y="4554"/>
                </a:moveTo>
                <a:lnTo>
                  <a:pt x="9569" y="4565"/>
                </a:lnTo>
                <a:lnTo>
                  <a:pt x="10009" y="4649"/>
                </a:lnTo>
                <a:lnTo>
                  <a:pt x="10413" y="4827"/>
                </a:lnTo>
                <a:lnTo>
                  <a:pt x="10782" y="5065"/>
                </a:lnTo>
                <a:lnTo>
                  <a:pt x="11091" y="5374"/>
                </a:lnTo>
                <a:lnTo>
                  <a:pt x="11340" y="5742"/>
                </a:lnTo>
                <a:lnTo>
                  <a:pt x="11507" y="6146"/>
                </a:lnTo>
                <a:lnTo>
                  <a:pt x="11602" y="6598"/>
                </a:lnTo>
                <a:lnTo>
                  <a:pt x="11602" y="6824"/>
                </a:lnTo>
                <a:lnTo>
                  <a:pt x="11602" y="7062"/>
                </a:lnTo>
                <a:lnTo>
                  <a:pt x="11507" y="7501"/>
                </a:lnTo>
                <a:lnTo>
                  <a:pt x="11340" y="7918"/>
                </a:lnTo>
                <a:lnTo>
                  <a:pt x="11091" y="8274"/>
                </a:lnTo>
                <a:lnTo>
                  <a:pt x="10782" y="8583"/>
                </a:lnTo>
                <a:lnTo>
                  <a:pt x="10413" y="8833"/>
                </a:lnTo>
                <a:lnTo>
                  <a:pt x="10009" y="8999"/>
                </a:lnTo>
                <a:lnTo>
                  <a:pt x="9569" y="9094"/>
                </a:lnTo>
                <a:lnTo>
                  <a:pt x="9331" y="9106"/>
                </a:lnTo>
                <a:lnTo>
                  <a:pt x="9094" y="9094"/>
                </a:lnTo>
                <a:lnTo>
                  <a:pt x="8654" y="8999"/>
                </a:lnTo>
                <a:lnTo>
                  <a:pt x="8250" y="8833"/>
                </a:lnTo>
                <a:lnTo>
                  <a:pt x="7881" y="8583"/>
                </a:lnTo>
                <a:lnTo>
                  <a:pt x="7572" y="8274"/>
                </a:lnTo>
                <a:lnTo>
                  <a:pt x="7322" y="7918"/>
                </a:lnTo>
                <a:lnTo>
                  <a:pt x="7156" y="7501"/>
                </a:lnTo>
                <a:lnTo>
                  <a:pt x="7061" y="7062"/>
                </a:lnTo>
                <a:lnTo>
                  <a:pt x="7061" y="6824"/>
                </a:lnTo>
                <a:lnTo>
                  <a:pt x="7061" y="6598"/>
                </a:lnTo>
                <a:lnTo>
                  <a:pt x="7156" y="6146"/>
                </a:lnTo>
                <a:lnTo>
                  <a:pt x="7322" y="5742"/>
                </a:lnTo>
                <a:lnTo>
                  <a:pt x="7572" y="5374"/>
                </a:lnTo>
                <a:lnTo>
                  <a:pt x="7881" y="5065"/>
                </a:lnTo>
                <a:lnTo>
                  <a:pt x="8250" y="4827"/>
                </a:lnTo>
                <a:lnTo>
                  <a:pt x="8654" y="4649"/>
                </a:lnTo>
                <a:lnTo>
                  <a:pt x="9094" y="4565"/>
                </a:lnTo>
                <a:lnTo>
                  <a:pt x="9331" y="4554"/>
                </a:lnTo>
                <a:close/>
                <a:moveTo>
                  <a:pt x="9331" y="3900"/>
                </a:moveTo>
                <a:lnTo>
                  <a:pt x="9034" y="3912"/>
                </a:lnTo>
                <a:lnTo>
                  <a:pt x="8464" y="4030"/>
                </a:lnTo>
                <a:lnTo>
                  <a:pt x="7941" y="4256"/>
                </a:lnTo>
                <a:lnTo>
                  <a:pt x="7465" y="4565"/>
                </a:lnTo>
                <a:lnTo>
                  <a:pt x="7073" y="4958"/>
                </a:lnTo>
                <a:lnTo>
                  <a:pt x="6752" y="5433"/>
                </a:lnTo>
                <a:lnTo>
                  <a:pt x="6538" y="5956"/>
                </a:lnTo>
                <a:lnTo>
                  <a:pt x="6419" y="6527"/>
                </a:lnTo>
                <a:lnTo>
                  <a:pt x="6407" y="6824"/>
                </a:lnTo>
                <a:lnTo>
                  <a:pt x="6419" y="7133"/>
                </a:lnTo>
                <a:lnTo>
                  <a:pt x="6538" y="7704"/>
                </a:lnTo>
                <a:lnTo>
                  <a:pt x="6752" y="8227"/>
                </a:lnTo>
                <a:lnTo>
                  <a:pt x="7073" y="8690"/>
                </a:lnTo>
                <a:lnTo>
                  <a:pt x="7465" y="9082"/>
                </a:lnTo>
                <a:lnTo>
                  <a:pt x="7941" y="9403"/>
                </a:lnTo>
                <a:lnTo>
                  <a:pt x="8464" y="9629"/>
                </a:lnTo>
                <a:lnTo>
                  <a:pt x="9034" y="9748"/>
                </a:lnTo>
                <a:lnTo>
                  <a:pt x="9629" y="9748"/>
                </a:lnTo>
                <a:lnTo>
                  <a:pt x="10199" y="9629"/>
                </a:lnTo>
                <a:lnTo>
                  <a:pt x="10722" y="9403"/>
                </a:lnTo>
                <a:lnTo>
                  <a:pt x="11198" y="9082"/>
                </a:lnTo>
                <a:lnTo>
                  <a:pt x="11590" y="8690"/>
                </a:lnTo>
                <a:lnTo>
                  <a:pt x="11911" y="8227"/>
                </a:lnTo>
                <a:lnTo>
                  <a:pt x="12125" y="7704"/>
                </a:lnTo>
                <a:lnTo>
                  <a:pt x="12244" y="7133"/>
                </a:lnTo>
                <a:lnTo>
                  <a:pt x="12256" y="6824"/>
                </a:lnTo>
                <a:lnTo>
                  <a:pt x="12244" y="6527"/>
                </a:lnTo>
                <a:lnTo>
                  <a:pt x="12125" y="5956"/>
                </a:lnTo>
                <a:lnTo>
                  <a:pt x="11911" y="5433"/>
                </a:lnTo>
                <a:lnTo>
                  <a:pt x="11590" y="4958"/>
                </a:lnTo>
                <a:lnTo>
                  <a:pt x="11198" y="4565"/>
                </a:lnTo>
                <a:lnTo>
                  <a:pt x="10722" y="4256"/>
                </a:lnTo>
                <a:lnTo>
                  <a:pt x="10199" y="4030"/>
                </a:lnTo>
                <a:lnTo>
                  <a:pt x="9629" y="3912"/>
                </a:lnTo>
                <a:lnTo>
                  <a:pt x="9331" y="390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1" name="Google Shape;3151;p174"/>
          <p:cNvSpPr/>
          <p:nvPr/>
        </p:nvSpPr>
        <p:spPr>
          <a:xfrm>
            <a:off x="11869063" y="3366304"/>
            <a:ext cx="706299" cy="565453"/>
          </a:xfrm>
          <a:custGeom>
            <a:rect b="b" l="l" r="r" t="t"/>
            <a:pathLst>
              <a:path extrusionOk="0" h="10402" w="12993">
                <a:moveTo>
                  <a:pt x="4541" y="4553"/>
                </a:moveTo>
                <a:lnTo>
                  <a:pt x="4672" y="4565"/>
                </a:lnTo>
                <a:lnTo>
                  <a:pt x="4910" y="4660"/>
                </a:lnTo>
                <a:lnTo>
                  <a:pt x="5088" y="4838"/>
                </a:lnTo>
                <a:lnTo>
                  <a:pt x="5183" y="5076"/>
                </a:lnTo>
                <a:lnTo>
                  <a:pt x="5195" y="5207"/>
                </a:lnTo>
                <a:lnTo>
                  <a:pt x="5183" y="5337"/>
                </a:lnTo>
                <a:lnTo>
                  <a:pt x="5088" y="5575"/>
                </a:lnTo>
                <a:lnTo>
                  <a:pt x="4910" y="5753"/>
                </a:lnTo>
                <a:lnTo>
                  <a:pt x="4672" y="5848"/>
                </a:lnTo>
                <a:lnTo>
                  <a:pt x="4541" y="5860"/>
                </a:lnTo>
                <a:lnTo>
                  <a:pt x="4411" y="5848"/>
                </a:lnTo>
                <a:lnTo>
                  <a:pt x="4173" y="5753"/>
                </a:lnTo>
                <a:lnTo>
                  <a:pt x="4006" y="5575"/>
                </a:lnTo>
                <a:lnTo>
                  <a:pt x="3899" y="5337"/>
                </a:lnTo>
                <a:lnTo>
                  <a:pt x="3888" y="5207"/>
                </a:lnTo>
                <a:lnTo>
                  <a:pt x="3899" y="5076"/>
                </a:lnTo>
                <a:lnTo>
                  <a:pt x="4006" y="4838"/>
                </a:lnTo>
                <a:lnTo>
                  <a:pt x="4173" y="4660"/>
                </a:lnTo>
                <a:lnTo>
                  <a:pt x="4411" y="4565"/>
                </a:lnTo>
                <a:lnTo>
                  <a:pt x="4541" y="4553"/>
                </a:lnTo>
                <a:close/>
                <a:moveTo>
                  <a:pt x="8440" y="4553"/>
                </a:moveTo>
                <a:lnTo>
                  <a:pt x="8571" y="4565"/>
                </a:lnTo>
                <a:lnTo>
                  <a:pt x="8809" y="4660"/>
                </a:lnTo>
                <a:lnTo>
                  <a:pt x="8987" y="4838"/>
                </a:lnTo>
                <a:lnTo>
                  <a:pt x="9082" y="5076"/>
                </a:lnTo>
                <a:lnTo>
                  <a:pt x="9094" y="5207"/>
                </a:lnTo>
                <a:lnTo>
                  <a:pt x="9082" y="5337"/>
                </a:lnTo>
                <a:lnTo>
                  <a:pt x="8987" y="5575"/>
                </a:lnTo>
                <a:lnTo>
                  <a:pt x="8809" y="5753"/>
                </a:lnTo>
                <a:lnTo>
                  <a:pt x="8571" y="5848"/>
                </a:lnTo>
                <a:lnTo>
                  <a:pt x="8440" y="5860"/>
                </a:lnTo>
                <a:lnTo>
                  <a:pt x="8310" y="5848"/>
                </a:lnTo>
                <a:lnTo>
                  <a:pt x="8072" y="5753"/>
                </a:lnTo>
                <a:lnTo>
                  <a:pt x="7905" y="5575"/>
                </a:lnTo>
                <a:lnTo>
                  <a:pt x="7798" y="5337"/>
                </a:lnTo>
                <a:lnTo>
                  <a:pt x="7786" y="5207"/>
                </a:lnTo>
                <a:lnTo>
                  <a:pt x="7798" y="5076"/>
                </a:lnTo>
                <a:lnTo>
                  <a:pt x="7905" y="4838"/>
                </a:lnTo>
                <a:lnTo>
                  <a:pt x="8072" y="4660"/>
                </a:lnTo>
                <a:lnTo>
                  <a:pt x="8310" y="4565"/>
                </a:lnTo>
                <a:lnTo>
                  <a:pt x="8440" y="4553"/>
                </a:lnTo>
                <a:close/>
                <a:moveTo>
                  <a:pt x="4541" y="3911"/>
                </a:moveTo>
                <a:lnTo>
                  <a:pt x="4280" y="3923"/>
                </a:lnTo>
                <a:lnTo>
                  <a:pt x="3816" y="4125"/>
                </a:lnTo>
                <a:lnTo>
                  <a:pt x="3460" y="4470"/>
                </a:lnTo>
                <a:lnTo>
                  <a:pt x="3269" y="4945"/>
                </a:lnTo>
                <a:lnTo>
                  <a:pt x="3246" y="5207"/>
                </a:lnTo>
                <a:lnTo>
                  <a:pt x="3269" y="5468"/>
                </a:lnTo>
                <a:lnTo>
                  <a:pt x="3460" y="5932"/>
                </a:lnTo>
                <a:lnTo>
                  <a:pt x="3816" y="6288"/>
                </a:lnTo>
                <a:lnTo>
                  <a:pt x="4280" y="6490"/>
                </a:lnTo>
                <a:lnTo>
                  <a:pt x="4541" y="6502"/>
                </a:lnTo>
                <a:lnTo>
                  <a:pt x="4815" y="6490"/>
                </a:lnTo>
                <a:lnTo>
                  <a:pt x="5278" y="6288"/>
                </a:lnTo>
                <a:lnTo>
                  <a:pt x="5635" y="5932"/>
                </a:lnTo>
                <a:lnTo>
                  <a:pt x="5825" y="5468"/>
                </a:lnTo>
                <a:lnTo>
                  <a:pt x="5849" y="5207"/>
                </a:lnTo>
                <a:lnTo>
                  <a:pt x="5825" y="4945"/>
                </a:lnTo>
                <a:lnTo>
                  <a:pt x="5635" y="4470"/>
                </a:lnTo>
                <a:lnTo>
                  <a:pt x="5278" y="4125"/>
                </a:lnTo>
                <a:lnTo>
                  <a:pt x="4815" y="3923"/>
                </a:lnTo>
                <a:lnTo>
                  <a:pt x="4541" y="3911"/>
                </a:lnTo>
                <a:close/>
                <a:moveTo>
                  <a:pt x="8440" y="3911"/>
                </a:moveTo>
                <a:lnTo>
                  <a:pt x="8179" y="3923"/>
                </a:lnTo>
                <a:lnTo>
                  <a:pt x="7715" y="4125"/>
                </a:lnTo>
                <a:lnTo>
                  <a:pt x="7359" y="4470"/>
                </a:lnTo>
                <a:lnTo>
                  <a:pt x="7168" y="4945"/>
                </a:lnTo>
                <a:lnTo>
                  <a:pt x="7145" y="5207"/>
                </a:lnTo>
                <a:lnTo>
                  <a:pt x="7168" y="5468"/>
                </a:lnTo>
                <a:lnTo>
                  <a:pt x="7359" y="5932"/>
                </a:lnTo>
                <a:lnTo>
                  <a:pt x="7715" y="6288"/>
                </a:lnTo>
                <a:lnTo>
                  <a:pt x="8179" y="6490"/>
                </a:lnTo>
                <a:lnTo>
                  <a:pt x="8440" y="6502"/>
                </a:lnTo>
                <a:lnTo>
                  <a:pt x="8714" y="6490"/>
                </a:lnTo>
                <a:lnTo>
                  <a:pt x="9177" y="6288"/>
                </a:lnTo>
                <a:lnTo>
                  <a:pt x="9534" y="5932"/>
                </a:lnTo>
                <a:lnTo>
                  <a:pt x="9724" y="5468"/>
                </a:lnTo>
                <a:lnTo>
                  <a:pt x="9748" y="5207"/>
                </a:lnTo>
                <a:lnTo>
                  <a:pt x="9724" y="4945"/>
                </a:lnTo>
                <a:lnTo>
                  <a:pt x="9534" y="4470"/>
                </a:lnTo>
                <a:lnTo>
                  <a:pt x="9177" y="4125"/>
                </a:lnTo>
                <a:lnTo>
                  <a:pt x="8714" y="3923"/>
                </a:lnTo>
                <a:lnTo>
                  <a:pt x="8440" y="3911"/>
                </a:lnTo>
                <a:close/>
                <a:moveTo>
                  <a:pt x="975" y="3911"/>
                </a:moveTo>
                <a:lnTo>
                  <a:pt x="773" y="3923"/>
                </a:lnTo>
                <a:lnTo>
                  <a:pt x="428" y="4065"/>
                </a:lnTo>
                <a:lnTo>
                  <a:pt x="286" y="4184"/>
                </a:lnTo>
                <a:lnTo>
                  <a:pt x="155" y="4339"/>
                </a:lnTo>
                <a:lnTo>
                  <a:pt x="12" y="4683"/>
                </a:lnTo>
                <a:lnTo>
                  <a:pt x="1" y="4886"/>
                </a:lnTo>
                <a:lnTo>
                  <a:pt x="1" y="7465"/>
                </a:lnTo>
                <a:lnTo>
                  <a:pt x="12" y="7667"/>
                </a:lnTo>
                <a:lnTo>
                  <a:pt x="155" y="8024"/>
                </a:lnTo>
                <a:lnTo>
                  <a:pt x="417" y="8297"/>
                </a:lnTo>
                <a:lnTo>
                  <a:pt x="773" y="8440"/>
                </a:lnTo>
                <a:lnTo>
                  <a:pt x="963" y="8452"/>
                </a:lnTo>
                <a:lnTo>
                  <a:pt x="1094" y="8440"/>
                </a:lnTo>
                <a:lnTo>
                  <a:pt x="1272" y="8261"/>
                </a:lnTo>
                <a:lnTo>
                  <a:pt x="1296" y="8131"/>
                </a:lnTo>
                <a:lnTo>
                  <a:pt x="1272" y="8000"/>
                </a:lnTo>
                <a:lnTo>
                  <a:pt x="1094" y="7822"/>
                </a:lnTo>
                <a:lnTo>
                  <a:pt x="975" y="7810"/>
                </a:lnTo>
                <a:lnTo>
                  <a:pt x="845" y="7786"/>
                </a:lnTo>
                <a:lnTo>
                  <a:pt x="666" y="7608"/>
                </a:lnTo>
                <a:lnTo>
                  <a:pt x="642" y="7465"/>
                </a:lnTo>
                <a:lnTo>
                  <a:pt x="642" y="4886"/>
                </a:lnTo>
                <a:lnTo>
                  <a:pt x="666" y="4755"/>
                </a:lnTo>
                <a:lnTo>
                  <a:pt x="738" y="4648"/>
                </a:lnTo>
                <a:lnTo>
                  <a:pt x="845" y="4577"/>
                </a:lnTo>
                <a:lnTo>
                  <a:pt x="963" y="4553"/>
                </a:lnTo>
                <a:lnTo>
                  <a:pt x="1094" y="4541"/>
                </a:lnTo>
                <a:lnTo>
                  <a:pt x="1272" y="4363"/>
                </a:lnTo>
                <a:lnTo>
                  <a:pt x="1296" y="4232"/>
                </a:lnTo>
                <a:lnTo>
                  <a:pt x="1272" y="4101"/>
                </a:lnTo>
                <a:lnTo>
                  <a:pt x="1106" y="3923"/>
                </a:lnTo>
                <a:lnTo>
                  <a:pt x="975" y="3911"/>
                </a:lnTo>
                <a:close/>
                <a:moveTo>
                  <a:pt x="4220" y="7810"/>
                </a:moveTo>
                <a:lnTo>
                  <a:pt x="4090" y="7822"/>
                </a:lnTo>
                <a:lnTo>
                  <a:pt x="3911" y="8000"/>
                </a:lnTo>
                <a:lnTo>
                  <a:pt x="3888" y="8131"/>
                </a:lnTo>
                <a:lnTo>
                  <a:pt x="3911" y="8261"/>
                </a:lnTo>
                <a:lnTo>
                  <a:pt x="4090" y="8440"/>
                </a:lnTo>
                <a:lnTo>
                  <a:pt x="4220" y="8452"/>
                </a:lnTo>
                <a:lnTo>
                  <a:pt x="4874" y="8452"/>
                </a:lnTo>
                <a:lnTo>
                  <a:pt x="5005" y="8440"/>
                </a:lnTo>
                <a:lnTo>
                  <a:pt x="5171" y="8261"/>
                </a:lnTo>
                <a:lnTo>
                  <a:pt x="5195" y="8131"/>
                </a:lnTo>
                <a:lnTo>
                  <a:pt x="5171" y="8000"/>
                </a:lnTo>
                <a:lnTo>
                  <a:pt x="5005" y="7822"/>
                </a:lnTo>
                <a:lnTo>
                  <a:pt x="4874" y="7810"/>
                </a:lnTo>
                <a:close/>
                <a:moveTo>
                  <a:pt x="6170" y="7810"/>
                </a:moveTo>
                <a:lnTo>
                  <a:pt x="6039" y="7822"/>
                </a:lnTo>
                <a:lnTo>
                  <a:pt x="5861" y="8000"/>
                </a:lnTo>
                <a:lnTo>
                  <a:pt x="5837" y="8131"/>
                </a:lnTo>
                <a:lnTo>
                  <a:pt x="5861" y="8261"/>
                </a:lnTo>
                <a:lnTo>
                  <a:pt x="6039" y="8440"/>
                </a:lnTo>
                <a:lnTo>
                  <a:pt x="6170" y="8452"/>
                </a:lnTo>
                <a:lnTo>
                  <a:pt x="6824" y="8452"/>
                </a:lnTo>
                <a:lnTo>
                  <a:pt x="6954" y="8440"/>
                </a:lnTo>
                <a:lnTo>
                  <a:pt x="7121" y="8261"/>
                </a:lnTo>
                <a:lnTo>
                  <a:pt x="7145" y="8131"/>
                </a:lnTo>
                <a:lnTo>
                  <a:pt x="7121" y="8000"/>
                </a:lnTo>
                <a:lnTo>
                  <a:pt x="6954" y="7822"/>
                </a:lnTo>
                <a:lnTo>
                  <a:pt x="6824" y="7810"/>
                </a:lnTo>
                <a:close/>
                <a:moveTo>
                  <a:pt x="8119" y="7810"/>
                </a:moveTo>
                <a:lnTo>
                  <a:pt x="7989" y="7822"/>
                </a:lnTo>
                <a:lnTo>
                  <a:pt x="7810" y="8000"/>
                </a:lnTo>
                <a:lnTo>
                  <a:pt x="7786" y="8131"/>
                </a:lnTo>
                <a:lnTo>
                  <a:pt x="7810" y="8261"/>
                </a:lnTo>
                <a:lnTo>
                  <a:pt x="7989" y="8440"/>
                </a:lnTo>
                <a:lnTo>
                  <a:pt x="8119" y="8452"/>
                </a:lnTo>
                <a:lnTo>
                  <a:pt x="8773" y="8452"/>
                </a:lnTo>
                <a:lnTo>
                  <a:pt x="8904" y="8440"/>
                </a:lnTo>
                <a:lnTo>
                  <a:pt x="9070" y="8261"/>
                </a:lnTo>
                <a:lnTo>
                  <a:pt x="9094" y="8131"/>
                </a:lnTo>
                <a:lnTo>
                  <a:pt x="9070" y="8000"/>
                </a:lnTo>
                <a:lnTo>
                  <a:pt x="8904" y="7822"/>
                </a:lnTo>
                <a:lnTo>
                  <a:pt x="8773" y="7810"/>
                </a:lnTo>
                <a:close/>
                <a:moveTo>
                  <a:pt x="12018" y="3911"/>
                </a:moveTo>
                <a:lnTo>
                  <a:pt x="11887" y="3923"/>
                </a:lnTo>
                <a:lnTo>
                  <a:pt x="11721" y="4101"/>
                </a:lnTo>
                <a:lnTo>
                  <a:pt x="11697" y="4232"/>
                </a:lnTo>
                <a:lnTo>
                  <a:pt x="11721" y="4363"/>
                </a:lnTo>
                <a:lnTo>
                  <a:pt x="11887" y="4541"/>
                </a:lnTo>
                <a:lnTo>
                  <a:pt x="12018" y="4553"/>
                </a:lnTo>
                <a:lnTo>
                  <a:pt x="12149" y="4577"/>
                </a:lnTo>
                <a:lnTo>
                  <a:pt x="12327" y="4755"/>
                </a:lnTo>
                <a:lnTo>
                  <a:pt x="12339" y="4886"/>
                </a:lnTo>
                <a:lnTo>
                  <a:pt x="12339" y="7465"/>
                </a:lnTo>
                <a:lnTo>
                  <a:pt x="12327" y="7596"/>
                </a:lnTo>
                <a:lnTo>
                  <a:pt x="12244" y="7691"/>
                </a:lnTo>
                <a:lnTo>
                  <a:pt x="12197" y="7750"/>
                </a:lnTo>
                <a:lnTo>
                  <a:pt x="12090" y="7798"/>
                </a:lnTo>
                <a:lnTo>
                  <a:pt x="12018" y="7810"/>
                </a:lnTo>
                <a:lnTo>
                  <a:pt x="11887" y="7822"/>
                </a:lnTo>
                <a:lnTo>
                  <a:pt x="11709" y="7988"/>
                </a:lnTo>
                <a:lnTo>
                  <a:pt x="11697" y="8119"/>
                </a:lnTo>
                <a:lnTo>
                  <a:pt x="11697" y="8190"/>
                </a:lnTo>
                <a:lnTo>
                  <a:pt x="11745" y="8309"/>
                </a:lnTo>
                <a:lnTo>
                  <a:pt x="11887" y="8428"/>
                </a:lnTo>
                <a:lnTo>
                  <a:pt x="12018" y="8452"/>
                </a:lnTo>
                <a:lnTo>
                  <a:pt x="12208" y="8440"/>
                </a:lnTo>
                <a:lnTo>
                  <a:pt x="12565" y="8297"/>
                </a:lnTo>
                <a:lnTo>
                  <a:pt x="12708" y="8178"/>
                </a:lnTo>
                <a:lnTo>
                  <a:pt x="12827" y="8012"/>
                </a:lnTo>
                <a:lnTo>
                  <a:pt x="12981" y="7667"/>
                </a:lnTo>
                <a:lnTo>
                  <a:pt x="12993" y="7465"/>
                </a:lnTo>
                <a:lnTo>
                  <a:pt x="12993" y="4886"/>
                </a:lnTo>
                <a:lnTo>
                  <a:pt x="12981" y="4683"/>
                </a:lnTo>
                <a:lnTo>
                  <a:pt x="12838" y="4327"/>
                </a:lnTo>
                <a:lnTo>
                  <a:pt x="12565" y="4065"/>
                </a:lnTo>
                <a:lnTo>
                  <a:pt x="12220" y="3923"/>
                </a:lnTo>
                <a:lnTo>
                  <a:pt x="12018" y="3911"/>
                </a:lnTo>
                <a:close/>
                <a:moveTo>
                  <a:pt x="9094" y="2603"/>
                </a:moveTo>
                <a:lnTo>
                  <a:pt x="9356" y="2627"/>
                </a:lnTo>
                <a:lnTo>
                  <a:pt x="9831" y="2817"/>
                </a:lnTo>
                <a:lnTo>
                  <a:pt x="10176" y="3174"/>
                </a:lnTo>
                <a:lnTo>
                  <a:pt x="10378" y="3637"/>
                </a:lnTo>
                <a:lnTo>
                  <a:pt x="10402" y="3911"/>
                </a:lnTo>
                <a:lnTo>
                  <a:pt x="10402" y="7810"/>
                </a:lnTo>
                <a:lnTo>
                  <a:pt x="10069" y="7810"/>
                </a:lnTo>
                <a:lnTo>
                  <a:pt x="9938" y="7822"/>
                </a:lnTo>
                <a:lnTo>
                  <a:pt x="9760" y="8000"/>
                </a:lnTo>
                <a:lnTo>
                  <a:pt x="9748" y="8131"/>
                </a:lnTo>
                <a:lnTo>
                  <a:pt x="9760" y="8261"/>
                </a:lnTo>
                <a:lnTo>
                  <a:pt x="9938" y="8440"/>
                </a:lnTo>
                <a:lnTo>
                  <a:pt x="10069" y="8452"/>
                </a:lnTo>
                <a:lnTo>
                  <a:pt x="10402" y="8452"/>
                </a:lnTo>
                <a:lnTo>
                  <a:pt x="10378" y="8725"/>
                </a:lnTo>
                <a:lnTo>
                  <a:pt x="10176" y="9189"/>
                </a:lnTo>
                <a:lnTo>
                  <a:pt x="9831" y="9545"/>
                </a:lnTo>
                <a:lnTo>
                  <a:pt x="9356" y="9735"/>
                </a:lnTo>
                <a:lnTo>
                  <a:pt x="9094" y="9759"/>
                </a:lnTo>
                <a:lnTo>
                  <a:pt x="3899" y="9759"/>
                </a:lnTo>
                <a:lnTo>
                  <a:pt x="3626" y="9735"/>
                </a:lnTo>
                <a:lnTo>
                  <a:pt x="3162" y="9545"/>
                </a:lnTo>
                <a:lnTo>
                  <a:pt x="2806" y="9189"/>
                </a:lnTo>
                <a:lnTo>
                  <a:pt x="2616" y="8725"/>
                </a:lnTo>
                <a:lnTo>
                  <a:pt x="2592" y="8452"/>
                </a:lnTo>
                <a:lnTo>
                  <a:pt x="2925" y="8452"/>
                </a:lnTo>
                <a:lnTo>
                  <a:pt x="3055" y="8440"/>
                </a:lnTo>
                <a:lnTo>
                  <a:pt x="3222" y="8261"/>
                </a:lnTo>
                <a:lnTo>
                  <a:pt x="3246" y="8131"/>
                </a:lnTo>
                <a:lnTo>
                  <a:pt x="3222" y="8000"/>
                </a:lnTo>
                <a:lnTo>
                  <a:pt x="3055" y="7822"/>
                </a:lnTo>
                <a:lnTo>
                  <a:pt x="2925" y="7810"/>
                </a:lnTo>
                <a:lnTo>
                  <a:pt x="2592" y="7810"/>
                </a:lnTo>
                <a:lnTo>
                  <a:pt x="2592" y="3911"/>
                </a:lnTo>
                <a:lnTo>
                  <a:pt x="2616" y="3637"/>
                </a:lnTo>
                <a:lnTo>
                  <a:pt x="2806" y="3174"/>
                </a:lnTo>
                <a:lnTo>
                  <a:pt x="3162" y="2817"/>
                </a:lnTo>
                <a:lnTo>
                  <a:pt x="3626" y="2627"/>
                </a:lnTo>
                <a:lnTo>
                  <a:pt x="3899" y="2603"/>
                </a:lnTo>
                <a:close/>
                <a:moveTo>
                  <a:pt x="6503" y="0"/>
                </a:moveTo>
                <a:lnTo>
                  <a:pt x="6372" y="24"/>
                </a:lnTo>
                <a:lnTo>
                  <a:pt x="6194" y="202"/>
                </a:lnTo>
                <a:lnTo>
                  <a:pt x="6170" y="333"/>
                </a:lnTo>
                <a:lnTo>
                  <a:pt x="6170" y="1961"/>
                </a:lnTo>
                <a:lnTo>
                  <a:pt x="3697" y="1961"/>
                </a:lnTo>
                <a:lnTo>
                  <a:pt x="3305" y="2033"/>
                </a:lnTo>
                <a:lnTo>
                  <a:pt x="2960" y="2187"/>
                </a:lnTo>
                <a:lnTo>
                  <a:pt x="2651" y="2389"/>
                </a:lnTo>
                <a:lnTo>
                  <a:pt x="2390" y="2651"/>
                </a:lnTo>
                <a:lnTo>
                  <a:pt x="2176" y="2960"/>
                </a:lnTo>
                <a:lnTo>
                  <a:pt x="2033" y="3316"/>
                </a:lnTo>
                <a:lnTo>
                  <a:pt x="1950" y="3697"/>
                </a:lnTo>
                <a:lnTo>
                  <a:pt x="1950" y="3911"/>
                </a:lnTo>
                <a:lnTo>
                  <a:pt x="1950" y="8452"/>
                </a:lnTo>
                <a:lnTo>
                  <a:pt x="1950" y="8654"/>
                </a:lnTo>
                <a:lnTo>
                  <a:pt x="2033" y="9034"/>
                </a:lnTo>
                <a:lnTo>
                  <a:pt x="2176" y="9391"/>
                </a:lnTo>
                <a:lnTo>
                  <a:pt x="2390" y="9700"/>
                </a:lnTo>
                <a:lnTo>
                  <a:pt x="2651" y="9961"/>
                </a:lnTo>
                <a:lnTo>
                  <a:pt x="2960" y="10175"/>
                </a:lnTo>
                <a:lnTo>
                  <a:pt x="3317" y="10318"/>
                </a:lnTo>
                <a:lnTo>
                  <a:pt x="3697" y="10401"/>
                </a:lnTo>
                <a:lnTo>
                  <a:pt x="9296" y="10401"/>
                </a:lnTo>
                <a:lnTo>
                  <a:pt x="9677" y="10318"/>
                </a:lnTo>
                <a:lnTo>
                  <a:pt x="10033" y="10175"/>
                </a:lnTo>
                <a:lnTo>
                  <a:pt x="10342" y="9961"/>
                </a:lnTo>
                <a:lnTo>
                  <a:pt x="10604" y="9700"/>
                </a:lnTo>
                <a:lnTo>
                  <a:pt x="10818" y="9391"/>
                </a:lnTo>
                <a:lnTo>
                  <a:pt x="10960" y="9034"/>
                </a:lnTo>
                <a:lnTo>
                  <a:pt x="11044" y="8654"/>
                </a:lnTo>
                <a:lnTo>
                  <a:pt x="11044" y="8452"/>
                </a:lnTo>
                <a:lnTo>
                  <a:pt x="11044" y="3911"/>
                </a:lnTo>
                <a:lnTo>
                  <a:pt x="11044" y="3697"/>
                </a:lnTo>
                <a:lnTo>
                  <a:pt x="10960" y="3316"/>
                </a:lnTo>
                <a:lnTo>
                  <a:pt x="10818" y="2972"/>
                </a:lnTo>
                <a:lnTo>
                  <a:pt x="10604" y="2651"/>
                </a:lnTo>
                <a:lnTo>
                  <a:pt x="10342" y="2389"/>
                </a:lnTo>
                <a:lnTo>
                  <a:pt x="10033" y="2187"/>
                </a:lnTo>
                <a:lnTo>
                  <a:pt x="9677" y="2045"/>
                </a:lnTo>
                <a:lnTo>
                  <a:pt x="9296" y="1961"/>
                </a:lnTo>
                <a:lnTo>
                  <a:pt x="6824" y="1961"/>
                </a:lnTo>
                <a:lnTo>
                  <a:pt x="6824" y="333"/>
                </a:lnTo>
                <a:lnTo>
                  <a:pt x="6800" y="202"/>
                </a:lnTo>
                <a:lnTo>
                  <a:pt x="6622" y="24"/>
                </a:lnTo>
                <a:lnTo>
                  <a:pt x="6503"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2" name="Google Shape;3152;p174"/>
          <p:cNvSpPr/>
          <p:nvPr/>
        </p:nvSpPr>
        <p:spPr>
          <a:xfrm>
            <a:off x="13016625" y="3366304"/>
            <a:ext cx="566105" cy="566051"/>
          </a:xfrm>
          <a:custGeom>
            <a:rect b="b" l="l" r="r" t="t"/>
            <a:pathLst>
              <a:path extrusionOk="0" h="10413" w="10414">
                <a:moveTo>
                  <a:pt x="7596" y="2425"/>
                </a:moveTo>
                <a:lnTo>
                  <a:pt x="7763" y="2508"/>
                </a:lnTo>
                <a:lnTo>
                  <a:pt x="7894" y="2639"/>
                </a:lnTo>
                <a:lnTo>
                  <a:pt x="7977" y="2817"/>
                </a:lnTo>
                <a:lnTo>
                  <a:pt x="7977" y="2912"/>
                </a:lnTo>
                <a:lnTo>
                  <a:pt x="7977" y="3019"/>
                </a:lnTo>
                <a:lnTo>
                  <a:pt x="7894" y="3198"/>
                </a:lnTo>
                <a:lnTo>
                  <a:pt x="7763" y="3316"/>
                </a:lnTo>
                <a:lnTo>
                  <a:pt x="7596" y="3388"/>
                </a:lnTo>
                <a:lnTo>
                  <a:pt x="7490" y="3400"/>
                </a:lnTo>
                <a:lnTo>
                  <a:pt x="7394" y="3388"/>
                </a:lnTo>
                <a:lnTo>
                  <a:pt x="7216" y="3316"/>
                </a:lnTo>
                <a:lnTo>
                  <a:pt x="7085" y="3198"/>
                </a:lnTo>
                <a:lnTo>
                  <a:pt x="7014" y="3019"/>
                </a:lnTo>
                <a:lnTo>
                  <a:pt x="7002" y="2912"/>
                </a:lnTo>
                <a:lnTo>
                  <a:pt x="7014" y="2817"/>
                </a:lnTo>
                <a:lnTo>
                  <a:pt x="7085" y="2639"/>
                </a:lnTo>
                <a:lnTo>
                  <a:pt x="7216" y="2508"/>
                </a:lnTo>
                <a:lnTo>
                  <a:pt x="7394" y="2425"/>
                </a:lnTo>
                <a:close/>
                <a:moveTo>
                  <a:pt x="7490" y="1771"/>
                </a:moveTo>
                <a:lnTo>
                  <a:pt x="7264" y="1783"/>
                </a:lnTo>
                <a:lnTo>
                  <a:pt x="6848" y="1961"/>
                </a:lnTo>
                <a:lnTo>
                  <a:pt x="6539" y="2282"/>
                </a:lnTo>
                <a:lnTo>
                  <a:pt x="6372" y="2686"/>
                </a:lnTo>
                <a:lnTo>
                  <a:pt x="6348" y="2912"/>
                </a:lnTo>
                <a:lnTo>
                  <a:pt x="6372" y="3150"/>
                </a:lnTo>
                <a:lnTo>
                  <a:pt x="6539" y="3554"/>
                </a:lnTo>
                <a:lnTo>
                  <a:pt x="6848" y="3863"/>
                </a:lnTo>
                <a:lnTo>
                  <a:pt x="7264" y="4030"/>
                </a:lnTo>
                <a:lnTo>
                  <a:pt x="7490" y="4053"/>
                </a:lnTo>
                <a:lnTo>
                  <a:pt x="7727" y="4030"/>
                </a:lnTo>
                <a:lnTo>
                  <a:pt x="8131" y="3863"/>
                </a:lnTo>
                <a:lnTo>
                  <a:pt x="8440" y="3554"/>
                </a:lnTo>
                <a:lnTo>
                  <a:pt x="8619" y="3150"/>
                </a:lnTo>
                <a:lnTo>
                  <a:pt x="8631" y="2912"/>
                </a:lnTo>
                <a:lnTo>
                  <a:pt x="8619" y="2686"/>
                </a:lnTo>
                <a:lnTo>
                  <a:pt x="8440" y="2282"/>
                </a:lnTo>
                <a:lnTo>
                  <a:pt x="8131" y="1961"/>
                </a:lnTo>
                <a:lnTo>
                  <a:pt x="7727" y="1783"/>
                </a:lnTo>
                <a:lnTo>
                  <a:pt x="7490" y="1771"/>
                </a:lnTo>
                <a:close/>
                <a:moveTo>
                  <a:pt x="3876" y="3233"/>
                </a:moveTo>
                <a:lnTo>
                  <a:pt x="3674" y="3673"/>
                </a:lnTo>
                <a:lnTo>
                  <a:pt x="3317" y="4683"/>
                </a:lnTo>
                <a:lnTo>
                  <a:pt x="3163" y="5254"/>
                </a:lnTo>
                <a:lnTo>
                  <a:pt x="2913" y="5207"/>
                </a:lnTo>
                <a:lnTo>
                  <a:pt x="868" y="5207"/>
                </a:lnTo>
                <a:lnTo>
                  <a:pt x="1665" y="3614"/>
                </a:lnTo>
                <a:lnTo>
                  <a:pt x="1760" y="3459"/>
                </a:lnTo>
                <a:lnTo>
                  <a:pt x="2069" y="3257"/>
                </a:lnTo>
                <a:lnTo>
                  <a:pt x="2247" y="3233"/>
                </a:lnTo>
                <a:close/>
                <a:moveTo>
                  <a:pt x="8595" y="654"/>
                </a:moveTo>
                <a:lnTo>
                  <a:pt x="9344" y="689"/>
                </a:lnTo>
                <a:lnTo>
                  <a:pt x="9677" y="737"/>
                </a:lnTo>
                <a:lnTo>
                  <a:pt x="9736" y="1082"/>
                </a:lnTo>
                <a:lnTo>
                  <a:pt x="9772" y="1831"/>
                </a:lnTo>
                <a:lnTo>
                  <a:pt x="9689" y="2639"/>
                </a:lnTo>
                <a:lnTo>
                  <a:pt x="9439" y="3471"/>
                </a:lnTo>
                <a:lnTo>
                  <a:pt x="9237" y="3887"/>
                </a:lnTo>
                <a:lnTo>
                  <a:pt x="8999" y="4267"/>
                </a:lnTo>
                <a:lnTo>
                  <a:pt x="8488" y="4862"/>
                </a:lnTo>
                <a:lnTo>
                  <a:pt x="8060" y="5242"/>
                </a:lnTo>
                <a:lnTo>
                  <a:pt x="7549" y="5599"/>
                </a:lnTo>
                <a:lnTo>
                  <a:pt x="6943" y="5932"/>
                </a:lnTo>
                <a:lnTo>
                  <a:pt x="6230" y="6241"/>
                </a:lnTo>
                <a:lnTo>
                  <a:pt x="5421" y="6514"/>
                </a:lnTo>
                <a:lnTo>
                  <a:pt x="4958" y="6633"/>
                </a:lnTo>
                <a:lnTo>
                  <a:pt x="4863" y="6455"/>
                </a:lnTo>
                <a:lnTo>
                  <a:pt x="4625" y="6110"/>
                </a:lnTo>
                <a:lnTo>
                  <a:pt x="4470" y="5955"/>
                </a:lnTo>
                <a:lnTo>
                  <a:pt x="4316" y="5801"/>
                </a:lnTo>
                <a:lnTo>
                  <a:pt x="3971" y="5563"/>
                </a:lnTo>
                <a:lnTo>
                  <a:pt x="3781" y="5456"/>
                </a:lnTo>
                <a:lnTo>
                  <a:pt x="3900" y="5004"/>
                </a:lnTo>
                <a:lnTo>
                  <a:pt x="4173" y="4184"/>
                </a:lnTo>
                <a:lnTo>
                  <a:pt x="4482" y="3483"/>
                </a:lnTo>
                <a:lnTo>
                  <a:pt x="4815" y="2877"/>
                </a:lnTo>
                <a:lnTo>
                  <a:pt x="5172" y="2354"/>
                </a:lnTo>
                <a:lnTo>
                  <a:pt x="5552" y="1926"/>
                </a:lnTo>
                <a:lnTo>
                  <a:pt x="5944" y="1581"/>
                </a:lnTo>
                <a:lnTo>
                  <a:pt x="6336" y="1296"/>
                </a:lnTo>
                <a:lnTo>
                  <a:pt x="6539" y="1189"/>
                </a:lnTo>
                <a:lnTo>
                  <a:pt x="6955" y="975"/>
                </a:lnTo>
                <a:lnTo>
                  <a:pt x="7787" y="737"/>
                </a:lnTo>
                <a:lnTo>
                  <a:pt x="8595" y="654"/>
                </a:lnTo>
                <a:close/>
                <a:moveTo>
                  <a:pt x="7169" y="6550"/>
                </a:moveTo>
                <a:lnTo>
                  <a:pt x="7169" y="8178"/>
                </a:lnTo>
                <a:lnTo>
                  <a:pt x="7157" y="8357"/>
                </a:lnTo>
                <a:lnTo>
                  <a:pt x="6966" y="8654"/>
                </a:lnTo>
                <a:lnTo>
                  <a:pt x="6812" y="8737"/>
                </a:lnTo>
                <a:lnTo>
                  <a:pt x="5219" y="9557"/>
                </a:lnTo>
                <a:lnTo>
                  <a:pt x="5219" y="7750"/>
                </a:lnTo>
                <a:lnTo>
                  <a:pt x="5207" y="7501"/>
                </a:lnTo>
                <a:lnTo>
                  <a:pt x="5172" y="7239"/>
                </a:lnTo>
                <a:lnTo>
                  <a:pt x="5730" y="7097"/>
                </a:lnTo>
                <a:lnTo>
                  <a:pt x="6729" y="6752"/>
                </a:lnTo>
                <a:lnTo>
                  <a:pt x="7169" y="6550"/>
                </a:lnTo>
                <a:close/>
                <a:moveTo>
                  <a:pt x="2342" y="7168"/>
                </a:moveTo>
                <a:lnTo>
                  <a:pt x="2759" y="7334"/>
                </a:lnTo>
                <a:lnTo>
                  <a:pt x="2937" y="7477"/>
                </a:lnTo>
                <a:lnTo>
                  <a:pt x="3091" y="7655"/>
                </a:lnTo>
                <a:lnTo>
                  <a:pt x="3258" y="8071"/>
                </a:lnTo>
                <a:lnTo>
                  <a:pt x="3258" y="8511"/>
                </a:lnTo>
                <a:lnTo>
                  <a:pt x="3091" y="8915"/>
                </a:lnTo>
                <a:lnTo>
                  <a:pt x="2937" y="9094"/>
                </a:lnTo>
                <a:lnTo>
                  <a:pt x="2806" y="9212"/>
                </a:lnTo>
                <a:lnTo>
                  <a:pt x="2449" y="9414"/>
                </a:lnTo>
                <a:lnTo>
                  <a:pt x="1772" y="9628"/>
                </a:lnTo>
                <a:lnTo>
                  <a:pt x="1261" y="9712"/>
                </a:lnTo>
                <a:lnTo>
                  <a:pt x="952" y="9735"/>
                </a:lnTo>
                <a:lnTo>
                  <a:pt x="678" y="9747"/>
                </a:lnTo>
                <a:lnTo>
                  <a:pt x="690" y="9474"/>
                </a:lnTo>
                <a:lnTo>
                  <a:pt x="714" y="9165"/>
                </a:lnTo>
                <a:lnTo>
                  <a:pt x="797" y="8642"/>
                </a:lnTo>
                <a:lnTo>
                  <a:pt x="1011" y="7976"/>
                </a:lnTo>
                <a:lnTo>
                  <a:pt x="1213" y="7620"/>
                </a:lnTo>
                <a:lnTo>
                  <a:pt x="1332" y="7477"/>
                </a:lnTo>
                <a:lnTo>
                  <a:pt x="1499" y="7334"/>
                </a:lnTo>
                <a:lnTo>
                  <a:pt x="1915" y="7168"/>
                </a:lnTo>
                <a:close/>
                <a:moveTo>
                  <a:pt x="8916" y="0"/>
                </a:moveTo>
                <a:lnTo>
                  <a:pt x="8203" y="24"/>
                </a:lnTo>
                <a:lnTo>
                  <a:pt x="7454" y="143"/>
                </a:lnTo>
                <a:lnTo>
                  <a:pt x="6693" y="380"/>
                </a:lnTo>
                <a:lnTo>
                  <a:pt x="5944" y="773"/>
                </a:lnTo>
                <a:lnTo>
                  <a:pt x="5219" y="1343"/>
                </a:lnTo>
                <a:lnTo>
                  <a:pt x="4530" y="2104"/>
                </a:lnTo>
                <a:lnTo>
                  <a:pt x="4221" y="2591"/>
                </a:lnTo>
                <a:lnTo>
                  <a:pt x="2069" y="2591"/>
                </a:lnTo>
                <a:lnTo>
                  <a:pt x="1724" y="2698"/>
                </a:lnTo>
                <a:lnTo>
                  <a:pt x="1415" y="2889"/>
                </a:lnTo>
                <a:lnTo>
                  <a:pt x="1178" y="3162"/>
                </a:lnTo>
                <a:lnTo>
                  <a:pt x="1082" y="3328"/>
                </a:lnTo>
                <a:lnTo>
                  <a:pt x="48" y="5385"/>
                </a:lnTo>
                <a:lnTo>
                  <a:pt x="25" y="5456"/>
                </a:lnTo>
                <a:lnTo>
                  <a:pt x="25" y="5623"/>
                </a:lnTo>
                <a:lnTo>
                  <a:pt x="72" y="5694"/>
                </a:lnTo>
                <a:lnTo>
                  <a:pt x="120" y="5765"/>
                </a:lnTo>
                <a:lnTo>
                  <a:pt x="262" y="5848"/>
                </a:lnTo>
                <a:lnTo>
                  <a:pt x="2675" y="5848"/>
                </a:lnTo>
                <a:lnTo>
                  <a:pt x="2865" y="5860"/>
                </a:lnTo>
                <a:lnTo>
                  <a:pt x="3222" y="5932"/>
                </a:lnTo>
                <a:lnTo>
                  <a:pt x="3567" y="6074"/>
                </a:lnTo>
                <a:lnTo>
                  <a:pt x="3876" y="6276"/>
                </a:lnTo>
                <a:lnTo>
                  <a:pt x="4019" y="6407"/>
                </a:lnTo>
                <a:lnTo>
                  <a:pt x="4137" y="6550"/>
                </a:lnTo>
                <a:lnTo>
                  <a:pt x="4351" y="6859"/>
                </a:lnTo>
                <a:lnTo>
                  <a:pt x="4494" y="7192"/>
                </a:lnTo>
                <a:lnTo>
                  <a:pt x="4565" y="7560"/>
                </a:lnTo>
                <a:lnTo>
                  <a:pt x="4565" y="7750"/>
                </a:lnTo>
                <a:lnTo>
                  <a:pt x="4565" y="10080"/>
                </a:lnTo>
                <a:lnTo>
                  <a:pt x="4577" y="10163"/>
                </a:lnTo>
                <a:lnTo>
                  <a:pt x="4660" y="10306"/>
                </a:lnTo>
                <a:lnTo>
                  <a:pt x="4720" y="10354"/>
                </a:lnTo>
                <a:lnTo>
                  <a:pt x="4803" y="10389"/>
                </a:lnTo>
                <a:lnTo>
                  <a:pt x="4958" y="10401"/>
                </a:lnTo>
                <a:lnTo>
                  <a:pt x="5041" y="10365"/>
                </a:lnTo>
                <a:lnTo>
                  <a:pt x="7097" y="9343"/>
                </a:lnTo>
                <a:lnTo>
                  <a:pt x="7264" y="9248"/>
                </a:lnTo>
                <a:lnTo>
                  <a:pt x="7525" y="9010"/>
                </a:lnTo>
                <a:lnTo>
                  <a:pt x="7715" y="8701"/>
                </a:lnTo>
                <a:lnTo>
                  <a:pt x="7810" y="8357"/>
                </a:lnTo>
                <a:lnTo>
                  <a:pt x="7822" y="8178"/>
                </a:lnTo>
                <a:lnTo>
                  <a:pt x="7822" y="6181"/>
                </a:lnTo>
                <a:lnTo>
                  <a:pt x="8298" y="5872"/>
                </a:lnTo>
                <a:lnTo>
                  <a:pt x="9070" y="5207"/>
                </a:lnTo>
                <a:lnTo>
                  <a:pt x="9653" y="4481"/>
                </a:lnTo>
                <a:lnTo>
                  <a:pt x="10045" y="3721"/>
                </a:lnTo>
                <a:lnTo>
                  <a:pt x="10283" y="2960"/>
                </a:lnTo>
                <a:lnTo>
                  <a:pt x="10402" y="2223"/>
                </a:lnTo>
                <a:lnTo>
                  <a:pt x="10414" y="1510"/>
                </a:lnTo>
                <a:lnTo>
                  <a:pt x="10366" y="868"/>
                </a:lnTo>
                <a:lnTo>
                  <a:pt x="10319" y="571"/>
                </a:lnTo>
                <a:lnTo>
                  <a:pt x="10259" y="404"/>
                </a:lnTo>
                <a:lnTo>
                  <a:pt x="10021" y="166"/>
                </a:lnTo>
                <a:lnTo>
                  <a:pt x="9855" y="107"/>
                </a:lnTo>
                <a:lnTo>
                  <a:pt x="9558" y="59"/>
                </a:lnTo>
                <a:lnTo>
                  <a:pt x="8916" y="0"/>
                </a:lnTo>
                <a:close/>
                <a:moveTo>
                  <a:pt x="1962" y="6502"/>
                </a:moveTo>
                <a:lnTo>
                  <a:pt x="1617" y="6574"/>
                </a:lnTo>
                <a:lnTo>
                  <a:pt x="1296" y="6704"/>
                </a:lnTo>
                <a:lnTo>
                  <a:pt x="999" y="6894"/>
                </a:lnTo>
                <a:lnTo>
                  <a:pt x="868" y="7025"/>
                </a:lnTo>
                <a:lnTo>
                  <a:pt x="690" y="7215"/>
                </a:lnTo>
                <a:lnTo>
                  <a:pt x="417" y="7691"/>
                </a:lnTo>
                <a:lnTo>
                  <a:pt x="227" y="8238"/>
                </a:lnTo>
                <a:lnTo>
                  <a:pt x="108" y="8808"/>
                </a:lnTo>
                <a:lnTo>
                  <a:pt x="1" y="10092"/>
                </a:lnTo>
                <a:lnTo>
                  <a:pt x="25" y="10389"/>
                </a:lnTo>
                <a:lnTo>
                  <a:pt x="322" y="10413"/>
                </a:lnTo>
                <a:lnTo>
                  <a:pt x="1605" y="10318"/>
                </a:lnTo>
                <a:lnTo>
                  <a:pt x="2176" y="10199"/>
                </a:lnTo>
                <a:lnTo>
                  <a:pt x="2711" y="10009"/>
                </a:lnTo>
                <a:lnTo>
                  <a:pt x="3198" y="9735"/>
                </a:lnTo>
                <a:lnTo>
                  <a:pt x="3400" y="9557"/>
                </a:lnTo>
                <a:lnTo>
                  <a:pt x="3400" y="9545"/>
                </a:lnTo>
                <a:lnTo>
                  <a:pt x="3519" y="9414"/>
                </a:lnTo>
                <a:lnTo>
                  <a:pt x="3721" y="9117"/>
                </a:lnTo>
                <a:lnTo>
                  <a:pt x="3852" y="8796"/>
                </a:lnTo>
                <a:lnTo>
                  <a:pt x="3912" y="8452"/>
                </a:lnTo>
                <a:lnTo>
                  <a:pt x="3912" y="8119"/>
                </a:lnTo>
                <a:lnTo>
                  <a:pt x="3852" y="7774"/>
                </a:lnTo>
                <a:lnTo>
                  <a:pt x="3721" y="7453"/>
                </a:lnTo>
                <a:lnTo>
                  <a:pt x="3519" y="7156"/>
                </a:lnTo>
                <a:lnTo>
                  <a:pt x="3400" y="7025"/>
                </a:lnTo>
                <a:lnTo>
                  <a:pt x="3258" y="6894"/>
                </a:lnTo>
                <a:lnTo>
                  <a:pt x="2961" y="6704"/>
                </a:lnTo>
                <a:lnTo>
                  <a:pt x="2640" y="6574"/>
                </a:lnTo>
                <a:lnTo>
                  <a:pt x="2307" y="650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3" name="Google Shape;3153;p174"/>
          <p:cNvSpPr/>
          <p:nvPr/>
        </p:nvSpPr>
        <p:spPr>
          <a:xfrm>
            <a:off x="14024649" y="3401800"/>
            <a:ext cx="706952" cy="495057"/>
          </a:xfrm>
          <a:custGeom>
            <a:rect b="b" l="l" r="r" t="t"/>
            <a:pathLst>
              <a:path extrusionOk="0" h="9107" w="13005">
                <a:moveTo>
                  <a:pt x="2925" y="1"/>
                </a:moveTo>
                <a:lnTo>
                  <a:pt x="2627" y="13"/>
                </a:lnTo>
                <a:lnTo>
                  <a:pt x="2057" y="132"/>
                </a:lnTo>
                <a:lnTo>
                  <a:pt x="1534" y="346"/>
                </a:lnTo>
                <a:lnTo>
                  <a:pt x="1058" y="666"/>
                </a:lnTo>
                <a:lnTo>
                  <a:pt x="666" y="1059"/>
                </a:lnTo>
                <a:lnTo>
                  <a:pt x="345" y="1534"/>
                </a:lnTo>
                <a:lnTo>
                  <a:pt x="131" y="2057"/>
                </a:lnTo>
                <a:lnTo>
                  <a:pt x="12" y="2628"/>
                </a:lnTo>
                <a:lnTo>
                  <a:pt x="0" y="2925"/>
                </a:lnTo>
                <a:lnTo>
                  <a:pt x="0" y="8773"/>
                </a:lnTo>
                <a:lnTo>
                  <a:pt x="24" y="8904"/>
                </a:lnTo>
                <a:lnTo>
                  <a:pt x="191" y="9082"/>
                </a:lnTo>
                <a:lnTo>
                  <a:pt x="321" y="9106"/>
                </a:lnTo>
                <a:lnTo>
                  <a:pt x="452" y="9082"/>
                </a:lnTo>
                <a:lnTo>
                  <a:pt x="630" y="8904"/>
                </a:lnTo>
                <a:lnTo>
                  <a:pt x="654" y="8773"/>
                </a:lnTo>
                <a:lnTo>
                  <a:pt x="654" y="2925"/>
                </a:lnTo>
                <a:lnTo>
                  <a:pt x="666" y="2592"/>
                </a:lnTo>
                <a:lnTo>
                  <a:pt x="856" y="1974"/>
                </a:lnTo>
                <a:lnTo>
                  <a:pt x="1201" y="1439"/>
                </a:lnTo>
                <a:lnTo>
                  <a:pt x="1676" y="1023"/>
                </a:lnTo>
                <a:lnTo>
                  <a:pt x="1950" y="869"/>
                </a:lnTo>
                <a:lnTo>
                  <a:pt x="1950" y="8773"/>
                </a:lnTo>
                <a:lnTo>
                  <a:pt x="1974" y="8904"/>
                </a:lnTo>
                <a:lnTo>
                  <a:pt x="2152" y="9082"/>
                </a:lnTo>
                <a:lnTo>
                  <a:pt x="2283" y="9106"/>
                </a:lnTo>
                <a:lnTo>
                  <a:pt x="2402" y="9082"/>
                </a:lnTo>
                <a:lnTo>
                  <a:pt x="2580" y="8904"/>
                </a:lnTo>
                <a:lnTo>
                  <a:pt x="2604" y="8773"/>
                </a:lnTo>
                <a:lnTo>
                  <a:pt x="2604" y="678"/>
                </a:lnTo>
                <a:lnTo>
                  <a:pt x="2758" y="655"/>
                </a:lnTo>
                <a:lnTo>
                  <a:pt x="3269" y="655"/>
                </a:lnTo>
                <a:lnTo>
                  <a:pt x="3685" y="738"/>
                </a:lnTo>
                <a:lnTo>
                  <a:pt x="3876" y="809"/>
                </a:lnTo>
                <a:lnTo>
                  <a:pt x="3876" y="8773"/>
                </a:lnTo>
                <a:lnTo>
                  <a:pt x="3899" y="8904"/>
                </a:lnTo>
                <a:lnTo>
                  <a:pt x="4078" y="9082"/>
                </a:lnTo>
                <a:lnTo>
                  <a:pt x="4208" y="9106"/>
                </a:lnTo>
                <a:lnTo>
                  <a:pt x="4339" y="9082"/>
                </a:lnTo>
                <a:lnTo>
                  <a:pt x="4517" y="8904"/>
                </a:lnTo>
                <a:lnTo>
                  <a:pt x="4529" y="8773"/>
                </a:lnTo>
                <a:lnTo>
                  <a:pt x="4529" y="1213"/>
                </a:lnTo>
                <a:lnTo>
                  <a:pt x="4743" y="1392"/>
                </a:lnTo>
                <a:lnTo>
                  <a:pt x="4898" y="1594"/>
                </a:lnTo>
                <a:lnTo>
                  <a:pt x="5825" y="2901"/>
                </a:lnTo>
                <a:lnTo>
                  <a:pt x="5825" y="8773"/>
                </a:lnTo>
                <a:lnTo>
                  <a:pt x="5849" y="8904"/>
                </a:lnTo>
                <a:lnTo>
                  <a:pt x="6039" y="9082"/>
                </a:lnTo>
                <a:lnTo>
                  <a:pt x="6158" y="9106"/>
                </a:lnTo>
                <a:lnTo>
                  <a:pt x="6289" y="9082"/>
                </a:lnTo>
                <a:lnTo>
                  <a:pt x="6467" y="8904"/>
                </a:lnTo>
                <a:lnTo>
                  <a:pt x="6479" y="8773"/>
                </a:lnTo>
                <a:lnTo>
                  <a:pt x="6479" y="3805"/>
                </a:lnTo>
                <a:lnTo>
                  <a:pt x="7453" y="5124"/>
                </a:lnTo>
                <a:lnTo>
                  <a:pt x="7608" y="5338"/>
                </a:lnTo>
                <a:lnTo>
                  <a:pt x="7798" y="5528"/>
                </a:lnTo>
                <a:lnTo>
                  <a:pt x="7798" y="8773"/>
                </a:lnTo>
                <a:lnTo>
                  <a:pt x="7822" y="8904"/>
                </a:lnTo>
                <a:lnTo>
                  <a:pt x="7988" y="9082"/>
                </a:lnTo>
                <a:lnTo>
                  <a:pt x="8119" y="9106"/>
                </a:lnTo>
                <a:lnTo>
                  <a:pt x="8250" y="9082"/>
                </a:lnTo>
                <a:lnTo>
                  <a:pt x="8428" y="8904"/>
                </a:lnTo>
                <a:lnTo>
                  <a:pt x="8452" y="8773"/>
                </a:lnTo>
                <a:lnTo>
                  <a:pt x="8452" y="6039"/>
                </a:lnTo>
                <a:lnTo>
                  <a:pt x="8749" y="6206"/>
                </a:lnTo>
                <a:lnTo>
                  <a:pt x="9403" y="6420"/>
                </a:lnTo>
                <a:lnTo>
                  <a:pt x="9748" y="6479"/>
                </a:lnTo>
                <a:lnTo>
                  <a:pt x="9748" y="8773"/>
                </a:lnTo>
                <a:lnTo>
                  <a:pt x="9771" y="8904"/>
                </a:lnTo>
                <a:lnTo>
                  <a:pt x="9950" y="9082"/>
                </a:lnTo>
                <a:lnTo>
                  <a:pt x="10069" y="9106"/>
                </a:lnTo>
                <a:lnTo>
                  <a:pt x="10199" y="9082"/>
                </a:lnTo>
                <a:lnTo>
                  <a:pt x="10378" y="8904"/>
                </a:lnTo>
                <a:lnTo>
                  <a:pt x="10401" y="8773"/>
                </a:lnTo>
                <a:lnTo>
                  <a:pt x="10401" y="6503"/>
                </a:lnTo>
                <a:lnTo>
                  <a:pt x="10687" y="6491"/>
                </a:lnTo>
                <a:lnTo>
                  <a:pt x="11234" y="6372"/>
                </a:lnTo>
                <a:lnTo>
                  <a:pt x="11733" y="6146"/>
                </a:lnTo>
                <a:lnTo>
                  <a:pt x="12161" y="5814"/>
                </a:lnTo>
                <a:lnTo>
                  <a:pt x="12351" y="5623"/>
                </a:lnTo>
                <a:lnTo>
                  <a:pt x="12351" y="8773"/>
                </a:lnTo>
                <a:lnTo>
                  <a:pt x="12363" y="8904"/>
                </a:lnTo>
                <a:lnTo>
                  <a:pt x="12541" y="9082"/>
                </a:lnTo>
                <a:lnTo>
                  <a:pt x="12672" y="9106"/>
                </a:lnTo>
                <a:lnTo>
                  <a:pt x="12803" y="9082"/>
                </a:lnTo>
                <a:lnTo>
                  <a:pt x="12981" y="8904"/>
                </a:lnTo>
                <a:lnTo>
                  <a:pt x="13005" y="8773"/>
                </a:lnTo>
                <a:lnTo>
                  <a:pt x="13005" y="3781"/>
                </a:lnTo>
                <a:lnTo>
                  <a:pt x="12993" y="3531"/>
                </a:lnTo>
                <a:lnTo>
                  <a:pt x="12886" y="3044"/>
                </a:lnTo>
                <a:lnTo>
                  <a:pt x="12708" y="2604"/>
                </a:lnTo>
                <a:lnTo>
                  <a:pt x="12434" y="2200"/>
                </a:lnTo>
                <a:lnTo>
                  <a:pt x="12089" y="1867"/>
                </a:lnTo>
                <a:lnTo>
                  <a:pt x="11697" y="1594"/>
                </a:lnTo>
                <a:lnTo>
                  <a:pt x="11245" y="1415"/>
                </a:lnTo>
                <a:lnTo>
                  <a:pt x="10758" y="1308"/>
                </a:lnTo>
                <a:lnTo>
                  <a:pt x="10497" y="1296"/>
                </a:lnTo>
                <a:lnTo>
                  <a:pt x="10176" y="1308"/>
                </a:lnTo>
                <a:lnTo>
                  <a:pt x="9534" y="1427"/>
                </a:lnTo>
                <a:lnTo>
                  <a:pt x="8927" y="1665"/>
                </a:lnTo>
                <a:lnTo>
                  <a:pt x="8369" y="1998"/>
                </a:lnTo>
                <a:lnTo>
                  <a:pt x="8119" y="2212"/>
                </a:lnTo>
                <a:lnTo>
                  <a:pt x="7584" y="2687"/>
                </a:lnTo>
                <a:lnTo>
                  <a:pt x="7501" y="2782"/>
                </a:lnTo>
                <a:lnTo>
                  <a:pt x="7489" y="3032"/>
                </a:lnTo>
                <a:lnTo>
                  <a:pt x="7560" y="3139"/>
                </a:lnTo>
                <a:lnTo>
                  <a:pt x="7656" y="3222"/>
                </a:lnTo>
                <a:lnTo>
                  <a:pt x="7905" y="3234"/>
                </a:lnTo>
                <a:lnTo>
                  <a:pt x="8012" y="3151"/>
                </a:lnTo>
                <a:lnTo>
                  <a:pt x="8452" y="2770"/>
                </a:lnTo>
                <a:lnTo>
                  <a:pt x="8452" y="4233"/>
                </a:lnTo>
                <a:lnTo>
                  <a:pt x="8464" y="4351"/>
                </a:lnTo>
                <a:lnTo>
                  <a:pt x="8642" y="4530"/>
                </a:lnTo>
                <a:lnTo>
                  <a:pt x="8773" y="4554"/>
                </a:lnTo>
                <a:lnTo>
                  <a:pt x="8904" y="4530"/>
                </a:lnTo>
                <a:lnTo>
                  <a:pt x="9082" y="4351"/>
                </a:lnTo>
                <a:lnTo>
                  <a:pt x="9106" y="4233"/>
                </a:lnTo>
                <a:lnTo>
                  <a:pt x="9106" y="2307"/>
                </a:lnTo>
                <a:lnTo>
                  <a:pt x="9403" y="2152"/>
                </a:lnTo>
                <a:lnTo>
                  <a:pt x="10057" y="1974"/>
                </a:lnTo>
                <a:lnTo>
                  <a:pt x="10401" y="1950"/>
                </a:lnTo>
                <a:lnTo>
                  <a:pt x="10401" y="4530"/>
                </a:lnTo>
                <a:lnTo>
                  <a:pt x="10425" y="4672"/>
                </a:lnTo>
                <a:lnTo>
                  <a:pt x="10592" y="4839"/>
                </a:lnTo>
                <a:lnTo>
                  <a:pt x="10722" y="4863"/>
                </a:lnTo>
                <a:lnTo>
                  <a:pt x="10853" y="4839"/>
                </a:lnTo>
                <a:lnTo>
                  <a:pt x="11031" y="4672"/>
                </a:lnTo>
                <a:lnTo>
                  <a:pt x="11055" y="4530"/>
                </a:lnTo>
                <a:lnTo>
                  <a:pt x="11055" y="2033"/>
                </a:lnTo>
                <a:lnTo>
                  <a:pt x="11329" y="2140"/>
                </a:lnTo>
                <a:lnTo>
                  <a:pt x="11804" y="2473"/>
                </a:lnTo>
                <a:lnTo>
                  <a:pt x="12149" y="2925"/>
                </a:lnTo>
                <a:lnTo>
                  <a:pt x="12339" y="3484"/>
                </a:lnTo>
                <a:lnTo>
                  <a:pt x="12351" y="3781"/>
                </a:lnTo>
                <a:lnTo>
                  <a:pt x="12351" y="3900"/>
                </a:lnTo>
                <a:lnTo>
                  <a:pt x="12351" y="4102"/>
                </a:lnTo>
                <a:lnTo>
                  <a:pt x="12268" y="4482"/>
                </a:lnTo>
                <a:lnTo>
                  <a:pt x="12125" y="4827"/>
                </a:lnTo>
                <a:lnTo>
                  <a:pt x="11911" y="5148"/>
                </a:lnTo>
                <a:lnTo>
                  <a:pt x="11650" y="5409"/>
                </a:lnTo>
                <a:lnTo>
                  <a:pt x="11329" y="5623"/>
                </a:lnTo>
                <a:lnTo>
                  <a:pt x="10984" y="5766"/>
                </a:lnTo>
                <a:lnTo>
                  <a:pt x="10604" y="5849"/>
                </a:lnTo>
                <a:lnTo>
                  <a:pt x="10152" y="5849"/>
                </a:lnTo>
                <a:lnTo>
                  <a:pt x="9831" y="5837"/>
                </a:lnTo>
                <a:lnTo>
                  <a:pt x="9213" y="5695"/>
                </a:lnTo>
                <a:lnTo>
                  <a:pt x="8654" y="5409"/>
                </a:lnTo>
                <a:lnTo>
                  <a:pt x="8179" y="4993"/>
                </a:lnTo>
                <a:lnTo>
                  <a:pt x="7976" y="4744"/>
                </a:lnTo>
                <a:lnTo>
                  <a:pt x="5433" y="1213"/>
                </a:lnTo>
                <a:lnTo>
                  <a:pt x="5219" y="940"/>
                </a:lnTo>
                <a:lnTo>
                  <a:pt x="4696" y="488"/>
                </a:lnTo>
                <a:lnTo>
                  <a:pt x="4078" y="179"/>
                </a:lnTo>
                <a:lnTo>
                  <a:pt x="3412" y="13"/>
                </a:lnTo>
                <a:lnTo>
                  <a:pt x="3055"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4" name="Google Shape;3154;p174"/>
          <p:cNvSpPr/>
          <p:nvPr/>
        </p:nvSpPr>
        <p:spPr>
          <a:xfrm>
            <a:off x="15173516" y="3366902"/>
            <a:ext cx="565453" cy="565453"/>
          </a:xfrm>
          <a:custGeom>
            <a:rect b="b" l="l" r="r" t="t"/>
            <a:pathLst>
              <a:path extrusionOk="0" h="10402" w="10402">
                <a:moveTo>
                  <a:pt x="8345" y="1463"/>
                </a:moveTo>
                <a:lnTo>
                  <a:pt x="8179" y="1534"/>
                </a:lnTo>
                <a:lnTo>
                  <a:pt x="8048" y="1677"/>
                </a:lnTo>
                <a:lnTo>
                  <a:pt x="7965" y="1843"/>
                </a:lnTo>
                <a:lnTo>
                  <a:pt x="7965" y="1950"/>
                </a:lnTo>
                <a:lnTo>
                  <a:pt x="7965" y="2045"/>
                </a:lnTo>
                <a:lnTo>
                  <a:pt x="8048" y="2224"/>
                </a:lnTo>
                <a:lnTo>
                  <a:pt x="8179" y="2355"/>
                </a:lnTo>
                <a:lnTo>
                  <a:pt x="8345" y="2426"/>
                </a:lnTo>
                <a:lnTo>
                  <a:pt x="8452" y="2438"/>
                </a:lnTo>
                <a:lnTo>
                  <a:pt x="8547" y="2426"/>
                </a:lnTo>
                <a:lnTo>
                  <a:pt x="8725" y="2355"/>
                </a:lnTo>
                <a:lnTo>
                  <a:pt x="8856" y="2224"/>
                </a:lnTo>
                <a:lnTo>
                  <a:pt x="8927" y="2045"/>
                </a:lnTo>
                <a:lnTo>
                  <a:pt x="8939" y="1950"/>
                </a:lnTo>
                <a:lnTo>
                  <a:pt x="8927" y="1843"/>
                </a:lnTo>
                <a:lnTo>
                  <a:pt x="8856" y="1677"/>
                </a:lnTo>
                <a:lnTo>
                  <a:pt x="8725" y="1534"/>
                </a:lnTo>
                <a:lnTo>
                  <a:pt x="8547" y="1463"/>
                </a:lnTo>
                <a:close/>
                <a:moveTo>
                  <a:pt x="8452" y="643"/>
                </a:moveTo>
                <a:lnTo>
                  <a:pt x="8713" y="667"/>
                </a:lnTo>
                <a:lnTo>
                  <a:pt x="9177" y="857"/>
                </a:lnTo>
                <a:lnTo>
                  <a:pt x="9534" y="1213"/>
                </a:lnTo>
                <a:lnTo>
                  <a:pt x="9736" y="1677"/>
                </a:lnTo>
                <a:lnTo>
                  <a:pt x="9748" y="1950"/>
                </a:lnTo>
                <a:lnTo>
                  <a:pt x="9736" y="2093"/>
                </a:lnTo>
                <a:lnTo>
                  <a:pt x="9629" y="2473"/>
                </a:lnTo>
                <a:lnTo>
                  <a:pt x="9510" y="2711"/>
                </a:lnTo>
                <a:lnTo>
                  <a:pt x="9248" y="3199"/>
                </a:lnTo>
                <a:lnTo>
                  <a:pt x="8904" y="3662"/>
                </a:lnTo>
                <a:lnTo>
                  <a:pt x="8666" y="3971"/>
                </a:lnTo>
                <a:lnTo>
                  <a:pt x="8452" y="4233"/>
                </a:lnTo>
                <a:lnTo>
                  <a:pt x="8226" y="3971"/>
                </a:lnTo>
                <a:lnTo>
                  <a:pt x="8000" y="3662"/>
                </a:lnTo>
                <a:lnTo>
                  <a:pt x="7656" y="3199"/>
                </a:lnTo>
                <a:lnTo>
                  <a:pt x="7382" y="2711"/>
                </a:lnTo>
                <a:lnTo>
                  <a:pt x="7275" y="2473"/>
                </a:lnTo>
                <a:lnTo>
                  <a:pt x="7156" y="2093"/>
                </a:lnTo>
                <a:lnTo>
                  <a:pt x="7144" y="1950"/>
                </a:lnTo>
                <a:lnTo>
                  <a:pt x="7168" y="1677"/>
                </a:lnTo>
                <a:lnTo>
                  <a:pt x="7370" y="1213"/>
                </a:lnTo>
                <a:lnTo>
                  <a:pt x="7715" y="857"/>
                </a:lnTo>
                <a:lnTo>
                  <a:pt x="8179" y="667"/>
                </a:lnTo>
                <a:lnTo>
                  <a:pt x="8452" y="643"/>
                </a:lnTo>
                <a:close/>
                <a:moveTo>
                  <a:pt x="1926" y="6658"/>
                </a:moveTo>
                <a:lnTo>
                  <a:pt x="1831" y="6669"/>
                </a:lnTo>
                <a:lnTo>
                  <a:pt x="1665" y="6741"/>
                </a:lnTo>
                <a:lnTo>
                  <a:pt x="1534" y="6872"/>
                </a:lnTo>
                <a:lnTo>
                  <a:pt x="1451" y="7050"/>
                </a:lnTo>
                <a:lnTo>
                  <a:pt x="1439" y="7145"/>
                </a:lnTo>
                <a:lnTo>
                  <a:pt x="1451" y="7240"/>
                </a:lnTo>
                <a:lnTo>
                  <a:pt x="1534" y="7418"/>
                </a:lnTo>
                <a:lnTo>
                  <a:pt x="1665" y="7549"/>
                </a:lnTo>
                <a:lnTo>
                  <a:pt x="1831" y="7620"/>
                </a:lnTo>
                <a:lnTo>
                  <a:pt x="1926" y="7632"/>
                </a:lnTo>
                <a:lnTo>
                  <a:pt x="2033" y="7620"/>
                </a:lnTo>
                <a:lnTo>
                  <a:pt x="2211" y="7549"/>
                </a:lnTo>
                <a:lnTo>
                  <a:pt x="2342" y="7418"/>
                </a:lnTo>
                <a:lnTo>
                  <a:pt x="2413" y="7240"/>
                </a:lnTo>
                <a:lnTo>
                  <a:pt x="2413" y="7145"/>
                </a:lnTo>
                <a:lnTo>
                  <a:pt x="2413" y="7050"/>
                </a:lnTo>
                <a:lnTo>
                  <a:pt x="2342" y="6872"/>
                </a:lnTo>
                <a:lnTo>
                  <a:pt x="2211" y="6741"/>
                </a:lnTo>
                <a:lnTo>
                  <a:pt x="2033" y="6669"/>
                </a:lnTo>
                <a:lnTo>
                  <a:pt x="1926" y="6658"/>
                </a:lnTo>
                <a:close/>
                <a:moveTo>
                  <a:pt x="1926" y="5849"/>
                </a:moveTo>
                <a:lnTo>
                  <a:pt x="2199" y="5861"/>
                </a:lnTo>
                <a:lnTo>
                  <a:pt x="2675" y="6063"/>
                </a:lnTo>
                <a:lnTo>
                  <a:pt x="3020" y="6408"/>
                </a:lnTo>
                <a:lnTo>
                  <a:pt x="3210" y="6883"/>
                </a:lnTo>
                <a:lnTo>
                  <a:pt x="3234" y="7145"/>
                </a:lnTo>
                <a:lnTo>
                  <a:pt x="3222" y="7288"/>
                </a:lnTo>
                <a:lnTo>
                  <a:pt x="3127" y="7668"/>
                </a:lnTo>
                <a:lnTo>
                  <a:pt x="3020" y="7906"/>
                </a:lnTo>
                <a:lnTo>
                  <a:pt x="2746" y="8393"/>
                </a:lnTo>
                <a:lnTo>
                  <a:pt x="2402" y="8869"/>
                </a:lnTo>
                <a:lnTo>
                  <a:pt x="2164" y="9178"/>
                </a:lnTo>
                <a:lnTo>
                  <a:pt x="1926" y="9427"/>
                </a:lnTo>
                <a:lnTo>
                  <a:pt x="1724" y="9178"/>
                </a:lnTo>
                <a:lnTo>
                  <a:pt x="1498" y="8869"/>
                </a:lnTo>
                <a:lnTo>
                  <a:pt x="1153" y="8393"/>
                </a:lnTo>
                <a:lnTo>
                  <a:pt x="880" y="7906"/>
                </a:lnTo>
                <a:lnTo>
                  <a:pt x="773" y="7668"/>
                </a:lnTo>
                <a:lnTo>
                  <a:pt x="642" y="7288"/>
                </a:lnTo>
                <a:lnTo>
                  <a:pt x="630" y="7145"/>
                </a:lnTo>
                <a:lnTo>
                  <a:pt x="642" y="6883"/>
                </a:lnTo>
                <a:lnTo>
                  <a:pt x="844" y="6408"/>
                </a:lnTo>
                <a:lnTo>
                  <a:pt x="1189" y="6063"/>
                </a:lnTo>
                <a:lnTo>
                  <a:pt x="1665" y="5861"/>
                </a:lnTo>
                <a:lnTo>
                  <a:pt x="1926" y="5849"/>
                </a:lnTo>
                <a:close/>
                <a:moveTo>
                  <a:pt x="1748" y="5196"/>
                </a:moveTo>
                <a:lnTo>
                  <a:pt x="1367" y="5279"/>
                </a:lnTo>
                <a:lnTo>
                  <a:pt x="1011" y="5421"/>
                </a:lnTo>
                <a:lnTo>
                  <a:pt x="702" y="5635"/>
                </a:lnTo>
                <a:lnTo>
                  <a:pt x="440" y="5897"/>
                </a:lnTo>
                <a:lnTo>
                  <a:pt x="226" y="6206"/>
                </a:lnTo>
                <a:lnTo>
                  <a:pt x="84" y="6551"/>
                </a:lnTo>
                <a:lnTo>
                  <a:pt x="0" y="6943"/>
                </a:lnTo>
                <a:lnTo>
                  <a:pt x="0" y="7145"/>
                </a:lnTo>
                <a:lnTo>
                  <a:pt x="0" y="7311"/>
                </a:lnTo>
                <a:lnTo>
                  <a:pt x="84" y="7680"/>
                </a:lnTo>
                <a:lnTo>
                  <a:pt x="321" y="8239"/>
                </a:lnTo>
                <a:lnTo>
                  <a:pt x="773" y="8987"/>
                </a:lnTo>
                <a:lnTo>
                  <a:pt x="1284" y="9653"/>
                </a:lnTo>
                <a:lnTo>
                  <a:pt x="1510" y="9915"/>
                </a:lnTo>
                <a:lnTo>
                  <a:pt x="1855" y="10307"/>
                </a:lnTo>
                <a:lnTo>
                  <a:pt x="1950" y="10390"/>
                </a:lnTo>
                <a:lnTo>
                  <a:pt x="2009" y="10331"/>
                </a:lnTo>
                <a:lnTo>
                  <a:pt x="2271" y="10045"/>
                </a:lnTo>
                <a:lnTo>
                  <a:pt x="2330" y="9986"/>
                </a:lnTo>
                <a:lnTo>
                  <a:pt x="2390" y="9915"/>
                </a:lnTo>
                <a:lnTo>
                  <a:pt x="2461" y="9831"/>
                </a:lnTo>
                <a:lnTo>
                  <a:pt x="2532" y="9748"/>
                </a:lnTo>
                <a:lnTo>
                  <a:pt x="2746" y="9487"/>
                </a:lnTo>
                <a:lnTo>
                  <a:pt x="3210" y="8845"/>
                </a:lnTo>
                <a:lnTo>
                  <a:pt x="3626" y="8155"/>
                </a:lnTo>
                <a:lnTo>
                  <a:pt x="3816" y="7632"/>
                </a:lnTo>
                <a:lnTo>
                  <a:pt x="3887" y="7299"/>
                </a:lnTo>
                <a:lnTo>
                  <a:pt x="3899" y="7145"/>
                </a:lnTo>
                <a:lnTo>
                  <a:pt x="3887" y="6943"/>
                </a:lnTo>
                <a:lnTo>
                  <a:pt x="3816" y="6551"/>
                </a:lnTo>
                <a:lnTo>
                  <a:pt x="3662" y="6206"/>
                </a:lnTo>
                <a:lnTo>
                  <a:pt x="3448" y="5897"/>
                </a:lnTo>
                <a:lnTo>
                  <a:pt x="3186" y="5635"/>
                </a:lnTo>
                <a:lnTo>
                  <a:pt x="2877" y="5421"/>
                </a:lnTo>
                <a:lnTo>
                  <a:pt x="2532" y="5279"/>
                </a:lnTo>
                <a:lnTo>
                  <a:pt x="2152" y="5196"/>
                </a:lnTo>
                <a:close/>
                <a:moveTo>
                  <a:pt x="8250" y="1"/>
                </a:moveTo>
                <a:lnTo>
                  <a:pt x="7858" y="84"/>
                </a:lnTo>
                <a:lnTo>
                  <a:pt x="7513" y="227"/>
                </a:lnTo>
                <a:lnTo>
                  <a:pt x="7204" y="441"/>
                </a:lnTo>
                <a:lnTo>
                  <a:pt x="6942" y="702"/>
                </a:lnTo>
                <a:lnTo>
                  <a:pt x="6728" y="1011"/>
                </a:lnTo>
                <a:lnTo>
                  <a:pt x="6586" y="1368"/>
                </a:lnTo>
                <a:lnTo>
                  <a:pt x="6502" y="1748"/>
                </a:lnTo>
                <a:lnTo>
                  <a:pt x="6502" y="1950"/>
                </a:lnTo>
                <a:lnTo>
                  <a:pt x="6502" y="2105"/>
                </a:lnTo>
                <a:lnTo>
                  <a:pt x="6574" y="2438"/>
                </a:lnTo>
                <a:lnTo>
                  <a:pt x="6776" y="2949"/>
                </a:lnTo>
                <a:lnTo>
                  <a:pt x="7180" y="3638"/>
                </a:lnTo>
                <a:lnTo>
                  <a:pt x="7644" y="4280"/>
                </a:lnTo>
                <a:lnTo>
                  <a:pt x="7858" y="4542"/>
                </a:lnTo>
                <a:lnTo>
                  <a:pt x="6823" y="4542"/>
                </a:lnTo>
                <a:lnTo>
                  <a:pt x="6657" y="4554"/>
                </a:lnTo>
                <a:lnTo>
                  <a:pt x="6336" y="4613"/>
                </a:lnTo>
                <a:lnTo>
                  <a:pt x="6039" y="4744"/>
                </a:lnTo>
                <a:lnTo>
                  <a:pt x="5777" y="4910"/>
                </a:lnTo>
                <a:lnTo>
                  <a:pt x="5552" y="5136"/>
                </a:lnTo>
                <a:lnTo>
                  <a:pt x="5373" y="5398"/>
                </a:lnTo>
                <a:lnTo>
                  <a:pt x="5254" y="5683"/>
                </a:lnTo>
                <a:lnTo>
                  <a:pt x="5183" y="6004"/>
                </a:lnTo>
                <a:lnTo>
                  <a:pt x="5183" y="6170"/>
                </a:lnTo>
                <a:lnTo>
                  <a:pt x="5183" y="6337"/>
                </a:lnTo>
                <a:lnTo>
                  <a:pt x="5254" y="6658"/>
                </a:lnTo>
                <a:lnTo>
                  <a:pt x="5373" y="6943"/>
                </a:lnTo>
                <a:lnTo>
                  <a:pt x="5552" y="7204"/>
                </a:lnTo>
                <a:lnTo>
                  <a:pt x="5777" y="7430"/>
                </a:lnTo>
                <a:lnTo>
                  <a:pt x="6039" y="7597"/>
                </a:lnTo>
                <a:lnTo>
                  <a:pt x="6336" y="7727"/>
                </a:lnTo>
                <a:lnTo>
                  <a:pt x="6657" y="7787"/>
                </a:lnTo>
                <a:lnTo>
                  <a:pt x="6823" y="7799"/>
                </a:lnTo>
                <a:lnTo>
                  <a:pt x="8773" y="7799"/>
                </a:lnTo>
                <a:lnTo>
                  <a:pt x="8975" y="7811"/>
                </a:lnTo>
                <a:lnTo>
                  <a:pt x="9320" y="7953"/>
                </a:lnTo>
                <a:lnTo>
                  <a:pt x="9581" y="8227"/>
                </a:lnTo>
                <a:lnTo>
                  <a:pt x="9736" y="8571"/>
                </a:lnTo>
                <a:lnTo>
                  <a:pt x="9748" y="8773"/>
                </a:lnTo>
                <a:lnTo>
                  <a:pt x="9736" y="8964"/>
                </a:lnTo>
                <a:lnTo>
                  <a:pt x="9581" y="9320"/>
                </a:lnTo>
                <a:lnTo>
                  <a:pt x="9320" y="9582"/>
                </a:lnTo>
                <a:lnTo>
                  <a:pt x="8975" y="9736"/>
                </a:lnTo>
                <a:lnTo>
                  <a:pt x="8773" y="9748"/>
                </a:lnTo>
                <a:lnTo>
                  <a:pt x="3352" y="9748"/>
                </a:lnTo>
                <a:lnTo>
                  <a:pt x="3079" y="10105"/>
                </a:lnTo>
                <a:lnTo>
                  <a:pt x="2829" y="10402"/>
                </a:lnTo>
                <a:lnTo>
                  <a:pt x="8773" y="10402"/>
                </a:lnTo>
                <a:lnTo>
                  <a:pt x="8939" y="10390"/>
                </a:lnTo>
                <a:lnTo>
                  <a:pt x="9260" y="10331"/>
                </a:lnTo>
                <a:lnTo>
                  <a:pt x="9546" y="10200"/>
                </a:lnTo>
                <a:lnTo>
                  <a:pt x="9807" y="10022"/>
                </a:lnTo>
                <a:lnTo>
                  <a:pt x="10033" y="9808"/>
                </a:lnTo>
                <a:lnTo>
                  <a:pt x="10199" y="9546"/>
                </a:lnTo>
                <a:lnTo>
                  <a:pt x="10330" y="9261"/>
                </a:lnTo>
                <a:lnTo>
                  <a:pt x="10390" y="8940"/>
                </a:lnTo>
                <a:lnTo>
                  <a:pt x="10401" y="8773"/>
                </a:lnTo>
                <a:lnTo>
                  <a:pt x="10390" y="8607"/>
                </a:lnTo>
                <a:lnTo>
                  <a:pt x="10330" y="8286"/>
                </a:lnTo>
                <a:lnTo>
                  <a:pt x="10199" y="7989"/>
                </a:lnTo>
                <a:lnTo>
                  <a:pt x="10033" y="7739"/>
                </a:lnTo>
                <a:lnTo>
                  <a:pt x="9807" y="7513"/>
                </a:lnTo>
                <a:lnTo>
                  <a:pt x="9546" y="7335"/>
                </a:lnTo>
                <a:lnTo>
                  <a:pt x="9260" y="7216"/>
                </a:lnTo>
                <a:lnTo>
                  <a:pt x="8939" y="7145"/>
                </a:lnTo>
                <a:lnTo>
                  <a:pt x="6823" y="7145"/>
                </a:lnTo>
                <a:lnTo>
                  <a:pt x="6621" y="7133"/>
                </a:lnTo>
                <a:lnTo>
                  <a:pt x="6277" y="6979"/>
                </a:lnTo>
                <a:lnTo>
                  <a:pt x="6015" y="6717"/>
                </a:lnTo>
                <a:lnTo>
                  <a:pt x="5861" y="6372"/>
                </a:lnTo>
                <a:lnTo>
                  <a:pt x="5849" y="6170"/>
                </a:lnTo>
                <a:lnTo>
                  <a:pt x="5861" y="5968"/>
                </a:lnTo>
                <a:lnTo>
                  <a:pt x="6015" y="5623"/>
                </a:lnTo>
                <a:lnTo>
                  <a:pt x="6277" y="5362"/>
                </a:lnTo>
                <a:lnTo>
                  <a:pt x="6621" y="5207"/>
                </a:lnTo>
                <a:lnTo>
                  <a:pt x="6823" y="5196"/>
                </a:lnTo>
                <a:lnTo>
                  <a:pt x="8452" y="5196"/>
                </a:lnTo>
                <a:lnTo>
                  <a:pt x="8535" y="5100"/>
                </a:lnTo>
                <a:lnTo>
                  <a:pt x="8892" y="4720"/>
                </a:lnTo>
                <a:lnTo>
                  <a:pt x="9118" y="4447"/>
                </a:lnTo>
                <a:lnTo>
                  <a:pt x="9617" y="3793"/>
                </a:lnTo>
                <a:lnTo>
                  <a:pt x="10080" y="3044"/>
                </a:lnTo>
                <a:lnTo>
                  <a:pt x="10306" y="2473"/>
                </a:lnTo>
                <a:lnTo>
                  <a:pt x="10390" y="2117"/>
                </a:lnTo>
                <a:lnTo>
                  <a:pt x="10401" y="1950"/>
                </a:lnTo>
                <a:lnTo>
                  <a:pt x="10390" y="1748"/>
                </a:lnTo>
                <a:lnTo>
                  <a:pt x="10318" y="1368"/>
                </a:lnTo>
                <a:lnTo>
                  <a:pt x="10164" y="1011"/>
                </a:lnTo>
                <a:lnTo>
                  <a:pt x="9962" y="702"/>
                </a:lnTo>
                <a:lnTo>
                  <a:pt x="9700" y="441"/>
                </a:lnTo>
                <a:lnTo>
                  <a:pt x="9391" y="227"/>
                </a:lnTo>
                <a:lnTo>
                  <a:pt x="9034" y="84"/>
                </a:lnTo>
                <a:lnTo>
                  <a:pt x="865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5" name="Google Shape;3155;p174"/>
          <p:cNvSpPr/>
          <p:nvPr/>
        </p:nvSpPr>
        <p:spPr>
          <a:xfrm>
            <a:off x="8689308" y="4458954"/>
            <a:ext cx="565507" cy="494404"/>
          </a:xfrm>
          <a:custGeom>
            <a:rect b="b" l="l" r="r" t="t"/>
            <a:pathLst>
              <a:path extrusionOk="0" h="9095" w="10403">
                <a:moveTo>
                  <a:pt x="6396" y="1463"/>
                </a:moveTo>
                <a:lnTo>
                  <a:pt x="6230" y="1534"/>
                </a:lnTo>
                <a:lnTo>
                  <a:pt x="6087" y="1677"/>
                </a:lnTo>
                <a:lnTo>
                  <a:pt x="6016" y="1843"/>
                </a:lnTo>
                <a:lnTo>
                  <a:pt x="6016" y="1950"/>
                </a:lnTo>
                <a:lnTo>
                  <a:pt x="6016" y="2045"/>
                </a:lnTo>
                <a:lnTo>
                  <a:pt x="6087" y="2223"/>
                </a:lnTo>
                <a:lnTo>
                  <a:pt x="6230" y="2354"/>
                </a:lnTo>
                <a:lnTo>
                  <a:pt x="6396" y="2426"/>
                </a:lnTo>
                <a:lnTo>
                  <a:pt x="6503" y="2437"/>
                </a:lnTo>
                <a:lnTo>
                  <a:pt x="6598" y="2426"/>
                </a:lnTo>
                <a:lnTo>
                  <a:pt x="6777" y="2354"/>
                </a:lnTo>
                <a:lnTo>
                  <a:pt x="6907" y="2223"/>
                </a:lnTo>
                <a:lnTo>
                  <a:pt x="6979" y="2045"/>
                </a:lnTo>
                <a:lnTo>
                  <a:pt x="6990" y="1950"/>
                </a:lnTo>
                <a:lnTo>
                  <a:pt x="6979" y="1843"/>
                </a:lnTo>
                <a:lnTo>
                  <a:pt x="6907" y="1677"/>
                </a:lnTo>
                <a:lnTo>
                  <a:pt x="6777" y="1534"/>
                </a:lnTo>
                <a:lnTo>
                  <a:pt x="6598" y="1463"/>
                </a:lnTo>
                <a:close/>
                <a:moveTo>
                  <a:pt x="8346" y="1463"/>
                </a:moveTo>
                <a:lnTo>
                  <a:pt x="8179" y="1534"/>
                </a:lnTo>
                <a:lnTo>
                  <a:pt x="8037" y="1677"/>
                </a:lnTo>
                <a:lnTo>
                  <a:pt x="7965" y="1843"/>
                </a:lnTo>
                <a:lnTo>
                  <a:pt x="7965" y="1950"/>
                </a:lnTo>
                <a:lnTo>
                  <a:pt x="7965" y="2045"/>
                </a:lnTo>
                <a:lnTo>
                  <a:pt x="8037" y="2223"/>
                </a:lnTo>
                <a:lnTo>
                  <a:pt x="8179" y="2354"/>
                </a:lnTo>
                <a:lnTo>
                  <a:pt x="8346" y="2426"/>
                </a:lnTo>
                <a:lnTo>
                  <a:pt x="8453" y="2437"/>
                </a:lnTo>
                <a:lnTo>
                  <a:pt x="8548" y="2426"/>
                </a:lnTo>
                <a:lnTo>
                  <a:pt x="8726" y="2354"/>
                </a:lnTo>
                <a:lnTo>
                  <a:pt x="8857" y="2223"/>
                </a:lnTo>
                <a:lnTo>
                  <a:pt x="8928" y="2045"/>
                </a:lnTo>
                <a:lnTo>
                  <a:pt x="8940" y="1950"/>
                </a:lnTo>
                <a:lnTo>
                  <a:pt x="8928" y="1843"/>
                </a:lnTo>
                <a:lnTo>
                  <a:pt x="8857" y="1677"/>
                </a:lnTo>
                <a:lnTo>
                  <a:pt x="8726" y="1534"/>
                </a:lnTo>
                <a:lnTo>
                  <a:pt x="8548" y="1463"/>
                </a:lnTo>
                <a:close/>
                <a:moveTo>
                  <a:pt x="9094" y="642"/>
                </a:moveTo>
                <a:lnTo>
                  <a:pt x="9225" y="654"/>
                </a:lnTo>
                <a:lnTo>
                  <a:pt x="9463" y="749"/>
                </a:lnTo>
                <a:lnTo>
                  <a:pt x="9641" y="928"/>
                </a:lnTo>
                <a:lnTo>
                  <a:pt x="9736" y="1165"/>
                </a:lnTo>
                <a:lnTo>
                  <a:pt x="9748" y="1296"/>
                </a:lnTo>
                <a:lnTo>
                  <a:pt x="9748" y="2592"/>
                </a:lnTo>
                <a:lnTo>
                  <a:pt x="9736" y="2723"/>
                </a:lnTo>
                <a:lnTo>
                  <a:pt x="9641" y="2960"/>
                </a:lnTo>
                <a:lnTo>
                  <a:pt x="9463" y="3139"/>
                </a:lnTo>
                <a:lnTo>
                  <a:pt x="9225" y="3234"/>
                </a:lnTo>
                <a:lnTo>
                  <a:pt x="9094" y="3246"/>
                </a:lnTo>
                <a:lnTo>
                  <a:pt x="1297" y="3246"/>
                </a:lnTo>
                <a:lnTo>
                  <a:pt x="1166" y="3234"/>
                </a:lnTo>
                <a:lnTo>
                  <a:pt x="928" y="3139"/>
                </a:lnTo>
                <a:lnTo>
                  <a:pt x="750" y="2960"/>
                </a:lnTo>
                <a:lnTo>
                  <a:pt x="655" y="2723"/>
                </a:lnTo>
                <a:lnTo>
                  <a:pt x="643" y="2592"/>
                </a:lnTo>
                <a:lnTo>
                  <a:pt x="643" y="1296"/>
                </a:lnTo>
                <a:lnTo>
                  <a:pt x="655" y="1165"/>
                </a:lnTo>
                <a:lnTo>
                  <a:pt x="750" y="928"/>
                </a:lnTo>
                <a:lnTo>
                  <a:pt x="928" y="749"/>
                </a:lnTo>
                <a:lnTo>
                  <a:pt x="1166" y="654"/>
                </a:lnTo>
                <a:lnTo>
                  <a:pt x="1297" y="642"/>
                </a:lnTo>
                <a:close/>
                <a:moveTo>
                  <a:pt x="1297" y="1"/>
                </a:moveTo>
                <a:lnTo>
                  <a:pt x="1035" y="12"/>
                </a:lnTo>
                <a:lnTo>
                  <a:pt x="572" y="215"/>
                </a:lnTo>
                <a:lnTo>
                  <a:pt x="215" y="559"/>
                </a:lnTo>
                <a:lnTo>
                  <a:pt x="13" y="1035"/>
                </a:lnTo>
                <a:lnTo>
                  <a:pt x="1" y="1296"/>
                </a:lnTo>
                <a:lnTo>
                  <a:pt x="1" y="2592"/>
                </a:lnTo>
                <a:lnTo>
                  <a:pt x="13" y="2865"/>
                </a:lnTo>
                <a:lnTo>
                  <a:pt x="215" y="3329"/>
                </a:lnTo>
                <a:lnTo>
                  <a:pt x="572" y="3674"/>
                </a:lnTo>
                <a:lnTo>
                  <a:pt x="1035" y="3876"/>
                </a:lnTo>
                <a:lnTo>
                  <a:pt x="1297" y="3899"/>
                </a:lnTo>
                <a:lnTo>
                  <a:pt x="9094" y="3899"/>
                </a:lnTo>
                <a:lnTo>
                  <a:pt x="9368" y="3876"/>
                </a:lnTo>
                <a:lnTo>
                  <a:pt x="9831" y="3674"/>
                </a:lnTo>
                <a:lnTo>
                  <a:pt x="10188" y="3329"/>
                </a:lnTo>
                <a:lnTo>
                  <a:pt x="10378" y="2865"/>
                </a:lnTo>
                <a:lnTo>
                  <a:pt x="10402" y="2592"/>
                </a:lnTo>
                <a:lnTo>
                  <a:pt x="10402" y="1296"/>
                </a:lnTo>
                <a:lnTo>
                  <a:pt x="10378" y="1035"/>
                </a:lnTo>
                <a:lnTo>
                  <a:pt x="10188" y="559"/>
                </a:lnTo>
                <a:lnTo>
                  <a:pt x="9831" y="215"/>
                </a:lnTo>
                <a:lnTo>
                  <a:pt x="9368" y="12"/>
                </a:lnTo>
                <a:lnTo>
                  <a:pt x="9094" y="1"/>
                </a:lnTo>
                <a:close/>
                <a:moveTo>
                  <a:pt x="6503" y="6657"/>
                </a:moveTo>
                <a:lnTo>
                  <a:pt x="6396" y="6669"/>
                </a:lnTo>
                <a:lnTo>
                  <a:pt x="6230" y="6740"/>
                </a:lnTo>
                <a:lnTo>
                  <a:pt x="6087" y="6871"/>
                </a:lnTo>
                <a:lnTo>
                  <a:pt x="6016" y="7050"/>
                </a:lnTo>
                <a:lnTo>
                  <a:pt x="6016" y="7145"/>
                </a:lnTo>
                <a:lnTo>
                  <a:pt x="6016" y="7240"/>
                </a:lnTo>
                <a:lnTo>
                  <a:pt x="6087" y="7418"/>
                </a:lnTo>
                <a:lnTo>
                  <a:pt x="6230" y="7549"/>
                </a:lnTo>
                <a:lnTo>
                  <a:pt x="6396" y="7632"/>
                </a:lnTo>
                <a:lnTo>
                  <a:pt x="6598" y="7632"/>
                </a:lnTo>
                <a:lnTo>
                  <a:pt x="6777" y="7549"/>
                </a:lnTo>
                <a:lnTo>
                  <a:pt x="6907" y="7418"/>
                </a:lnTo>
                <a:lnTo>
                  <a:pt x="6979" y="7240"/>
                </a:lnTo>
                <a:lnTo>
                  <a:pt x="6990" y="7145"/>
                </a:lnTo>
                <a:lnTo>
                  <a:pt x="6979" y="7050"/>
                </a:lnTo>
                <a:lnTo>
                  <a:pt x="6907" y="6871"/>
                </a:lnTo>
                <a:lnTo>
                  <a:pt x="6777" y="6740"/>
                </a:lnTo>
                <a:lnTo>
                  <a:pt x="6598" y="6669"/>
                </a:lnTo>
                <a:lnTo>
                  <a:pt x="6503" y="6657"/>
                </a:lnTo>
                <a:close/>
                <a:moveTo>
                  <a:pt x="8453" y="6657"/>
                </a:moveTo>
                <a:lnTo>
                  <a:pt x="8346" y="6669"/>
                </a:lnTo>
                <a:lnTo>
                  <a:pt x="8179" y="6740"/>
                </a:lnTo>
                <a:lnTo>
                  <a:pt x="8037" y="6871"/>
                </a:lnTo>
                <a:lnTo>
                  <a:pt x="7965" y="7050"/>
                </a:lnTo>
                <a:lnTo>
                  <a:pt x="7965" y="7145"/>
                </a:lnTo>
                <a:lnTo>
                  <a:pt x="7965" y="7240"/>
                </a:lnTo>
                <a:lnTo>
                  <a:pt x="8037" y="7418"/>
                </a:lnTo>
                <a:lnTo>
                  <a:pt x="8179" y="7549"/>
                </a:lnTo>
                <a:lnTo>
                  <a:pt x="8346" y="7632"/>
                </a:lnTo>
                <a:lnTo>
                  <a:pt x="8548" y="7632"/>
                </a:lnTo>
                <a:lnTo>
                  <a:pt x="8726" y="7549"/>
                </a:lnTo>
                <a:lnTo>
                  <a:pt x="8857" y="7418"/>
                </a:lnTo>
                <a:lnTo>
                  <a:pt x="8928" y="7240"/>
                </a:lnTo>
                <a:lnTo>
                  <a:pt x="8940" y="7145"/>
                </a:lnTo>
                <a:lnTo>
                  <a:pt x="8928" y="7050"/>
                </a:lnTo>
                <a:lnTo>
                  <a:pt x="8857" y="6871"/>
                </a:lnTo>
                <a:lnTo>
                  <a:pt x="8726" y="6740"/>
                </a:lnTo>
                <a:lnTo>
                  <a:pt x="8548" y="6669"/>
                </a:lnTo>
                <a:lnTo>
                  <a:pt x="8453" y="6657"/>
                </a:lnTo>
                <a:close/>
                <a:moveTo>
                  <a:pt x="9225" y="5849"/>
                </a:moveTo>
                <a:lnTo>
                  <a:pt x="9463" y="5956"/>
                </a:lnTo>
                <a:lnTo>
                  <a:pt x="9641" y="6134"/>
                </a:lnTo>
                <a:lnTo>
                  <a:pt x="9736" y="6360"/>
                </a:lnTo>
                <a:lnTo>
                  <a:pt x="9748" y="6491"/>
                </a:lnTo>
                <a:lnTo>
                  <a:pt x="9748" y="7798"/>
                </a:lnTo>
                <a:lnTo>
                  <a:pt x="9736" y="7929"/>
                </a:lnTo>
                <a:lnTo>
                  <a:pt x="9641" y="8167"/>
                </a:lnTo>
                <a:lnTo>
                  <a:pt x="9463" y="8333"/>
                </a:lnTo>
                <a:lnTo>
                  <a:pt x="9225" y="8440"/>
                </a:lnTo>
                <a:lnTo>
                  <a:pt x="9094" y="8452"/>
                </a:lnTo>
                <a:lnTo>
                  <a:pt x="1297" y="8452"/>
                </a:lnTo>
                <a:lnTo>
                  <a:pt x="1166" y="8440"/>
                </a:lnTo>
                <a:lnTo>
                  <a:pt x="928" y="8333"/>
                </a:lnTo>
                <a:lnTo>
                  <a:pt x="750" y="8167"/>
                </a:lnTo>
                <a:lnTo>
                  <a:pt x="655" y="7929"/>
                </a:lnTo>
                <a:lnTo>
                  <a:pt x="643" y="7798"/>
                </a:lnTo>
                <a:lnTo>
                  <a:pt x="643" y="6491"/>
                </a:lnTo>
                <a:lnTo>
                  <a:pt x="655" y="6360"/>
                </a:lnTo>
                <a:lnTo>
                  <a:pt x="750" y="6134"/>
                </a:lnTo>
                <a:lnTo>
                  <a:pt x="928" y="5956"/>
                </a:lnTo>
                <a:lnTo>
                  <a:pt x="1166" y="5849"/>
                </a:lnTo>
                <a:close/>
                <a:moveTo>
                  <a:pt x="1297" y="5195"/>
                </a:moveTo>
                <a:lnTo>
                  <a:pt x="1035" y="5219"/>
                </a:lnTo>
                <a:lnTo>
                  <a:pt x="572" y="5409"/>
                </a:lnTo>
                <a:lnTo>
                  <a:pt x="215" y="5766"/>
                </a:lnTo>
                <a:lnTo>
                  <a:pt x="13" y="6229"/>
                </a:lnTo>
                <a:lnTo>
                  <a:pt x="1" y="6491"/>
                </a:lnTo>
                <a:lnTo>
                  <a:pt x="1" y="7798"/>
                </a:lnTo>
                <a:lnTo>
                  <a:pt x="13" y="8060"/>
                </a:lnTo>
                <a:lnTo>
                  <a:pt x="215" y="8523"/>
                </a:lnTo>
                <a:lnTo>
                  <a:pt x="572" y="8880"/>
                </a:lnTo>
                <a:lnTo>
                  <a:pt x="1035" y="9082"/>
                </a:lnTo>
                <a:lnTo>
                  <a:pt x="1297" y="9094"/>
                </a:lnTo>
                <a:lnTo>
                  <a:pt x="9094" y="9094"/>
                </a:lnTo>
                <a:lnTo>
                  <a:pt x="9368" y="9082"/>
                </a:lnTo>
                <a:lnTo>
                  <a:pt x="9831" y="8880"/>
                </a:lnTo>
                <a:lnTo>
                  <a:pt x="10188" y="8523"/>
                </a:lnTo>
                <a:lnTo>
                  <a:pt x="10378" y="8060"/>
                </a:lnTo>
                <a:lnTo>
                  <a:pt x="10402" y="7798"/>
                </a:lnTo>
                <a:lnTo>
                  <a:pt x="10402" y="6491"/>
                </a:lnTo>
                <a:lnTo>
                  <a:pt x="10378" y="6229"/>
                </a:lnTo>
                <a:lnTo>
                  <a:pt x="10188" y="5766"/>
                </a:lnTo>
                <a:lnTo>
                  <a:pt x="9831" y="5409"/>
                </a:lnTo>
                <a:lnTo>
                  <a:pt x="9368" y="5219"/>
                </a:lnTo>
                <a:lnTo>
                  <a:pt x="9094" y="5195"/>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6" name="Google Shape;3156;p174"/>
          <p:cNvSpPr/>
          <p:nvPr/>
        </p:nvSpPr>
        <p:spPr>
          <a:xfrm>
            <a:off x="4366556" y="4424708"/>
            <a:ext cx="564800" cy="564148"/>
          </a:xfrm>
          <a:custGeom>
            <a:rect b="b" l="l" r="r" t="t"/>
            <a:pathLst>
              <a:path extrusionOk="0" h="10378" w="10390">
                <a:moveTo>
                  <a:pt x="4387" y="1"/>
                </a:moveTo>
                <a:lnTo>
                  <a:pt x="4030" y="131"/>
                </a:lnTo>
                <a:lnTo>
                  <a:pt x="3887" y="262"/>
                </a:lnTo>
                <a:lnTo>
                  <a:pt x="2235" y="1914"/>
                </a:lnTo>
                <a:lnTo>
                  <a:pt x="2104" y="2069"/>
                </a:lnTo>
                <a:lnTo>
                  <a:pt x="1962" y="2414"/>
                </a:lnTo>
                <a:lnTo>
                  <a:pt x="1962" y="2782"/>
                </a:lnTo>
                <a:lnTo>
                  <a:pt x="2104" y="3139"/>
                </a:lnTo>
                <a:lnTo>
                  <a:pt x="2235" y="3281"/>
                </a:lnTo>
                <a:lnTo>
                  <a:pt x="2342" y="3365"/>
                </a:lnTo>
                <a:lnTo>
                  <a:pt x="2461" y="3376"/>
                </a:lnTo>
                <a:lnTo>
                  <a:pt x="2592" y="3365"/>
                </a:lnTo>
                <a:lnTo>
                  <a:pt x="2699" y="3281"/>
                </a:lnTo>
                <a:lnTo>
                  <a:pt x="2770" y="3174"/>
                </a:lnTo>
                <a:lnTo>
                  <a:pt x="2770" y="2925"/>
                </a:lnTo>
                <a:lnTo>
                  <a:pt x="2699" y="2818"/>
                </a:lnTo>
                <a:lnTo>
                  <a:pt x="2615" y="2723"/>
                </a:lnTo>
                <a:lnTo>
                  <a:pt x="2604" y="2604"/>
                </a:lnTo>
                <a:lnTo>
                  <a:pt x="2615" y="2473"/>
                </a:lnTo>
                <a:lnTo>
                  <a:pt x="2699" y="2378"/>
                </a:lnTo>
                <a:lnTo>
                  <a:pt x="4351" y="714"/>
                </a:lnTo>
                <a:lnTo>
                  <a:pt x="4446" y="642"/>
                </a:lnTo>
                <a:lnTo>
                  <a:pt x="4696" y="642"/>
                </a:lnTo>
                <a:lnTo>
                  <a:pt x="4803" y="726"/>
                </a:lnTo>
                <a:lnTo>
                  <a:pt x="5302" y="1189"/>
                </a:lnTo>
                <a:lnTo>
                  <a:pt x="5409" y="1261"/>
                </a:lnTo>
                <a:lnTo>
                  <a:pt x="5659" y="1249"/>
                </a:lnTo>
                <a:lnTo>
                  <a:pt x="5766" y="1177"/>
                </a:lnTo>
                <a:lnTo>
                  <a:pt x="5837" y="1058"/>
                </a:lnTo>
                <a:lnTo>
                  <a:pt x="5825" y="821"/>
                </a:lnTo>
                <a:lnTo>
                  <a:pt x="5742" y="714"/>
                </a:lnTo>
                <a:lnTo>
                  <a:pt x="5254" y="262"/>
                </a:lnTo>
                <a:lnTo>
                  <a:pt x="5112" y="131"/>
                </a:lnTo>
                <a:lnTo>
                  <a:pt x="4755" y="1"/>
                </a:lnTo>
                <a:close/>
                <a:moveTo>
                  <a:pt x="7870" y="1296"/>
                </a:moveTo>
                <a:lnTo>
                  <a:pt x="7976" y="1368"/>
                </a:lnTo>
                <a:lnTo>
                  <a:pt x="9011" y="2402"/>
                </a:lnTo>
                <a:lnTo>
                  <a:pt x="9082" y="2509"/>
                </a:lnTo>
                <a:lnTo>
                  <a:pt x="9082" y="2758"/>
                </a:lnTo>
                <a:lnTo>
                  <a:pt x="9011" y="2865"/>
                </a:lnTo>
                <a:lnTo>
                  <a:pt x="8999" y="2853"/>
                </a:lnTo>
                <a:lnTo>
                  <a:pt x="5884" y="5980"/>
                </a:lnTo>
                <a:lnTo>
                  <a:pt x="5742" y="5754"/>
                </a:lnTo>
                <a:lnTo>
                  <a:pt x="5421" y="5338"/>
                </a:lnTo>
                <a:lnTo>
                  <a:pt x="5243" y="5136"/>
                </a:lnTo>
                <a:lnTo>
                  <a:pt x="5040" y="4946"/>
                </a:lnTo>
                <a:lnTo>
                  <a:pt x="4624" y="4625"/>
                </a:lnTo>
                <a:lnTo>
                  <a:pt x="4399" y="4482"/>
                </a:lnTo>
                <a:lnTo>
                  <a:pt x="7513" y="1368"/>
                </a:lnTo>
                <a:lnTo>
                  <a:pt x="7620" y="1296"/>
                </a:lnTo>
                <a:close/>
                <a:moveTo>
                  <a:pt x="9308" y="4541"/>
                </a:moveTo>
                <a:lnTo>
                  <a:pt x="9201" y="4613"/>
                </a:lnTo>
                <a:lnTo>
                  <a:pt x="9118" y="4720"/>
                </a:lnTo>
                <a:lnTo>
                  <a:pt x="9106" y="4969"/>
                </a:lnTo>
                <a:lnTo>
                  <a:pt x="9189" y="5076"/>
                </a:lnTo>
                <a:lnTo>
                  <a:pt x="9653" y="5587"/>
                </a:lnTo>
                <a:lnTo>
                  <a:pt x="9736" y="5683"/>
                </a:lnTo>
                <a:lnTo>
                  <a:pt x="9748" y="5801"/>
                </a:lnTo>
                <a:lnTo>
                  <a:pt x="9736" y="5932"/>
                </a:lnTo>
                <a:lnTo>
                  <a:pt x="9653" y="6027"/>
                </a:lnTo>
                <a:lnTo>
                  <a:pt x="8000" y="7691"/>
                </a:lnTo>
                <a:lnTo>
                  <a:pt x="7893" y="7763"/>
                </a:lnTo>
                <a:lnTo>
                  <a:pt x="7656" y="7763"/>
                </a:lnTo>
                <a:lnTo>
                  <a:pt x="7549" y="7691"/>
                </a:lnTo>
                <a:lnTo>
                  <a:pt x="7442" y="7608"/>
                </a:lnTo>
                <a:lnTo>
                  <a:pt x="7192" y="7608"/>
                </a:lnTo>
                <a:lnTo>
                  <a:pt x="7097" y="7691"/>
                </a:lnTo>
                <a:lnTo>
                  <a:pt x="7014" y="7786"/>
                </a:lnTo>
                <a:lnTo>
                  <a:pt x="7014" y="8036"/>
                </a:lnTo>
                <a:lnTo>
                  <a:pt x="7097" y="8143"/>
                </a:lnTo>
                <a:lnTo>
                  <a:pt x="7240" y="8274"/>
                </a:lnTo>
                <a:lnTo>
                  <a:pt x="7584" y="8416"/>
                </a:lnTo>
                <a:lnTo>
                  <a:pt x="7774" y="8428"/>
                </a:lnTo>
                <a:lnTo>
                  <a:pt x="7965" y="8416"/>
                </a:lnTo>
                <a:lnTo>
                  <a:pt x="8309" y="8274"/>
                </a:lnTo>
                <a:lnTo>
                  <a:pt x="8464" y="8143"/>
                </a:lnTo>
                <a:lnTo>
                  <a:pt x="10116" y="6491"/>
                </a:lnTo>
                <a:lnTo>
                  <a:pt x="10247" y="6336"/>
                </a:lnTo>
                <a:lnTo>
                  <a:pt x="10390" y="5980"/>
                </a:lnTo>
                <a:lnTo>
                  <a:pt x="10390" y="5611"/>
                </a:lnTo>
                <a:lnTo>
                  <a:pt x="10247" y="5278"/>
                </a:lnTo>
                <a:lnTo>
                  <a:pt x="10128" y="5136"/>
                </a:lnTo>
                <a:lnTo>
                  <a:pt x="9664" y="4636"/>
                </a:lnTo>
                <a:lnTo>
                  <a:pt x="9557" y="4553"/>
                </a:lnTo>
                <a:lnTo>
                  <a:pt x="9308" y="4541"/>
                </a:lnTo>
                <a:close/>
                <a:moveTo>
                  <a:pt x="1629" y="8405"/>
                </a:moveTo>
                <a:lnTo>
                  <a:pt x="1736" y="8428"/>
                </a:lnTo>
                <a:lnTo>
                  <a:pt x="1914" y="8607"/>
                </a:lnTo>
                <a:lnTo>
                  <a:pt x="1926" y="8737"/>
                </a:lnTo>
                <a:lnTo>
                  <a:pt x="1914" y="8868"/>
                </a:lnTo>
                <a:lnTo>
                  <a:pt x="1748" y="9035"/>
                </a:lnTo>
                <a:lnTo>
                  <a:pt x="1629" y="9058"/>
                </a:lnTo>
                <a:lnTo>
                  <a:pt x="1498" y="9035"/>
                </a:lnTo>
                <a:lnTo>
                  <a:pt x="1332" y="8868"/>
                </a:lnTo>
                <a:lnTo>
                  <a:pt x="1320" y="8737"/>
                </a:lnTo>
                <a:lnTo>
                  <a:pt x="1332" y="8607"/>
                </a:lnTo>
                <a:lnTo>
                  <a:pt x="1510" y="8428"/>
                </a:lnTo>
                <a:lnTo>
                  <a:pt x="1629" y="8405"/>
                </a:lnTo>
                <a:close/>
                <a:moveTo>
                  <a:pt x="2199" y="4529"/>
                </a:moveTo>
                <a:lnTo>
                  <a:pt x="2556" y="4541"/>
                </a:lnTo>
                <a:lnTo>
                  <a:pt x="3257" y="4672"/>
                </a:lnTo>
                <a:lnTo>
                  <a:pt x="3923" y="4946"/>
                </a:lnTo>
                <a:lnTo>
                  <a:pt x="4517" y="5350"/>
                </a:lnTo>
                <a:lnTo>
                  <a:pt x="4779" y="5599"/>
                </a:lnTo>
                <a:lnTo>
                  <a:pt x="4969" y="5789"/>
                </a:lnTo>
                <a:lnTo>
                  <a:pt x="5290" y="6229"/>
                </a:lnTo>
                <a:lnTo>
                  <a:pt x="5540" y="6693"/>
                </a:lnTo>
                <a:lnTo>
                  <a:pt x="5718" y="7180"/>
                </a:lnTo>
                <a:lnTo>
                  <a:pt x="5825" y="7691"/>
                </a:lnTo>
                <a:lnTo>
                  <a:pt x="5849" y="8203"/>
                </a:lnTo>
                <a:lnTo>
                  <a:pt x="5801" y="8726"/>
                </a:lnTo>
                <a:lnTo>
                  <a:pt x="5682" y="9249"/>
                </a:lnTo>
                <a:lnTo>
                  <a:pt x="5587" y="9498"/>
                </a:lnTo>
                <a:lnTo>
                  <a:pt x="880" y="4767"/>
                </a:lnTo>
                <a:lnTo>
                  <a:pt x="1201" y="4660"/>
                </a:lnTo>
                <a:lnTo>
                  <a:pt x="1855" y="4541"/>
                </a:lnTo>
                <a:lnTo>
                  <a:pt x="2199" y="4529"/>
                </a:lnTo>
                <a:close/>
                <a:moveTo>
                  <a:pt x="7549" y="642"/>
                </a:moveTo>
                <a:lnTo>
                  <a:pt x="7204" y="785"/>
                </a:lnTo>
                <a:lnTo>
                  <a:pt x="7049" y="916"/>
                </a:lnTo>
                <a:lnTo>
                  <a:pt x="3780" y="4161"/>
                </a:lnTo>
                <a:lnTo>
                  <a:pt x="3400" y="4030"/>
                </a:lnTo>
                <a:lnTo>
                  <a:pt x="2604" y="3888"/>
                </a:lnTo>
                <a:lnTo>
                  <a:pt x="2199" y="3876"/>
                </a:lnTo>
                <a:lnTo>
                  <a:pt x="1938" y="3876"/>
                </a:lnTo>
                <a:lnTo>
                  <a:pt x="1415" y="3947"/>
                </a:lnTo>
                <a:lnTo>
                  <a:pt x="904" y="4066"/>
                </a:lnTo>
                <a:lnTo>
                  <a:pt x="405" y="4268"/>
                </a:lnTo>
                <a:lnTo>
                  <a:pt x="167" y="4387"/>
                </a:lnTo>
                <a:lnTo>
                  <a:pt x="95" y="4434"/>
                </a:lnTo>
                <a:lnTo>
                  <a:pt x="12" y="4553"/>
                </a:lnTo>
                <a:lnTo>
                  <a:pt x="0" y="4708"/>
                </a:lnTo>
                <a:lnTo>
                  <a:pt x="48" y="4850"/>
                </a:lnTo>
                <a:lnTo>
                  <a:pt x="95" y="4910"/>
                </a:lnTo>
                <a:lnTo>
                  <a:pt x="2556" y="7359"/>
                </a:lnTo>
                <a:lnTo>
                  <a:pt x="2045" y="7870"/>
                </a:lnTo>
                <a:lnTo>
                  <a:pt x="1843" y="7798"/>
                </a:lnTo>
                <a:lnTo>
                  <a:pt x="1629" y="7775"/>
                </a:lnTo>
                <a:lnTo>
                  <a:pt x="1427" y="7786"/>
                </a:lnTo>
                <a:lnTo>
                  <a:pt x="1070" y="7941"/>
                </a:lnTo>
                <a:lnTo>
                  <a:pt x="809" y="8203"/>
                </a:lnTo>
                <a:lnTo>
                  <a:pt x="666" y="8547"/>
                </a:lnTo>
                <a:lnTo>
                  <a:pt x="654" y="8749"/>
                </a:lnTo>
                <a:lnTo>
                  <a:pt x="666" y="8951"/>
                </a:lnTo>
                <a:lnTo>
                  <a:pt x="809" y="9296"/>
                </a:lnTo>
                <a:lnTo>
                  <a:pt x="1070" y="9558"/>
                </a:lnTo>
                <a:lnTo>
                  <a:pt x="1427" y="9712"/>
                </a:lnTo>
                <a:lnTo>
                  <a:pt x="1629" y="9724"/>
                </a:lnTo>
                <a:lnTo>
                  <a:pt x="1819" y="9712"/>
                </a:lnTo>
                <a:lnTo>
                  <a:pt x="2176" y="9558"/>
                </a:lnTo>
                <a:lnTo>
                  <a:pt x="2437" y="9296"/>
                </a:lnTo>
                <a:lnTo>
                  <a:pt x="2580" y="8951"/>
                </a:lnTo>
                <a:lnTo>
                  <a:pt x="2604" y="8749"/>
                </a:lnTo>
                <a:lnTo>
                  <a:pt x="2580" y="8535"/>
                </a:lnTo>
                <a:lnTo>
                  <a:pt x="2497" y="8333"/>
                </a:lnTo>
                <a:lnTo>
                  <a:pt x="3008" y="7822"/>
                </a:lnTo>
                <a:lnTo>
                  <a:pt x="5468" y="10271"/>
                </a:lnTo>
                <a:lnTo>
                  <a:pt x="5575" y="10354"/>
                </a:lnTo>
                <a:lnTo>
                  <a:pt x="5682" y="10378"/>
                </a:lnTo>
                <a:lnTo>
                  <a:pt x="5766" y="10366"/>
                </a:lnTo>
                <a:lnTo>
                  <a:pt x="5920" y="10295"/>
                </a:lnTo>
                <a:lnTo>
                  <a:pt x="5968" y="10211"/>
                </a:lnTo>
                <a:lnTo>
                  <a:pt x="6182" y="9783"/>
                </a:lnTo>
                <a:lnTo>
                  <a:pt x="6431" y="8892"/>
                </a:lnTo>
                <a:lnTo>
                  <a:pt x="6479" y="7965"/>
                </a:lnTo>
                <a:lnTo>
                  <a:pt x="6324" y="7038"/>
                </a:lnTo>
                <a:lnTo>
                  <a:pt x="6170" y="6598"/>
                </a:lnTo>
                <a:lnTo>
                  <a:pt x="9462" y="3317"/>
                </a:lnTo>
                <a:lnTo>
                  <a:pt x="9593" y="3174"/>
                </a:lnTo>
                <a:lnTo>
                  <a:pt x="9736" y="2818"/>
                </a:lnTo>
                <a:lnTo>
                  <a:pt x="9736" y="2449"/>
                </a:lnTo>
                <a:lnTo>
                  <a:pt x="9593" y="2093"/>
                </a:lnTo>
                <a:lnTo>
                  <a:pt x="9462" y="1938"/>
                </a:lnTo>
                <a:lnTo>
                  <a:pt x="8428" y="916"/>
                </a:lnTo>
                <a:lnTo>
                  <a:pt x="8286" y="785"/>
                </a:lnTo>
                <a:lnTo>
                  <a:pt x="7929" y="642"/>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7" name="Google Shape;3157;p174"/>
          <p:cNvSpPr/>
          <p:nvPr/>
        </p:nvSpPr>
        <p:spPr>
          <a:xfrm>
            <a:off x="5446931" y="4423403"/>
            <a:ext cx="565453" cy="565453"/>
          </a:xfrm>
          <a:custGeom>
            <a:rect b="b" l="l" r="r" t="t"/>
            <a:pathLst>
              <a:path extrusionOk="0" h="10402" w="10402">
                <a:moveTo>
                  <a:pt x="2449" y="655"/>
                </a:moveTo>
                <a:lnTo>
                  <a:pt x="2758" y="714"/>
                </a:lnTo>
                <a:lnTo>
                  <a:pt x="3055" y="845"/>
                </a:lnTo>
                <a:lnTo>
                  <a:pt x="3317" y="1023"/>
                </a:lnTo>
                <a:lnTo>
                  <a:pt x="3531" y="1237"/>
                </a:lnTo>
                <a:lnTo>
                  <a:pt x="3709" y="1499"/>
                </a:lnTo>
                <a:lnTo>
                  <a:pt x="3828" y="1784"/>
                </a:lnTo>
                <a:lnTo>
                  <a:pt x="3899" y="2105"/>
                </a:lnTo>
                <a:lnTo>
                  <a:pt x="3899" y="2271"/>
                </a:lnTo>
                <a:lnTo>
                  <a:pt x="3899" y="2438"/>
                </a:lnTo>
                <a:lnTo>
                  <a:pt x="3828" y="2759"/>
                </a:lnTo>
                <a:lnTo>
                  <a:pt x="3709" y="3056"/>
                </a:lnTo>
                <a:lnTo>
                  <a:pt x="3531" y="3305"/>
                </a:lnTo>
                <a:lnTo>
                  <a:pt x="3317" y="3531"/>
                </a:lnTo>
                <a:lnTo>
                  <a:pt x="3055" y="3710"/>
                </a:lnTo>
                <a:lnTo>
                  <a:pt x="2758" y="3828"/>
                </a:lnTo>
                <a:lnTo>
                  <a:pt x="2449" y="3900"/>
                </a:lnTo>
                <a:lnTo>
                  <a:pt x="2116" y="3900"/>
                </a:lnTo>
                <a:lnTo>
                  <a:pt x="1795" y="3828"/>
                </a:lnTo>
                <a:lnTo>
                  <a:pt x="1498" y="3710"/>
                </a:lnTo>
                <a:lnTo>
                  <a:pt x="1248" y="3531"/>
                </a:lnTo>
                <a:lnTo>
                  <a:pt x="1023" y="3305"/>
                </a:lnTo>
                <a:lnTo>
                  <a:pt x="844" y="3056"/>
                </a:lnTo>
                <a:lnTo>
                  <a:pt x="725" y="2759"/>
                </a:lnTo>
                <a:lnTo>
                  <a:pt x="654" y="2438"/>
                </a:lnTo>
                <a:lnTo>
                  <a:pt x="654" y="2271"/>
                </a:lnTo>
                <a:lnTo>
                  <a:pt x="654" y="2105"/>
                </a:lnTo>
                <a:lnTo>
                  <a:pt x="725" y="1796"/>
                </a:lnTo>
                <a:lnTo>
                  <a:pt x="844" y="1499"/>
                </a:lnTo>
                <a:lnTo>
                  <a:pt x="1023" y="1237"/>
                </a:lnTo>
                <a:lnTo>
                  <a:pt x="1237" y="1023"/>
                </a:lnTo>
                <a:lnTo>
                  <a:pt x="1498" y="845"/>
                </a:lnTo>
                <a:lnTo>
                  <a:pt x="1795" y="714"/>
                </a:lnTo>
                <a:lnTo>
                  <a:pt x="2116" y="655"/>
                </a:lnTo>
                <a:close/>
                <a:moveTo>
                  <a:pt x="7085" y="5825"/>
                </a:moveTo>
                <a:lnTo>
                  <a:pt x="6847" y="5849"/>
                </a:lnTo>
                <a:lnTo>
                  <a:pt x="6740" y="5944"/>
                </a:lnTo>
                <a:lnTo>
                  <a:pt x="6669" y="6051"/>
                </a:lnTo>
                <a:lnTo>
                  <a:pt x="6693" y="6301"/>
                </a:lnTo>
                <a:lnTo>
                  <a:pt x="6776" y="6396"/>
                </a:lnTo>
                <a:lnTo>
                  <a:pt x="9866" y="9023"/>
                </a:lnTo>
                <a:lnTo>
                  <a:pt x="9985" y="9094"/>
                </a:lnTo>
                <a:lnTo>
                  <a:pt x="10235" y="9071"/>
                </a:lnTo>
                <a:lnTo>
                  <a:pt x="10330" y="8987"/>
                </a:lnTo>
                <a:lnTo>
                  <a:pt x="10401" y="8868"/>
                </a:lnTo>
                <a:lnTo>
                  <a:pt x="10378" y="8631"/>
                </a:lnTo>
                <a:lnTo>
                  <a:pt x="10294" y="8524"/>
                </a:lnTo>
                <a:lnTo>
                  <a:pt x="7204" y="5897"/>
                </a:lnTo>
                <a:lnTo>
                  <a:pt x="7085" y="5825"/>
                </a:lnTo>
                <a:close/>
                <a:moveTo>
                  <a:pt x="2449" y="6503"/>
                </a:moveTo>
                <a:lnTo>
                  <a:pt x="2758" y="6574"/>
                </a:lnTo>
                <a:lnTo>
                  <a:pt x="3055" y="6693"/>
                </a:lnTo>
                <a:lnTo>
                  <a:pt x="3317" y="6871"/>
                </a:lnTo>
                <a:lnTo>
                  <a:pt x="3531" y="7085"/>
                </a:lnTo>
                <a:lnTo>
                  <a:pt x="3709" y="7347"/>
                </a:lnTo>
                <a:lnTo>
                  <a:pt x="3828" y="7644"/>
                </a:lnTo>
                <a:lnTo>
                  <a:pt x="3899" y="7953"/>
                </a:lnTo>
                <a:lnTo>
                  <a:pt x="3899" y="8120"/>
                </a:lnTo>
                <a:lnTo>
                  <a:pt x="3899" y="8286"/>
                </a:lnTo>
                <a:lnTo>
                  <a:pt x="3828" y="8607"/>
                </a:lnTo>
                <a:lnTo>
                  <a:pt x="3709" y="8904"/>
                </a:lnTo>
                <a:lnTo>
                  <a:pt x="3531" y="9166"/>
                </a:lnTo>
                <a:lnTo>
                  <a:pt x="3317" y="9380"/>
                </a:lnTo>
                <a:lnTo>
                  <a:pt x="3055" y="9558"/>
                </a:lnTo>
                <a:lnTo>
                  <a:pt x="2758" y="9677"/>
                </a:lnTo>
                <a:lnTo>
                  <a:pt x="2449" y="9748"/>
                </a:lnTo>
                <a:lnTo>
                  <a:pt x="2116" y="9748"/>
                </a:lnTo>
                <a:lnTo>
                  <a:pt x="1795" y="9677"/>
                </a:lnTo>
                <a:lnTo>
                  <a:pt x="1498" y="9558"/>
                </a:lnTo>
                <a:lnTo>
                  <a:pt x="1248" y="9380"/>
                </a:lnTo>
                <a:lnTo>
                  <a:pt x="1023" y="9166"/>
                </a:lnTo>
                <a:lnTo>
                  <a:pt x="844" y="8904"/>
                </a:lnTo>
                <a:lnTo>
                  <a:pt x="725" y="8607"/>
                </a:lnTo>
                <a:lnTo>
                  <a:pt x="654" y="8286"/>
                </a:lnTo>
                <a:lnTo>
                  <a:pt x="654" y="8120"/>
                </a:lnTo>
                <a:lnTo>
                  <a:pt x="654" y="7953"/>
                </a:lnTo>
                <a:lnTo>
                  <a:pt x="725" y="7644"/>
                </a:lnTo>
                <a:lnTo>
                  <a:pt x="844" y="7347"/>
                </a:lnTo>
                <a:lnTo>
                  <a:pt x="1023" y="7085"/>
                </a:lnTo>
                <a:lnTo>
                  <a:pt x="1237" y="6871"/>
                </a:lnTo>
                <a:lnTo>
                  <a:pt x="1498" y="6693"/>
                </a:lnTo>
                <a:lnTo>
                  <a:pt x="1795" y="6574"/>
                </a:lnTo>
                <a:lnTo>
                  <a:pt x="2116" y="6503"/>
                </a:lnTo>
                <a:close/>
                <a:moveTo>
                  <a:pt x="2283" y="1"/>
                </a:moveTo>
                <a:lnTo>
                  <a:pt x="2045" y="13"/>
                </a:lnTo>
                <a:lnTo>
                  <a:pt x="1605" y="96"/>
                </a:lnTo>
                <a:lnTo>
                  <a:pt x="1189" y="274"/>
                </a:lnTo>
                <a:lnTo>
                  <a:pt x="832" y="512"/>
                </a:lnTo>
                <a:lnTo>
                  <a:pt x="523" y="821"/>
                </a:lnTo>
                <a:lnTo>
                  <a:pt x="274" y="1189"/>
                </a:lnTo>
                <a:lnTo>
                  <a:pt x="107" y="1594"/>
                </a:lnTo>
                <a:lnTo>
                  <a:pt x="12" y="2045"/>
                </a:lnTo>
                <a:lnTo>
                  <a:pt x="0" y="2271"/>
                </a:lnTo>
                <a:lnTo>
                  <a:pt x="12" y="2509"/>
                </a:lnTo>
                <a:lnTo>
                  <a:pt x="107" y="2949"/>
                </a:lnTo>
                <a:lnTo>
                  <a:pt x="274" y="3365"/>
                </a:lnTo>
                <a:lnTo>
                  <a:pt x="523" y="3721"/>
                </a:lnTo>
                <a:lnTo>
                  <a:pt x="832" y="4030"/>
                </a:lnTo>
                <a:lnTo>
                  <a:pt x="1189" y="4280"/>
                </a:lnTo>
                <a:lnTo>
                  <a:pt x="1605" y="4446"/>
                </a:lnTo>
                <a:lnTo>
                  <a:pt x="2045" y="4542"/>
                </a:lnTo>
                <a:lnTo>
                  <a:pt x="2283" y="4553"/>
                </a:lnTo>
                <a:lnTo>
                  <a:pt x="2508" y="4542"/>
                </a:lnTo>
                <a:lnTo>
                  <a:pt x="2925" y="4458"/>
                </a:lnTo>
                <a:lnTo>
                  <a:pt x="3329" y="4304"/>
                </a:lnTo>
                <a:lnTo>
                  <a:pt x="3673" y="4078"/>
                </a:lnTo>
                <a:lnTo>
                  <a:pt x="3828" y="3935"/>
                </a:lnTo>
                <a:lnTo>
                  <a:pt x="5338" y="5195"/>
                </a:lnTo>
                <a:lnTo>
                  <a:pt x="3828" y="6455"/>
                </a:lnTo>
                <a:lnTo>
                  <a:pt x="3673" y="6325"/>
                </a:lnTo>
                <a:lnTo>
                  <a:pt x="3317" y="6099"/>
                </a:lnTo>
                <a:lnTo>
                  <a:pt x="2925" y="5944"/>
                </a:lnTo>
                <a:lnTo>
                  <a:pt x="2508" y="5861"/>
                </a:lnTo>
                <a:lnTo>
                  <a:pt x="2283" y="5849"/>
                </a:lnTo>
                <a:lnTo>
                  <a:pt x="2045" y="5861"/>
                </a:lnTo>
                <a:lnTo>
                  <a:pt x="1605" y="5944"/>
                </a:lnTo>
                <a:lnTo>
                  <a:pt x="1189" y="6123"/>
                </a:lnTo>
                <a:lnTo>
                  <a:pt x="832" y="6360"/>
                </a:lnTo>
                <a:lnTo>
                  <a:pt x="523" y="6669"/>
                </a:lnTo>
                <a:lnTo>
                  <a:pt x="274" y="7038"/>
                </a:lnTo>
                <a:lnTo>
                  <a:pt x="107" y="7442"/>
                </a:lnTo>
                <a:lnTo>
                  <a:pt x="12" y="7894"/>
                </a:lnTo>
                <a:lnTo>
                  <a:pt x="0" y="8120"/>
                </a:lnTo>
                <a:lnTo>
                  <a:pt x="12" y="8357"/>
                </a:lnTo>
                <a:lnTo>
                  <a:pt x="107" y="8797"/>
                </a:lnTo>
                <a:lnTo>
                  <a:pt x="274" y="9213"/>
                </a:lnTo>
                <a:lnTo>
                  <a:pt x="523" y="9570"/>
                </a:lnTo>
                <a:lnTo>
                  <a:pt x="832" y="9879"/>
                </a:lnTo>
                <a:lnTo>
                  <a:pt x="1189" y="10128"/>
                </a:lnTo>
                <a:lnTo>
                  <a:pt x="1605" y="10295"/>
                </a:lnTo>
                <a:lnTo>
                  <a:pt x="2045" y="10390"/>
                </a:lnTo>
                <a:lnTo>
                  <a:pt x="2283" y="10402"/>
                </a:lnTo>
                <a:lnTo>
                  <a:pt x="2508" y="10390"/>
                </a:lnTo>
                <a:lnTo>
                  <a:pt x="2960" y="10295"/>
                </a:lnTo>
                <a:lnTo>
                  <a:pt x="3364" y="10128"/>
                </a:lnTo>
                <a:lnTo>
                  <a:pt x="3733" y="9879"/>
                </a:lnTo>
                <a:lnTo>
                  <a:pt x="4042" y="9570"/>
                </a:lnTo>
                <a:lnTo>
                  <a:pt x="4280" y="9213"/>
                </a:lnTo>
                <a:lnTo>
                  <a:pt x="4458" y="8797"/>
                </a:lnTo>
                <a:lnTo>
                  <a:pt x="4541" y="8357"/>
                </a:lnTo>
                <a:lnTo>
                  <a:pt x="4553" y="8120"/>
                </a:lnTo>
                <a:lnTo>
                  <a:pt x="4541" y="7810"/>
                </a:lnTo>
                <a:lnTo>
                  <a:pt x="4375" y="7228"/>
                </a:lnTo>
                <a:lnTo>
                  <a:pt x="4244" y="6967"/>
                </a:lnTo>
                <a:lnTo>
                  <a:pt x="10294" y="1867"/>
                </a:lnTo>
                <a:lnTo>
                  <a:pt x="10378" y="1772"/>
                </a:lnTo>
                <a:lnTo>
                  <a:pt x="10401" y="1522"/>
                </a:lnTo>
                <a:lnTo>
                  <a:pt x="10330" y="1415"/>
                </a:lnTo>
                <a:lnTo>
                  <a:pt x="10235" y="1332"/>
                </a:lnTo>
                <a:lnTo>
                  <a:pt x="9985" y="1308"/>
                </a:lnTo>
                <a:lnTo>
                  <a:pt x="9866" y="1380"/>
                </a:lnTo>
                <a:lnTo>
                  <a:pt x="5837" y="4779"/>
                </a:lnTo>
                <a:lnTo>
                  <a:pt x="4244" y="3436"/>
                </a:lnTo>
                <a:lnTo>
                  <a:pt x="4375" y="3175"/>
                </a:lnTo>
                <a:lnTo>
                  <a:pt x="4541" y="2592"/>
                </a:lnTo>
                <a:lnTo>
                  <a:pt x="4553" y="2271"/>
                </a:lnTo>
                <a:lnTo>
                  <a:pt x="4541" y="2045"/>
                </a:lnTo>
                <a:lnTo>
                  <a:pt x="4458" y="1594"/>
                </a:lnTo>
                <a:lnTo>
                  <a:pt x="4280" y="1189"/>
                </a:lnTo>
                <a:lnTo>
                  <a:pt x="4042" y="821"/>
                </a:lnTo>
                <a:lnTo>
                  <a:pt x="3733" y="512"/>
                </a:lnTo>
                <a:lnTo>
                  <a:pt x="3364" y="274"/>
                </a:lnTo>
                <a:lnTo>
                  <a:pt x="2960" y="96"/>
                </a:lnTo>
                <a:lnTo>
                  <a:pt x="2508" y="13"/>
                </a:lnTo>
                <a:lnTo>
                  <a:pt x="2283"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8" name="Google Shape;3158;p174"/>
          <p:cNvSpPr/>
          <p:nvPr/>
        </p:nvSpPr>
        <p:spPr>
          <a:xfrm>
            <a:off x="1089227" y="4423403"/>
            <a:ext cx="635903" cy="565453"/>
          </a:xfrm>
          <a:custGeom>
            <a:rect b="b" l="l" r="r" t="t"/>
            <a:pathLst>
              <a:path extrusionOk="0" h="10402" w="11698">
                <a:moveTo>
                  <a:pt x="7145" y="1"/>
                </a:moveTo>
                <a:lnTo>
                  <a:pt x="6539" y="25"/>
                </a:lnTo>
                <a:lnTo>
                  <a:pt x="5350" y="227"/>
                </a:lnTo>
                <a:lnTo>
                  <a:pt x="4233" y="631"/>
                </a:lnTo>
                <a:lnTo>
                  <a:pt x="3187" y="1237"/>
                </a:lnTo>
                <a:lnTo>
                  <a:pt x="2711" y="1606"/>
                </a:lnTo>
                <a:lnTo>
                  <a:pt x="2664" y="1653"/>
                </a:lnTo>
                <a:lnTo>
                  <a:pt x="2592" y="1772"/>
                </a:lnTo>
                <a:lnTo>
                  <a:pt x="2592" y="1950"/>
                </a:lnTo>
                <a:lnTo>
                  <a:pt x="2675" y="2069"/>
                </a:lnTo>
                <a:lnTo>
                  <a:pt x="2770" y="2152"/>
                </a:lnTo>
                <a:lnTo>
                  <a:pt x="3020" y="2176"/>
                </a:lnTo>
                <a:lnTo>
                  <a:pt x="3127" y="2105"/>
                </a:lnTo>
                <a:lnTo>
                  <a:pt x="3555" y="1772"/>
                </a:lnTo>
                <a:lnTo>
                  <a:pt x="4506" y="1225"/>
                </a:lnTo>
                <a:lnTo>
                  <a:pt x="5528" y="857"/>
                </a:lnTo>
                <a:lnTo>
                  <a:pt x="6598" y="666"/>
                </a:lnTo>
                <a:lnTo>
                  <a:pt x="7145" y="655"/>
                </a:lnTo>
                <a:lnTo>
                  <a:pt x="7692" y="666"/>
                </a:lnTo>
                <a:lnTo>
                  <a:pt x="8773" y="857"/>
                </a:lnTo>
                <a:lnTo>
                  <a:pt x="9784" y="1225"/>
                </a:lnTo>
                <a:lnTo>
                  <a:pt x="10735" y="1772"/>
                </a:lnTo>
                <a:lnTo>
                  <a:pt x="11163" y="2105"/>
                </a:lnTo>
                <a:lnTo>
                  <a:pt x="11258" y="2164"/>
                </a:lnTo>
                <a:lnTo>
                  <a:pt x="11377" y="2188"/>
                </a:lnTo>
                <a:lnTo>
                  <a:pt x="11436" y="2176"/>
                </a:lnTo>
                <a:lnTo>
                  <a:pt x="11567" y="2117"/>
                </a:lnTo>
                <a:lnTo>
                  <a:pt x="11626" y="2069"/>
                </a:lnTo>
                <a:lnTo>
                  <a:pt x="11686" y="1950"/>
                </a:lnTo>
                <a:lnTo>
                  <a:pt x="11662" y="1713"/>
                </a:lnTo>
                <a:lnTo>
                  <a:pt x="11579" y="1606"/>
                </a:lnTo>
                <a:lnTo>
                  <a:pt x="11103" y="1237"/>
                </a:lnTo>
                <a:lnTo>
                  <a:pt x="10057" y="631"/>
                </a:lnTo>
                <a:lnTo>
                  <a:pt x="8940" y="227"/>
                </a:lnTo>
                <a:lnTo>
                  <a:pt x="7751" y="25"/>
                </a:lnTo>
                <a:lnTo>
                  <a:pt x="7145" y="1"/>
                </a:lnTo>
                <a:close/>
                <a:moveTo>
                  <a:pt x="7145" y="1950"/>
                </a:moveTo>
                <a:lnTo>
                  <a:pt x="6717" y="1962"/>
                </a:lnTo>
                <a:lnTo>
                  <a:pt x="5885" y="2105"/>
                </a:lnTo>
                <a:lnTo>
                  <a:pt x="5088" y="2390"/>
                </a:lnTo>
                <a:lnTo>
                  <a:pt x="4351" y="2806"/>
                </a:lnTo>
                <a:lnTo>
                  <a:pt x="4019" y="3068"/>
                </a:lnTo>
                <a:lnTo>
                  <a:pt x="3912" y="3175"/>
                </a:lnTo>
                <a:lnTo>
                  <a:pt x="3900" y="3436"/>
                </a:lnTo>
                <a:lnTo>
                  <a:pt x="3971" y="3543"/>
                </a:lnTo>
                <a:lnTo>
                  <a:pt x="4066" y="3638"/>
                </a:lnTo>
                <a:lnTo>
                  <a:pt x="4316" y="3650"/>
                </a:lnTo>
                <a:lnTo>
                  <a:pt x="4435" y="3591"/>
                </a:lnTo>
                <a:lnTo>
                  <a:pt x="4720" y="3353"/>
                </a:lnTo>
                <a:lnTo>
                  <a:pt x="5362" y="2984"/>
                </a:lnTo>
                <a:lnTo>
                  <a:pt x="6051" y="2735"/>
                </a:lnTo>
                <a:lnTo>
                  <a:pt x="6776" y="2616"/>
                </a:lnTo>
                <a:lnTo>
                  <a:pt x="7145" y="2604"/>
                </a:lnTo>
                <a:lnTo>
                  <a:pt x="7513" y="2616"/>
                </a:lnTo>
                <a:lnTo>
                  <a:pt x="8238" y="2735"/>
                </a:lnTo>
                <a:lnTo>
                  <a:pt x="8928" y="2984"/>
                </a:lnTo>
                <a:lnTo>
                  <a:pt x="9570" y="3353"/>
                </a:lnTo>
                <a:lnTo>
                  <a:pt x="9867" y="3591"/>
                </a:lnTo>
                <a:lnTo>
                  <a:pt x="9962" y="3650"/>
                </a:lnTo>
                <a:lnTo>
                  <a:pt x="10069" y="3662"/>
                </a:lnTo>
                <a:lnTo>
                  <a:pt x="10140" y="3650"/>
                </a:lnTo>
                <a:lnTo>
                  <a:pt x="10271" y="3591"/>
                </a:lnTo>
                <a:lnTo>
                  <a:pt x="10319" y="3543"/>
                </a:lnTo>
                <a:lnTo>
                  <a:pt x="10390" y="3436"/>
                </a:lnTo>
                <a:lnTo>
                  <a:pt x="10366" y="3186"/>
                </a:lnTo>
                <a:lnTo>
                  <a:pt x="10283" y="3091"/>
                </a:lnTo>
                <a:lnTo>
                  <a:pt x="9938" y="2818"/>
                </a:lnTo>
                <a:lnTo>
                  <a:pt x="9201" y="2402"/>
                </a:lnTo>
                <a:lnTo>
                  <a:pt x="8405" y="2117"/>
                </a:lnTo>
                <a:lnTo>
                  <a:pt x="7573" y="1962"/>
                </a:lnTo>
                <a:lnTo>
                  <a:pt x="7145" y="1950"/>
                </a:lnTo>
                <a:close/>
                <a:moveTo>
                  <a:pt x="1843" y="7965"/>
                </a:moveTo>
                <a:lnTo>
                  <a:pt x="1665" y="8048"/>
                </a:lnTo>
                <a:lnTo>
                  <a:pt x="1534" y="8179"/>
                </a:lnTo>
                <a:lnTo>
                  <a:pt x="1463" y="8357"/>
                </a:lnTo>
                <a:lnTo>
                  <a:pt x="1463" y="8452"/>
                </a:lnTo>
                <a:lnTo>
                  <a:pt x="1463" y="8547"/>
                </a:lnTo>
                <a:lnTo>
                  <a:pt x="1534" y="8726"/>
                </a:lnTo>
                <a:lnTo>
                  <a:pt x="1665" y="8857"/>
                </a:lnTo>
                <a:lnTo>
                  <a:pt x="1843" y="8928"/>
                </a:lnTo>
                <a:lnTo>
                  <a:pt x="1950" y="8940"/>
                </a:lnTo>
                <a:lnTo>
                  <a:pt x="2045" y="8928"/>
                </a:lnTo>
                <a:lnTo>
                  <a:pt x="2224" y="8857"/>
                </a:lnTo>
                <a:lnTo>
                  <a:pt x="2354" y="8726"/>
                </a:lnTo>
                <a:lnTo>
                  <a:pt x="2426" y="8547"/>
                </a:lnTo>
                <a:lnTo>
                  <a:pt x="2438" y="8452"/>
                </a:lnTo>
                <a:lnTo>
                  <a:pt x="2426" y="8345"/>
                </a:lnTo>
                <a:lnTo>
                  <a:pt x="2354" y="8179"/>
                </a:lnTo>
                <a:lnTo>
                  <a:pt x="2224" y="8048"/>
                </a:lnTo>
                <a:lnTo>
                  <a:pt x="2045" y="7965"/>
                </a:lnTo>
                <a:close/>
                <a:moveTo>
                  <a:pt x="3793" y="7965"/>
                </a:moveTo>
                <a:lnTo>
                  <a:pt x="3626" y="8048"/>
                </a:lnTo>
                <a:lnTo>
                  <a:pt x="3484" y="8179"/>
                </a:lnTo>
                <a:lnTo>
                  <a:pt x="3412" y="8357"/>
                </a:lnTo>
                <a:lnTo>
                  <a:pt x="3412" y="8452"/>
                </a:lnTo>
                <a:lnTo>
                  <a:pt x="3412" y="8547"/>
                </a:lnTo>
                <a:lnTo>
                  <a:pt x="3484" y="8726"/>
                </a:lnTo>
                <a:lnTo>
                  <a:pt x="3626" y="8857"/>
                </a:lnTo>
                <a:lnTo>
                  <a:pt x="3793" y="8928"/>
                </a:lnTo>
                <a:lnTo>
                  <a:pt x="3900" y="8940"/>
                </a:lnTo>
                <a:lnTo>
                  <a:pt x="3995" y="8928"/>
                </a:lnTo>
                <a:lnTo>
                  <a:pt x="4173" y="8857"/>
                </a:lnTo>
                <a:lnTo>
                  <a:pt x="4304" y="8726"/>
                </a:lnTo>
                <a:lnTo>
                  <a:pt x="4375" y="8547"/>
                </a:lnTo>
                <a:lnTo>
                  <a:pt x="4387" y="8452"/>
                </a:lnTo>
                <a:lnTo>
                  <a:pt x="4375" y="8345"/>
                </a:lnTo>
                <a:lnTo>
                  <a:pt x="4304" y="8179"/>
                </a:lnTo>
                <a:lnTo>
                  <a:pt x="4173" y="8048"/>
                </a:lnTo>
                <a:lnTo>
                  <a:pt x="3995" y="7965"/>
                </a:lnTo>
                <a:close/>
                <a:moveTo>
                  <a:pt x="10390" y="7145"/>
                </a:moveTo>
                <a:lnTo>
                  <a:pt x="10533" y="7157"/>
                </a:lnTo>
                <a:lnTo>
                  <a:pt x="10759" y="7252"/>
                </a:lnTo>
                <a:lnTo>
                  <a:pt x="10937" y="7430"/>
                </a:lnTo>
                <a:lnTo>
                  <a:pt x="11032" y="7668"/>
                </a:lnTo>
                <a:lnTo>
                  <a:pt x="11044" y="7799"/>
                </a:lnTo>
                <a:lnTo>
                  <a:pt x="11044" y="9106"/>
                </a:lnTo>
                <a:lnTo>
                  <a:pt x="11032" y="9237"/>
                </a:lnTo>
                <a:lnTo>
                  <a:pt x="10937" y="9463"/>
                </a:lnTo>
                <a:lnTo>
                  <a:pt x="10759" y="9641"/>
                </a:lnTo>
                <a:lnTo>
                  <a:pt x="10533" y="9736"/>
                </a:lnTo>
                <a:lnTo>
                  <a:pt x="10402" y="9748"/>
                </a:lnTo>
                <a:lnTo>
                  <a:pt x="1297" y="9748"/>
                </a:lnTo>
                <a:lnTo>
                  <a:pt x="1166" y="9736"/>
                </a:lnTo>
                <a:lnTo>
                  <a:pt x="928" y="9641"/>
                </a:lnTo>
                <a:lnTo>
                  <a:pt x="750" y="9463"/>
                </a:lnTo>
                <a:lnTo>
                  <a:pt x="655" y="9237"/>
                </a:lnTo>
                <a:lnTo>
                  <a:pt x="643" y="9106"/>
                </a:lnTo>
                <a:lnTo>
                  <a:pt x="643" y="7799"/>
                </a:lnTo>
                <a:lnTo>
                  <a:pt x="655" y="7668"/>
                </a:lnTo>
                <a:lnTo>
                  <a:pt x="750" y="7430"/>
                </a:lnTo>
                <a:lnTo>
                  <a:pt x="928" y="7252"/>
                </a:lnTo>
                <a:lnTo>
                  <a:pt x="1166" y="7157"/>
                </a:lnTo>
                <a:lnTo>
                  <a:pt x="1297" y="7145"/>
                </a:lnTo>
                <a:close/>
                <a:moveTo>
                  <a:pt x="7169" y="4553"/>
                </a:moveTo>
                <a:lnTo>
                  <a:pt x="7038" y="4565"/>
                </a:lnTo>
                <a:lnTo>
                  <a:pt x="6848" y="4744"/>
                </a:lnTo>
                <a:lnTo>
                  <a:pt x="6824" y="4874"/>
                </a:lnTo>
                <a:lnTo>
                  <a:pt x="6824" y="6503"/>
                </a:lnTo>
                <a:lnTo>
                  <a:pt x="1297" y="6503"/>
                </a:lnTo>
                <a:lnTo>
                  <a:pt x="1035" y="6515"/>
                </a:lnTo>
                <a:lnTo>
                  <a:pt x="560" y="6717"/>
                </a:lnTo>
                <a:lnTo>
                  <a:pt x="215" y="7074"/>
                </a:lnTo>
                <a:lnTo>
                  <a:pt x="13" y="7537"/>
                </a:lnTo>
                <a:lnTo>
                  <a:pt x="1" y="7799"/>
                </a:lnTo>
                <a:lnTo>
                  <a:pt x="1" y="9082"/>
                </a:lnTo>
                <a:lnTo>
                  <a:pt x="13" y="9356"/>
                </a:lnTo>
                <a:lnTo>
                  <a:pt x="215" y="9831"/>
                </a:lnTo>
                <a:lnTo>
                  <a:pt x="560" y="10188"/>
                </a:lnTo>
                <a:lnTo>
                  <a:pt x="1035" y="10378"/>
                </a:lnTo>
                <a:lnTo>
                  <a:pt x="1297" y="10402"/>
                </a:lnTo>
                <a:lnTo>
                  <a:pt x="10402" y="10402"/>
                </a:lnTo>
                <a:lnTo>
                  <a:pt x="10663" y="10378"/>
                </a:lnTo>
                <a:lnTo>
                  <a:pt x="11127" y="10188"/>
                </a:lnTo>
                <a:lnTo>
                  <a:pt x="11484" y="9831"/>
                </a:lnTo>
                <a:lnTo>
                  <a:pt x="11674" y="9368"/>
                </a:lnTo>
                <a:lnTo>
                  <a:pt x="11698" y="9106"/>
                </a:lnTo>
                <a:lnTo>
                  <a:pt x="11698" y="7799"/>
                </a:lnTo>
                <a:lnTo>
                  <a:pt x="11674" y="7537"/>
                </a:lnTo>
                <a:lnTo>
                  <a:pt x="11484" y="7074"/>
                </a:lnTo>
                <a:lnTo>
                  <a:pt x="11127" y="6717"/>
                </a:lnTo>
                <a:lnTo>
                  <a:pt x="10663" y="6515"/>
                </a:lnTo>
                <a:lnTo>
                  <a:pt x="10402" y="6503"/>
                </a:lnTo>
                <a:lnTo>
                  <a:pt x="7466" y="6503"/>
                </a:lnTo>
                <a:lnTo>
                  <a:pt x="7466" y="4874"/>
                </a:lnTo>
                <a:lnTo>
                  <a:pt x="7454" y="4744"/>
                </a:lnTo>
                <a:lnTo>
                  <a:pt x="7288" y="4565"/>
                </a:lnTo>
                <a:lnTo>
                  <a:pt x="7169" y="4553"/>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59" name="Google Shape;3159;p174"/>
          <p:cNvSpPr/>
          <p:nvPr/>
        </p:nvSpPr>
        <p:spPr>
          <a:xfrm>
            <a:off x="2205153" y="4423403"/>
            <a:ext cx="565453" cy="565453"/>
          </a:xfrm>
          <a:custGeom>
            <a:rect b="b" l="l" r="r" t="t"/>
            <a:pathLst>
              <a:path extrusionOk="0" h="10402" w="10402">
                <a:moveTo>
                  <a:pt x="7216" y="631"/>
                </a:moveTo>
                <a:lnTo>
                  <a:pt x="6087" y="2259"/>
                </a:lnTo>
                <a:lnTo>
                  <a:pt x="4304" y="2259"/>
                </a:lnTo>
                <a:lnTo>
                  <a:pt x="3186" y="631"/>
                </a:lnTo>
                <a:close/>
                <a:moveTo>
                  <a:pt x="5195" y="4209"/>
                </a:moveTo>
                <a:lnTo>
                  <a:pt x="5064" y="4233"/>
                </a:lnTo>
                <a:lnTo>
                  <a:pt x="4886" y="4411"/>
                </a:lnTo>
                <a:lnTo>
                  <a:pt x="4874" y="4530"/>
                </a:lnTo>
                <a:lnTo>
                  <a:pt x="4874" y="4744"/>
                </a:lnTo>
                <a:lnTo>
                  <a:pt x="4672" y="4779"/>
                </a:lnTo>
                <a:lnTo>
                  <a:pt x="4506" y="4851"/>
                </a:lnTo>
                <a:lnTo>
                  <a:pt x="4292" y="4958"/>
                </a:lnTo>
                <a:lnTo>
                  <a:pt x="4042" y="5219"/>
                </a:lnTo>
                <a:lnTo>
                  <a:pt x="3935" y="5433"/>
                </a:lnTo>
                <a:lnTo>
                  <a:pt x="3911" y="5552"/>
                </a:lnTo>
                <a:lnTo>
                  <a:pt x="3899" y="5695"/>
                </a:lnTo>
                <a:lnTo>
                  <a:pt x="3923" y="5968"/>
                </a:lnTo>
                <a:lnTo>
                  <a:pt x="3971" y="6099"/>
                </a:lnTo>
                <a:lnTo>
                  <a:pt x="4042" y="6206"/>
                </a:lnTo>
                <a:lnTo>
                  <a:pt x="4209" y="6384"/>
                </a:lnTo>
                <a:lnTo>
                  <a:pt x="4304" y="6443"/>
                </a:lnTo>
                <a:lnTo>
                  <a:pt x="4482" y="6562"/>
                </a:lnTo>
                <a:lnTo>
                  <a:pt x="4874" y="6717"/>
                </a:lnTo>
                <a:lnTo>
                  <a:pt x="5064" y="6776"/>
                </a:lnTo>
                <a:lnTo>
                  <a:pt x="5112" y="6788"/>
                </a:lnTo>
                <a:lnTo>
                  <a:pt x="5492" y="6907"/>
                </a:lnTo>
                <a:lnTo>
                  <a:pt x="5730" y="7038"/>
                </a:lnTo>
                <a:lnTo>
                  <a:pt x="5801" y="7097"/>
                </a:lnTo>
                <a:lnTo>
                  <a:pt x="5825" y="7157"/>
                </a:lnTo>
                <a:lnTo>
                  <a:pt x="5849" y="7216"/>
                </a:lnTo>
                <a:lnTo>
                  <a:pt x="5837" y="7335"/>
                </a:lnTo>
                <a:lnTo>
                  <a:pt x="5825" y="7406"/>
                </a:lnTo>
                <a:lnTo>
                  <a:pt x="5718" y="7525"/>
                </a:lnTo>
                <a:lnTo>
                  <a:pt x="5635" y="7573"/>
                </a:lnTo>
                <a:lnTo>
                  <a:pt x="5516" y="7608"/>
                </a:lnTo>
                <a:lnTo>
                  <a:pt x="5195" y="7632"/>
                </a:lnTo>
                <a:lnTo>
                  <a:pt x="5005" y="7597"/>
                </a:lnTo>
                <a:lnTo>
                  <a:pt x="4755" y="7561"/>
                </a:lnTo>
                <a:lnTo>
                  <a:pt x="4446" y="7454"/>
                </a:lnTo>
                <a:lnTo>
                  <a:pt x="4375" y="7430"/>
                </a:lnTo>
                <a:lnTo>
                  <a:pt x="4327" y="7406"/>
                </a:lnTo>
                <a:lnTo>
                  <a:pt x="4197" y="7383"/>
                </a:lnTo>
                <a:lnTo>
                  <a:pt x="3971" y="7501"/>
                </a:lnTo>
                <a:lnTo>
                  <a:pt x="3911" y="7620"/>
                </a:lnTo>
                <a:lnTo>
                  <a:pt x="3888" y="7739"/>
                </a:lnTo>
                <a:lnTo>
                  <a:pt x="4006" y="7965"/>
                </a:lnTo>
                <a:lnTo>
                  <a:pt x="4113" y="8024"/>
                </a:lnTo>
                <a:lnTo>
                  <a:pt x="4161" y="8036"/>
                </a:lnTo>
                <a:lnTo>
                  <a:pt x="4209" y="8060"/>
                </a:lnTo>
                <a:lnTo>
                  <a:pt x="4541" y="8167"/>
                </a:lnTo>
                <a:lnTo>
                  <a:pt x="4874" y="8262"/>
                </a:lnTo>
                <a:lnTo>
                  <a:pt x="4874" y="8452"/>
                </a:lnTo>
                <a:lnTo>
                  <a:pt x="4886" y="8583"/>
                </a:lnTo>
                <a:lnTo>
                  <a:pt x="5064" y="8761"/>
                </a:lnTo>
                <a:lnTo>
                  <a:pt x="5195" y="8773"/>
                </a:lnTo>
                <a:lnTo>
                  <a:pt x="5326" y="8761"/>
                </a:lnTo>
                <a:lnTo>
                  <a:pt x="5504" y="8583"/>
                </a:lnTo>
                <a:lnTo>
                  <a:pt x="5528" y="8452"/>
                </a:lnTo>
                <a:lnTo>
                  <a:pt x="5528" y="8274"/>
                </a:lnTo>
                <a:lnTo>
                  <a:pt x="5706" y="8238"/>
                </a:lnTo>
                <a:lnTo>
                  <a:pt x="5885" y="8167"/>
                </a:lnTo>
                <a:lnTo>
                  <a:pt x="5992" y="8120"/>
                </a:lnTo>
                <a:lnTo>
                  <a:pt x="6194" y="7977"/>
                </a:lnTo>
                <a:lnTo>
                  <a:pt x="6348" y="7787"/>
                </a:lnTo>
                <a:lnTo>
                  <a:pt x="6455" y="7573"/>
                </a:lnTo>
                <a:lnTo>
                  <a:pt x="6479" y="7442"/>
                </a:lnTo>
                <a:lnTo>
                  <a:pt x="6503" y="7299"/>
                </a:lnTo>
                <a:lnTo>
                  <a:pt x="6479" y="7026"/>
                </a:lnTo>
                <a:lnTo>
                  <a:pt x="6431" y="6895"/>
                </a:lnTo>
                <a:lnTo>
                  <a:pt x="6372" y="6776"/>
                </a:lnTo>
                <a:lnTo>
                  <a:pt x="6206" y="6586"/>
                </a:lnTo>
                <a:lnTo>
                  <a:pt x="6110" y="6515"/>
                </a:lnTo>
                <a:lnTo>
                  <a:pt x="5920" y="6396"/>
                </a:lnTo>
                <a:lnTo>
                  <a:pt x="5504" y="6230"/>
                </a:lnTo>
                <a:lnTo>
                  <a:pt x="5302" y="6170"/>
                </a:lnTo>
                <a:lnTo>
                  <a:pt x="5290" y="6158"/>
                </a:lnTo>
                <a:lnTo>
                  <a:pt x="4910" y="6051"/>
                </a:lnTo>
                <a:lnTo>
                  <a:pt x="4660" y="5920"/>
                </a:lnTo>
                <a:lnTo>
                  <a:pt x="4589" y="5861"/>
                </a:lnTo>
                <a:lnTo>
                  <a:pt x="4565" y="5813"/>
                </a:lnTo>
                <a:lnTo>
                  <a:pt x="4553" y="5766"/>
                </a:lnTo>
                <a:lnTo>
                  <a:pt x="4553" y="5647"/>
                </a:lnTo>
                <a:lnTo>
                  <a:pt x="4565" y="5600"/>
                </a:lnTo>
                <a:lnTo>
                  <a:pt x="4672" y="5493"/>
                </a:lnTo>
                <a:lnTo>
                  <a:pt x="4767" y="5445"/>
                </a:lnTo>
                <a:lnTo>
                  <a:pt x="4886" y="5397"/>
                </a:lnTo>
                <a:lnTo>
                  <a:pt x="5207" y="5362"/>
                </a:lnTo>
                <a:lnTo>
                  <a:pt x="5397" y="5386"/>
                </a:lnTo>
                <a:lnTo>
                  <a:pt x="5623" y="5421"/>
                </a:lnTo>
                <a:lnTo>
                  <a:pt x="5849" y="5481"/>
                </a:lnTo>
                <a:lnTo>
                  <a:pt x="5980" y="5493"/>
                </a:lnTo>
                <a:lnTo>
                  <a:pt x="6194" y="5362"/>
                </a:lnTo>
                <a:lnTo>
                  <a:pt x="6241" y="5243"/>
                </a:lnTo>
                <a:lnTo>
                  <a:pt x="6265" y="5112"/>
                </a:lnTo>
                <a:lnTo>
                  <a:pt x="6134" y="4898"/>
                </a:lnTo>
                <a:lnTo>
                  <a:pt x="6015" y="4851"/>
                </a:lnTo>
                <a:lnTo>
                  <a:pt x="5766" y="4791"/>
                </a:lnTo>
                <a:lnTo>
                  <a:pt x="5528" y="4744"/>
                </a:lnTo>
                <a:lnTo>
                  <a:pt x="5528" y="4530"/>
                </a:lnTo>
                <a:lnTo>
                  <a:pt x="5504" y="4411"/>
                </a:lnTo>
                <a:lnTo>
                  <a:pt x="5326" y="4233"/>
                </a:lnTo>
                <a:lnTo>
                  <a:pt x="5195" y="4209"/>
                </a:lnTo>
                <a:close/>
                <a:moveTo>
                  <a:pt x="6301" y="2901"/>
                </a:moveTo>
                <a:lnTo>
                  <a:pt x="6408" y="2996"/>
                </a:lnTo>
                <a:lnTo>
                  <a:pt x="6859" y="3293"/>
                </a:lnTo>
                <a:lnTo>
                  <a:pt x="7680" y="3971"/>
                </a:lnTo>
                <a:lnTo>
                  <a:pt x="8238" y="4530"/>
                </a:lnTo>
                <a:lnTo>
                  <a:pt x="8749" y="5207"/>
                </a:lnTo>
                <a:lnTo>
                  <a:pt x="9201" y="5992"/>
                </a:lnTo>
                <a:lnTo>
                  <a:pt x="9546" y="6883"/>
                </a:lnTo>
                <a:lnTo>
                  <a:pt x="9736" y="7894"/>
                </a:lnTo>
                <a:lnTo>
                  <a:pt x="9748" y="8452"/>
                </a:lnTo>
                <a:lnTo>
                  <a:pt x="9736" y="8714"/>
                </a:lnTo>
                <a:lnTo>
                  <a:pt x="9534" y="9177"/>
                </a:lnTo>
                <a:lnTo>
                  <a:pt x="9177" y="9534"/>
                </a:lnTo>
                <a:lnTo>
                  <a:pt x="8714" y="9736"/>
                </a:lnTo>
                <a:lnTo>
                  <a:pt x="8452" y="9748"/>
                </a:lnTo>
                <a:lnTo>
                  <a:pt x="1950" y="9748"/>
                </a:lnTo>
                <a:lnTo>
                  <a:pt x="1689" y="9736"/>
                </a:lnTo>
                <a:lnTo>
                  <a:pt x="1213" y="9534"/>
                </a:lnTo>
                <a:lnTo>
                  <a:pt x="868" y="9177"/>
                </a:lnTo>
                <a:lnTo>
                  <a:pt x="666" y="8714"/>
                </a:lnTo>
                <a:lnTo>
                  <a:pt x="654" y="8452"/>
                </a:lnTo>
                <a:lnTo>
                  <a:pt x="666" y="7894"/>
                </a:lnTo>
                <a:lnTo>
                  <a:pt x="856" y="6883"/>
                </a:lnTo>
                <a:lnTo>
                  <a:pt x="1189" y="5992"/>
                </a:lnTo>
                <a:lnTo>
                  <a:pt x="1641" y="5207"/>
                </a:lnTo>
                <a:lnTo>
                  <a:pt x="2164" y="4530"/>
                </a:lnTo>
                <a:lnTo>
                  <a:pt x="2723" y="3971"/>
                </a:lnTo>
                <a:lnTo>
                  <a:pt x="3531" y="3293"/>
                </a:lnTo>
                <a:lnTo>
                  <a:pt x="3983" y="2996"/>
                </a:lnTo>
                <a:lnTo>
                  <a:pt x="4090" y="2901"/>
                </a:lnTo>
                <a:close/>
                <a:moveTo>
                  <a:pt x="2877" y="1"/>
                </a:moveTo>
                <a:lnTo>
                  <a:pt x="2735" y="13"/>
                </a:lnTo>
                <a:lnTo>
                  <a:pt x="2509" y="155"/>
                </a:lnTo>
                <a:lnTo>
                  <a:pt x="2390" y="381"/>
                </a:lnTo>
                <a:lnTo>
                  <a:pt x="2402" y="643"/>
                </a:lnTo>
                <a:lnTo>
                  <a:pt x="2473" y="762"/>
                </a:lnTo>
                <a:lnTo>
                  <a:pt x="3638" y="2449"/>
                </a:lnTo>
                <a:lnTo>
                  <a:pt x="3388" y="2604"/>
                </a:lnTo>
                <a:lnTo>
                  <a:pt x="3091" y="2818"/>
                </a:lnTo>
                <a:lnTo>
                  <a:pt x="2616" y="3186"/>
                </a:lnTo>
                <a:lnTo>
                  <a:pt x="1819" y="3935"/>
                </a:lnTo>
                <a:lnTo>
                  <a:pt x="1320" y="4542"/>
                </a:lnTo>
                <a:lnTo>
                  <a:pt x="856" y="5243"/>
                </a:lnTo>
                <a:lnTo>
                  <a:pt x="464" y="6039"/>
                </a:lnTo>
                <a:lnTo>
                  <a:pt x="167" y="6931"/>
                </a:lnTo>
                <a:lnTo>
                  <a:pt x="12" y="7917"/>
                </a:lnTo>
                <a:lnTo>
                  <a:pt x="1" y="8452"/>
                </a:lnTo>
                <a:lnTo>
                  <a:pt x="1" y="8654"/>
                </a:lnTo>
                <a:lnTo>
                  <a:pt x="84" y="9035"/>
                </a:lnTo>
                <a:lnTo>
                  <a:pt x="226" y="9380"/>
                </a:lnTo>
                <a:lnTo>
                  <a:pt x="440" y="9689"/>
                </a:lnTo>
                <a:lnTo>
                  <a:pt x="702" y="9950"/>
                </a:lnTo>
                <a:lnTo>
                  <a:pt x="1011" y="10164"/>
                </a:lnTo>
                <a:lnTo>
                  <a:pt x="1368" y="10319"/>
                </a:lnTo>
                <a:lnTo>
                  <a:pt x="1748" y="10390"/>
                </a:lnTo>
                <a:lnTo>
                  <a:pt x="1950" y="10402"/>
                </a:lnTo>
                <a:lnTo>
                  <a:pt x="8452" y="10402"/>
                </a:lnTo>
                <a:lnTo>
                  <a:pt x="8642" y="10390"/>
                </a:lnTo>
                <a:lnTo>
                  <a:pt x="9023" y="10319"/>
                </a:lnTo>
                <a:lnTo>
                  <a:pt x="9379" y="10164"/>
                </a:lnTo>
                <a:lnTo>
                  <a:pt x="9688" y="9962"/>
                </a:lnTo>
                <a:lnTo>
                  <a:pt x="9950" y="9689"/>
                </a:lnTo>
                <a:lnTo>
                  <a:pt x="10164" y="9380"/>
                </a:lnTo>
                <a:lnTo>
                  <a:pt x="10307" y="9035"/>
                </a:lnTo>
                <a:lnTo>
                  <a:pt x="10390" y="8654"/>
                </a:lnTo>
                <a:lnTo>
                  <a:pt x="10402" y="8452"/>
                </a:lnTo>
                <a:lnTo>
                  <a:pt x="10378" y="7917"/>
                </a:lnTo>
                <a:lnTo>
                  <a:pt x="10223" y="6931"/>
                </a:lnTo>
                <a:lnTo>
                  <a:pt x="9938" y="6039"/>
                </a:lnTo>
                <a:lnTo>
                  <a:pt x="9546" y="5243"/>
                </a:lnTo>
                <a:lnTo>
                  <a:pt x="9082" y="4542"/>
                </a:lnTo>
                <a:lnTo>
                  <a:pt x="8571" y="3935"/>
                </a:lnTo>
                <a:lnTo>
                  <a:pt x="7787" y="3186"/>
                </a:lnTo>
                <a:lnTo>
                  <a:pt x="7299" y="2818"/>
                </a:lnTo>
                <a:lnTo>
                  <a:pt x="7014" y="2604"/>
                </a:lnTo>
                <a:lnTo>
                  <a:pt x="6740" y="2449"/>
                </a:lnTo>
                <a:lnTo>
                  <a:pt x="7917" y="762"/>
                </a:lnTo>
                <a:lnTo>
                  <a:pt x="7989" y="643"/>
                </a:lnTo>
                <a:lnTo>
                  <a:pt x="8000" y="381"/>
                </a:lnTo>
                <a:lnTo>
                  <a:pt x="7882" y="155"/>
                </a:lnTo>
                <a:lnTo>
                  <a:pt x="7656" y="13"/>
                </a:lnTo>
                <a:lnTo>
                  <a:pt x="7525"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0" name="Google Shape;3160;p174"/>
          <p:cNvSpPr/>
          <p:nvPr/>
        </p:nvSpPr>
        <p:spPr>
          <a:xfrm>
            <a:off x="6456858" y="4424056"/>
            <a:ext cx="706952" cy="564800"/>
          </a:xfrm>
          <a:custGeom>
            <a:rect b="b" l="l" r="r" t="t"/>
            <a:pathLst>
              <a:path extrusionOk="0" h="10390" w="13005">
                <a:moveTo>
                  <a:pt x="1629" y="1"/>
                </a:moveTo>
                <a:lnTo>
                  <a:pt x="1427" y="13"/>
                </a:lnTo>
                <a:lnTo>
                  <a:pt x="1082" y="155"/>
                </a:lnTo>
                <a:lnTo>
                  <a:pt x="821" y="417"/>
                </a:lnTo>
                <a:lnTo>
                  <a:pt x="666" y="761"/>
                </a:lnTo>
                <a:lnTo>
                  <a:pt x="654" y="964"/>
                </a:lnTo>
                <a:lnTo>
                  <a:pt x="654" y="4541"/>
                </a:lnTo>
                <a:lnTo>
                  <a:pt x="666" y="4672"/>
                </a:lnTo>
                <a:lnTo>
                  <a:pt x="845" y="4839"/>
                </a:lnTo>
                <a:lnTo>
                  <a:pt x="975" y="4862"/>
                </a:lnTo>
                <a:lnTo>
                  <a:pt x="1106" y="4839"/>
                </a:lnTo>
                <a:lnTo>
                  <a:pt x="1284" y="4672"/>
                </a:lnTo>
                <a:lnTo>
                  <a:pt x="1296" y="4541"/>
                </a:lnTo>
                <a:lnTo>
                  <a:pt x="1296" y="964"/>
                </a:lnTo>
                <a:lnTo>
                  <a:pt x="1320" y="833"/>
                </a:lnTo>
                <a:lnTo>
                  <a:pt x="1498" y="654"/>
                </a:lnTo>
                <a:lnTo>
                  <a:pt x="1629" y="643"/>
                </a:lnTo>
                <a:lnTo>
                  <a:pt x="11376" y="643"/>
                </a:lnTo>
                <a:lnTo>
                  <a:pt x="11507" y="654"/>
                </a:lnTo>
                <a:lnTo>
                  <a:pt x="11685" y="833"/>
                </a:lnTo>
                <a:lnTo>
                  <a:pt x="11697" y="964"/>
                </a:lnTo>
                <a:lnTo>
                  <a:pt x="11697" y="4541"/>
                </a:lnTo>
                <a:lnTo>
                  <a:pt x="11721" y="4672"/>
                </a:lnTo>
                <a:lnTo>
                  <a:pt x="11899" y="4839"/>
                </a:lnTo>
                <a:lnTo>
                  <a:pt x="12030" y="4862"/>
                </a:lnTo>
                <a:lnTo>
                  <a:pt x="12161" y="4839"/>
                </a:lnTo>
                <a:lnTo>
                  <a:pt x="12339" y="4672"/>
                </a:lnTo>
                <a:lnTo>
                  <a:pt x="12351" y="4541"/>
                </a:lnTo>
                <a:lnTo>
                  <a:pt x="12351" y="964"/>
                </a:lnTo>
                <a:lnTo>
                  <a:pt x="12339" y="761"/>
                </a:lnTo>
                <a:lnTo>
                  <a:pt x="12197" y="417"/>
                </a:lnTo>
                <a:lnTo>
                  <a:pt x="11923" y="167"/>
                </a:lnTo>
                <a:lnTo>
                  <a:pt x="11578" y="13"/>
                </a:lnTo>
                <a:lnTo>
                  <a:pt x="11376" y="1"/>
                </a:lnTo>
                <a:close/>
                <a:moveTo>
                  <a:pt x="1962" y="5837"/>
                </a:moveTo>
                <a:lnTo>
                  <a:pt x="2093" y="5849"/>
                </a:lnTo>
                <a:lnTo>
                  <a:pt x="2319" y="5944"/>
                </a:lnTo>
                <a:lnTo>
                  <a:pt x="2497" y="6122"/>
                </a:lnTo>
                <a:lnTo>
                  <a:pt x="2592" y="6348"/>
                </a:lnTo>
                <a:lnTo>
                  <a:pt x="2604" y="6491"/>
                </a:lnTo>
                <a:lnTo>
                  <a:pt x="2592" y="6622"/>
                </a:lnTo>
                <a:lnTo>
                  <a:pt x="2497" y="6848"/>
                </a:lnTo>
                <a:lnTo>
                  <a:pt x="2319" y="7026"/>
                </a:lnTo>
                <a:lnTo>
                  <a:pt x="2093" y="7133"/>
                </a:lnTo>
                <a:lnTo>
                  <a:pt x="1819" y="7133"/>
                </a:lnTo>
                <a:lnTo>
                  <a:pt x="1593" y="7026"/>
                </a:lnTo>
                <a:lnTo>
                  <a:pt x="1415" y="6848"/>
                </a:lnTo>
                <a:lnTo>
                  <a:pt x="1320" y="6622"/>
                </a:lnTo>
                <a:lnTo>
                  <a:pt x="1308" y="6491"/>
                </a:lnTo>
                <a:lnTo>
                  <a:pt x="1320" y="6348"/>
                </a:lnTo>
                <a:lnTo>
                  <a:pt x="1415" y="6122"/>
                </a:lnTo>
                <a:lnTo>
                  <a:pt x="1593" y="5944"/>
                </a:lnTo>
                <a:lnTo>
                  <a:pt x="1819" y="5849"/>
                </a:lnTo>
                <a:lnTo>
                  <a:pt x="1962" y="5837"/>
                </a:lnTo>
                <a:close/>
                <a:moveTo>
                  <a:pt x="6503" y="5837"/>
                </a:moveTo>
                <a:lnTo>
                  <a:pt x="6634" y="5849"/>
                </a:lnTo>
                <a:lnTo>
                  <a:pt x="6871" y="5944"/>
                </a:lnTo>
                <a:lnTo>
                  <a:pt x="7050" y="6122"/>
                </a:lnTo>
                <a:lnTo>
                  <a:pt x="7145" y="6360"/>
                </a:lnTo>
                <a:lnTo>
                  <a:pt x="7157" y="6491"/>
                </a:lnTo>
                <a:lnTo>
                  <a:pt x="7145" y="6622"/>
                </a:lnTo>
                <a:lnTo>
                  <a:pt x="7050" y="6859"/>
                </a:lnTo>
                <a:lnTo>
                  <a:pt x="6871" y="7026"/>
                </a:lnTo>
                <a:lnTo>
                  <a:pt x="6634" y="7133"/>
                </a:lnTo>
                <a:lnTo>
                  <a:pt x="6503" y="7145"/>
                </a:lnTo>
                <a:lnTo>
                  <a:pt x="6372" y="7133"/>
                </a:lnTo>
                <a:lnTo>
                  <a:pt x="6134" y="7026"/>
                </a:lnTo>
                <a:lnTo>
                  <a:pt x="5968" y="6859"/>
                </a:lnTo>
                <a:lnTo>
                  <a:pt x="5861" y="6622"/>
                </a:lnTo>
                <a:lnTo>
                  <a:pt x="5861" y="6491"/>
                </a:lnTo>
                <a:lnTo>
                  <a:pt x="5861" y="6360"/>
                </a:lnTo>
                <a:lnTo>
                  <a:pt x="5968" y="6122"/>
                </a:lnTo>
                <a:lnTo>
                  <a:pt x="6134" y="5944"/>
                </a:lnTo>
                <a:lnTo>
                  <a:pt x="6372" y="5849"/>
                </a:lnTo>
                <a:lnTo>
                  <a:pt x="6503" y="5837"/>
                </a:lnTo>
                <a:close/>
                <a:moveTo>
                  <a:pt x="11055" y="5837"/>
                </a:moveTo>
                <a:lnTo>
                  <a:pt x="11186" y="5849"/>
                </a:lnTo>
                <a:lnTo>
                  <a:pt x="11424" y="5944"/>
                </a:lnTo>
                <a:lnTo>
                  <a:pt x="11602" y="6122"/>
                </a:lnTo>
                <a:lnTo>
                  <a:pt x="11697" y="6360"/>
                </a:lnTo>
                <a:lnTo>
                  <a:pt x="11709" y="6491"/>
                </a:lnTo>
                <a:lnTo>
                  <a:pt x="11697" y="6622"/>
                </a:lnTo>
                <a:lnTo>
                  <a:pt x="11602" y="6859"/>
                </a:lnTo>
                <a:lnTo>
                  <a:pt x="11424" y="7026"/>
                </a:lnTo>
                <a:lnTo>
                  <a:pt x="11186" y="7133"/>
                </a:lnTo>
                <a:lnTo>
                  <a:pt x="11055" y="7145"/>
                </a:lnTo>
                <a:lnTo>
                  <a:pt x="10925" y="7133"/>
                </a:lnTo>
                <a:lnTo>
                  <a:pt x="10687" y="7026"/>
                </a:lnTo>
                <a:lnTo>
                  <a:pt x="10509" y="6859"/>
                </a:lnTo>
                <a:lnTo>
                  <a:pt x="10414" y="6622"/>
                </a:lnTo>
                <a:lnTo>
                  <a:pt x="10402" y="6491"/>
                </a:lnTo>
                <a:lnTo>
                  <a:pt x="10414" y="6360"/>
                </a:lnTo>
                <a:lnTo>
                  <a:pt x="10509" y="6122"/>
                </a:lnTo>
                <a:lnTo>
                  <a:pt x="10687" y="5944"/>
                </a:lnTo>
                <a:lnTo>
                  <a:pt x="10925" y="5849"/>
                </a:lnTo>
                <a:lnTo>
                  <a:pt x="11055" y="5837"/>
                </a:lnTo>
                <a:close/>
                <a:moveTo>
                  <a:pt x="1950" y="5183"/>
                </a:moveTo>
                <a:lnTo>
                  <a:pt x="1689" y="5207"/>
                </a:lnTo>
                <a:lnTo>
                  <a:pt x="1225" y="5397"/>
                </a:lnTo>
                <a:lnTo>
                  <a:pt x="868" y="5754"/>
                </a:lnTo>
                <a:lnTo>
                  <a:pt x="678" y="6218"/>
                </a:lnTo>
                <a:lnTo>
                  <a:pt x="654" y="6491"/>
                </a:lnTo>
                <a:lnTo>
                  <a:pt x="678" y="6752"/>
                </a:lnTo>
                <a:lnTo>
                  <a:pt x="868" y="7216"/>
                </a:lnTo>
                <a:lnTo>
                  <a:pt x="1225" y="7561"/>
                </a:lnTo>
                <a:lnTo>
                  <a:pt x="1689" y="7751"/>
                </a:lnTo>
                <a:lnTo>
                  <a:pt x="1950" y="7775"/>
                </a:lnTo>
                <a:lnTo>
                  <a:pt x="2223" y="7751"/>
                </a:lnTo>
                <a:lnTo>
                  <a:pt x="2687" y="7549"/>
                </a:lnTo>
                <a:lnTo>
                  <a:pt x="3032" y="7204"/>
                </a:lnTo>
                <a:lnTo>
                  <a:pt x="3234" y="6729"/>
                </a:lnTo>
                <a:lnTo>
                  <a:pt x="3246" y="6467"/>
                </a:lnTo>
                <a:lnTo>
                  <a:pt x="3234" y="6206"/>
                </a:lnTo>
                <a:lnTo>
                  <a:pt x="3032" y="5742"/>
                </a:lnTo>
                <a:lnTo>
                  <a:pt x="2687" y="5397"/>
                </a:lnTo>
                <a:lnTo>
                  <a:pt x="2223" y="5207"/>
                </a:lnTo>
                <a:lnTo>
                  <a:pt x="1950" y="5183"/>
                </a:lnTo>
                <a:close/>
                <a:moveTo>
                  <a:pt x="11055" y="5183"/>
                </a:moveTo>
                <a:lnTo>
                  <a:pt x="10794" y="5207"/>
                </a:lnTo>
                <a:lnTo>
                  <a:pt x="10330" y="5409"/>
                </a:lnTo>
                <a:lnTo>
                  <a:pt x="9974" y="5754"/>
                </a:lnTo>
                <a:lnTo>
                  <a:pt x="9784" y="6218"/>
                </a:lnTo>
                <a:lnTo>
                  <a:pt x="9760" y="6491"/>
                </a:lnTo>
                <a:lnTo>
                  <a:pt x="9784" y="6752"/>
                </a:lnTo>
                <a:lnTo>
                  <a:pt x="9974" y="7216"/>
                </a:lnTo>
                <a:lnTo>
                  <a:pt x="10330" y="7561"/>
                </a:lnTo>
                <a:lnTo>
                  <a:pt x="10794" y="7751"/>
                </a:lnTo>
                <a:lnTo>
                  <a:pt x="11055" y="7775"/>
                </a:lnTo>
                <a:lnTo>
                  <a:pt x="11317" y="7751"/>
                </a:lnTo>
                <a:lnTo>
                  <a:pt x="11781" y="7561"/>
                </a:lnTo>
                <a:lnTo>
                  <a:pt x="12137" y="7216"/>
                </a:lnTo>
                <a:lnTo>
                  <a:pt x="12339" y="6752"/>
                </a:lnTo>
                <a:lnTo>
                  <a:pt x="12351" y="6491"/>
                </a:lnTo>
                <a:lnTo>
                  <a:pt x="12339" y="6218"/>
                </a:lnTo>
                <a:lnTo>
                  <a:pt x="12137" y="5754"/>
                </a:lnTo>
                <a:lnTo>
                  <a:pt x="11792" y="5409"/>
                </a:lnTo>
                <a:lnTo>
                  <a:pt x="11317" y="5207"/>
                </a:lnTo>
                <a:lnTo>
                  <a:pt x="11055" y="5183"/>
                </a:lnTo>
                <a:close/>
                <a:moveTo>
                  <a:pt x="6503" y="5183"/>
                </a:moveTo>
                <a:lnTo>
                  <a:pt x="6241" y="5207"/>
                </a:lnTo>
                <a:lnTo>
                  <a:pt x="5778" y="5397"/>
                </a:lnTo>
                <a:lnTo>
                  <a:pt x="5421" y="5754"/>
                </a:lnTo>
                <a:lnTo>
                  <a:pt x="5231" y="6218"/>
                </a:lnTo>
                <a:lnTo>
                  <a:pt x="5207" y="6491"/>
                </a:lnTo>
                <a:lnTo>
                  <a:pt x="5231" y="6752"/>
                </a:lnTo>
                <a:lnTo>
                  <a:pt x="5421" y="7216"/>
                </a:lnTo>
                <a:lnTo>
                  <a:pt x="5778" y="7573"/>
                </a:lnTo>
                <a:lnTo>
                  <a:pt x="6241" y="7763"/>
                </a:lnTo>
                <a:lnTo>
                  <a:pt x="6503" y="7787"/>
                </a:lnTo>
                <a:lnTo>
                  <a:pt x="6776" y="7763"/>
                </a:lnTo>
                <a:lnTo>
                  <a:pt x="7240" y="7573"/>
                </a:lnTo>
                <a:lnTo>
                  <a:pt x="7584" y="7216"/>
                </a:lnTo>
                <a:lnTo>
                  <a:pt x="7787" y="6752"/>
                </a:lnTo>
                <a:lnTo>
                  <a:pt x="7798" y="6491"/>
                </a:lnTo>
                <a:lnTo>
                  <a:pt x="7787" y="6218"/>
                </a:lnTo>
                <a:lnTo>
                  <a:pt x="7584" y="5754"/>
                </a:lnTo>
                <a:lnTo>
                  <a:pt x="7240" y="5397"/>
                </a:lnTo>
                <a:lnTo>
                  <a:pt x="6776" y="5207"/>
                </a:lnTo>
                <a:lnTo>
                  <a:pt x="6503" y="5183"/>
                </a:lnTo>
                <a:close/>
                <a:moveTo>
                  <a:pt x="1391" y="8440"/>
                </a:moveTo>
                <a:lnTo>
                  <a:pt x="1082" y="8512"/>
                </a:lnTo>
                <a:lnTo>
                  <a:pt x="809" y="8631"/>
                </a:lnTo>
                <a:lnTo>
                  <a:pt x="559" y="8809"/>
                </a:lnTo>
                <a:lnTo>
                  <a:pt x="357" y="9023"/>
                </a:lnTo>
                <a:lnTo>
                  <a:pt x="191" y="9284"/>
                </a:lnTo>
                <a:lnTo>
                  <a:pt x="72" y="9582"/>
                </a:lnTo>
                <a:lnTo>
                  <a:pt x="12" y="9891"/>
                </a:lnTo>
                <a:lnTo>
                  <a:pt x="1" y="10069"/>
                </a:lnTo>
                <a:lnTo>
                  <a:pt x="24" y="10188"/>
                </a:lnTo>
                <a:lnTo>
                  <a:pt x="203" y="10366"/>
                </a:lnTo>
                <a:lnTo>
                  <a:pt x="322" y="10390"/>
                </a:lnTo>
                <a:lnTo>
                  <a:pt x="452" y="10366"/>
                </a:lnTo>
                <a:lnTo>
                  <a:pt x="631" y="10188"/>
                </a:lnTo>
                <a:lnTo>
                  <a:pt x="654" y="10069"/>
                </a:lnTo>
                <a:lnTo>
                  <a:pt x="666" y="9867"/>
                </a:lnTo>
                <a:lnTo>
                  <a:pt x="797" y="9510"/>
                </a:lnTo>
                <a:lnTo>
                  <a:pt x="1047" y="9249"/>
                </a:lnTo>
                <a:lnTo>
                  <a:pt x="1368" y="9106"/>
                </a:lnTo>
                <a:lnTo>
                  <a:pt x="1546" y="9094"/>
                </a:lnTo>
                <a:lnTo>
                  <a:pt x="2354" y="9094"/>
                </a:lnTo>
                <a:lnTo>
                  <a:pt x="2544" y="9106"/>
                </a:lnTo>
                <a:lnTo>
                  <a:pt x="2865" y="9249"/>
                </a:lnTo>
                <a:lnTo>
                  <a:pt x="3103" y="9510"/>
                </a:lnTo>
                <a:lnTo>
                  <a:pt x="3246" y="9867"/>
                </a:lnTo>
                <a:lnTo>
                  <a:pt x="3258" y="10069"/>
                </a:lnTo>
                <a:lnTo>
                  <a:pt x="3270" y="10188"/>
                </a:lnTo>
                <a:lnTo>
                  <a:pt x="3448" y="10366"/>
                </a:lnTo>
                <a:lnTo>
                  <a:pt x="3579" y="10390"/>
                </a:lnTo>
                <a:lnTo>
                  <a:pt x="3709" y="10366"/>
                </a:lnTo>
                <a:lnTo>
                  <a:pt x="3888" y="10188"/>
                </a:lnTo>
                <a:lnTo>
                  <a:pt x="3911" y="10069"/>
                </a:lnTo>
                <a:lnTo>
                  <a:pt x="3900" y="10069"/>
                </a:lnTo>
                <a:lnTo>
                  <a:pt x="3900" y="9891"/>
                </a:lnTo>
                <a:lnTo>
                  <a:pt x="3840" y="9582"/>
                </a:lnTo>
                <a:lnTo>
                  <a:pt x="3721" y="9284"/>
                </a:lnTo>
                <a:lnTo>
                  <a:pt x="3555" y="9023"/>
                </a:lnTo>
                <a:lnTo>
                  <a:pt x="3341" y="8809"/>
                </a:lnTo>
                <a:lnTo>
                  <a:pt x="3091" y="8631"/>
                </a:lnTo>
                <a:lnTo>
                  <a:pt x="2818" y="8512"/>
                </a:lnTo>
                <a:lnTo>
                  <a:pt x="2521" y="8440"/>
                </a:lnTo>
                <a:close/>
                <a:moveTo>
                  <a:pt x="5932" y="8440"/>
                </a:moveTo>
                <a:lnTo>
                  <a:pt x="5635" y="8512"/>
                </a:lnTo>
                <a:lnTo>
                  <a:pt x="5362" y="8631"/>
                </a:lnTo>
                <a:lnTo>
                  <a:pt x="5112" y="8809"/>
                </a:lnTo>
                <a:lnTo>
                  <a:pt x="4898" y="9023"/>
                </a:lnTo>
                <a:lnTo>
                  <a:pt x="4732" y="9284"/>
                </a:lnTo>
                <a:lnTo>
                  <a:pt x="4625" y="9582"/>
                </a:lnTo>
                <a:lnTo>
                  <a:pt x="4553" y="9891"/>
                </a:lnTo>
                <a:lnTo>
                  <a:pt x="4553" y="10057"/>
                </a:lnTo>
                <a:lnTo>
                  <a:pt x="4565" y="10188"/>
                </a:lnTo>
                <a:lnTo>
                  <a:pt x="4743" y="10366"/>
                </a:lnTo>
                <a:lnTo>
                  <a:pt x="4874" y="10390"/>
                </a:lnTo>
                <a:lnTo>
                  <a:pt x="5005" y="10366"/>
                </a:lnTo>
                <a:lnTo>
                  <a:pt x="5183" y="10188"/>
                </a:lnTo>
                <a:lnTo>
                  <a:pt x="5207" y="10057"/>
                </a:lnTo>
                <a:lnTo>
                  <a:pt x="5219" y="9867"/>
                </a:lnTo>
                <a:lnTo>
                  <a:pt x="5350" y="9510"/>
                </a:lnTo>
                <a:lnTo>
                  <a:pt x="5599" y="9249"/>
                </a:lnTo>
                <a:lnTo>
                  <a:pt x="5920" y="9106"/>
                </a:lnTo>
                <a:lnTo>
                  <a:pt x="6099" y="9082"/>
                </a:lnTo>
                <a:lnTo>
                  <a:pt x="6907" y="9082"/>
                </a:lnTo>
                <a:lnTo>
                  <a:pt x="7097" y="9106"/>
                </a:lnTo>
                <a:lnTo>
                  <a:pt x="7418" y="9249"/>
                </a:lnTo>
                <a:lnTo>
                  <a:pt x="7656" y="9510"/>
                </a:lnTo>
                <a:lnTo>
                  <a:pt x="7787" y="9867"/>
                </a:lnTo>
                <a:lnTo>
                  <a:pt x="7798" y="10057"/>
                </a:lnTo>
                <a:lnTo>
                  <a:pt x="7822" y="10188"/>
                </a:lnTo>
                <a:lnTo>
                  <a:pt x="8000" y="10366"/>
                </a:lnTo>
                <a:lnTo>
                  <a:pt x="8131" y="10390"/>
                </a:lnTo>
                <a:lnTo>
                  <a:pt x="8262" y="10366"/>
                </a:lnTo>
                <a:lnTo>
                  <a:pt x="8440" y="10188"/>
                </a:lnTo>
                <a:lnTo>
                  <a:pt x="8452" y="10057"/>
                </a:lnTo>
                <a:lnTo>
                  <a:pt x="8452" y="9891"/>
                </a:lnTo>
                <a:lnTo>
                  <a:pt x="8381" y="9582"/>
                </a:lnTo>
                <a:lnTo>
                  <a:pt x="8262" y="9284"/>
                </a:lnTo>
                <a:lnTo>
                  <a:pt x="8096" y="9023"/>
                </a:lnTo>
                <a:lnTo>
                  <a:pt x="7894" y="8809"/>
                </a:lnTo>
                <a:lnTo>
                  <a:pt x="7644" y="8631"/>
                </a:lnTo>
                <a:lnTo>
                  <a:pt x="7370" y="8512"/>
                </a:lnTo>
                <a:lnTo>
                  <a:pt x="7061" y="8440"/>
                </a:lnTo>
                <a:close/>
                <a:moveTo>
                  <a:pt x="10485" y="8440"/>
                </a:moveTo>
                <a:lnTo>
                  <a:pt x="10188" y="8512"/>
                </a:lnTo>
                <a:lnTo>
                  <a:pt x="9914" y="8631"/>
                </a:lnTo>
                <a:lnTo>
                  <a:pt x="9665" y="8809"/>
                </a:lnTo>
                <a:lnTo>
                  <a:pt x="9451" y="9023"/>
                </a:lnTo>
                <a:lnTo>
                  <a:pt x="9284" y="9284"/>
                </a:lnTo>
                <a:lnTo>
                  <a:pt x="9165" y="9582"/>
                </a:lnTo>
                <a:lnTo>
                  <a:pt x="9106" y="9891"/>
                </a:lnTo>
                <a:lnTo>
                  <a:pt x="9106" y="10069"/>
                </a:lnTo>
                <a:lnTo>
                  <a:pt x="9118" y="10188"/>
                </a:lnTo>
                <a:lnTo>
                  <a:pt x="9296" y="10366"/>
                </a:lnTo>
                <a:lnTo>
                  <a:pt x="9427" y="10390"/>
                </a:lnTo>
                <a:lnTo>
                  <a:pt x="9558" y="10366"/>
                </a:lnTo>
                <a:lnTo>
                  <a:pt x="9736" y="10188"/>
                </a:lnTo>
                <a:lnTo>
                  <a:pt x="9748" y="10069"/>
                </a:lnTo>
                <a:lnTo>
                  <a:pt x="9772" y="9867"/>
                </a:lnTo>
                <a:lnTo>
                  <a:pt x="9902" y="9510"/>
                </a:lnTo>
                <a:lnTo>
                  <a:pt x="10140" y="9249"/>
                </a:lnTo>
                <a:lnTo>
                  <a:pt x="10461" y="9106"/>
                </a:lnTo>
                <a:lnTo>
                  <a:pt x="10651" y="9094"/>
                </a:lnTo>
                <a:lnTo>
                  <a:pt x="11460" y="9094"/>
                </a:lnTo>
                <a:lnTo>
                  <a:pt x="11638" y="9106"/>
                </a:lnTo>
                <a:lnTo>
                  <a:pt x="11971" y="9249"/>
                </a:lnTo>
                <a:lnTo>
                  <a:pt x="12208" y="9510"/>
                </a:lnTo>
                <a:lnTo>
                  <a:pt x="12339" y="9867"/>
                </a:lnTo>
                <a:lnTo>
                  <a:pt x="12351" y="10069"/>
                </a:lnTo>
                <a:lnTo>
                  <a:pt x="12375" y="10188"/>
                </a:lnTo>
                <a:lnTo>
                  <a:pt x="12553" y="10366"/>
                </a:lnTo>
                <a:lnTo>
                  <a:pt x="12684" y="10390"/>
                </a:lnTo>
                <a:lnTo>
                  <a:pt x="12815" y="10366"/>
                </a:lnTo>
                <a:lnTo>
                  <a:pt x="12993" y="10188"/>
                </a:lnTo>
                <a:lnTo>
                  <a:pt x="13005" y="10069"/>
                </a:lnTo>
                <a:lnTo>
                  <a:pt x="12993" y="9891"/>
                </a:lnTo>
                <a:lnTo>
                  <a:pt x="12934" y="9582"/>
                </a:lnTo>
                <a:lnTo>
                  <a:pt x="12815" y="9284"/>
                </a:lnTo>
                <a:lnTo>
                  <a:pt x="12648" y="9023"/>
                </a:lnTo>
                <a:lnTo>
                  <a:pt x="12446" y="8809"/>
                </a:lnTo>
                <a:lnTo>
                  <a:pt x="12197" y="8631"/>
                </a:lnTo>
                <a:lnTo>
                  <a:pt x="11923" y="8512"/>
                </a:lnTo>
                <a:lnTo>
                  <a:pt x="11614" y="844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1" name="Google Shape;3161;p174"/>
          <p:cNvSpPr/>
          <p:nvPr/>
        </p:nvSpPr>
        <p:spPr>
          <a:xfrm>
            <a:off x="7608334" y="4423403"/>
            <a:ext cx="565453" cy="565453"/>
          </a:xfrm>
          <a:custGeom>
            <a:rect b="b" l="l" r="r" t="t"/>
            <a:pathLst>
              <a:path extrusionOk="0" h="10402" w="10402">
                <a:moveTo>
                  <a:pt x="1355" y="857"/>
                </a:moveTo>
                <a:lnTo>
                  <a:pt x="3221" y="2271"/>
                </a:lnTo>
                <a:lnTo>
                  <a:pt x="3221" y="3234"/>
                </a:lnTo>
                <a:lnTo>
                  <a:pt x="2282" y="3234"/>
                </a:lnTo>
                <a:lnTo>
                  <a:pt x="868" y="1356"/>
                </a:lnTo>
                <a:lnTo>
                  <a:pt x="1355" y="857"/>
                </a:lnTo>
                <a:close/>
                <a:moveTo>
                  <a:pt x="7691" y="13"/>
                </a:moveTo>
                <a:lnTo>
                  <a:pt x="6906" y="25"/>
                </a:lnTo>
                <a:lnTo>
                  <a:pt x="6158" y="227"/>
                </a:lnTo>
                <a:lnTo>
                  <a:pt x="5468" y="619"/>
                </a:lnTo>
                <a:lnTo>
                  <a:pt x="5171" y="892"/>
                </a:lnTo>
                <a:lnTo>
                  <a:pt x="4933" y="1166"/>
                </a:lnTo>
                <a:lnTo>
                  <a:pt x="4755" y="1451"/>
                </a:lnTo>
                <a:lnTo>
                  <a:pt x="4707" y="1558"/>
                </a:lnTo>
                <a:lnTo>
                  <a:pt x="4719" y="1760"/>
                </a:lnTo>
                <a:lnTo>
                  <a:pt x="4791" y="1855"/>
                </a:lnTo>
                <a:lnTo>
                  <a:pt x="4850" y="1903"/>
                </a:lnTo>
                <a:lnTo>
                  <a:pt x="4981" y="1950"/>
                </a:lnTo>
                <a:lnTo>
                  <a:pt x="5123" y="1926"/>
                </a:lnTo>
                <a:lnTo>
                  <a:pt x="5242" y="1855"/>
                </a:lnTo>
                <a:lnTo>
                  <a:pt x="5290" y="1796"/>
                </a:lnTo>
                <a:lnTo>
                  <a:pt x="5444" y="1558"/>
                </a:lnTo>
                <a:lnTo>
                  <a:pt x="5635" y="1356"/>
                </a:lnTo>
                <a:lnTo>
                  <a:pt x="5813" y="1189"/>
                </a:lnTo>
                <a:lnTo>
                  <a:pt x="6205" y="928"/>
                </a:lnTo>
                <a:lnTo>
                  <a:pt x="6645" y="750"/>
                </a:lnTo>
                <a:lnTo>
                  <a:pt x="7097" y="655"/>
                </a:lnTo>
                <a:lnTo>
                  <a:pt x="7334" y="643"/>
                </a:lnTo>
                <a:lnTo>
                  <a:pt x="7548" y="655"/>
                </a:lnTo>
                <a:lnTo>
                  <a:pt x="7762" y="678"/>
                </a:lnTo>
                <a:lnTo>
                  <a:pt x="6348" y="2093"/>
                </a:lnTo>
                <a:lnTo>
                  <a:pt x="6633" y="3781"/>
                </a:lnTo>
                <a:lnTo>
                  <a:pt x="8321" y="4054"/>
                </a:lnTo>
                <a:lnTo>
                  <a:pt x="9724" y="2652"/>
                </a:lnTo>
                <a:lnTo>
                  <a:pt x="9759" y="2937"/>
                </a:lnTo>
                <a:lnTo>
                  <a:pt x="9724" y="3519"/>
                </a:lnTo>
                <a:lnTo>
                  <a:pt x="9557" y="4066"/>
                </a:lnTo>
                <a:lnTo>
                  <a:pt x="9260" y="4553"/>
                </a:lnTo>
                <a:lnTo>
                  <a:pt x="9058" y="4779"/>
                </a:lnTo>
                <a:lnTo>
                  <a:pt x="8915" y="4910"/>
                </a:lnTo>
                <a:lnTo>
                  <a:pt x="8761" y="5017"/>
                </a:lnTo>
                <a:lnTo>
                  <a:pt x="8713" y="5065"/>
                </a:lnTo>
                <a:lnTo>
                  <a:pt x="8642" y="5183"/>
                </a:lnTo>
                <a:lnTo>
                  <a:pt x="8642" y="5314"/>
                </a:lnTo>
                <a:lnTo>
                  <a:pt x="8689" y="5445"/>
                </a:lnTo>
                <a:lnTo>
                  <a:pt x="8737" y="5504"/>
                </a:lnTo>
                <a:lnTo>
                  <a:pt x="8832" y="5576"/>
                </a:lnTo>
                <a:lnTo>
                  <a:pt x="9058" y="5588"/>
                </a:lnTo>
                <a:lnTo>
                  <a:pt x="9165" y="5528"/>
                </a:lnTo>
                <a:lnTo>
                  <a:pt x="9343" y="5397"/>
                </a:lnTo>
                <a:lnTo>
                  <a:pt x="9510" y="5231"/>
                </a:lnTo>
                <a:lnTo>
                  <a:pt x="9783" y="4934"/>
                </a:lnTo>
                <a:lnTo>
                  <a:pt x="10187" y="4256"/>
                </a:lnTo>
                <a:lnTo>
                  <a:pt x="10389" y="3507"/>
                </a:lnTo>
                <a:lnTo>
                  <a:pt x="10401" y="2723"/>
                </a:lnTo>
                <a:lnTo>
                  <a:pt x="10318" y="2319"/>
                </a:lnTo>
                <a:lnTo>
                  <a:pt x="10270" y="2188"/>
                </a:lnTo>
                <a:lnTo>
                  <a:pt x="10068" y="1974"/>
                </a:lnTo>
                <a:lnTo>
                  <a:pt x="9926" y="1926"/>
                </a:lnTo>
                <a:lnTo>
                  <a:pt x="9783" y="1903"/>
                </a:lnTo>
                <a:lnTo>
                  <a:pt x="9510" y="1974"/>
                </a:lnTo>
                <a:lnTo>
                  <a:pt x="9391" y="2069"/>
                </a:lnTo>
                <a:lnTo>
                  <a:pt x="8095" y="3365"/>
                </a:lnTo>
                <a:lnTo>
                  <a:pt x="7192" y="3210"/>
                </a:lnTo>
                <a:lnTo>
                  <a:pt x="7049" y="2319"/>
                </a:lnTo>
                <a:lnTo>
                  <a:pt x="8345" y="1011"/>
                </a:lnTo>
                <a:lnTo>
                  <a:pt x="8440" y="904"/>
                </a:lnTo>
                <a:lnTo>
                  <a:pt x="8511" y="619"/>
                </a:lnTo>
                <a:lnTo>
                  <a:pt x="8487" y="476"/>
                </a:lnTo>
                <a:lnTo>
                  <a:pt x="8428" y="346"/>
                </a:lnTo>
                <a:lnTo>
                  <a:pt x="8226" y="143"/>
                </a:lnTo>
                <a:lnTo>
                  <a:pt x="8083" y="96"/>
                </a:lnTo>
                <a:lnTo>
                  <a:pt x="7691" y="13"/>
                </a:lnTo>
                <a:close/>
                <a:moveTo>
                  <a:pt x="1617" y="8464"/>
                </a:moveTo>
                <a:lnTo>
                  <a:pt x="1498" y="8476"/>
                </a:lnTo>
                <a:lnTo>
                  <a:pt x="1320" y="8643"/>
                </a:lnTo>
                <a:lnTo>
                  <a:pt x="1296" y="8773"/>
                </a:lnTo>
                <a:lnTo>
                  <a:pt x="1308" y="8904"/>
                </a:lnTo>
                <a:lnTo>
                  <a:pt x="1486" y="9059"/>
                </a:lnTo>
                <a:lnTo>
                  <a:pt x="1617" y="9082"/>
                </a:lnTo>
                <a:lnTo>
                  <a:pt x="1747" y="9059"/>
                </a:lnTo>
                <a:lnTo>
                  <a:pt x="1914" y="8892"/>
                </a:lnTo>
                <a:lnTo>
                  <a:pt x="1926" y="8773"/>
                </a:lnTo>
                <a:lnTo>
                  <a:pt x="1902" y="8654"/>
                </a:lnTo>
                <a:lnTo>
                  <a:pt x="1736" y="8488"/>
                </a:lnTo>
                <a:lnTo>
                  <a:pt x="1617" y="8464"/>
                </a:lnTo>
                <a:close/>
                <a:moveTo>
                  <a:pt x="6550" y="5552"/>
                </a:moveTo>
                <a:lnTo>
                  <a:pt x="6740" y="5564"/>
                </a:lnTo>
                <a:lnTo>
                  <a:pt x="7085" y="5718"/>
                </a:lnTo>
                <a:lnTo>
                  <a:pt x="7239" y="5837"/>
                </a:lnTo>
                <a:lnTo>
                  <a:pt x="9759" y="8369"/>
                </a:lnTo>
                <a:lnTo>
                  <a:pt x="8380" y="9748"/>
                </a:lnTo>
                <a:lnTo>
                  <a:pt x="5860" y="7216"/>
                </a:lnTo>
                <a:lnTo>
                  <a:pt x="5730" y="7074"/>
                </a:lnTo>
                <a:lnTo>
                  <a:pt x="5587" y="6729"/>
                </a:lnTo>
                <a:lnTo>
                  <a:pt x="5575" y="6527"/>
                </a:lnTo>
                <a:lnTo>
                  <a:pt x="5587" y="6337"/>
                </a:lnTo>
                <a:lnTo>
                  <a:pt x="5730" y="5992"/>
                </a:lnTo>
                <a:lnTo>
                  <a:pt x="5860" y="5837"/>
                </a:lnTo>
                <a:lnTo>
                  <a:pt x="6003" y="5718"/>
                </a:lnTo>
                <a:lnTo>
                  <a:pt x="6348" y="5564"/>
                </a:lnTo>
                <a:lnTo>
                  <a:pt x="6550" y="5552"/>
                </a:lnTo>
                <a:close/>
                <a:moveTo>
                  <a:pt x="3305" y="4946"/>
                </a:moveTo>
                <a:lnTo>
                  <a:pt x="3186" y="5029"/>
                </a:lnTo>
                <a:lnTo>
                  <a:pt x="452" y="7763"/>
                </a:lnTo>
                <a:lnTo>
                  <a:pt x="345" y="7882"/>
                </a:lnTo>
                <a:lnTo>
                  <a:pt x="167" y="8131"/>
                </a:lnTo>
                <a:lnTo>
                  <a:pt x="60" y="8417"/>
                </a:lnTo>
                <a:lnTo>
                  <a:pt x="0" y="8702"/>
                </a:lnTo>
                <a:lnTo>
                  <a:pt x="0" y="8999"/>
                </a:lnTo>
                <a:lnTo>
                  <a:pt x="60" y="9296"/>
                </a:lnTo>
                <a:lnTo>
                  <a:pt x="167" y="9570"/>
                </a:lnTo>
                <a:lnTo>
                  <a:pt x="345" y="9831"/>
                </a:lnTo>
                <a:lnTo>
                  <a:pt x="452" y="9950"/>
                </a:lnTo>
                <a:lnTo>
                  <a:pt x="583" y="10069"/>
                </a:lnTo>
                <a:lnTo>
                  <a:pt x="880" y="10259"/>
                </a:lnTo>
                <a:lnTo>
                  <a:pt x="1213" y="10366"/>
                </a:lnTo>
                <a:lnTo>
                  <a:pt x="1557" y="10402"/>
                </a:lnTo>
                <a:lnTo>
                  <a:pt x="1747" y="10390"/>
                </a:lnTo>
                <a:lnTo>
                  <a:pt x="2009" y="10331"/>
                </a:lnTo>
                <a:lnTo>
                  <a:pt x="2473" y="10081"/>
                </a:lnTo>
                <a:lnTo>
                  <a:pt x="2675" y="9903"/>
                </a:lnTo>
                <a:lnTo>
                  <a:pt x="4517" y="8060"/>
                </a:lnTo>
                <a:lnTo>
                  <a:pt x="4577" y="7977"/>
                </a:lnTo>
                <a:lnTo>
                  <a:pt x="4612" y="7787"/>
                </a:lnTo>
                <a:lnTo>
                  <a:pt x="4577" y="7692"/>
                </a:lnTo>
                <a:lnTo>
                  <a:pt x="4577" y="7680"/>
                </a:lnTo>
                <a:lnTo>
                  <a:pt x="4588" y="7680"/>
                </a:lnTo>
                <a:lnTo>
                  <a:pt x="4541" y="7608"/>
                </a:lnTo>
                <a:lnTo>
                  <a:pt x="4422" y="7525"/>
                </a:lnTo>
                <a:lnTo>
                  <a:pt x="4279" y="7501"/>
                </a:lnTo>
                <a:lnTo>
                  <a:pt x="4137" y="7549"/>
                </a:lnTo>
                <a:lnTo>
                  <a:pt x="4077" y="7597"/>
                </a:lnTo>
                <a:lnTo>
                  <a:pt x="2211" y="9463"/>
                </a:lnTo>
                <a:lnTo>
                  <a:pt x="2092" y="9570"/>
                </a:lnTo>
                <a:lnTo>
                  <a:pt x="1807" y="9712"/>
                </a:lnTo>
                <a:lnTo>
                  <a:pt x="1510" y="9748"/>
                </a:lnTo>
                <a:lnTo>
                  <a:pt x="1201" y="9677"/>
                </a:lnTo>
                <a:lnTo>
                  <a:pt x="1070" y="9605"/>
                </a:lnTo>
                <a:lnTo>
                  <a:pt x="892" y="9475"/>
                </a:lnTo>
                <a:lnTo>
                  <a:pt x="701" y="9130"/>
                </a:lnTo>
                <a:lnTo>
                  <a:pt x="666" y="8750"/>
                </a:lnTo>
                <a:lnTo>
                  <a:pt x="797" y="8381"/>
                </a:lnTo>
                <a:lnTo>
                  <a:pt x="927" y="8227"/>
                </a:lnTo>
                <a:lnTo>
                  <a:pt x="3661" y="5481"/>
                </a:lnTo>
                <a:lnTo>
                  <a:pt x="3744" y="5374"/>
                </a:lnTo>
                <a:lnTo>
                  <a:pt x="3744" y="5124"/>
                </a:lnTo>
                <a:lnTo>
                  <a:pt x="3661" y="5029"/>
                </a:lnTo>
                <a:lnTo>
                  <a:pt x="3554" y="4946"/>
                </a:lnTo>
                <a:close/>
                <a:moveTo>
                  <a:pt x="1308" y="1"/>
                </a:moveTo>
                <a:lnTo>
                  <a:pt x="12" y="1285"/>
                </a:lnTo>
                <a:lnTo>
                  <a:pt x="1961" y="3864"/>
                </a:lnTo>
                <a:lnTo>
                  <a:pt x="3447" y="3864"/>
                </a:lnTo>
                <a:lnTo>
                  <a:pt x="5195" y="5600"/>
                </a:lnTo>
                <a:lnTo>
                  <a:pt x="5052" y="5837"/>
                </a:lnTo>
                <a:lnTo>
                  <a:pt x="4921" y="6372"/>
                </a:lnTo>
                <a:lnTo>
                  <a:pt x="4969" y="6919"/>
                </a:lnTo>
                <a:lnTo>
                  <a:pt x="5207" y="7430"/>
                </a:lnTo>
                <a:lnTo>
                  <a:pt x="5397" y="7644"/>
                </a:lnTo>
                <a:lnTo>
                  <a:pt x="7929" y="10176"/>
                </a:lnTo>
                <a:lnTo>
                  <a:pt x="8024" y="10283"/>
                </a:lnTo>
                <a:lnTo>
                  <a:pt x="8250" y="10390"/>
                </a:lnTo>
                <a:lnTo>
                  <a:pt x="8380" y="10402"/>
                </a:lnTo>
                <a:lnTo>
                  <a:pt x="8511" y="10390"/>
                </a:lnTo>
                <a:lnTo>
                  <a:pt x="8749" y="10295"/>
                </a:lnTo>
                <a:lnTo>
                  <a:pt x="8844" y="10212"/>
                </a:lnTo>
                <a:lnTo>
                  <a:pt x="10211" y="8833"/>
                </a:lnTo>
                <a:lnTo>
                  <a:pt x="10306" y="8726"/>
                </a:lnTo>
                <a:lnTo>
                  <a:pt x="10401" y="8500"/>
                </a:lnTo>
                <a:lnTo>
                  <a:pt x="10401" y="8250"/>
                </a:lnTo>
                <a:lnTo>
                  <a:pt x="10306" y="8013"/>
                </a:lnTo>
                <a:lnTo>
                  <a:pt x="10223" y="7906"/>
                </a:lnTo>
                <a:lnTo>
                  <a:pt x="7691" y="5386"/>
                </a:lnTo>
                <a:lnTo>
                  <a:pt x="7572" y="5267"/>
                </a:lnTo>
                <a:lnTo>
                  <a:pt x="7299" y="5088"/>
                </a:lnTo>
                <a:lnTo>
                  <a:pt x="7013" y="4970"/>
                </a:lnTo>
                <a:lnTo>
                  <a:pt x="6704" y="4910"/>
                </a:lnTo>
                <a:lnTo>
                  <a:pt x="6550" y="4910"/>
                </a:lnTo>
                <a:lnTo>
                  <a:pt x="6312" y="4922"/>
                </a:lnTo>
                <a:lnTo>
                  <a:pt x="5860" y="5053"/>
                </a:lnTo>
                <a:lnTo>
                  <a:pt x="5646" y="5172"/>
                </a:lnTo>
                <a:lnTo>
                  <a:pt x="3899" y="3436"/>
                </a:lnTo>
                <a:lnTo>
                  <a:pt x="3899" y="1950"/>
                </a:lnTo>
                <a:lnTo>
                  <a:pt x="1308"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2" name="Google Shape;3162;p174"/>
          <p:cNvSpPr/>
          <p:nvPr/>
        </p:nvSpPr>
        <p:spPr>
          <a:xfrm>
            <a:off x="3255794" y="4422751"/>
            <a:ext cx="624923" cy="566105"/>
          </a:xfrm>
          <a:custGeom>
            <a:rect b="b" l="l" r="r" t="t"/>
            <a:pathLst>
              <a:path extrusionOk="0" h="10414" w="11496">
                <a:moveTo>
                  <a:pt x="3781" y="3508"/>
                </a:moveTo>
                <a:lnTo>
                  <a:pt x="3781" y="6515"/>
                </a:lnTo>
                <a:lnTo>
                  <a:pt x="2081" y="6515"/>
                </a:lnTo>
                <a:lnTo>
                  <a:pt x="3781" y="3508"/>
                </a:lnTo>
                <a:close/>
                <a:moveTo>
                  <a:pt x="5730" y="1368"/>
                </a:moveTo>
                <a:lnTo>
                  <a:pt x="9356" y="6515"/>
                </a:lnTo>
                <a:lnTo>
                  <a:pt x="5730" y="6515"/>
                </a:lnTo>
                <a:lnTo>
                  <a:pt x="5730" y="1368"/>
                </a:lnTo>
                <a:close/>
                <a:moveTo>
                  <a:pt x="4102" y="1962"/>
                </a:moveTo>
                <a:lnTo>
                  <a:pt x="3912" y="2034"/>
                </a:lnTo>
                <a:lnTo>
                  <a:pt x="3840" y="2129"/>
                </a:lnTo>
                <a:lnTo>
                  <a:pt x="1249" y="6681"/>
                </a:lnTo>
                <a:lnTo>
                  <a:pt x="1201" y="6753"/>
                </a:lnTo>
                <a:lnTo>
                  <a:pt x="1201" y="6919"/>
                </a:lnTo>
                <a:lnTo>
                  <a:pt x="1249" y="7002"/>
                </a:lnTo>
                <a:lnTo>
                  <a:pt x="1296" y="7062"/>
                </a:lnTo>
                <a:lnTo>
                  <a:pt x="1427" y="7157"/>
                </a:lnTo>
                <a:lnTo>
                  <a:pt x="4102" y="7157"/>
                </a:lnTo>
                <a:lnTo>
                  <a:pt x="4244" y="7145"/>
                </a:lnTo>
                <a:lnTo>
                  <a:pt x="4411" y="6967"/>
                </a:lnTo>
                <a:lnTo>
                  <a:pt x="4435" y="6836"/>
                </a:lnTo>
                <a:lnTo>
                  <a:pt x="4435" y="2283"/>
                </a:lnTo>
                <a:lnTo>
                  <a:pt x="4423" y="2176"/>
                </a:lnTo>
                <a:lnTo>
                  <a:pt x="4304" y="2010"/>
                </a:lnTo>
                <a:lnTo>
                  <a:pt x="4209" y="1974"/>
                </a:lnTo>
                <a:lnTo>
                  <a:pt x="4102" y="1962"/>
                </a:lnTo>
                <a:close/>
                <a:moveTo>
                  <a:pt x="5433" y="1"/>
                </a:moveTo>
                <a:lnTo>
                  <a:pt x="5326" y="25"/>
                </a:lnTo>
                <a:lnTo>
                  <a:pt x="5231" y="72"/>
                </a:lnTo>
                <a:lnTo>
                  <a:pt x="5100" y="227"/>
                </a:lnTo>
                <a:lnTo>
                  <a:pt x="5076" y="334"/>
                </a:lnTo>
                <a:lnTo>
                  <a:pt x="5076" y="6836"/>
                </a:lnTo>
                <a:lnTo>
                  <a:pt x="5100" y="6967"/>
                </a:lnTo>
                <a:lnTo>
                  <a:pt x="5290" y="7145"/>
                </a:lnTo>
                <a:lnTo>
                  <a:pt x="5409" y="7169"/>
                </a:lnTo>
                <a:lnTo>
                  <a:pt x="9974" y="7169"/>
                </a:lnTo>
                <a:lnTo>
                  <a:pt x="10057" y="7157"/>
                </a:lnTo>
                <a:lnTo>
                  <a:pt x="10212" y="7062"/>
                </a:lnTo>
                <a:lnTo>
                  <a:pt x="10259" y="6990"/>
                </a:lnTo>
                <a:lnTo>
                  <a:pt x="10295" y="6907"/>
                </a:lnTo>
                <a:lnTo>
                  <a:pt x="10283" y="6729"/>
                </a:lnTo>
                <a:lnTo>
                  <a:pt x="10235" y="6646"/>
                </a:lnTo>
                <a:lnTo>
                  <a:pt x="5695" y="155"/>
                </a:lnTo>
                <a:lnTo>
                  <a:pt x="5623" y="72"/>
                </a:lnTo>
                <a:lnTo>
                  <a:pt x="5433" y="1"/>
                </a:lnTo>
                <a:close/>
                <a:moveTo>
                  <a:pt x="10735" y="8464"/>
                </a:moveTo>
                <a:lnTo>
                  <a:pt x="10628" y="8750"/>
                </a:lnTo>
                <a:lnTo>
                  <a:pt x="10259" y="9225"/>
                </a:lnTo>
                <a:lnTo>
                  <a:pt x="9784" y="9558"/>
                </a:lnTo>
                <a:lnTo>
                  <a:pt x="9213" y="9748"/>
                </a:lnTo>
                <a:lnTo>
                  <a:pt x="8904" y="9760"/>
                </a:lnTo>
                <a:lnTo>
                  <a:pt x="2580" y="9760"/>
                </a:lnTo>
                <a:lnTo>
                  <a:pt x="2283" y="9748"/>
                </a:lnTo>
                <a:lnTo>
                  <a:pt x="1724" y="9558"/>
                </a:lnTo>
                <a:lnTo>
                  <a:pt x="1237" y="9225"/>
                </a:lnTo>
                <a:lnTo>
                  <a:pt x="880" y="8750"/>
                </a:lnTo>
                <a:lnTo>
                  <a:pt x="761" y="8464"/>
                </a:lnTo>
                <a:close/>
                <a:moveTo>
                  <a:pt x="334" y="7811"/>
                </a:moveTo>
                <a:lnTo>
                  <a:pt x="250" y="7822"/>
                </a:lnTo>
                <a:lnTo>
                  <a:pt x="120" y="7882"/>
                </a:lnTo>
                <a:lnTo>
                  <a:pt x="24" y="8001"/>
                </a:lnTo>
                <a:lnTo>
                  <a:pt x="1" y="8143"/>
                </a:lnTo>
                <a:lnTo>
                  <a:pt x="13" y="8227"/>
                </a:lnTo>
                <a:lnTo>
                  <a:pt x="96" y="8524"/>
                </a:lnTo>
                <a:lnTo>
                  <a:pt x="167" y="8726"/>
                </a:lnTo>
                <a:lnTo>
                  <a:pt x="345" y="9106"/>
                </a:lnTo>
                <a:lnTo>
                  <a:pt x="583" y="9451"/>
                </a:lnTo>
                <a:lnTo>
                  <a:pt x="868" y="9760"/>
                </a:lnTo>
                <a:lnTo>
                  <a:pt x="1201" y="10010"/>
                </a:lnTo>
                <a:lnTo>
                  <a:pt x="1558" y="10200"/>
                </a:lnTo>
                <a:lnTo>
                  <a:pt x="1950" y="10343"/>
                </a:lnTo>
                <a:lnTo>
                  <a:pt x="2366" y="10402"/>
                </a:lnTo>
                <a:lnTo>
                  <a:pt x="2580" y="10414"/>
                </a:lnTo>
                <a:lnTo>
                  <a:pt x="8904" y="10414"/>
                </a:lnTo>
                <a:lnTo>
                  <a:pt x="9118" y="10402"/>
                </a:lnTo>
                <a:lnTo>
                  <a:pt x="9534" y="10343"/>
                </a:lnTo>
                <a:lnTo>
                  <a:pt x="9938" y="10200"/>
                </a:lnTo>
                <a:lnTo>
                  <a:pt x="10307" y="10010"/>
                </a:lnTo>
                <a:lnTo>
                  <a:pt x="10628" y="9760"/>
                </a:lnTo>
                <a:lnTo>
                  <a:pt x="10925" y="9451"/>
                </a:lnTo>
                <a:lnTo>
                  <a:pt x="11163" y="9106"/>
                </a:lnTo>
                <a:lnTo>
                  <a:pt x="11341" y="8726"/>
                </a:lnTo>
                <a:lnTo>
                  <a:pt x="11400" y="8524"/>
                </a:lnTo>
                <a:lnTo>
                  <a:pt x="11484" y="8227"/>
                </a:lnTo>
                <a:lnTo>
                  <a:pt x="11495" y="8143"/>
                </a:lnTo>
                <a:lnTo>
                  <a:pt x="11472" y="8001"/>
                </a:lnTo>
                <a:lnTo>
                  <a:pt x="11388" y="7882"/>
                </a:lnTo>
                <a:lnTo>
                  <a:pt x="11258" y="7822"/>
                </a:lnTo>
                <a:lnTo>
                  <a:pt x="11174" y="781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3" name="Google Shape;3163;p174"/>
          <p:cNvSpPr/>
          <p:nvPr/>
        </p:nvSpPr>
        <p:spPr>
          <a:xfrm>
            <a:off x="9787784" y="4427317"/>
            <a:ext cx="529956" cy="558332"/>
          </a:xfrm>
          <a:custGeom>
            <a:rect b="b" l="l" r="r" t="t"/>
            <a:pathLst>
              <a:path extrusionOk="0" h="10271" w="9749">
                <a:moveTo>
                  <a:pt x="5005" y="642"/>
                </a:moveTo>
                <a:lnTo>
                  <a:pt x="5124" y="690"/>
                </a:lnTo>
                <a:lnTo>
                  <a:pt x="8714" y="2211"/>
                </a:lnTo>
                <a:lnTo>
                  <a:pt x="8880" y="2294"/>
                </a:lnTo>
                <a:lnTo>
                  <a:pt x="9082" y="2591"/>
                </a:lnTo>
                <a:lnTo>
                  <a:pt x="9094" y="2770"/>
                </a:lnTo>
                <a:lnTo>
                  <a:pt x="9094" y="3138"/>
                </a:lnTo>
                <a:lnTo>
                  <a:pt x="8999" y="3970"/>
                </a:lnTo>
                <a:lnTo>
                  <a:pt x="8821" y="4886"/>
                </a:lnTo>
                <a:lnTo>
                  <a:pt x="8512" y="5837"/>
                </a:lnTo>
                <a:lnTo>
                  <a:pt x="8060" y="6788"/>
                </a:lnTo>
                <a:lnTo>
                  <a:pt x="7466" y="7703"/>
                </a:lnTo>
                <a:lnTo>
                  <a:pt x="6681" y="8535"/>
                </a:lnTo>
                <a:lnTo>
                  <a:pt x="5956" y="9094"/>
                </a:lnTo>
                <a:lnTo>
                  <a:pt x="5421" y="9415"/>
                </a:lnTo>
                <a:lnTo>
                  <a:pt x="5124" y="9557"/>
                </a:lnTo>
                <a:lnTo>
                  <a:pt x="5005" y="9605"/>
                </a:lnTo>
                <a:lnTo>
                  <a:pt x="4744" y="9605"/>
                </a:lnTo>
                <a:lnTo>
                  <a:pt x="4613" y="9557"/>
                </a:lnTo>
                <a:lnTo>
                  <a:pt x="4328" y="9415"/>
                </a:lnTo>
                <a:lnTo>
                  <a:pt x="3781" y="9094"/>
                </a:lnTo>
                <a:lnTo>
                  <a:pt x="3068" y="8535"/>
                </a:lnTo>
                <a:lnTo>
                  <a:pt x="2283" y="7703"/>
                </a:lnTo>
                <a:lnTo>
                  <a:pt x="1677" y="6788"/>
                </a:lnTo>
                <a:lnTo>
                  <a:pt x="1237" y="5837"/>
                </a:lnTo>
                <a:lnTo>
                  <a:pt x="928" y="4886"/>
                </a:lnTo>
                <a:lnTo>
                  <a:pt x="738" y="3970"/>
                </a:lnTo>
                <a:lnTo>
                  <a:pt x="655" y="3138"/>
                </a:lnTo>
                <a:lnTo>
                  <a:pt x="643" y="2770"/>
                </a:lnTo>
                <a:lnTo>
                  <a:pt x="666" y="2591"/>
                </a:lnTo>
                <a:lnTo>
                  <a:pt x="868" y="2294"/>
                </a:lnTo>
                <a:lnTo>
                  <a:pt x="1023" y="2211"/>
                </a:lnTo>
                <a:lnTo>
                  <a:pt x="4625" y="690"/>
                </a:lnTo>
                <a:lnTo>
                  <a:pt x="4744" y="642"/>
                </a:lnTo>
                <a:close/>
                <a:moveTo>
                  <a:pt x="4613" y="0"/>
                </a:moveTo>
                <a:lnTo>
                  <a:pt x="4363" y="83"/>
                </a:lnTo>
                <a:lnTo>
                  <a:pt x="773" y="1605"/>
                </a:lnTo>
                <a:lnTo>
                  <a:pt x="619" y="1688"/>
                </a:lnTo>
                <a:lnTo>
                  <a:pt x="334" y="1914"/>
                </a:lnTo>
                <a:lnTo>
                  <a:pt x="120" y="2211"/>
                </a:lnTo>
                <a:lnTo>
                  <a:pt x="13" y="2568"/>
                </a:lnTo>
                <a:lnTo>
                  <a:pt x="1" y="2758"/>
                </a:lnTo>
                <a:lnTo>
                  <a:pt x="13" y="3150"/>
                </a:lnTo>
                <a:lnTo>
                  <a:pt x="96" y="4042"/>
                </a:lnTo>
                <a:lnTo>
                  <a:pt x="298" y="5028"/>
                </a:lnTo>
                <a:lnTo>
                  <a:pt x="631" y="6062"/>
                </a:lnTo>
                <a:lnTo>
                  <a:pt x="1118" y="7108"/>
                </a:lnTo>
                <a:lnTo>
                  <a:pt x="1772" y="8107"/>
                </a:lnTo>
                <a:lnTo>
                  <a:pt x="2402" y="8796"/>
                </a:lnTo>
                <a:lnTo>
                  <a:pt x="2877" y="9236"/>
                </a:lnTo>
                <a:lnTo>
                  <a:pt x="3424" y="9629"/>
                </a:lnTo>
                <a:lnTo>
                  <a:pt x="4019" y="9985"/>
                </a:lnTo>
                <a:lnTo>
                  <a:pt x="4339" y="10152"/>
                </a:lnTo>
                <a:lnTo>
                  <a:pt x="4470" y="10211"/>
                </a:lnTo>
                <a:lnTo>
                  <a:pt x="4732" y="10270"/>
                </a:lnTo>
                <a:lnTo>
                  <a:pt x="5017" y="10270"/>
                </a:lnTo>
                <a:lnTo>
                  <a:pt x="5279" y="10211"/>
                </a:lnTo>
                <a:lnTo>
                  <a:pt x="5409" y="10152"/>
                </a:lnTo>
                <a:lnTo>
                  <a:pt x="5730" y="9985"/>
                </a:lnTo>
                <a:lnTo>
                  <a:pt x="6325" y="9629"/>
                </a:lnTo>
                <a:lnTo>
                  <a:pt x="6860" y="9236"/>
                </a:lnTo>
                <a:lnTo>
                  <a:pt x="7347" y="8796"/>
                </a:lnTo>
                <a:lnTo>
                  <a:pt x="7977" y="8107"/>
                </a:lnTo>
                <a:lnTo>
                  <a:pt x="8631" y="7108"/>
                </a:lnTo>
                <a:lnTo>
                  <a:pt x="9118" y="6062"/>
                </a:lnTo>
                <a:lnTo>
                  <a:pt x="9451" y="5028"/>
                </a:lnTo>
                <a:lnTo>
                  <a:pt x="9653" y="4042"/>
                </a:lnTo>
                <a:lnTo>
                  <a:pt x="9736" y="3150"/>
                </a:lnTo>
                <a:lnTo>
                  <a:pt x="9748" y="2758"/>
                </a:lnTo>
                <a:lnTo>
                  <a:pt x="9736" y="2568"/>
                </a:lnTo>
                <a:lnTo>
                  <a:pt x="9629" y="2211"/>
                </a:lnTo>
                <a:lnTo>
                  <a:pt x="9415" y="1914"/>
                </a:lnTo>
                <a:lnTo>
                  <a:pt x="9130" y="1688"/>
                </a:lnTo>
                <a:lnTo>
                  <a:pt x="8975" y="1605"/>
                </a:lnTo>
                <a:lnTo>
                  <a:pt x="5386" y="83"/>
                </a:lnTo>
                <a:lnTo>
                  <a:pt x="5136" y="0"/>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4" name="Google Shape;3164;p174"/>
          <p:cNvSpPr/>
          <p:nvPr/>
        </p:nvSpPr>
        <p:spPr>
          <a:xfrm>
            <a:off x="10868160" y="4423403"/>
            <a:ext cx="530554" cy="565453"/>
          </a:xfrm>
          <a:custGeom>
            <a:rect b="b" l="l" r="r" t="t"/>
            <a:pathLst>
              <a:path extrusionOk="0" h="10402" w="9760">
                <a:moveTo>
                  <a:pt x="6503" y="3686"/>
                </a:moveTo>
                <a:lnTo>
                  <a:pt x="6384" y="3698"/>
                </a:lnTo>
                <a:lnTo>
                  <a:pt x="6277" y="3781"/>
                </a:lnTo>
                <a:lnTo>
                  <a:pt x="4339" y="5718"/>
                </a:lnTo>
                <a:lnTo>
                  <a:pt x="3484" y="4863"/>
                </a:lnTo>
                <a:lnTo>
                  <a:pt x="3377" y="4779"/>
                </a:lnTo>
                <a:lnTo>
                  <a:pt x="3258" y="4767"/>
                </a:lnTo>
                <a:lnTo>
                  <a:pt x="3127" y="4779"/>
                </a:lnTo>
                <a:lnTo>
                  <a:pt x="2949" y="4970"/>
                </a:lnTo>
                <a:lnTo>
                  <a:pt x="2925" y="5088"/>
                </a:lnTo>
                <a:lnTo>
                  <a:pt x="2949" y="5219"/>
                </a:lnTo>
                <a:lnTo>
                  <a:pt x="3020" y="5326"/>
                </a:lnTo>
                <a:lnTo>
                  <a:pt x="4114" y="6408"/>
                </a:lnTo>
                <a:lnTo>
                  <a:pt x="4209" y="6479"/>
                </a:lnTo>
                <a:lnTo>
                  <a:pt x="4339" y="6503"/>
                </a:lnTo>
                <a:lnTo>
                  <a:pt x="4458" y="6479"/>
                </a:lnTo>
                <a:lnTo>
                  <a:pt x="4565" y="6408"/>
                </a:lnTo>
                <a:lnTo>
                  <a:pt x="6741" y="4233"/>
                </a:lnTo>
                <a:lnTo>
                  <a:pt x="6812" y="4137"/>
                </a:lnTo>
                <a:lnTo>
                  <a:pt x="6836" y="4007"/>
                </a:lnTo>
                <a:lnTo>
                  <a:pt x="6812" y="3876"/>
                </a:lnTo>
                <a:lnTo>
                  <a:pt x="6634" y="3698"/>
                </a:lnTo>
                <a:lnTo>
                  <a:pt x="6503" y="3686"/>
                </a:lnTo>
                <a:close/>
                <a:moveTo>
                  <a:pt x="4946" y="655"/>
                </a:moveTo>
                <a:lnTo>
                  <a:pt x="5005" y="678"/>
                </a:lnTo>
                <a:lnTo>
                  <a:pt x="8904" y="2295"/>
                </a:lnTo>
                <a:lnTo>
                  <a:pt x="9023" y="2366"/>
                </a:lnTo>
                <a:lnTo>
                  <a:pt x="9106" y="2556"/>
                </a:lnTo>
                <a:lnTo>
                  <a:pt x="9106" y="2604"/>
                </a:lnTo>
                <a:lnTo>
                  <a:pt x="9094" y="3032"/>
                </a:lnTo>
                <a:lnTo>
                  <a:pt x="9023" y="3840"/>
                </a:lnTo>
                <a:lnTo>
                  <a:pt x="8880" y="4601"/>
                </a:lnTo>
                <a:lnTo>
                  <a:pt x="8678" y="5314"/>
                </a:lnTo>
                <a:lnTo>
                  <a:pt x="8298" y="6301"/>
                </a:lnTo>
                <a:lnTo>
                  <a:pt x="7656" y="7418"/>
                </a:lnTo>
                <a:lnTo>
                  <a:pt x="6943" y="8334"/>
                </a:lnTo>
                <a:lnTo>
                  <a:pt x="6229" y="9023"/>
                </a:lnTo>
                <a:lnTo>
                  <a:pt x="5576" y="9487"/>
                </a:lnTo>
                <a:lnTo>
                  <a:pt x="5053" y="9724"/>
                </a:lnTo>
                <a:lnTo>
                  <a:pt x="4886" y="9748"/>
                </a:lnTo>
                <a:lnTo>
                  <a:pt x="4696" y="9724"/>
                </a:lnTo>
                <a:lnTo>
                  <a:pt x="4173" y="9487"/>
                </a:lnTo>
                <a:lnTo>
                  <a:pt x="3519" y="9011"/>
                </a:lnTo>
                <a:lnTo>
                  <a:pt x="2794" y="8310"/>
                </a:lnTo>
                <a:lnTo>
                  <a:pt x="2093" y="7406"/>
                </a:lnTo>
                <a:lnTo>
                  <a:pt x="1451" y="6277"/>
                </a:lnTo>
                <a:lnTo>
                  <a:pt x="1071" y="5302"/>
                </a:lnTo>
                <a:lnTo>
                  <a:pt x="868" y="4589"/>
                </a:lnTo>
                <a:lnTo>
                  <a:pt x="738" y="3828"/>
                </a:lnTo>
                <a:lnTo>
                  <a:pt x="654" y="3020"/>
                </a:lnTo>
                <a:lnTo>
                  <a:pt x="654" y="2604"/>
                </a:lnTo>
                <a:lnTo>
                  <a:pt x="666" y="2497"/>
                </a:lnTo>
                <a:lnTo>
                  <a:pt x="761" y="2343"/>
                </a:lnTo>
                <a:lnTo>
                  <a:pt x="857" y="2295"/>
                </a:lnTo>
                <a:lnTo>
                  <a:pt x="4755" y="678"/>
                </a:lnTo>
                <a:lnTo>
                  <a:pt x="4815" y="655"/>
                </a:lnTo>
                <a:close/>
                <a:moveTo>
                  <a:pt x="4874" y="1"/>
                </a:moveTo>
                <a:lnTo>
                  <a:pt x="4684" y="13"/>
                </a:lnTo>
                <a:lnTo>
                  <a:pt x="4506" y="72"/>
                </a:lnTo>
                <a:lnTo>
                  <a:pt x="607" y="1701"/>
                </a:lnTo>
                <a:lnTo>
                  <a:pt x="476" y="1760"/>
                </a:lnTo>
                <a:lnTo>
                  <a:pt x="250" y="1938"/>
                </a:lnTo>
                <a:lnTo>
                  <a:pt x="96" y="2176"/>
                </a:lnTo>
                <a:lnTo>
                  <a:pt x="13" y="2438"/>
                </a:lnTo>
                <a:lnTo>
                  <a:pt x="1" y="2580"/>
                </a:lnTo>
                <a:lnTo>
                  <a:pt x="13" y="3068"/>
                </a:lnTo>
                <a:lnTo>
                  <a:pt x="96" y="3983"/>
                </a:lnTo>
                <a:lnTo>
                  <a:pt x="262" y="4851"/>
                </a:lnTo>
                <a:lnTo>
                  <a:pt x="488" y="5647"/>
                </a:lnTo>
                <a:lnTo>
                  <a:pt x="773" y="6372"/>
                </a:lnTo>
                <a:lnTo>
                  <a:pt x="1094" y="7050"/>
                </a:lnTo>
                <a:lnTo>
                  <a:pt x="1653" y="7953"/>
                </a:lnTo>
                <a:lnTo>
                  <a:pt x="2473" y="8928"/>
                </a:lnTo>
                <a:lnTo>
                  <a:pt x="3305" y="9653"/>
                </a:lnTo>
                <a:lnTo>
                  <a:pt x="4066" y="10140"/>
                </a:lnTo>
                <a:lnTo>
                  <a:pt x="4660" y="10378"/>
                </a:lnTo>
                <a:lnTo>
                  <a:pt x="4874" y="10402"/>
                </a:lnTo>
                <a:lnTo>
                  <a:pt x="5088" y="10378"/>
                </a:lnTo>
                <a:lnTo>
                  <a:pt x="5695" y="10140"/>
                </a:lnTo>
                <a:lnTo>
                  <a:pt x="6443" y="9665"/>
                </a:lnTo>
                <a:lnTo>
                  <a:pt x="7275" y="8940"/>
                </a:lnTo>
                <a:lnTo>
                  <a:pt x="8096" y="7965"/>
                </a:lnTo>
                <a:lnTo>
                  <a:pt x="8654" y="7062"/>
                </a:lnTo>
                <a:lnTo>
                  <a:pt x="8987" y="6396"/>
                </a:lnTo>
                <a:lnTo>
                  <a:pt x="9273" y="5659"/>
                </a:lnTo>
                <a:lnTo>
                  <a:pt x="9498" y="4863"/>
                </a:lnTo>
                <a:lnTo>
                  <a:pt x="9665" y="3995"/>
                </a:lnTo>
                <a:lnTo>
                  <a:pt x="9748" y="3068"/>
                </a:lnTo>
                <a:lnTo>
                  <a:pt x="9760" y="2580"/>
                </a:lnTo>
                <a:lnTo>
                  <a:pt x="9748" y="2580"/>
                </a:lnTo>
                <a:lnTo>
                  <a:pt x="9748" y="2438"/>
                </a:lnTo>
                <a:lnTo>
                  <a:pt x="9665" y="2176"/>
                </a:lnTo>
                <a:lnTo>
                  <a:pt x="9510" y="1938"/>
                </a:lnTo>
                <a:lnTo>
                  <a:pt x="9284" y="1760"/>
                </a:lnTo>
                <a:lnTo>
                  <a:pt x="9154" y="1701"/>
                </a:lnTo>
                <a:lnTo>
                  <a:pt x="5255" y="72"/>
                </a:lnTo>
                <a:lnTo>
                  <a:pt x="5065" y="13"/>
                </a:lnTo>
                <a:lnTo>
                  <a:pt x="487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5" name="Google Shape;3165;p174"/>
          <p:cNvSpPr/>
          <p:nvPr/>
        </p:nvSpPr>
        <p:spPr>
          <a:xfrm>
            <a:off x="11860039" y="4423403"/>
            <a:ext cx="706952" cy="565453"/>
          </a:xfrm>
          <a:custGeom>
            <a:rect b="b" l="l" r="r" t="t"/>
            <a:pathLst>
              <a:path extrusionOk="0" h="10402" w="13005">
                <a:moveTo>
                  <a:pt x="6526" y="1"/>
                </a:moveTo>
                <a:lnTo>
                  <a:pt x="6336" y="13"/>
                </a:lnTo>
                <a:lnTo>
                  <a:pt x="6146" y="72"/>
                </a:lnTo>
                <a:lnTo>
                  <a:pt x="3519" y="1178"/>
                </a:lnTo>
                <a:lnTo>
                  <a:pt x="4101" y="1629"/>
                </a:lnTo>
                <a:lnTo>
                  <a:pt x="6395" y="678"/>
                </a:lnTo>
                <a:lnTo>
                  <a:pt x="6455" y="655"/>
                </a:lnTo>
                <a:lnTo>
                  <a:pt x="6585" y="655"/>
                </a:lnTo>
                <a:lnTo>
                  <a:pt x="6645" y="678"/>
                </a:lnTo>
                <a:lnTo>
                  <a:pt x="10544" y="2307"/>
                </a:lnTo>
                <a:lnTo>
                  <a:pt x="10663" y="2378"/>
                </a:lnTo>
                <a:lnTo>
                  <a:pt x="10746" y="2556"/>
                </a:lnTo>
                <a:lnTo>
                  <a:pt x="10746" y="2604"/>
                </a:lnTo>
                <a:lnTo>
                  <a:pt x="10734" y="3115"/>
                </a:lnTo>
                <a:lnTo>
                  <a:pt x="10627" y="4078"/>
                </a:lnTo>
                <a:lnTo>
                  <a:pt x="10425" y="4993"/>
                </a:lnTo>
                <a:lnTo>
                  <a:pt x="10128" y="5849"/>
                </a:lnTo>
                <a:lnTo>
                  <a:pt x="9961" y="6253"/>
                </a:lnTo>
                <a:lnTo>
                  <a:pt x="10496" y="6681"/>
                </a:lnTo>
                <a:lnTo>
                  <a:pt x="10698" y="6265"/>
                </a:lnTo>
                <a:lnTo>
                  <a:pt x="11019" y="5338"/>
                </a:lnTo>
                <a:lnTo>
                  <a:pt x="11257" y="4316"/>
                </a:lnTo>
                <a:lnTo>
                  <a:pt x="11388" y="3186"/>
                </a:lnTo>
                <a:lnTo>
                  <a:pt x="11400" y="2580"/>
                </a:lnTo>
                <a:lnTo>
                  <a:pt x="11388" y="2438"/>
                </a:lnTo>
                <a:lnTo>
                  <a:pt x="11305" y="2164"/>
                </a:lnTo>
                <a:lnTo>
                  <a:pt x="11150" y="1926"/>
                </a:lnTo>
                <a:lnTo>
                  <a:pt x="10924" y="1748"/>
                </a:lnTo>
                <a:lnTo>
                  <a:pt x="10793" y="1689"/>
                </a:lnTo>
                <a:lnTo>
                  <a:pt x="6895" y="60"/>
                </a:lnTo>
                <a:lnTo>
                  <a:pt x="6716" y="13"/>
                </a:lnTo>
                <a:lnTo>
                  <a:pt x="6526" y="1"/>
                </a:lnTo>
                <a:close/>
                <a:moveTo>
                  <a:pt x="1664" y="3020"/>
                </a:moveTo>
                <a:lnTo>
                  <a:pt x="1688" y="3484"/>
                </a:lnTo>
                <a:lnTo>
                  <a:pt x="1807" y="4351"/>
                </a:lnTo>
                <a:lnTo>
                  <a:pt x="1985" y="5172"/>
                </a:lnTo>
                <a:lnTo>
                  <a:pt x="2223" y="5920"/>
                </a:lnTo>
                <a:lnTo>
                  <a:pt x="2520" y="6610"/>
                </a:lnTo>
                <a:lnTo>
                  <a:pt x="2853" y="7252"/>
                </a:lnTo>
                <a:lnTo>
                  <a:pt x="3400" y="8096"/>
                </a:lnTo>
                <a:lnTo>
                  <a:pt x="4208" y="9011"/>
                </a:lnTo>
                <a:lnTo>
                  <a:pt x="5005" y="9701"/>
                </a:lnTo>
                <a:lnTo>
                  <a:pt x="5730" y="10152"/>
                </a:lnTo>
                <a:lnTo>
                  <a:pt x="6312" y="10378"/>
                </a:lnTo>
                <a:lnTo>
                  <a:pt x="6526" y="10402"/>
                </a:lnTo>
                <a:lnTo>
                  <a:pt x="6669" y="10390"/>
                </a:lnTo>
                <a:lnTo>
                  <a:pt x="7013" y="10283"/>
                </a:lnTo>
                <a:lnTo>
                  <a:pt x="7572" y="9998"/>
                </a:lnTo>
                <a:lnTo>
                  <a:pt x="8642" y="9189"/>
                </a:lnTo>
                <a:lnTo>
                  <a:pt x="9010" y="8821"/>
                </a:lnTo>
                <a:lnTo>
                  <a:pt x="8499" y="8417"/>
                </a:lnTo>
                <a:lnTo>
                  <a:pt x="8202" y="8714"/>
                </a:lnTo>
                <a:lnTo>
                  <a:pt x="7596" y="9201"/>
                </a:lnTo>
                <a:lnTo>
                  <a:pt x="7037" y="9546"/>
                </a:lnTo>
                <a:lnTo>
                  <a:pt x="6633" y="9712"/>
                </a:lnTo>
                <a:lnTo>
                  <a:pt x="6526" y="9736"/>
                </a:lnTo>
                <a:lnTo>
                  <a:pt x="6443" y="9724"/>
                </a:lnTo>
                <a:lnTo>
                  <a:pt x="6074" y="9570"/>
                </a:lnTo>
                <a:lnTo>
                  <a:pt x="5528" y="9237"/>
                </a:lnTo>
                <a:lnTo>
                  <a:pt x="4862" y="8714"/>
                </a:lnTo>
                <a:lnTo>
                  <a:pt x="4161" y="7989"/>
                </a:lnTo>
                <a:lnTo>
                  <a:pt x="3483" y="7038"/>
                </a:lnTo>
                <a:lnTo>
                  <a:pt x="3031" y="6158"/>
                </a:lnTo>
                <a:lnTo>
                  <a:pt x="2770" y="5504"/>
                </a:lnTo>
                <a:lnTo>
                  <a:pt x="2568" y="4767"/>
                </a:lnTo>
                <a:lnTo>
                  <a:pt x="2413" y="3971"/>
                </a:lnTo>
                <a:lnTo>
                  <a:pt x="2354" y="3555"/>
                </a:lnTo>
                <a:lnTo>
                  <a:pt x="1664" y="3020"/>
                </a:lnTo>
                <a:close/>
                <a:moveTo>
                  <a:pt x="333" y="1"/>
                </a:moveTo>
                <a:lnTo>
                  <a:pt x="202" y="13"/>
                </a:lnTo>
                <a:lnTo>
                  <a:pt x="24" y="191"/>
                </a:lnTo>
                <a:lnTo>
                  <a:pt x="0" y="322"/>
                </a:lnTo>
                <a:lnTo>
                  <a:pt x="12" y="393"/>
                </a:lnTo>
                <a:lnTo>
                  <a:pt x="71" y="524"/>
                </a:lnTo>
                <a:lnTo>
                  <a:pt x="131" y="583"/>
                </a:lnTo>
                <a:lnTo>
                  <a:pt x="12481" y="10331"/>
                </a:lnTo>
                <a:lnTo>
                  <a:pt x="12588" y="10390"/>
                </a:lnTo>
                <a:lnTo>
                  <a:pt x="12683" y="10402"/>
                </a:lnTo>
                <a:lnTo>
                  <a:pt x="12814" y="10390"/>
                </a:lnTo>
                <a:lnTo>
                  <a:pt x="12981" y="10212"/>
                </a:lnTo>
                <a:lnTo>
                  <a:pt x="13004" y="10081"/>
                </a:lnTo>
                <a:lnTo>
                  <a:pt x="12993" y="10010"/>
                </a:lnTo>
                <a:lnTo>
                  <a:pt x="12933" y="9867"/>
                </a:lnTo>
                <a:lnTo>
                  <a:pt x="12886" y="9819"/>
                </a:lnTo>
                <a:lnTo>
                  <a:pt x="535" y="72"/>
                </a:lnTo>
                <a:lnTo>
                  <a:pt x="440" y="13"/>
                </a:lnTo>
                <a:lnTo>
                  <a:pt x="333"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6" name="Google Shape;3166;p174"/>
          <p:cNvSpPr/>
          <p:nvPr/>
        </p:nvSpPr>
        <p:spPr>
          <a:xfrm>
            <a:off x="12941665" y="4423403"/>
            <a:ext cx="706354" cy="565453"/>
          </a:xfrm>
          <a:custGeom>
            <a:rect b="b" l="l" r="r" t="t"/>
            <a:pathLst>
              <a:path extrusionOk="0" h="10402" w="12994">
                <a:moveTo>
                  <a:pt x="10473" y="643"/>
                </a:moveTo>
                <a:lnTo>
                  <a:pt x="10556" y="655"/>
                </a:lnTo>
                <a:lnTo>
                  <a:pt x="10699" y="750"/>
                </a:lnTo>
                <a:lnTo>
                  <a:pt x="10759" y="821"/>
                </a:lnTo>
                <a:lnTo>
                  <a:pt x="12328" y="3710"/>
                </a:lnTo>
                <a:lnTo>
                  <a:pt x="12340" y="3745"/>
                </a:lnTo>
                <a:lnTo>
                  <a:pt x="12351" y="3769"/>
                </a:lnTo>
                <a:lnTo>
                  <a:pt x="12340" y="3828"/>
                </a:lnTo>
                <a:lnTo>
                  <a:pt x="12268" y="3888"/>
                </a:lnTo>
                <a:lnTo>
                  <a:pt x="12221" y="3900"/>
                </a:lnTo>
                <a:lnTo>
                  <a:pt x="774" y="3900"/>
                </a:lnTo>
                <a:lnTo>
                  <a:pt x="714" y="3888"/>
                </a:lnTo>
                <a:lnTo>
                  <a:pt x="655" y="3828"/>
                </a:lnTo>
                <a:lnTo>
                  <a:pt x="643" y="3769"/>
                </a:lnTo>
                <a:lnTo>
                  <a:pt x="643" y="3745"/>
                </a:lnTo>
                <a:lnTo>
                  <a:pt x="655" y="3710"/>
                </a:lnTo>
                <a:lnTo>
                  <a:pt x="2236" y="821"/>
                </a:lnTo>
                <a:lnTo>
                  <a:pt x="2283" y="750"/>
                </a:lnTo>
                <a:lnTo>
                  <a:pt x="2438" y="655"/>
                </a:lnTo>
                <a:lnTo>
                  <a:pt x="2521" y="643"/>
                </a:lnTo>
                <a:close/>
                <a:moveTo>
                  <a:pt x="7145" y="7799"/>
                </a:moveTo>
                <a:lnTo>
                  <a:pt x="7145" y="9427"/>
                </a:lnTo>
                <a:lnTo>
                  <a:pt x="7133" y="9558"/>
                </a:lnTo>
                <a:lnTo>
                  <a:pt x="6955" y="9736"/>
                </a:lnTo>
                <a:lnTo>
                  <a:pt x="6824" y="9748"/>
                </a:lnTo>
                <a:lnTo>
                  <a:pt x="2271" y="9748"/>
                </a:lnTo>
                <a:lnTo>
                  <a:pt x="2141" y="9736"/>
                </a:lnTo>
                <a:lnTo>
                  <a:pt x="1962" y="9558"/>
                </a:lnTo>
                <a:lnTo>
                  <a:pt x="1950" y="9427"/>
                </a:lnTo>
                <a:lnTo>
                  <a:pt x="1950" y="7799"/>
                </a:lnTo>
                <a:close/>
                <a:moveTo>
                  <a:pt x="2390" y="1"/>
                </a:moveTo>
                <a:lnTo>
                  <a:pt x="2141" y="72"/>
                </a:lnTo>
                <a:lnTo>
                  <a:pt x="1915" y="203"/>
                </a:lnTo>
                <a:lnTo>
                  <a:pt x="1736" y="393"/>
                </a:lnTo>
                <a:lnTo>
                  <a:pt x="1665" y="512"/>
                </a:lnTo>
                <a:lnTo>
                  <a:pt x="96" y="3400"/>
                </a:lnTo>
                <a:lnTo>
                  <a:pt x="13" y="3579"/>
                </a:lnTo>
                <a:lnTo>
                  <a:pt x="1" y="3769"/>
                </a:lnTo>
                <a:lnTo>
                  <a:pt x="13" y="3935"/>
                </a:lnTo>
                <a:lnTo>
                  <a:pt x="120" y="4209"/>
                </a:lnTo>
                <a:lnTo>
                  <a:pt x="334" y="4423"/>
                </a:lnTo>
                <a:lnTo>
                  <a:pt x="619" y="4542"/>
                </a:lnTo>
                <a:lnTo>
                  <a:pt x="774" y="4553"/>
                </a:lnTo>
                <a:lnTo>
                  <a:pt x="1297" y="4553"/>
                </a:lnTo>
                <a:lnTo>
                  <a:pt x="1297" y="9427"/>
                </a:lnTo>
                <a:lnTo>
                  <a:pt x="1308" y="9617"/>
                </a:lnTo>
                <a:lnTo>
                  <a:pt x="1463" y="9974"/>
                </a:lnTo>
                <a:lnTo>
                  <a:pt x="1724" y="10235"/>
                </a:lnTo>
                <a:lnTo>
                  <a:pt x="2069" y="10390"/>
                </a:lnTo>
                <a:lnTo>
                  <a:pt x="2271" y="10402"/>
                </a:lnTo>
                <a:lnTo>
                  <a:pt x="6824" y="10402"/>
                </a:lnTo>
                <a:lnTo>
                  <a:pt x="7014" y="10390"/>
                </a:lnTo>
                <a:lnTo>
                  <a:pt x="7371" y="10235"/>
                </a:lnTo>
                <a:lnTo>
                  <a:pt x="7632" y="9974"/>
                </a:lnTo>
                <a:lnTo>
                  <a:pt x="7787" y="9617"/>
                </a:lnTo>
                <a:lnTo>
                  <a:pt x="7799" y="9427"/>
                </a:lnTo>
                <a:lnTo>
                  <a:pt x="7799" y="5528"/>
                </a:lnTo>
                <a:lnTo>
                  <a:pt x="7775" y="5397"/>
                </a:lnTo>
                <a:lnTo>
                  <a:pt x="7597" y="5219"/>
                </a:lnTo>
                <a:lnTo>
                  <a:pt x="7466" y="5195"/>
                </a:lnTo>
                <a:lnTo>
                  <a:pt x="7335" y="5219"/>
                </a:lnTo>
                <a:lnTo>
                  <a:pt x="7169" y="5397"/>
                </a:lnTo>
                <a:lnTo>
                  <a:pt x="7145" y="5528"/>
                </a:lnTo>
                <a:lnTo>
                  <a:pt x="7145" y="7145"/>
                </a:lnTo>
                <a:lnTo>
                  <a:pt x="1950" y="7145"/>
                </a:lnTo>
                <a:lnTo>
                  <a:pt x="1950" y="4553"/>
                </a:lnTo>
                <a:lnTo>
                  <a:pt x="11044" y="4553"/>
                </a:lnTo>
                <a:lnTo>
                  <a:pt x="11044" y="10081"/>
                </a:lnTo>
                <a:lnTo>
                  <a:pt x="11068" y="10200"/>
                </a:lnTo>
                <a:lnTo>
                  <a:pt x="11246" y="10378"/>
                </a:lnTo>
                <a:lnTo>
                  <a:pt x="11377" y="10402"/>
                </a:lnTo>
                <a:lnTo>
                  <a:pt x="11496" y="10378"/>
                </a:lnTo>
                <a:lnTo>
                  <a:pt x="11674" y="10200"/>
                </a:lnTo>
                <a:lnTo>
                  <a:pt x="11698" y="10081"/>
                </a:lnTo>
                <a:lnTo>
                  <a:pt x="11698" y="4553"/>
                </a:lnTo>
                <a:lnTo>
                  <a:pt x="12221" y="4553"/>
                </a:lnTo>
                <a:lnTo>
                  <a:pt x="12375" y="4542"/>
                </a:lnTo>
                <a:lnTo>
                  <a:pt x="12660" y="4423"/>
                </a:lnTo>
                <a:lnTo>
                  <a:pt x="12863" y="4209"/>
                </a:lnTo>
                <a:lnTo>
                  <a:pt x="12981" y="3935"/>
                </a:lnTo>
                <a:lnTo>
                  <a:pt x="12993" y="3769"/>
                </a:lnTo>
                <a:lnTo>
                  <a:pt x="12981" y="3579"/>
                </a:lnTo>
                <a:lnTo>
                  <a:pt x="12898" y="3400"/>
                </a:lnTo>
                <a:lnTo>
                  <a:pt x="11329" y="512"/>
                </a:lnTo>
                <a:lnTo>
                  <a:pt x="11258" y="393"/>
                </a:lnTo>
                <a:lnTo>
                  <a:pt x="11068" y="203"/>
                </a:lnTo>
                <a:lnTo>
                  <a:pt x="10854" y="72"/>
                </a:lnTo>
                <a:lnTo>
                  <a:pt x="10604"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7" name="Google Shape;3167;p174"/>
          <p:cNvSpPr/>
          <p:nvPr/>
        </p:nvSpPr>
        <p:spPr>
          <a:xfrm>
            <a:off x="15178680" y="4423403"/>
            <a:ext cx="554472" cy="565453"/>
          </a:xfrm>
          <a:custGeom>
            <a:rect b="b" l="l" r="r" t="t"/>
            <a:pathLst>
              <a:path extrusionOk="0" h="10402" w="10200">
                <a:moveTo>
                  <a:pt x="8690" y="1296"/>
                </a:moveTo>
                <a:lnTo>
                  <a:pt x="9474" y="2271"/>
                </a:lnTo>
                <a:lnTo>
                  <a:pt x="8690" y="3246"/>
                </a:lnTo>
                <a:lnTo>
                  <a:pt x="1201" y="3246"/>
                </a:lnTo>
                <a:lnTo>
                  <a:pt x="1201" y="1296"/>
                </a:lnTo>
                <a:close/>
                <a:moveTo>
                  <a:pt x="9011" y="5195"/>
                </a:moveTo>
                <a:lnTo>
                  <a:pt x="9011" y="7145"/>
                </a:lnTo>
                <a:lnTo>
                  <a:pt x="1522" y="7145"/>
                </a:lnTo>
                <a:lnTo>
                  <a:pt x="737" y="6170"/>
                </a:lnTo>
                <a:lnTo>
                  <a:pt x="1522" y="5195"/>
                </a:lnTo>
                <a:close/>
                <a:moveTo>
                  <a:pt x="5100" y="1"/>
                </a:moveTo>
                <a:lnTo>
                  <a:pt x="4969" y="13"/>
                </a:lnTo>
                <a:lnTo>
                  <a:pt x="4803" y="191"/>
                </a:lnTo>
                <a:lnTo>
                  <a:pt x="4779" y="322"/>
                </a:lnTo>
                <a:lnTo>
                  <a:pt x="4779" y="655"/>
                </a:lnTo>
                <a:lnTo>
                  <a:pt x="1070" y="655"/>
                </a:lnTo>
                <a:lnTo>
                  <a:pt x="833" y="762"/>
                </a:lnTo>
                <a:lnTo>
                  <a:pt x="666" y="928"/>
                </a:lnTo>
                <a:lnTo>
                  <a:pt x="559" y="1166"/>
                </a:lnTo>
                <a:lnTo>
                  <a:pt x="559" y="1296"/>
                </a:lnTo>
                <a:lnTo>
                  <a:pt x="559" y="3246"/>
                </a:lnTo>
                <a:lnTo>
                  <a:pt x="559" y="3377"/>
                </a:lnTo>
                <a:lnTo>
                  <a:pt x="666" y="3614"/>
                </a:lnTo>
                <a:lnTo>
                  <a:pt x="833" y="3793"/>
                </a:lnTo>
                <a:lnTo>
                  <a:pt x="1070" y="3888"/>
                </a:lnTo>
                <a:lnTo>
                  <a:pt x="1201" y="3900"/>
                </a:lnTo>
                <a:lnTo>
                  <a:pt x="4779" y="3900"/>
                </a:lnTo>
                <a:lnTo>
                  <a:pt x="4779" y="4553"/>
                </a:lnTo>
                <a:lnTo>
                  <a:pt x="1284" y="4553"/>
                </a:lnTo>
                <a:lnTo>
                  <a:pt x="1153" y="4613"/>
                </a:lnTo>
                <a:lnTo>
                  <a:pt x="1106" y="4672"/>
                </a:lnTo>
                <a:lnTo>
                  <a:pt x="72" y="5968"/>
                </a:lnTo>
                <a:lnTo>
                  <a:pt x="0" y="6063"/>
                </a:lnTo>
                <a:lnTo>
                  <a:pt x="0" y="6277"/>
                </a:lnTo>
                <a:lnTo>
                  <a:pt x="72" y="6360"/>
                </a:lnTo>
                <a:lnTo>
                  <a:pt x="1106" y="7656"/>
                </a:lnTo>
                <a:lnTo>
                  <a:pt x="1153" y="7727"/>
                </a:lnTo>
                <a:lnTo>
                  <a:pt x="1284" y="7799"/>
                </a:lnTo>
                <a:lnTo>
                  <a:pt x="4779" y="7799"/>
                </a:lnTo>
                <a:lnTo>
                  <a:pt x="4779" y="10081"/>
                </a:lnTo>
                <a:lnTo>
                  <a:pt x="4803" y="10200"/>
                </a:lnTo>
                <a:lnTo>
                  <a:pt x="4969" y="10378"/>
                </a:lnTo>
                <a:lnTo>
                  <a:pt x="5100" y="10402"/>
                </a:lnTo>
                <a:lnTo>
                  <a:pt x="5231" y="10378"/>
                </a:lnTo>
                <a:lnTo>
                  <a:pt x="5409" y="10200"/>
                </a:lnTo>
                <a:lnTo>
                  <a:pt x="5433" y="10081"/>
                </a:lnTo>
                <a:lnTo>
                  <a:pt x="5433" y="7799"/>
                </a:lnTo>
                <a:lnTo>
                  <a:pt x="9011" y="7799"/>
                </a:lnTo>
                <a:lnTo>
                  <a:pt x="9141" y="7787"/>
                </a:lnTo>
                <a:lnTo>
                  <a:pt x="9367" y="7692"/>
                </a:lnTo>
                <a:lnTo>
                  <a:pt x="9546" y="7513"/>
                </a:lnTo>
                <a:lnTo>
                  <a:pt x="9641" y="7287"/>
                </a:lnTo>
                <a:lnTo>
                  <a:pt x="9653" y="7145"/>
                </a:lnTo>
                <a:lnTo>
                  <a:pt x="9653" y="5195"/>
                </a:lnTo>
                <a:lnTo>
                  <a:pt x="9641" y="5065"/>
                </a:lnTo>
                <a:lnTo>
                  <a:pt x="9546" y="4839"/>
                </a:lnTo>
                <a:lnTo>
                  <a:pt x="9367" y="4660"/>
                </a:lnTo>
                <a:lnTo>
                  <a:pt x="9141" y="4553"/>
                </a:lnTo>
                <a:lnTo>
                  <a:pt x="5433" y="4553"/>
                </a:lnTo>
                <a:lnTo>
                  <a:pt x="5433" y="3900"/>
                </a:lnTo>
                <a:lnTo>
                  <a:pt x="8844" y="3900"/>
                </a:lnTo>
                <a:lnTo>
                  <a:pt x="8928" y="3888"/>
                </a:lnTo>
                <a:lnTo>
                  <a:pt x="9058" y="3828"/>
                </a:lnTo>
                <a:lnTo>
                  <a:pt x="9106" y="3757"/>
                </a:lnTo>
                <a:lnTo>
                  <a:pt x="10140" y="2461"/>
                </a:lnTo>
                <a:lnTo>
                  <a:pt x="10199" y="2378"/>
                </a:lnTo>
                <a:lnTo>
                  <a:pt x="10199" y="2164"/>
                </a:lnTo>
                <a:lnTo>
                  <a:pt x="10140" y="2069"/>
                </a:lnTo>
                <a:lnTo>
                  <a:pt x="9106" y="773"/>
                </a:lnTo>
                <a:lnTo>
                  <a:pt x="9058" y="714"/>
                </a:lnTo>
                <a:lnTo>
                  <a:pt x="8928" y="655"/>
                </a:lnTo>
                <a:lnTo>
                  <a:pt x="5433" y="655"/>
                </a:lnTo>
                <a:lnTo>
                  <a:pt x="5433" y="322"/>
                </a:lnTo>
                <a:lnTo>
                  <a:pt x="5409" y="191"/>
                </a:lnTo>
                <a:lnTo>
                  <a:pt x="5231" y="13"/>
                </a:lnTo>
                <a:lnTo>
                  <a:pt x="5100"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8" name="Google Shape;3168;p174"/>
          <p:cNvSpPr/>
          <p:nvPr/>
        </p:nvSpPr>
        <p:spPr>
          <a:xfrm>
            <a:off x="14022040" y="4458954"/>
            <a:ext cx="707006" cy="494404"/>
          </a:xfrm>
          <a:custGeom>
            <a:rect b="b" l="l" r="r" t="t"/>
            <a:pathLst>
              <a:path extrusionOk="0" h="9095" w="13006">
                <a:moveTo>
                  <a:pt x="322" y="7145"/>
                </a:moveTo>
                <a:lnTo>
                  <a:pt x="191" y="7168"/>
                </a:lnTo>
                <a:lnTo>
                  <a:pt x="13" y="7347"/>
                </a:lnTo>
                <a:lnTo>
                  <a:pt x="1" y="7477"/>
                </a:lnTo>
                <a:lnTo>
                  <a:pt x="13" y="7596"/>
                </a:lnTo>
                <a:lnTo>
                  <a:pt x="191" y="7775"/>
                </a:lnTo>
                <a:lnTo>
                  <a:pt x="322" y="7798"/>
                </a:lnTo>
                <a:lnTo>
                  <a:pt x="976" y="7798"/>
                </a:lnTo>
                <a:lnTo>
                  <a:pt x="1106" y="7775"/>
                </a:lnTo>
                <a:lnTo>
                  <a:pt x="1285" y="7596"/>
                </a:lnTo>
                <a:lnTo>
                  <a:pt x="1296" y="7477"/>
                </a:lnTo>
                <a:lnTo>
                  <a:pt x="1285" y="7347"/>
                </a:lnTo>
                <a:lnTo>
                  <a:pt x="1106" y="7168"/>
                </a:lnTo>
                <a:lnTo>
                  <a:pt x="976" y="7145"/>
                </a:lnTo>
                <a:close/>
                <a:moveTo>
                  <a:pt x="6824" y="7145"/>
                </a:moveTo>
                <a:lnTo>
                  <a:pt x="6693" y="7168"/>
                </a:lnTo>
                <a:lnTo>
                  <a:pt x="6515" y="7347"/>
                </a:lnTo>
                <a:lnTo>
                  <a:pt x="6503" y="7477"/>
                </a:lnTo>
                <a:lnTo>
                  <a:pt x="6515" y="7596"/>
                </a:lnTo>
                <a:lnTo>
                  <a:pt x="6693" y="7775"/>
                </a:lnTo>
                <a:lnTo>
                  <a:pt x="6824" y="7798"/>
                </a:lnTo>
                <a:lnTo>
                  <a:pt x="12672" y="7798"/>
                </a:lnTo>
                <a:lnTo>
                  <a:pt x="12803" y="7775"/>
                </a:lnTo>
                <a:lnTo>
                  <a:pt x="12981" y="7596"/>
                </a:lnTo>
                <a:lnTo>
                  <a:pt x="13005" y="7477"/>
                </a:lnTo>
                <a:lnTo>
                  <a:pt x="12981" y="7347"/>
                </a:lnTo>
                <a:lnTo>
                  <a:pt x="12803" y="7168"/>
                </a:lnTo>
                <a:lnTo>
                  <a:pt x="12672" y="7145"/>
                </a:lnTo>
                <a:close/>
                <a:moveTo>
                  <a:pt x="5540" y="4316"/>
                </a:moveTo>
                <a:lnTo>
                  <a:pt x="5528" y="4339"/>
                </a:lnTo>
                <a:lnTo>
                  <a:pt x="5386" y="4874"/>
                </a:lnTo>
                <a:lnTo>
                  <a:pt x="5207" y="5457"/>
                </a:lnTo>
                <a:lnTo>
                  <a:pt x="4744" y="6574"/>
                </a:lnTo>
                <a:lnTo>
                  <a:pt x="4458" y="7109"/>
                </a:lnTo>
                <a:lnTo>
                  <a:pt x="3912" y="8084"/>
                </a:lnTo>
                <a:lnTo>
                  <a:pt x="3805" y="8238"/>
                </a:lnTo>
                <a:lnTo>
                  <a:pt x="3484" y="8428"/>
                </a:lnTo>
                <a:lnTo>
                  <a:pt x="3305" y="8452"/>
                </a:lnTo>
                <a:lnTo>
                  <a:pt x="3163" y="8440"/>
                </a:lnTo>
                <a:lnTo>
                  <a:pt x="2901" y="8333"/>
                </a:lnTo>
                <a:lnTo>
                  <a:pt x="2711" y="8143"/>
                </a:lnTo>
                <a:lnTo>
                  <a:pt x="2604" y="7893"/>
                </a:lnTo>
                <a:lnTo>
                  <a:pt x="2604" y="7751"/>
                </a:lnTo>
                <a:lnTo>
                  <a:pt x="2604" y="5861"/>
                </a:lnTo>
                <a:lnTo>
                  <a:pt x="2604" y="5694"/>
                </a:lnTo>
                <a:lnTo>
                  <a:pt x="2711" y="5397"/>
                </a:lnTo>
                <a:lnTo>
                  <a:pt x="2901" y="5148"/>
                </a:lnTo>
                <a:lnTo>
                  <a:pt x="3163" y="4969"/>
                </a:lnTo>
                <a:lnTo>
                  <a:pt x="3317" y="4922"/>
                </a:lnTo>
                <a:lnTo>
                  <a:pt x="5540" y="4316"/>
                </a:lnTo>
                <a:close/>
                <a:moveTo>
                  <a:pt x="4351" y="1"/>
                </a:moveTo>
                <a:lnTo>
                  <a:pt x="3959" y="84"/>
                </a:lnTo>
                <a:lnTo>
                  <a:pt x="3614" y="226"/>
                </a:lnTo>
                <a:lnTo>
                  <a:pt x="3305" y="440"/>
                </a:lnTo>
                <a:lnTo>
                  <a:pt x="3032" y="702"/>
                </a:lnTo>
                <a:lnTo>
                  <a:pt x="2830" y="1011"/>
                </a:lnTo>
                <a:lnTo>
                  <a:pt x="2687" y="1368"/>
                </a:lnTo>
                <a:lnTo>
                  <a:pt x="2604" y="1748"/>
                </a:lnTo>
                <a:lnTo>
                  <a:pt x="2604" y="1950"/>
                </a:lnTo>
                <a:lnTo>
                  <a:pt x="2604" y="2925"/>
                </a:lnTo>
                <a:lnTo>
                  <a:pt x="2616" y="3056"/>
                </a:lnTo>
                <a:lnTo>
                  <a:pt x="2794" y="3222"/>
                </a:lnTo>
                <a:lnTo>
                  <a:pt x="2925" y="3246"/>
                </a:lnTo>
                <a:lnTo>
                  <a:pt x="3056" y="3222"/>
                </a:lnTo>
                <a:lnTo>
                  <a:pt x="3234" y="3056"/>
                </a:lnTo>
                <a:lnTo>
                  <a:pt x="3246" y="2925"/>
                </a:lnTo>
                <a:lnTo>
                  <a:pt x="3222" y="1950"/>
                </a:lnTo>
                <a:lnTo>
                  <a:pt x="3246" y="1689"/>
                </a:lnTo>
                <a:lnTo>
                  <a:pt x="3436" y="1213"/>
                </a:lnTo>
                <a:lnTo>
                  <a:pt x="3793" y="868"/>
                </a:lnTo>
                <a:lnTo>
                  <a:pt x="4256" y="666"/>
                </a:lnTo>
                <a:lnTo>
                  <a:pt x="4530" y="642"/>
                </a:lnTo>
                <a:lnTo>
                  <a:pt x="4803" y="666"/>
                </a:lnTo>
                <a:lnTo>
                  <a:pt x="5267" y="868"/>
                </a:lnTo>
                <a:lnTo>
                  <a:pt x="5623" y="1213"/>
                </a:lnTo>
                <a:lnTo>
                  <a:pt x="5814" y="1689"/>
                </a:lnTo>
                <a:lnTo>
                  <a:pt x="5825" y="1950"/>
                </a:lnTo>
                <a:lnTo>
                  <a:pt x="5825" y="2021"/>
                </a:lnTo>
                <a:lnTo>
                  <a:pt x="5825" y="2414"/>
                </a:lnTo>
                <a:lnTo>
                  <a:pt x="5766" y="3210"/>
                </a:lnTo>
                <a:lnTo>
                  <a:pt x="5695" y="3602"/>
                </a:lnTo>
                <a:lnTo>
                  <a:pt x="3139" y="4292"/>
                </a:lnTo>
                <a:lnTo>
                  <a:pt x="2889" y="4387"/>
                </a:lnTo>
                <a:lnTo>
                  <a:pt x="2438" y="4684"/>
                </a:lnTo>
                <a:lnTo>
                  <a:pt x="2117" y="5088"/>
                </a:lnTo>
                <a:lnTo>
                  <a:pt x="1938" y="5587"/>
                </a:lnTo>
                <a:lnTo>
                  <a:pt x="1927" y="5861"/>
                </a:lnTo>
                <a:lnTo>
                  <a:pt x="1927" y="7751"/>
                </a:lnTo>
                <a:lnTo>
                  <a:pt x="1950" y="8024"/>
                </a:lnTo>
                <a:lnTo>
                  <a:pt x="2152" y="8512"/>
                </a:lnTo>
                <a:lnTo>
                  <a:pt x="2533" y="8868"/>
                </a:lnTo>
                <a:lnTo>
                  <a:pt x="3020" y="9082"/>
                </a:lnTo>
                <a:lnTo>
                  <a:pt x="3293" y="9094"/>
                </a:lnTo>
                <a:lnTo>
                  <a:pt x="3484" y="9094"/>
                </a:lnTo>
                <a:lnTo>
                  <a:pt x="3817" y="8999"/>
                </a:lnTo>
                <a:lnTo>
                  <a:pt x="4126" y="8821"/>
                </a:lnTo>
                <a:lnTo>
                  <a:pt x="4375" y="8559"/>
                </a:lnTo>
                <a:lnTo>
                  <a:pt x="4470" y="8405"/>
                </a:lnTo>
                <a:lnTo>
                  <a:pt x="5029" y="7418"/>
                </a:lnTo>
                <a:lnTo>
                  <a:pt x="5326" y="6859"/>
                </a:lnTo>
                <a:lnTo>
                  <a:pt x="5825" y="5659"/>
                </a:lnTo>
                <a:lnTo>
                  <a:pt x="6004" y="5041"/>
                </a:lnTo>
                <a:lnTo>
                  <a:pt x="6158" y="4518"/>
                </a:lnTo>
                <a:lnTo>
                  <a:pt x="6194" y="4316"/>
                </a:lnTo>
                <a:lnTo>
                  <a:pt x="6253" y="4125"/>
                </a:lnTo>
                <a:lnTo>
                  <a:pt x="8809" y="3424"/>
                </a:lnTo>
                <a:lnTo>
                  <a:pt x="7834" y="5373"/>
                </a:lnTo>
                <a:lnTo>
                  <a:pt x="7799" y="5457"/>
                </a:lnTo>
                <a:lnTo>
                  <a:pt x="7811" y="5611"/>
                </a:lnTo>
                <a:lnTo>
                  <a:pt x="7846" y="5694"/>
                </a:lnTo>
                <a:lnTo>
                  <a:pt x="7894" y="5754"/>
                </a:lnTo>
                <a:lnTo>
                  <a:pt x="8036" y="5837"/>
                </a:lnTo>
                <a:lnTo>
                  <a:pt x="8120" y="5849"/>
                </a:lnTo>
                <a:lnTo>
                  <a:pt x="11377" y="5849"/>
                </a:lnTo>
                <a:lnTo>
                  <a:pt x="11507" y="5825"/>
                </a:lnTo>
                <a:lnTo>
                  <a:pt x="11686" y="5647"/>
                </a:lnTo>
                <a:lnTo>
                  <a:pt x="11698" y="5516"/>
                </a:lnTo>
                <a:lnTo>
                  <a:pt x="11686" y="5385"/>
                </a:lnTo>
                <a:lnTo>
                  <a:pt x="11507" y="5219"/>
                </a:lnTo>
                <a:lnTo>
                  <a:pt x="11377" y="5195"/>
                </a:lnTo>
                <a:lnTo>
                  <a:pt x="8655" y="5195"/>
                </a:lnTo>
                <a:lnTo>
                  <a:pt x="9712" y="3067"/>
                </a:lnTo>
                <a:lnTo>
                  <a:pt x="9748" y="2972"/>
                </a:lnTo>
                <a:lnTo>
                  <a:pt x="9724" y="2794"/>
                </a:lnTo>
                <a:lnTo>
                  <a:pt x="9677" y="2711"/>
                </a:lnTo>
                <a:lnTo>
                  <a:pt x="9605" y="2639"/>
                </a:lnTo>
                <a:lnTo>
                  <a:pt x="9427" y="2592"/>
                </a:lnTo>
                <a:lnTo>
                  <a:pt x="9332" y="2604"/>
                </a:lnTo>
                <a:lnTo>
                  <a:pt x="6396" y="3412"/>
                </a:lnTo>
                <a:lnTo>
                  <a:pt x="6479" y="2711"/>
                </a:lnTo>
                <a:lnTo>
                  <a:pt x="6503" y="2009"/>
                </a:lnTo>
                <a:lnTo>
                  <a:pt x="6503" y="1950"/>
                </a:lnTo>
                <a:lnTo>
                  <a:pt x="6491" y="1748"/>
                </a:lnTo>
                <a:lnTo>
                  <a:pt x="6420" y="1368"/>
                </a:lnTo>
                <a:lnTo>
                  <a:pt x="6265" y="1011"/>
                </a:lnTo>
                <a:lnTo>
                  <a:pt x="6063" y="702"/>
                </a:lnTo>
                <a:lnTo>
                  <a:pt x="5802" y="440"/>
                </a:lnTo>
                <a:lnTo>
                  <a:pt x="5493" y="226"/>
                </a:lnTo>
                <a:lnTo>
                  <a:pt x="5136" y="84"/>
                </a:lnTo>
                <a:lnTo>
                  <a:pt x="4756" y="1"/>
                </a:lnTo>
                <a:close/>
              </a:path>
            </a:pathLst>
          </a:custGeom>
          <a:solidFill>
            <a:schemeClr val="dk2"/>
          </a:solidFill>
          <a:ln>
            <a:noFill/>
          </a:ln>
        </p:spPr>
        <p:txBody>
          <a:bodyPr anchorCtr="0" anchor="ctr" bIns="81550" lIns="81550" spcFirstLastPara="1" rIns="81550" wrap="square" tIns="81550">
            <a:noAutofit/>
          </a:bodyPr>
          <a:lstStyle/>
          <a:p>
            <a:pPr indent="0" lvl="0" marL="0" rtl="0" algn="l">
              <a:spcBef>
                <a:spcPts val="0"/>
              </a:spcBef>
              <a:spcAft>
                <a:spcPts val="0"/>
              </a:spcAft>
              <a:buNone/>
            </a:pPr>
            <a:r>
              <a:t/>
            </a:r>
            <a:endParaRPr/>
          </a:p>
        </p:txBody>
      </p:sp>
      <p:sp>
        <p:nvSpPr>
          <p:cNvPr id="3169" name="Google Shape;3169;p174"/>
          <p:cNvSpPr/>
          <p:nvPr/>
        </p:nvSpPr>
        <p:spPr>
          <a:xfrm>
            <a:off x="2208098" y="8555536"/>
            <a:ext cx="624834" cy="604516"/>
          </a:xfrm>
          <a:custGeom>
            <a:rect b="b" l="l" r="r" t="t"/>
            <a:pathLst>
              <a:path extrusionOk="0" h="93074" w="94636">
                <a:moveTo>
                  <a:pt x="53779" y="23295"/>
                </a:moveTo>
                <a:cubicBezTo>
                  <a:pt x="54743" y="23295"/>
                  <a:pt x="55742" y="23584"/>
                  <a:pt x="56655" y="24336"/>
                </a:cubicBezTo>
                <a:cubicBezTo>
                  <a:pt x="59274" y="26532"/>
                  <a:pt x="58894" y="30102"/>
                  <a:pt x="57056" y="31982"/>
                </a:cubicBezTo>
                <a:lnTo>
                  <a:pt x="43960" y="45185"/>
                </a:lnTo>
                <a:lnTo>
                  <a:pt x="30905" y="31982"/>
                </a:lnTo>
                <a:cubicBezTo>
                  <a:pt x="29025" y="30102"/>
                  <a:pt x="28666" y="26532"/>
                  <a:pt x="31285" y="24336"/>
                </a:cubicBezTo>
                <a:cubicBezTo>
                  <a:pt x="32182" y="23591"/>
                  <a:pt x="33167" y="23305"/>
                  <a:pt x="34122" y="23305"/>
                </a:cubicBezTo>
                <a:cubicBezTo>
                  <a:pt x="35821" y="23305"/>
                  <a:pt x="37425" y="24208"/>
                  <a:pt x="38277" y="25033"/>
                </a:cubicBezTo>
                <a:lnTo>
                  <a:pt x="43981" y="30821"/>
                </a:lnTo>
                <a:lnTo>
                  <a:pt x="49684" y="25033"/>
                </a:lnTo>
                <a:cubicBezTo>
                  <a:pt x="50505" y="24185"/>
                  <a:pt x="52088" y="23295"/>
                  <a:pt x="53779" y="23295"/>
                </a:cubicBezTo>
                <a:close/>
                <a:moveTo>
                  <a:pt x="33967" y="17474"/>
                </a:moveTo>
                <a:cubicBezTo>
                  <a:pt x="31060" y="17474"/>
                  <a:pt x="28830" y="18800"/>
                  <a:pt x="27546" y="19878"/>
                </a:cubicBezTo>
                <a:cubicBezTo>
                  <a:pt x="22561" y="24082"/>
                  <a:pt x="22308" y="31539"/>
                  <a:pt x="26786" y="36059"/>
                </a:cubicBezTo>
                <a:lnTo>
                  <a:pt x="42164" y="51628"/>
                </a:lnTo>
                <a:cubicBezTo>
                  <a:pt x="42661" y="52124"/>
                  <a:pt x="43305" y="52372"/>
                  <a:pt x="43952" y="52372"/>
                </a:cubicBezTo>
                <a:cubicBezTo>
                  <a:pt x="44599" y="52372"/>
                  <a:pt x="45248" y="52124"/>
                  <a:pt x="45755" y="51628"/>
                </a:cubicBezTo>
                <a:lnTo>
                  <a:pt x="61154" y="36059"/>
                </a:lnTo>
                <a:cubicBezTo>
                  <a:pt x="65633" y="31539"/>
                  <a:pt x="65379" y="24082"/>
                  <a:pt x="60331" y="19878"/>
                </a:cubicBezTo>
                <a:cubicBezTo>
                  <a:pt x="59047" y="18800"/>
                  <a:pt x="56823" y="17474"/>
                  <a:pt x="53924" y="17474"/>
                </a:cubicBezTo>
                <a:cubicBezTo>
                  <a:pt x="51144" y="17474"/>
                  <a:pt x="47744" y="18693"/>
                  <a:pt x="43960" y="22519"/>
                </a:cubicBezTo>
                <a:cubicBezTo>
                  <a:pt x="40165" y="18693"/>
                  <a:pt x="36755" y="17474"/>
                  <a:pt x="33967" y="17474"/>
                </a:cubicBezTo>
                <a:close/>
                <a:moveTo>
                  <a:pt x="36756" y="1"/>
                </a:moveTo>
                <a:cubicBezTo>
                  <a:pt x="17766" y="1"/>
                  <a:pt x="1163" y="14576"/>
                  <a:pt x="423" y="33525"/>
                </a:cubicBezTo>
                <a:cubicBezTo>
                  <a:pt x="1" y="44403"/>
                  <a:pt x="4585" y="54184"/>
                  <a:pt x="11999" y="60859"/>
                </a:cubicBezTo>
                <a:lnTo>
                  <a:pt x="11851" y="90137"/>
                </a:lnTo>
                <a:cubicBezTo>
                  <a:pt x="11851" y="91742"/>
                  <a:pt x="13140" y="93052"/>
                  <a:pt x="14745" y="93052"/>
                </a:cubicBezTo>
                <a:cubicBezTo>
                  <a:pt x="16372" y="93052"/>
                  <a:pt x="17491" y="91742"/>
                  <a:pt x="17491" y="90137"/>
                </a:cubicBezTo>
                <a:lnTo>
                  <a:pt x="17491" y="58240"/>
                </a:lnTo>
                <a:lnTo>
                  <a:pt x="15886" y="56529"/>
                </a:lnTo>
                <a:cubicBezTo>
                  <a:pt x="9422" y="50719"/>
                  <a:pt x="5873" y="42418"/>
                  <a:pt x="6232" y="33757"/>
                </a:cubicBezTo>
                <a:cubicBezTo>
                  <a:pt x="6803" y="18379"/>
                  <a:pt x="20491" y="5831"/>
                  <a:pt x="36566" y="5831"/>
                </a:cubicBezTo>
                <a:lnTo>
                  <a:pt x="48586" y="5831"/>
                </a:lnTo>
                <a:cubicBezTo>
                  <a:pt x="58958" y="5831"/>
                  <a:pt x="68717" y="10901"/>
                  <a:pt x="74716" y="19393"/>
                </a:cubicBezTo>
                <a:cubicBezTo>
                  <a:pt x="76997" y="22646"/>
                  <a:pt x="79849" y="31518"/>
                  <a:pt x="82426" y="38679"/>
                </a:cubicBezTo>
                <a:cubicBezTo>
                  <a:pt x="84348" y="43896"/>
                  <a:pt x="86017" y="48818"/>
                  <a:pt x="87454" y="52346"/>
                </a:cubicBezTo>
                <a:lnTo>
                  <a:pt x="78899" y="52346"/>
                </a:lnTo>
                <a:cubicBezTo>
                  <a:pt x="77272" y="52346"/>
                  <a:pt x="75983" y="53656"/>
                  <a:pt x="75983" y="55261"/>
                </a:cubicBezTo>
                <a:lnTo>
                  <a:pt x="75983" y="69816"/>
                </a:lnTo>
                <a:cubicBezTo>
                  <a:pt x="75983" y="73005"/>
                  <a:pt x="73364" y="75625"/>
                  <a:pt x="70174" y="75625"/>
                </a:cubicBezTo>
                <a:lnTo>
                  <a:pt x="55620" y="75625"/>
                </a:lnTo>
                <a:cubicBezTo>
                  <a:pt x="54015" y="75625"/>
                  <a:pt x="52874" y="76913"/>
                  <a:pt x="52726" y="78519"/>
                </a:cubicBezTo>
                <a:lnTo>
                  <a:pt x="52557" y="90179"/>
                </a:lnTo>
                <a:cubicBezTo>
                  <a:pt x="52557" y="91785"/>
                  <a:pt x="53867" y="93073"/>
                  <a:pt x="55303" y="93073"/>
                </a:cubicBezTo>
                <a:cubicBezTo>
                  <a:pt x="56930" y="93073"/>
                  <a:pt x="58218" y="91785"/>
                  <a:pt x="58218" y="90179"/>
                </a:cubicBezTo>
                <a:lnTo>
                  <a:pt x="58218" y="81455"/>
                </a:lnTo>
                <a:lnTo>
                  <a:pt x="69836" y="81455"/>
                </a:lnTo>
                <a:cubicBezTo>
                  <a:pt x="76258" y="81455"/>
                  <a:pt x="81286" y="76258"/>
                  <a:pt x="81286" y="70006"/>
                </a:cubicBezTo>
                <a:lnTo>
                  <a:pt x="81286" y="58197"/>
                </a:lnTo>
                <a:lnTo>
                  <a:pt x="86947" y="58197"/>
                </a:lnTo>
                <a:cubicBezTo>
                  <a:pt x="91805" y="58197"/>
                  <a:pt x="94636" y="53867"/>
                  <a:pt x="92904" y="49980"/>
                </a:cubicBezTo>
                <a:cubicBezTo>
                  <a:pt x="89101" y="41404"/>
                  <a:pt x="84095" y="22392"/>
                  <a:pt x="79638" y="16013"/>
                </a:cubicBezTo>
                <a:cubicBezTo>
                  <a:pt x="72625" y="6084"/>
                  <a:pt x="61176" y="1"/>
                  <a:pt x="48734" y="1"/>
                </a:cubicBezTo>
                <a:close/>
              </a:path>
            </a:pathLst>
          </a:custGeom>
          <a:solidFill>
            <a:schemeClr val="dk2"/>
          </a:solidFill>
          <a:ln>
            <a:noFill/>
          </a:ln>
        </p:spPr>
        <p:txBody>
          <a:bodyPr anchorCtr="0" anchor="ctr" bIns="90675" lIns="90675" spcFirstLastPara="1" rIns="90675" wrap="square" tIns="90675">
            <a:noAutofit/>
          </a:bodyPr>
          <a:lstStyle/>
          <a:p>
            <a:pPr indent="0" lvl="0" marL="0" rtl="0" algn="l">
              <a:spcBef>
                <a:spcPts val="0"/>
              </a:spcBef>
              <a:spcAft>
                <a:spcPts val="0"/>
              </a:spcAft>
              <a:buNone/>
            </a:pPr>
            <a:r>
              <a:t/>
            </a:r>
            <a:endParaRPr sz="1388"/>
          </a:p>
        </p:txBody>
      </p:sp>
      <p:sp>
        <p:nvSpPr>
          <p:cNvPr id="3170" name="Google Shape;3170;p174"/>
          <p:cNvSpPr/>
          <p:nvPr/>
        </p:nvSpPr>
        <p:spPr>
          <a:xfrm>
            <a:off x="16265363" y="8487387"/>
            <a:ext cx="554674" cy="554674"/>
          </a:xfrm>
          <a:custGeom>
            <a:rect b="b" l="l" r="r" t="t"/>
            <a:pathLst>
              <a:path extrusionOk="0" h="169625" w="169625">
                <a:moveTo>
                  <a:pt x="84812" y="1"/>
                </a:moveTo>
                <a:cubicBezTo>
                  <a:pt x="81192" y="1"/>
                  <a:pt x="78289" y="2904"/>
                  <a:pt x="78289" y="6525"/>
                </a:cubicBezTo>
                <a:lnTo>
                  <a:pt x="78289" y="78289"/>
                </a:lnTo>
                <a:lnTo>
                  <a:pt x="6525" y="78289"/>
                </a:lnTo>
                <a:cubicBezTo>
                  <a:pt x="2937" y="78289"/>
                  <a:pt x="1" y="81224"/>
                  <a:pt x="1" y="84813"/>
                </a:cubicBezTo>
                <a:cubicBezTo>
                  <a:pt x="1" y="88433"/>
                  <a:pt x="2904" y="91337"/>
                  <a:pt x="6525" y="91337"/>
                </a:cubicBezTo>
                <a:lnTo>
                  <a:pt x="78289" y="91337"/>
                </a:lnTo>
                <a:lnTo>
                  <a:pt x="78289" y="163100"/>
                </a:lnTo>
                <a:cubicBezTo>
                  <a:pt x="78289" y="166688"/>
                  <a:pt x="81192" y="169624"/>
                  <a:pt x="84812" y="169624"/>
                </a:cubicBezTo>
                <a:cubicBezTo>
                  <a:pt x="88433" y="169624"/>
                  <a:pt x="91336" y="166721"/>
                  <a:pt x="91336" y="163100"/>
                </a:cubicBezTo>
                <a:lnTo>
                  <a:pt x="91336" y="91337"/>
                </a:lnTo>
                <a:lnTo>
                  <a:pt x="163100" y="91337"/>
                </a:lnTo>
                <a:cubicBezTo>
                  <a:pt x="166688" y="91337"/>
                  <a:pt x="169624" y="88401"/>
                  <a:pt x="169624" y="84813"/>
                </a:cubicBezTo>
                <a:cubicBezTo>
                  <a:pt x="169624" y="81224"/>
                  <a:pt x="166688" y="78289"/>
                  <a:pt x="163100" y="78289"/>
                </a:cubicBezTo>
                <a:lnTo>
                  <a:pt x="91336" y="78289"/>
                </a:lnTo>
                <a:lnTo>
                  <a:pt x="91336" y="6525"/>
                </a:lnTo>
                <a:cubicBezTo>
                  <a:pt x="91336" y="2937"/>
                  <a:pt x="88433" y="1"/>
                  <a:pt x="84812" y="1"/>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1" name="Google Shape;3171;p174"/>
          <p:cNvSpPr/>
          <p:nvPr/>
        </p:nvSpPr>
        <p:spPr>
          <a:xfrm>
            <a:off x="16182767" y="4389822"/>
            <a:ext cx="703697" cy="563535"/>
          </a:xfrm>
          <a:custGeom>
            <a:rect b="b" l="l" r="r" t="t"/>
            <a:pathLst>
              <a:path extrusionOk="0" h="10431" w="13026">
                <a:moveTo>
                  <a:pt x="9109" y="4922"/>
                </a:moveTo>
                <a:cubicBezTo>
                  <a:pt x="9071" y="4922"/>
                  <a:pt x="9036" y="4928"/>
                  <a:pt x="9002" y="4942"/>
                </a:cubicBezTo>
                <a:cubicBezTo>
                  <a:pt x="8930" y="4977"/>
                  <a:pt x="8894" y="5013"/>
                  <a:pt x="8859" y="5061"/>
                </a:cubicBezTo>
                <a:cubicBezTo>
                  <a:pt x="8811" y="5108"/>
                  <a:pt x="8799" y="5180"/>
                  <a:pt x="8799" y="5239"/>
                </a:cubicBezTo>
                <a:cubicBezTo>
                  <a:pt x="8799" y="5311"/>
                  <a:pt x="8823" y="5406"/>
                  <a:pt x="8883" y="5465"/>
                </a:cubicBezTo>
                <a:cubicBezTo>
                  <a:pt x="8942" y="5525"/>
                  <a:pt x="9014" y="5549"/>
                  <a:pt x="9133" y="5584"/>
                </a:cubicBezTo>
                <a:cubicBezTo>
                  <a:pt x="9192" y="5584"/>
                  <a:pt x="9275" y="5561"/>
                  <a:pt x="9311" y="5525"/>
                </a:cubicBezTo>
                <a:cubicBezTo>
                  <a:pt x="9359" y="5477"/>
                  <a:pt x="9406" y="5430"/>
                  <a:pt x="9430" y="5370"/>
                </a:cubicBezTo>
                <a:cubicBezTo>
                  <a:pt x="9430" y="5311"/>
                  <a:pt x="9466" y="5227"/>
                  <a:pt x="9454" y="5180"/>
                </a:cubicBezTo>
                <a:cubicBezTo>
                  <a:pt x="9430" y="5120"/>
                  <a:pt x="9406" y="5061"/>
                  <a:pt x="9359" y="5013"/>
                </a:cubicBezTo>
                <a:cubicBezTo>
                  <a:pt x="9311" y="4977"/>
                  <a:pt x="9264" y="4942"/>
                  <a:pt x="9192" y="4930"/>
                </a:cubicBezTo>
                <a:cubicBezTo>
                  <a:pt x="9163" y="4925"/>
                  <a:pt x="9135" y="4922"/>
                  <a:pt x="9109" y="4922"/>
                </a:cubicBezTo>
                <a:close/>
                <a:moveTo>
                  <a:pt x="7472" y="5231"/>
                </a:moveTo>
                <a:cubicBezTo>
                  <a:pt x="7436" y="5231"/>
                  <a:pt x="7405" y="5237"/>
                  <a:pt x="7370" y="5251"/>
                </a:cubicBezTo>
                <a:cubicBezTo>
                  <a:pt x="7287" y="5287"/>
                  <a:pt x="7263" y="5334"/>
                  <a:pt x="7216" y="5370"/>
                </a:cubicBezTo>
                <a:cubicBezTo>
                  <a:pt x="7168" y="5418"/>
                  <a:pt x="7156" y="5489"/>
                  <a:pt x="7156" y="5549"/>
                </a:cubicBezTo>
                <a:cubicBezTo>
                  <a:pt x="7156" y="5632"/>
                  <a:pt x="7192" y="5715"/>
                  <a:pt x="7251" y="5775"/>
                </a:cubicBezTo>
                <a:cubicBezTo>
                  <a:pt x="7311" y="5846"/>
                  <a:pt x="7394" y="5882"/>
                  <a:pt x="7501" y="5894"/>
                </a:cubicBezTo>
                <a:cubicBezTo>
                  <a:pt x="7561" y="5894"/>
                  <a:pt x="7632" y="5882"/>
                  <a:pt x="7680" y="5834"/>
                </a:cubicBezTo>
                <a:cubicBezTo>
                  <a:pt x="7728" y="5787"/>
                  <a:pt x="7763" y="5751"/>
                  <a:pt x="7799" y="5680"/>
                </a:cubicBezTo>
                <a:cubicBezTo>
                  <a:pt x="7799" y="5632"/>
                  <a:pt x="7823" y="5537"/>
                  <a:pt x="7811" y="5489"/>
                </a:cubicBezTo>
                <a:cubicBezTo>
                  <a:pt x="7799" y="5430"/>
                  <a:pt x="7763" y="5370"/>
                  <a:pt x="7728" y="5334"/>
                </a:cubicBezTo>
                <a:cubicBezTo>
                  <a:pt x="7680" y="5287"/>
                  <a:pt x="7632" y="5251"/>
                  <a:pt x="7561" y="5239"/>
                </a:cubicBezTo>
                <a:cubicBezTo>
                  <a:pt x="7526" y="5234"/>
                  <a:pt x="7498" y="5231"/>
                  <a:pt x="7472" y="5231"/>
                </a:cubicBezTo>
                <a:close/>
                <a:moveTo>
                  <a:pt x="10728" y="5231"/>
                </a:moveTo>
                <a:cubicBezTo>
                  <a:pt x="10691" y="5231"/>
                  <a:pt x="10656" y="5237"/>
                  <a:pt x="10621" y="5251"/>
                </a:cubicBezTo>
                <a:cubicBezTo>
                  <a:pt x="10549" y="5287"/>
                  <a:pt x="10514" y="5334"/>
                  <a:pt x="10478" y="5370"/>
                </a:cubicBezTo>
                <a:cubicBezTo>
                  <a:pt x="10430" y="5418"/>
                  <a:pt x="10418" y="5489"/>
                  <a:pt x="10418" y="5549"/>
                </a:cubicBezTo>
                <a:cubicBezTo>
                  <a:pt x="10418" y="5632"/>
                  <a:pt x="10442" y="5715"/>
                  <a:pt x="10502" y="5775"/>
                </a:cubicBezTo>
                <a:cubicBezTo>
                  <a:pt x="10561" y="5846"/>
                  <a:pt x="10657" y="5882"/>
                  <a:pt x="10752" y="5894"/>
                </a:cubicBezTo>
                <a:cubicBezTo>
                  <a:pt x="10823" y="5894"/>
                  <a:pt x="10895" y="5882"/>
                  <a:pt x="10942" y="5834"/>
                </a:cubicBezTo>
                <a:cubicBezTo>
                  <a:pt x="10978" y="5787"/>
                  <a:pt x="11026" y="5751"/>
                  <a:pt x="11049" y="5680"/>
                </a:cubicBezTo>
                <a:cubicBezTo>
                  <a:pt x="11049" y="5632"/>
                  <a:pt x="11085" y="5537"/>
                  <a:pt x="11073" y="5489"/>
                </a:cubicBezTo>
                <a:cubicBezTo>
                  <a:pt x="11049" y="5430"/>
                  <a:pt x="11026" y="5370"/>
                  <a:pt x="10978" y="5334"/>
                </a:cubicBezTo>
                <a:cubicBezTo>
                  <a:pt x="10930" y="5287"/>
                  <a:pt x="10895" y="5251"/>
                  <a:pt x="10811" y="5239"/>
                </a:cubicBezTo>
                <a:cubicBezTo>
                  <a:pt x="10782" y="5234"/>
                  <a:pt x="10754" y="5231"/>
                  <a:pt x="10728" y="5231"/>
                </a:cubicBezTo>
                <a:close/>
                <a:moveTo>
                  <a:pt x="9118" y="4245"/>
                </a:moveTo>
                <a:cubicBezTo>
                  <a:pt x="10061" y="4245"/>
                  <a:pt x="11008" y="4537"/>
                  <a:pt x="11621" y="5156"/>
                </a:cubicBezTo>
                <a:cubicBezTo>
                  <a:pt x="11728" y="5263"/>
                  <a:pt x="11847" y="5406"/>
                  <a:pt x="11919" y="5549"/>
                </a:cubicBezTo>
                <a:cubicBezTo>
                  <a:pt x="11990" y="5715"/>
                  <a:pt x="12038" y="5882"/>
                  <a:pt x="12038" y="6049"/>
                </a:cubicBezTo>
                <a:lnTo>
                  <a:pt x="12038" y="6549"/>
                </a:lnTo>
                <a:cubicBezTo>
                  <a:pt x="11978" y="6537"/>
                  <a:pt x="11931" y="6537"/>
                  <a:pt x="11871" y="6537"/>
                </a:cubicBezTo>
                <a:lnTo>
                  <a:pt x="6335" y="6537"/>
                </a:lnTo>
                <a:cubicBezTo>
                  <a:pt x="6275" y="6537"/>
                  <a:pt x="6239" y="6537"/>
                  <a:pt x="6180" y="6549"/>
                </a:cubicBezTo>
                <a:lnTo>
                  <a:pt x="6156" y="6549"/>
                </a:lnTo>
                <a:lnTo>
                  <a:pt x="6156" y="6049"/>
                </a:lnTo>
                <a:cubicBezTo>
                  <a:pt x="6180" y="5858"/>
                  <a:pt x="6204" y="5704"/>
                  <a:pt x="6275" y="5549"/>
                </a:cubicBezTo>
                <a:cubicBezTo>
                  <a:pt x="6358" y="5406"/>
                  <a:pt x="6454" y="5263"/>
                  <a:pt x="6573" y="5156"/>
                </a:cubicBezTo>
                <a:cubicBezTo>
                  <a:pt x="7161" y="4561"/>
                  <a:pt x="8137" y="4245"/>
                  <a:pt x="9118" y="4245"/>
                </a:cubicBezTo>
                <a:close/>
                <a:moveTo>
                  <a:pt x="11871" y="7180"/>
                </a:moveTo>
                <a:cubicBezTo>
                  <a:pt x="12014" y="7180"/>
                  <a:pt x="12133" y="7239"/>
                  <a:pt x="12204" y="7323"/>
                </a:cubicBezTo>
                <a:cubicBezTo>
                  <a:pt x="12323" y="7418"/>
                  <a:pt x="12371" y="7537"/>
                  <a:pt x="12371" y="7668"/>
                </a:cubicBezTo>
                <a:cubicBezTo>
                  <a:pt x="12371" y="7799"/>
                  <a:pt x="12312" y="7918"/>
                  <a:pt x="12204" y="7989"/>
                </a:cubicBezTo>
                <a:cubicBezTo>
                  <a:pt x="12133" y="8109"/>
                  <a:pt x="12014" y="8156"/>
                  <a:pt x="11871" y="8156"/>
                </a:cubicBezTo>
                <a:lnTo>
                  <a:pt x="6335" y="8156"/>
                </a:lnTo>
                <a:cubicBezTo>
                  <a:pt x="6204" y="8156"/>
                  <a:pt x="6085" y="8097"/>
                  <a:pt x="5989" y="7989"/>
                </a:cubicBezTo>
                <a:cubicBezTo>
                  <a:pt x="5894" y="7918"/>
                  <a:pt x="5846" y="7799"/>
                  <a:pt x="5846" y="7668"/>
                </a:cubicBezTo>
                <a:cubicBezTo>
                  <a:pt x="5846" y="7537"/>
                  <a:pt x="5906" y="7430"/>
                  <a:pt x="5989" y="7323"/>
                </a:cubicBezTo>
                <a:cubicBezTo>
                  <a:pt x="6085" y="7216"/>
                  <a:pt x="6204" y="7180"/>
                  <a:pt x="6335" y="7180"/>
                </a:cubicBezTo>
                <a:close/>
                <a:moveTo>
                  <a:pt x="6168" y="8799"/>
                </a:moveTo>
                <a:cubicBezTo>
                  <a:pt x="6227" y="8811"/>
                  <a:pt x="6275" y="8811"/>
                  <a:pt x="6335" y="8811"/>
                </a:cubicBezTo>
                <a:lnTo>
                  <a:pt x="11871" y="8811"/>
                </a:lnTo>
                <a:cubicBezTo>
                  <a:pt x="11927" y="8811"/>
                  <a:pt x="11972" y="8811"/>
                  <a:pt x="12026" y="8801"/>
                </a:cubicBezTo>
                <a:lnTo>
                  <a:pt x="12026" y="8801"/>
                </a:lnTo>
                <a:lnTo>
                  <a:pt x="12026" y="9383"/>
                </a:lnTo>
                <a:cubicBezTo>
                  <a:pt x="12026" y="9478"/>
                  <a:pt x="11978" y="9585"/>
                  <a:pt x="11907" y="9656"/>
                </a:cubicBezTo>
                <a:cubicBezTo>
                  <a:pt x="11823" y="9740"/>
                  <a:pt x="11728" y="9775"/>
                  <a:pt x="11621" y="9775"/>
                </a:cubicBezTo>
                <a:lnTo>
                  <a:pt x="6573" y="9775"/>
                </a:lnTo>
                <a:cubicBezTo>
                  <a:pt x="6466" y="9775"/>
                  <a:pt x="6370" y="9740"/>
                  <a:pt x="6287" y="9656"/>
                </a:cubicBezTo>
                <a:cubicBezTo>
                  <a:pt x="6216" y="9585"/>
                  <a:pt x="6168" y="9478"/>
                  <a:pt x="6168" y="9383"/>
                </a:cubicBezTo>
                <a:lnTo>
                  <a:pt x="6168" y="8799"/>
                </a:lnTo>
                <a:close/>
                <a:moveTo>
                  <a:pt x="4811" y="0"/>
                </a:moveTo>
                <a:cubicBezTo>
                  <a:pt x="4656" y="0"/>
                  <a:pt x="4525" y="48"/>
                  <a:pt x="4406" y="131"/>
                </a:cubicBezTo>
                <a:cubicBezTo>
                  <a:pt x="4299" y="227"/>
                  <a:pt x="4215" y="358"/>
                  <a:pt x="4180" y="489"/>
                </a:cubicBezTo>
                <a:lnTo>
                  <a:pt x="3644" y="2608"/>
                </a:lnTo>
                <a:lnTo>
                  <a:pt x="310" y="2608"/>
                </a:lnTo>
                <a:cubicBezTo>
                  <a:pt x="239" y="2608"/>
                  <a:pt x="143" y="2632"/>
                  <a:pt x="84" y="2691"/>
                </a:cubicBezTo>
                <a:cubicBezTo>
                  <a:pt x="24" y="2751"/>
                  <a:pt x="0" y="2846"/>
                  <a:pt x="0" y="2917"/>
                </a:cubicBezTo>
                <a:cubicBezTo>
                  <a:pt x="0" y="2989"/>
                  <a:pt x="24" y="3084"/>
                  <a:pt x="84" y="3144"/>
                </a:cubicBezTo>
                <a:cubicBezTo>
                  <a:pt x="143" y="3203"/>
                  <a:pt x="227" y="3227"/>
                  <a:pt x="310" y="3227"/>
                </a:cubicBezTo>
                <a:lnTo>
                  <a:pt x="643" y="3227"/>
                </a:lnTo>
                <a:lnTo>
                  <a:pt x="1298" y="9787"/>
                </a:lnTo>
                <a:cubicBezTo>
                  <a:pt x="1310" y="9954"/>
                  <a:pt x="1382" y="10085"/>
                  <a:pt x="1501" y="10228"/>
                </a:cubicBezTo>
                <a:cubicBezTo>
                  <a:pt x="1620" y="10347"/>
                  <a:pt x="1786" y="10406"/>
                  <a:pt x="1953" y="10406"/>
                </a:cubicBezTo>
                <a:lnTo>
                  <a:pt x="4549" y="10406"/>
                </a:lnTo>
                <a:cubicBezTo>
                  <a:pt x="4632" y="10406"/>
                  <a:pt x="4715" y="10371"/>
                  <a:pt x="4775" y="10311"/>
                </a:cubicBezTo>
                <a:cubicBezTo>
                  <a:pt x="4834" y="10252"/>
                  <a:pt x="4870" y="10168"/>
                  <a:pt x="4870" y="10097"/>
                </a:cubicBezTo>
                <a:cubicBezTo>
                  <a:pt x="4870" y="10014"/>
                  <a:pt x="4834" y="9930"/>
                  <a:pt x="4775" y="9871"/>
                </a:cubicBezTo>
                <a:cubicBezTo>
                  <a:pt x="4715" y="9811"/>
                  <a:pt x="4644" y="9775"/>
                  <a:pt x="4549" y="9775"/>
                </a:cubicBezTo>
                <a:lnTo>
                  <a:pt x="1953" y="9692"/>
                </a:lnTo>
                <a:lnTo>
                  <a:pt x="1298" y="3203"/>
                </a:lnTo>
                <a:lnTo>
                  <a:pt x="6835" y="3203"/>
                </a:lnTo>
                <a:cubicBezTo>
                  <a:pt x="6906" y="3203"/>
                  <a:pt x="6989" y="3167"/>
                  <a:pt x="7049" y="3108"/>
                </a:cubicBezTo>
                <a:cubicBezTo>
                  <a:pt x="7109" y="3048"/>
                  <a:pt x="7144" y="2965"/>
                  <a:pt x="7144" y="2882"/>
                </a:cubicBezTo>
                <a:cubicBezTo>
                  <a:pt x="7144" y="2810"/>
                  <a:pt x="7109" y="2727"/>
                  <a:pt x="7049" y="2667"/>
                </a:cubicBezTo>
                <a:cubicBezTo>
                  <a:pt x="6989" y="2608"/>
                  <a:pt x="6918" y="2572"/>
                  <a:pt x="6835" y="2572"/>
                </a:cubicBezTo>
                <a:lnTo>
                  <a:pt x="4311" y="2572"/>
                </a:lnTo>
                <a:lnTo>
                  <a:pt x="4811" y="620"/>
                </a:lnTo>
                <a:lnTo>
                  <a:pt x="5537" y="620"/>
                </a:lnTo>
                <a:cubicBezTo>
                  <a:pt x="5608" y="620"/>
                  <a:pt x="5704" y="596"/>
                  <a:pt x="5763" y="536"/>
                </a:cubicBezTo>
                <a:cubicBezTo>
                  <a:pt x="5823" y="477"/>
                  <a:pt x="5846" y="381"/>
                  <a:pt x="5846" y="310"/>
                </a:cubicBezTo>
                <a:cubicBezTo>
                  <a:pt x="5846" y="239"/>
                  <a:pt x="5823" y="143"/>
                  <a:pt x="5763" y="84"/>
                </a:cubicBezTo>
                <a:cubicBezTo>
                  <a:pt x="5704" y="24"/>
                  <a:pt x="5620" y="0"/>
                  <a:pt x="5537" y="0"/>
                </a:cubicBezTo>
                <a:close/>
                <a:moveTo>
                  <a:pt x="9109" y="3608"/>
                </a:moveTo>
                <a:cubicBezTo>
                  <a:pt x="8025" y="3608"/>
                  <a:pt x="6966" y="3989"/>
                  <a:pt x="6132" y="4691"/>
                </a:cubicBezTo>
                <a:cubicBezTo>
                  <a:pt x="5954" y="4858"/>
                  <a:pt x="5799" y="5061"/>
                  <a:pt x="5692" y="5299"/>
                </a:cubicBezTo>
                <a:cubicBezTo>
                  <a:pt x="5573" y="5525"/>
                  <a:pt x="5537" y="5775"/>
                  <a:pt x="5537" y="6025"/>
                </a:cubicBezTo>
                <a:lnTo>
                  <a:pt x="5537" y="6847"/>
                </a:lnTo>
                <a:lnTo>
                  <a:pt x="5537" y="6858"/>
                </a:lnTo>
                <a:cubicBezTo>
                  <a:pt x="5323" y="7085"/>
                  <a:pt x="5204" y="7370"/>
                  <a:pt x="5204" y="7668"/>
                </a:cubicBezTo>
                <a:cubicBezTo>
                  <a:pt x="5204" y="7966"/>
                  <a:pt x="5323" y="8263"/>
                  <a:pt x="5537" y="8466"/>
                </a:cubicBezTo>
                <a:lnTo>
                  <a:pt x="5537" y="8490"/>
                </a:lnTo>
                <a:lnTo>
                  <a:pt x="5537" y="9383"/>
                </a:lnTo>
                <a:cubicBezTo>
                  <a:pt x="5537" y="9656"/>
                  <a:pt x="5656" y="9930"/>
                  <a:pt x="5846" y="10121"/>
                </a:cubicBezTo>
                <a:cubicBezTo>
                  <a:pt x="6025" y="10311"/>
                  <a:pt x="6311" y="10418"/>
                  <a:pt x="6585" y="10430"/>
                </a:cubicBezTo>
                <a:lnTo>
                  <a:pt x="11633" y="10430"/>
                </a:lnTo>
                <a:cubicBezTo>
                  <a:pt x="11919" y="10418"/>
                  <a:pt x="12192" y="10311"/>
                  <a:pt x="12383" y="10121"/>
                </a:cubicBezTo>
                <a:cubicBezTo>
                  <a:pt x="12573" y="9930"/>
                  <a:pt x="12681" y="9656"/>
                  <a:pt x="12693" y="9383"/>
                </a:cubicBezTo>
                <a:lnTo>
                  <a:pt x="12693" y="8466"/>
                </a:lnTo>
                <a:cubicBezTo>
                  <a:pt x="12907" y="8263"/>
                  <a:pt x="13026" y="7966"/>
                  <a:pt x="13002" y="7668"/>
                </a:cubicBezTo>
                <a:cubicBezTo>
                  <a:pt x="13002" y="7370"/>
                  <a:pt x="12883" y="7073"/>
                  <a:pt x="12681" y="6858"/>
                </a:cubicBezTo>
                <a:lnTo>
                  <a:pt x="12681" y="6847"/>
                </a:lnTo>
                <a:lnTo>
                  <a:pt x="12681" y="6025"/>
                </a:lnTo>
                <a:cubicBezTo>
                  <a:pt x="12681" y="5775"/>
                  <a:pt x="12621" y="5525"/>
                  <a:pt x="12514" y="5299"/>
                </a:cubicBezTo>
                <a:cubicBezTo>
                  <a:pt x="12419" y="5072"/>
                  <a:pt x="12264" y="4870"/>
                  <a:pt x="12085" y="4691"/>
                </a:cubicBezTo>
                <a:cubicBezTo>
                  <a:pt x="11252" y="3989"/>
                  <a:pt x="10192" y="3608"/>
                  <a:pt x="9109" y="3608"/>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2" name="Google Shape;3172;p174"/>
          <p:cNvSpPr/>
          <p:nvPr/>
        </p:nvSpPr>
        <p:spPr>
          <a:xfrm>
            <a:off x="16324255" y="5412697"/>
            <a:ext cx="562212" cy="562886"/>
          </a:xfrm>
          <a:custGeom>
            <a:rect b="b" l="l" r="r" t="t"/>
            <a:pathLst>
              <a:path extrusionOk="0" h="10419" w="10407">
                <a:moveTo>
                  <a:pt x="1608" y="0"/>
                </a:moveTo>
                <a:cubicBezTo>
                  <a:pt x="1430" y="0"/>
                  <a:pt x="1275" y="155"/>
                  <a:pt x="1275" y="334"/>
                </a:cubicBezTo>
                <a:lnTo>
                  <a:pt x="1275" y="584"/>
                </a:lnTo>
                <a:cubicBezTo>
                  <a:pt x="1275" y="1143"/>
                  <a:pt x="1608" y="1667"/>
                  <a:pt x="2108" y="1929"/>
                </a:cubicBezTo>
                <a:cubicBezTo>
                  <a:pt x="2406" y="2072"/>
                  <a:pt x="2585" y="2358"/>
                  <a:pt x="2585" y="2679"/>
                </a:cubicBezTo>
                <a:lnTo>
                  <a:pt x="2585" y="2929"/>
                </a:lnTo>
                <a:cubicBezTo>
                  <a:pt x="2585" y="3120"/>
                  <a:pt x="2739" y="3263"/>
                  <a:pt x="2918" y="3263"/>
                </a:cubicBezTo>
                <a:cubicBezTo>
                  <a:pt x="3097" y="3263"/>
                  <a:pt x="3239" y="3120"/>
                  <a:pt x="3239" y="2929"/>
                </a:cubicBezTo>
                <a:lnTo>
                  <a:pt x="3239" y="2679"/>
                </a:lnTo>
                <a:cubicBezTo>
                  <a:pt x="3239" y="2120"/>
                  <a:pt x="2918" y="1596"/>
                  <a:pt x="2406" y="1346"/>
                </a:cubicBezTo>
                <a:cubicBezTo>
                  <a:pt x="2108" y="1191"/>
                  <a:pt x="1930" y="917"/>
                  <a:pt x="1930" y="584"/>
                </a:cubicBezTo>
                <a:lnTo>
                  <a:pt x="1930" y="334"/>
                </a:lnTo>
                <a:cubicBezTo>
                  <a:pt x="1930" y="155"/>
                  <a:pt x="1787" y="0"/>
                  <a:pt x="1608" y="0"/>
                </a:cubicBezTo>
                <a:close/>
                <a:moveTo>
                  <a:pt x="4216" y="0"/>
                </a:moveTo>
                <a:cubicBezTo>
                  <a:pt x="4037" y="0"/>
                  <a:pt x="3882" y="155"/>
                  <a:pt x="3882" y="334"/>
                </a:cubicBezTo>
                <a:lnTo>
                  <a:pt x="3882" y="584"/>
                </a:lnTo>
                <a:cubicBezTo>
                  <a:pt x="3882" y="1143"/>
                  <a:pt x="4216" y="1667"/>
                  <a:pt x="4716" y="1929"/>
                </a:cubicBezTo>
                <a:cubicBezTo>
                  <a:pt x="5013" y="2072"/>
                  <a:pt x="5192" y="2358"/>
                  <a:pt x="5192" y="2679"/>
                </a:cubicBezTo>
                <a:lnTo>
                  <a:pt x="5192" y="2929"/>
                </a:lnTo>
                <a:cubicBezTo>
                  <a:pt x="5192" y="3120"/>
                  <a:pt x="5347" y="3263"/>
                  <a:pt x="5525" y="3263"/>
                </a:cubicBezTo>
                <a:cubicBezTo>
                  <a:pt x="5704" y="3263"/>
                  <a:pt x="5847" y="3120"/>
                  <a:pt x="5847" y="2929"/>
                </a:cubicBezTo>
                <a:lnTo>
                  <a:pt x="5847" y="2679"/>
                </a:lnTo>
                <a:cubicBezTo>
                  <a:pt x="5847" y="2120"/>
                  <a:pt x="5525" y="1596"/>
                  <a:pt x="5013" y="1346"/>
                </a:cubicBezTo>
                <a:cubicBezTo>
                  <a:pt x="4716" y="1191"/>
                  <a:pt x="4537" y="917"/>
                  <a:pt x="4537" y="584"/>
                </a:cubicBezTo>
                <a:lnTo>
                  <a:pt x="4537" y="334"/>
                </a:lnTo>
                <a:cubicBezTo>
                  <a:pt x="4537" y="155"/>
                  <a:pt x="4394" y="0"/>
                  <a:pt x="4216" y="0"/>
                </a:cubicBezTo>
                <a:close/>
                <a:moveTo>
                  <a:pt x="8121" y="4572"/>
                </a:moveTo>
                <a:cubicBezTo>
                  <a:pt x="9014" y="4572"/>
                  <a:pt x="9752" y="5299"/>
                  <a:pt x="9752" y="6192"/>
                </a:cubicBezTo>
                <a:cubicBezTo>
                  <a:pt x="9752" y="7085"/>
                  <a:pt x="9014" y="7823"/>
                  <a:pt x="8121" y="7835"/>
                </a:cubicBezTo>
                <a:lnTo>
                  <a:pt x="7799" y="7835"/>
                </a:lnTo>
                <a:lnTo>
                  <a:pt x="7799" y="4572"/>
                </a:lnTo>
                <a:close/>
                <a:moveTo>
                  <a:pt x="7145" y="4560"/>
                </a:moveTo>
                <a:lnTo>
                  <a:pt x="7145" y="8454"/>
                </a:lnTo>
                <a:cubicBezTo>
                  <a:pt x="7145" y="9192"/>
                  <a:pt x="6549" y="9763"/>
                  <a:pt x="5835" y="9763"/>
                </a:cubicBezTo>
                <a:lnTo>
                  <a:pt x="1930" y="9763"/>
                </a:lnTo>
                <a:cubicBezTo>
                  <a:pt x="1203" y="9763"/>
                  <a:pt x="620" y="9168"/>
                  <a:pt x="620" y="8454"/>
                </a:cubicBezTo>
                <a:lnTo>
                  <a:pt x="620" y="4560"/>
                </a:lnTo>
                <a:close/>
                <a:moveTo>
                  <a:pt x="656" y="3906"/>
                </a:moveTo>
                <a:cubicBezTo>
                  <a:pt x="299" y="3906"/>
                  <a:pt x="1" y="4203"/>
                  <a:pt x="1" y="4560"/>
                </a:cubicBezTo>
                <a:lnTo>
                  <a:pt x="1" y="8478"/>
                </a:lnTo>
                <a:cubicBezTo>
                  <a:pt x="1" y="9537"/>
                  <a:pt x="882" y="10418"/>
                  <a:pt x="1954" y="10418"/>
                </a:cubicBezTo>
                <a:lnTo>
                  <a:pt x="5847" y="10418"/>
                </a:lnTo>
                <a:cubicBezTo>
                  <a:pt x="6918" y="10418"/>
                  <a:pt x="7799" y="9549"/>
                  <a:pt x="7799" y="8478"/>
                </a:cubicBezTo>
                <a:lnTo>
                  <a:pt x="8121" y="8478"/>
                </a:lnTo>
                <a:cubicBezTo>
                  <a:pt x="9371" y="8478"/>
                  <a:pt x="10407" y="7442"/>
                  <a:pt x="10407" y="6192"/>
                </a:cubicBezTo>
                <a:cubicBezTo>
                  <a:pt x="10407" y="4930"/>
                  <a:pt x="9371" y="3917"/>
                  <a:pt x="8133" y="3906"/>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3" name="Google Shape;3173;p174"/>
          <p:cNvSpPr/>
          <p:nvPr/>
        </p:nvSpPr>
        <p:spPr>
          <a:xfrm>
            <a:off x="16293982" y="6434925"/>
            <a:ext cx="497277" cy="565480"/>
          </a:xfrm>
          <a:custGeom>
            <a:rect b="b" l="l" r="r" t="t"/>
            <a:pathLst>
              <a:path extrusionOk="0" h="10467" w="9205">
                <a:moveTo>
                  <a:pt x="5168" y="727"/>
                </a:moveTo>
                <a:lnTo>
                  <a:pt x="5168" y="727"/>
                </a:lnTo>
                <a:cubicBezTo>
                  <a:pt x="5537" y="834"/>
                  <a:pt x="5882" y="1036"/>
                  <a:pt x="6132" y="1334"/>
                </a:cubicBezTo>
                <a:cubicBezTo>
                  <a:pt x="6406" y="1632"/>
                  <a:pt x="6573" y="1989"/>
                  <a:pt x="6608" y="2382"/>
                </a:cubicBezTo>
                <a:lnTo>
                  <a:pt x="6001" y="2287"/>
                </a:lnTo>
                <a:cubicBezTo>
                  <a:pt x="5977" y="2281"/>
                  <a:pt x="5954" y="2278"/>
                  <a:pt x="5931" y="2278"/>
                </a:cubicBezTo>
                <a:cubicBezTo>
                  <a:pt x="5909" y="2278"/>
                  <a:pt x="5888" y="2281"/>
                  <a:pt x="5870" y="2287"/>
                </a:cubicBezTo>
                <a:cubicBezTo>
                  <a:pt x="5823" y="2310"/>
                  <a:pt x="5775" y="2322"/>
                  <a:pt x="5751" y="2346"/>
                </a:cubicBezTo>
                <a:cubicBezTo>
                  <a:pt x="5704" y="2370"/>
                  <a:pt x="5692" y="2394"/>
                  <a:pt x="5656" y="2441"/>
                </a:cubicBezTo>
                <a:cubicBezTo>
                  <a:pt x="5632" y="2465"/>
                  <a:pt x="5620" y="2513"/>
                  <a:pt x="5620" y="2560"/>
                </a:cubicBezTo>
                <a:cubicBezTo>
                  <a:pt x="5596" y="2608"/>
                  <a:pt x="5596" y="2644"/>
                  <a:pt x="5620" y="2691"/>
                </a:cubicBezTo>
                <a:cubicBezTo>
                  <a:pt x="5632" y="2739"/>
                  <a:pt x="5644" y="2787"/>
                  <a:pt x="5680" y="2810"/>
                </a:cubicBezTo>
                <a:cubicBezTo>
                  <a:pt x="5692" y="2858"/>
                  <a:pt x="5716" y="2882"/>
                  <a:pt x="5763" y="2906"/>
                </a:cubicBezTo>
                <a:cubicBezTo>
                  <a:pt x="5799" y="2929"/>
                  <a:pt x="5835" y="2941"/>
                  <a:pt x="5882" y="2941"/>
                </a:cubicBezTo>
                <a:lnTo>
                  <a:pt x="7668" y="3215"/>
                </a:lnTo>
                <a:cubicBezTo>
                  <a:pt x="7799" y="3239"/>
                  <a:pt x="7954" y="3287"/>
                  <a:pt x="8073" y="3358"/>
                </a:cubicBezTo>
                <a:cubicBezTo>
                  <a:pt x="8204" y="3418"/>
                  <a:pt x="8311" y="3525"/>
                  <a:pt x="8383" y="3656"/>
                </a:cubicBezTo>
                <a:cubicBezTo>
                  <a:pt x="8454" y="3775"/>
                  <a:pt x="8513" y="3918"/>
                  <a:pt x="8537" y="4061"/>
                </a:cubicBezTo>
                <a:cubicBezTo>
                  <a:pt x="8549" y="4215"/>
                  <a:pt x="8549" y="4358"/>
                  <a:pt x="8502" y="4489"/>
                </a:cubicBezTo>
                <a:cubicBezTo>
                  <a:pt x="8430" y="4715"/>
                  <a:pt x="8299" y="4906"/>
                  <a:pt x="8144" y="4977"/>
                </a:cubicBezTo>
                <a:cubicBezTo>
                  <a:pt x="7978" y="5102"/>
                  <a:pt x="7785" y="5172"/>
                  <a:pt x="7588" y="5172"/>
                </a:cubicBezTo>
                <a:cubicBezTo>
                  <a:pt x="7559" y="5172"/>
                  <a:pt x="7530" y="5171"/>
                  <a:pt x="7501" y="5168"/>
                </a:cubicBezTo>
                <a:lnTo>
                  <a:pt x="1822" y="5168"/>
                </a:lnTo>
                <a:cubicBezTo>
                  <a:pt x="1788" y="5171"/>
                  <a:pt x="1755" y="5173"/>
                  <a:pt x="1722" y="5173"/>
                </a:cubicBezTo>
                <a:cubicBezTo>
                  <a:pt x="1521" y="5173"/>
                  <a:pt x="1333" y="5110"/>
                  <a:pt x="1179" y="4977"/>
                </a:cubicBezTo>
                <a:cubicBezTo>
                  <a:pt x="1001" y="4834"/>
                  <a:pt x="846" y="4656"/>
                  <a:pt x="786" y="4430"/>
                </a:cubicBezTo>
                <a:cubicBezTo>
                  <a:pt x="715" y="4180"/>
                  <a:pt x="751" y="3906"/>
                  <a:pt x="870" y="3691"/>
                </a:cubicBezTo>
                <a:cubicBezTo>
                  <a:pt x="989" y="3465"/>
                  <a:pt x="1191" y="3287"/>
                  <a:pt x="1429" y="3191"/>
                </a:cubicBezTo>
                <a:lnTo>
                  <a:pt x="2429" y="2929"/>
                </a:lnTo>
                <a:cubicBezTo>
                  <a:pt x="2429" y="2929"/>
                  <a:pt x="2429" y="2918"/>
                  <a:pt x="2441" y="2918"/>
                </a:cubicBezTo>
                <a:cubicBezTo>
                  <a:pt x="2465" y="2918"/>
                  <a:pt x="2489" y="2894"/>
                  <a:pt x="2501" y="2882"/>
                </a:cubicBezTo>
                <a:cubicBezTo>
                  <a:pt x="2513" y="2882"/>
                  <a:pt x="2537" y="2870"/>
                  <a:pt x="2548" y="2858"/>
                </a:cubicBezTo>
                <a:cubicBezTo>
                  <a:pt x="2560" y="2846"/>
                  <a:pt x="2596" y="2822"/>
                  <a:pt x="2596" y="2810"/>
                </a:cubicBezTo>
                <a:cubicBezTo>
                  <a:pt x="2596" y="2798"/>
                  <a:pt x="2608" y="2775"/>
                  <a:pt x="2620" y="2763"/>
                </a:cubicBezTo>
                <a:cubicBezTo>
                  <a:pt x="2620" y="2751"/>
                  <a:pt x="2632" y="2703"/>
                  <a:pt x="2632" y="2703"/>
                </a:cubicBezTo>
                <a:cubicBezTo>
                  <a:pt x="2656" y="2679"/>
                  <a:pt x="2632" y="2679"/>
                  <a:pt x="2656" y="2644"/>
                </a:cubicBezTo>
                <a:lnTo>
                  <a:pt x="2656" y="2632"/>
                </a:lnTo>
                <a:cubicBezTo>
                  <a:pt x="2656" y="2406"/>
                  <a:pt x="2727" y="2203"/>
                  <a:pt x="2894" y="2036"/>
                </a:cubicBezTo>
                <a:cubicBezTo>
                  <a:pt x="3037" y="1882"/>
                  <a:pt x="3251" y="1798"/>
                  <a:pt x="3465" y="1798"/>
                </a:cubicBezTo>
                <a:lnTo>
                  <a:pt x="4156" y="1798"/>
                </a:lnTo>
                <a:cubicBezTo>
                  <a:pt x="4358" y="1798"/>
                  <a:pt x="4549" y="1739"/>
                  <a:pt x="4715" y="1632"/>
                </a:cubicBezTo>
                <a:cubicBezTo>
                  <a:pt x="4894" y="1536"/>
                  <a:pt x="5013" y="1370"/>
                  <a:pt x="5073" y="1191"/>
                </a:cubicBezTo>
                <a:cubicBezTo>
                  <a:pt x="5156" y="1060"/>
                  <a:pt x="5180" y="893"/>
                  <a:pt x="5168" y="727"/>
                </a:cubicBezTo>
                <a:close/>
                <a:moveTo>
                  <a:pt x="4620" y="1"/>
                </a:moveTo>
                <a:cubicBezTo>
                  <a:pt x="4573" y="1"/>
                  <a:pt x="4513" y="24"/>
                  <a:pt x="4453" y="60"/>
                </a:cubicBezTo>
                <a:cubicBezTo>
                  <a:pt x="4406" y="96"/>
                  <a:pt x="4358" y="143"/>
                  <a:pt x="4334" y="203"/>
                </a:cubicBezTo>
                <a:cubicBezTo>
                  <a:pt x="4287" y="262"/>
                  <a:pt x="4299" y="334"/>
                  <a:pt x="4322" y="393"/>
                </a:cubicBezTo>
                <a:cubicBezTo>
                  <a:pt x="4334" y="453"/>
                  <a:pt x="4358" y="512"/>
                  <a:pt x="4406" y="560"/>
                </a:cubicBezTo>
                <a:cubicBezTo>
                  <a:pt x="4465" y="608"/>
                  <a:pt x="4501" y="667"/>
                  <a:pt x="4513" y="739"/>
                </a:cubicBezTo>
                <a:cubicBezTo>
                  <a:pt x="4513" y="810"/>
                  <a:pt x="4513" y="893"/>
                  <a:pt x="4477" y="953"/>
                </a:cubicBezTo>
                <a:cubicBezTo>
                  <a:pt x="4453" y="1024"/>
                  <a:pt x="4394" y="1072"/>
                  <a:pt x="4346" y="1108"/>
                </a:cubicBezTo>
                <a:cubicBezTo>
                  <a:pt x="4287" y="1155"/>
                  <a:pt x="4227" y="1167"/>
                  <a:pt x="4156" y="1167"/>
                </a:cubicBezTo>
                <a:lnTo>
                  <a:pt x="3465" y="1167"/>
                </a:lnTo>
                <a:cubicBezTo>
                  <a:pt x="3096" y="1167"/>
                  <a:pt x="2787" y="1286"/>
                  <a:pt x="2513" y="1513"/>
                </a:cubicBezTo>
                <a:cubicBezTo>
                  <a:pt x="2251" y="1739"/>
                  <a:pt x="2072" y="2048"/>
                  <a:pt x="2013" y="2394"/>
                </a:cubicBezTo>
                <a:lnTo>
                  <a:pt x="1203" y="2620"/>
                </a:lnTo>
                <a:cubicBezTo>
                  <a:pt x="786" y="2751"/>
                  <a:pt x="465" y="3049"/>
                  <a:pt x="251" y="3418"/>
                </a:cubicBezTo>
                <a:cubicBezTo>
                  <a:pt x="60" y="3811"/>
                  <a:pt x="1" y="4239"/>
                  <a:pt x="120" y="4656"/>
                </a:cubicBezTo>
                <a:cubicBezTo>
                  <a:pt x="227" y="5013"/>
                  <a:pt x="453" y="5323"/>
                  <a:pt x="751" y="5549"/>
                </a:cubicBezTo>
                <a:cubicBezTo>
                  <a:pt x="1048" y="5775"/>
                  <a:pt x="1405" y="5882"/>
                  <a:pt x="1775" y="5882"/>
                </a:cubicBezTo>
                <a:lnTo>
                  <a:pt x="7466" y="5882"/>
                </a:lnTo>
                <a:cubicBezTo>
                  <a:pt x="7483" y="5883"/>
                  <a:pt x="7501" y="5883"/>
                  <a:pt x="7518" y="5883"/>
                </a:cubicBezTo>
                <a:cubicBezTo>
                  <a:pt x="7811" y="5883"/>
                  <a:pt x="8112" y="5790"/>
                  <a:pt x="8371" y="5644"/>
                </a:cubicBezTo>
                <a:cubicBezTo>
                  <a:pt x="8656" y="5477"/>
                  <a:pt x="8871" y="5227"/>
                  <a:pt x="9014" y="4942"/>
                </a:cubicBezTo>
                <a:cubicBezTo>
                  <a:pt x="9156" y="4656"/>
                  <a:pt x="9204" y="4334"/>
                  <a:pt x="9168" y="4013"/>
                </a:cubicBezTo>
                <a:cubicBezTo>
                  <a:pt x="9133" y="3703"/>
                  <a:pt x="9014" y="3406"/>
                  <a:pt x="8811" y="3108"/>
                </a:cubicBezTo>
                <a:cubicBezTo>
                  <a:pt x="8549" y="2798"/>
                  <a:pt x="8156" y="2596"/>
                  <a:pt x="7775" y="2537"/>
                </a:cubicBezTo>
                <a:lnTo>
                  <a:pt x="7240" y="2465"/>
                </a:lnTo>
                <a:cubicBezTo>
                  <a:pt x="7204" y="1786"/>
                  <a:pt x="6918" y="1167"/>
                  <a:pt x="6430" y="715"/>
                </a:cubicBezTo>
                <a:cubicBezTo>
                  <a:pt x="5954" y="251"/>
                  <a:pt x="5287" y="1"/>
                  <a:pt x="4620" y="1"/>
                </a:cubicBezTo>
                <a:close/>
                <a:moveTo>
                  <a:pt x="1688" y="6533"/>
                </a:moveTo>
                <a:cubicBezTo>
                  <a:pt x="1674" y="6533"/>
                  <a:pt x="1659" y="6537"/>
                  <a:pt x="1644" y="6549"/>
                </a:cubicBezTo>
                <a:cubicBezTo>
                  <a:pt x="1596" y="6561"/>
                  <a:pt x="1548" y="6561"/>
                  <a:pt x="1525" y="6597"/>
                </a:cubicBezTo>
                <a:lnTo>
                  <a:pt x="1429" y="6680"/>
                </a:lnTo>
                <a:cubicBezTo>
                  <a:pt x="1405" y="6728"/>
                  <a:pt x="1394" y="6751"/>
                  <a:pt x="1370" y="6799"/>
                </a:cubicBezTo>
                <a:lnTo>
                  <a:pt x="1370" y="6930"/>
                </a:lnTo>
                <a:lnTo>
                  <a:pt x="1834" y="9728"/>
                </a:lnTo>
                <a:cubicBezTo>
                  <a:pt x="1870" y="9942"/>
                  <a:pt x="1965" y="10121"/>
                  <a:pt x="2132" y="10240"/>
                </a:cubicBezTo>
                <a:cubicBezTo>
                  <a:pt x="2298" y="10383"/>
                  <a:pt x="2489" y="10466"/>
                  <a:pt x="2703" y="10466"/>
                </a:cubicBezTo>
                <a:lnTo>
                  <a:pt x="6549" y="10466"/>
                </a:lnTo>
                <a:cubicBezTo>
                  <a:pt x="6763" y="10466"/>
                  <a:pt x="6954" y="10383"/>
                  <a:pt x="7120" y="10252"/>
                </a:cubicBezTo>
                <a:cubicBezTo>
                  <a:pt x="7287" y="10121"/>
                  <a:pt x="7382" y="9942"/>
                  <a:pt x="7418" y="9728"/>
                </a:cubicBezTo>
                <a:lnTo>
                  <a:pt x="7882" y="6930"/>
                </a:lnTo>
                <a:cubicBezTo>
                  <a:pt x="7894" y="6882"/>
                  <a:pt x="7894" y="6847"/>
                  <a:pt x="7882" y="6799"/>
                </a:cubicBezTo>
                <a:cubicBezTo>
                  <a:pt x="7859" y="6751"/>
                  <a:pt x="7847" y="6716"/>
                  <a:pt x="7823" y="6680"/>
                </a:cubicBezTo>
                <a:cubicBezTo>
                  <a:pt x="7799" y="6656"/>
                  <a:pt x="7763" y="6620"/>
                  <a:pt x="7728" y="6597"/>
                </a:cubicBezTo>
                <a:cubicBezTo>
                  <a:pt x="7710" y="6570"/>
                  <a:pt x="7679" y="6556"/>
                  <a:pt x="7654" y="6556"/>
                </a:cubicBezTo>
                <a:cubicBezTo>
                  <a:pt x="7646" y="6556"/>
                  <a:pt x="7638" y="6558"/>
                  <a:pt x="7632" y="6561"/>
                </a:cubicBezTo>
                <a:cubicBezTo>
                  <a:pt x="7620" y="6559"/>
                  <a:pt x="7607" y="6558"/>
                  <a:pt x="7593" y="6558"/>
                </a:cubicBezTo>
                <a:cubicBezTo>
                  <a:pt x="7531" y="6558"/>
                  <a:pt x="7463" y="6579"/>
                  <a:pt x="7394" y="6608"/>
                </a:cubicBezTo>
                <a:cubicBezTo>
                  <a:pt x="7323" y="6668"/>
                  <a:pt x="7263" y="6739"/>
                  <a:pt x="7263" y="6835"/>
                </a:cubicBezTo>
                <a:lnTo>
                  <a:pt x="6799" y="9609"/>
                </a:lnTo>
                <a:cubicBezTo>
                  <a:pt x="6787" y="9692"/>
                  <a:pt x="6775" y="9728"/>
                  <a:pt x="6728" y="9764"/>
                </a:cubicBezTo>
                <a:cubicBezTo>
                  <a:pt x="6704" y="9787"/>
                  <a:pt x="6644" y="9811"/>
                  <a:pt x="6597" y="9811"/>
                </a:cubicBezTo>
                <a:lnTo>
                  <a:pt x="5930" y="9811"/>
                </a:lnTo>
                <a:lnTo>
                  <a:pt x="6287" y="6918"/>
                </a:lnTo>
                <a:cubicBezTo>
                  <a:pt x="6287" y="6894"/>
                  <a:pt x="6287" y="6847"/>
                  <a:pt x="6263" y="6799"/>
                </a:cubicBezTo>
                <a:cubicBezTo>
                  <a:pt x="6251" y="6751"/>
                  <a:pt x="6239" y="6716"/>
                  <a:pt x="6204" y="6680"/>
                </a:cubicBezTo>
                <a:lnTo>
                  <a:pt x="6108" y="6573"/>
                </a:lnTo>
                <a:cubicBezTo>
                  <a:pt x="6073" y="6561"/>
                  <a:pt x="6025" y="6549"/>
                  <a:pt x="5989" y="6549"/>
                </a:cubicBezTo>
                <a:cubicBezTo>
                  <a:pt x="5954" y="6549"/>
                  <a:pt x="5906" y="6549"/>
                  <a:pt x="5870" y="6561"/>
                </a:cubicBezTo>
                <a:cubicBezTo>
                  <a:pt x="5823" y="6573"/>
                  <a:pt x="5775" y="6573"/>
                  <a:pt x="5751" y="6620"/>
                </a:cubicBezTo>
                <a:cubicBezTo>
                  <a:pt x="5704" y="6656"/>
                  <a:pt x="5680" y="6680"/>
                  <a:pt x="5656" y="6692"/>
                </a:cubicBezTo>
                <a:cubicBezTo>
                  <a:pt x="5632" y="6739"/>
                  <a:pt x="5620" y="6787"/>
                  <a:pt x="5620" y="6835"/>
                </a:cubicBezTo>
                <a:lnTo>
                  <a:pt x="5239" y="9811"/>
                </a:lnTo>
                <a:lnTo>
                  <a:pt x="4025" y="9811"/>
                </a:lnTo>
                <a:lnTo>
                  <a:pt x="3656" y="6835"/>
                </a:lnTo>
                <a:cubicBezTo>
                  <a:pt x="3656" y="6751"/>
                  <a:pt x="3608" y="6656"/>
                  <a:pt x="3537" y="6620"/>
                </a:cubicBezTo>
                <a:cubicBezTo>
                  <a:pt x="3477" y="6561"/>
                  <a:pt x="3370" y="6549"/>
                  <a:pt x="3299" y="6549"/>
                </a:cubicBezTo>
                <a:cubicBezTo>
                  <a:pt x="3215" y="6549"/>
                  <a:pt x="3144" y="6597"/>
                  <a:pt x="3084" y="6668"/>
                </a:cubicBezTo>
                <a:cubicBezTo>
                  <a:pt x="3025" y="6739"/>
                  <a:pt x="3001" y="6811"/>
                  <a:pt x="3013" y="6894"/>
                </a:cubicBezTo>
                <a:lnTo>
                  <a:pt x="3370" y="9787"/>
                </a:lnTo>
                <a:lnTo>
                  <a:pt x="2703" y="9787"/>
                </a:lnTo>
                <a:cubicBezTo>
                  <a:pt x="2656" y="9787"/>
                  <a:pt x="2608" y="9776"/>
                  <a:pt x="2560" y="9752"/>
                </a:cubicBezTo>
                <a:cubicBezTo>
                  <a:pt x="2525" y="9716"/>
                  <a:pt x="2501" y="9656"/>
                  <a:pt x="2489" y="9609"/>
                </a:cubicBezTo>
                <a:lnTo>
                  <a:pt x="2025" y="6811"/>
                </a:lnTo>
                <a:cubicBezTo>
                  <a:pt x="2025" y="6775"/>
                  <a:pt x="2013" y="6728"/>
                  <a:pt x="1989" y="6692"/>
                </a:cubicBezTo>
                <a:cubicBezTo>
                  <a:pt x="1953" y="6668"/>
                  <a:pt x="1941" y="6632"/>
                  <a:pt x="1894" y="6608"/>
                </a:cubicBezTo>
                <a:cubicBezTo>
                  <a:pt x="1846" y="6573"/>
                  <a:pt x="1822" y="6561"/>
                  <a:pt x="1775" y="6549"/>
                </a:cubicBezTo>
                <a:cubicBezTo>
                  <a:pt x="1743" y="6549"/>
                  <a:pt x="1716" y="6533"/>
                  <a:pt x="1688" y="6533"/>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4" name="Google Shape;3174;p174"/>
          <p:cNvSpPr/>
          <p:nvPr/>
        </p:nvSpPr>
        <p:spPr>
          <a:xfrm>
            <a:off x="16365647" y="7593543"/>
            <a:ext cx="597543" cy="422043"/>
          </a:xfrm>
          <a:custGeom>
            <a:rect b="b" l="l" r="r" t="t"/>
            <a:pathLst>
              <a:path extrusionOk="0" h="7812" w="11061">
                <a:moveTo>
                  <a:pt x="2596" y="2120"/>
                </a:moveTo>
                <a:lnTo>
                  <a:pt x="3250" y="2608"/>
                </a:lnTo>
                <a:lnTo>
                  <a:pt x="3250" y="3918"/>
                </a:lnTo>
                <a:lnTo>
                  <a:pt x="1941" y="3918"/>
                </a:lnTo>
                <a:lnTo>
                  <a:pt x="1941" y="2608"/>
                </a:lnTo>
                <a:lnTo>
                  <a:pt x="2596" y="2120"/>
                </a:lnTo>
                <a:close/>
                <a:moveTo>
                  <a:pt x="8787" y="656"/>
                </a:moveTo>
                <a:cubicBezTo>
                  <a:pt x="9680" y="656"/>
                  <a:pt x="10406" y="1382"/>
                  <a:pt x="10406" y="2275"/>
                </a:cubicBezTo>
                <a:cubicBezTo>
                  <a:pt x="10406" y="3192"/>
                  <a:pt x="9680" y="3918"/>
                  <a:pt x="8787" y="3918"/>
                </a:cubicBezTo>
                <a:lnTo>
                  <a:pt x="7799" y="3918"/>
                </a:lnTo>
                <a:lnTo>
                  <a:pt x="7799" y="656"/>
                </a:lnTo>
                <a:close/>
                <a:moveTo>
                  <a:pt x="7156" y="656"/>
                </a:moveTo>
                <a:lnTo>
                  <a:pt x="7156" y="5871"/>
                </a:lnTo>
                <a:cubicBezTo>
                  <a:pt x="7156" y="6597"/>
                  <a:pt x="6560" y="7180"/>
                  <a:pt x="5846" y="7180"/>
                </a:cubicBezTo>
                <a:lnTo>
                  <a:pt x="1953" y="7180"/>
                </a:lnTo>
                <a:cubicBezTo>
                  <a:pt x="1226" y="7180"/>
                  <a:pt x="643" y="6585"/>
                  <a:pt x="643" y="5871"/>
                </a:cubicBezTo>
                <a:lnTo>
                  <a:pt x="643" y="656"/>
                </a:lnTo>
                <a:lnTo>
                  <a:pt x="2262" y="656"/>
                </a:lnTo>
                <a:lnTo>
                  <a:pt x="2262" y="1549"/>
                </a:lnTo>
                <a:lnTo>
                  <a:pt x="1548" y="2084"/>
                </a:lnTo>
                <a:cubicBezTo>
                  <a:pt x="1369" y="2203"/>
                  <a:pt x="1286" y="2394"/>
                  <a:pt x="1286" y="2608"/>
                </a:cubicBezTo>
                <a:lnTo>
                  <a:pt x="1262" y="3918"/>
                </a:lnTo>
                <a:cubicBezTo>
                  <a:pt x="1262" y="4275"/>
                  <a:pt x="1560" y="4573"/>
                  <a:pt x="1917" y="4573"/>
                </a:cubicBezTo>
                <a:lnTo>
                  <a:pt x="3227" y="4573"/>
                </a:lnTo>
                <a:cubicBezTo>
                  <a:pt x="3584" y="4573"/>
                  <a:pt x="3881" y="4275"/>
                  <a:pt x="3881" y="3918"/>
                </a:cubicBezTo>
                <a:lnTo>
                  <a:pt x="3905" y="2608"/>
                </a:lnTo>
                <a:cubicBezTo>
                  <a:pt x="3905" y="2394"/>
                  <a:pt x="3798" y="2203"/>
                  <a:pt x="3631" y="2084"/>
                </a:cubicBezTo>
                <a:lnTo>
                  <a:pt x="2917" y="1549"/>
                </a:lnTo>
                <a:lnTo>
                  <a:pt x="2917" y="656"/>
                </a:lnTo>
                <a:close/>
                <a:moveTo>
                  <a:pt x="655" y="1"/>
                </a:moveTo>
                <a:cubicBezTo>
                  <a:pt x="298" y="1"/>
                  <a:pt x="0" y="298"/>
                  <a:pt x="0" y="656"/>
                </a:cubicBezTo>
                <a:lnTo>
                  <a:pt x="0" y="5871"/>
                </a:lnTo>
                <a:cubicBezTo>
                  <a:pt x="0" y="6930"/>
                  <a:pt x="881" y="7811"/>
                  <a:pt x="1953" y="7811"/>
                </a:cubicBezTo>
                <a:lnTo>
                  <a:pt x="5846" y="7811"/>
                </a:lnTo>
                <a:cubicBezTo>
                  <a:pt x="6918" y="7811"/>
                  <a:pt x="7799" y="6942"/>
                  <a:pt x="7799" y="5871"/>
                </a:cubicBezTo>
                <a:lnTo>
                  <a:pt x="7799" y="4561"/>
                </a:lnTo>
                <a:lnTo>
                  <a:pt x="8787" y="4561"/>
                </a:lnTo>
                <a:cubicBezTo>
                  <a:pt x="10037" y="4561"/>
                  <a:pt x="11061" y="3525"/>
                  <a:pt x="11061" y="2275"/>
                </a:cubicBezTo>
                <a:cubicBezTo>
                  <a:pt x="11061" y="1025"/>
                  <a:pt x="10037" y="1"/>
                  <a:pt x="8799" y="1"/>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5" name="Google Shape;3175;p174"/>
          <p:cNvSpPr/>
          <p:nvPr/>
        </p:nvSpPr>
        <p:spPr>
          <a:xfrm>
            <a:off x="16215714" y="2220400"/>
            <a:ext cx="572530" cy="562130"/>
          </a:xfrm>
          <a:custGeom>
            <a:rect b="b" l="l" r="r" t="t"/>
            <a:pathLst>
              <a:path extrusionOk="0" h="10405" w="10598">
                <a:moveTo>
                  <a:pt x="6537" y="3249"/>
                </a:moveTo>
                <a:lnTo>
                  <a:pt x="6335" y="5201"/>
                </a:lnTo>
                <a:lnTo>
                  <a:pt x="870" y="5201"/>
                </a:lnTo>
                <a:lnTo>
                  <a:pt x="679" y="3249"/>
                </a:lnTo>
                <a:close/>
                <a:moveTo>
                  <a:pt x="7540" y="1"/>
                </a:moveTo>
                <a:cubicBezTo>
                  <a:pt x="7425" y="1"/>
                  <a:pt x="7308" y="8"/>
                  <a:pt x="7192" y="22"/>
                </a:cubicBezTo>
                <a:cubicBezTo>
                  <a:pt x="6299" y="105"/>
                  <a:pt x="5513" y="605"/>
                  <a:pt x="5037" y="1356"/>
                </a:cubicBezTo>
                <a:cubicBezTo>
                  <a:pt x="4942" y="1510"/>
                  <a:pt x="4990" y="1713"/>
                  <a:pt x="5144" y="1808"/>
                </a:cubicBezTo>
                <a:cubicBezTo>
                  <a:pt x="5194" y="1837"/>
                  <a:pt x="5253" y="1852"/>
                  <a:pt x="5312" y="1852"/>
                </a:cubicBezTo>
                <a:cubicBezTo>
                  <a:pt x="5421" y="1852"/>
                  <a:pt x="5531" y="1801"/>
                  <a:pt x="5585" y="1701"/>
                </a:cubicBezTo>
                <a:cubicBezTo>
                  <a:pt x="5978" y="1117"/>
                  <a:pt x="6585" y="736"/>
                  <a:pt x="7264" y="665"/>
                </a:cubicBezTo>
                <a:cubicBezTo>
                  <a:pt x="7349" y="657"/>
                  <a:pt x="7434" y="653"/>
                  <a:pt x="7518" y="653"/>
                </a:cubicBezTo>
                <a:cubicBezTo>
                  <a:pt x="8045" y="653"/>
                  <a:pt x="8544" y="814"/>
                  <a:pt x="8954" y="1153"/>
                </a:cubicBezTo>
                <a:cubicBezTo>
                  <a:pt x="9407" y="1534"/>
                  <a:pt x="9728" y="2070"/>
                  <a:pt x="9788" y="2689"/>
                </a:cubicBezTo>
                <a:cubicBezTo>
                  <a:pt x="9919" y="3832"/>
                  <a:pt x="9169" y="4892"/>
                  <a:pt x="8061" y="5154"/>
                </a:cubicBezTo>
                <a:cubicBezTo>
                  <a:pt x="7883" y="5177"/>
                  <a:pt x="7776" y="5356"/>
                  <a:pt x="7823" y="5535"/>
                </a:cubicBezTo>
                <a:cubicBezTo>
                  <a:pt x="7847" y="5689"/>
                  <a:pt x="7978" y="5797"/>
                  <a:pt x="8133" y="5797"/>
                </a:cubicBezTo>
                <a:cubicBezTo>
                  <a:pt x="8157" y="5797"/>
                  <a:pt x="8180" y="5785"/>
                  <a:pt x="8204" y="5785"/>
                </a:cubicBezTo>
                <a:cubicBezTo>
                  <a:pt x="9621" y="5439"/>
                  <a:pt x="10597" y="4070"/>
                  <a:pt x="10443" y="2606"/>
                </a:cubicBezTo>
                <a:cubicBezTo>
                  <a:pt x="10347" y="1832"/>
                  <a:pt x="9966" y="1141"/>
                  <a:pt x="9347" y="641"/>
                </a:cubicBezTo>
                <a:cubicBezTo>
                  <a:pt x="8831" y="226"/>
                  <a:pt x="8195" y="1"/>
                  <a:pt x="7540" y="1"/>
                </a:cubicBezTo>
                <a:close/>
                <a:moveTo>
                  <a:pt x="6287" y="5856"/>
                </a:moveTo>
                <a:lnTo>
                  <a:pt x="5883" y="9749"/>
                </a:lnTo>
                <a:lnTo>
                  <a:pt x="1334" y="9749"/>
                </a:lnTo>
                <a:lnTo>
                  <a:pt x="941" y="5856"/>
                </a:lnTo>
                <a:close/>
                <a:moveTo>
                  <a:pt x="656" y="2594"/>
                </a:moveTo>
                <a:cubicBezTo>
                  <a:pt x="477" y="2594"/>
                  <a:pt x="298" y="2665"/>
                  <a:pt x="179" y="2808"/>
                </a:cubicBezTo>
                <a:cubicBezTo>
                  <a:pt x="60" y="2951"/>
                  <a:pt x="1" y="3130"/>
                  <a:pt x="25" y="3308"/>
                </a:cubicBezTo>
                <a:lnTo>
                  <a:pt x="679" y="9797"/>
                </a:lnTo>
                <a:cubicBezTo>
                  <a:pt x="715" y="10154"/>
                  <a:pt x="989" y="10404"/>
                  <a:pt x="1334" y="10404"/>
                </a:cubicBezTo>
                <a:lnTo>
                  <a:pt x="5871" y="10404"/>
                </a:lnTo>
                <a:cubicBezTo>
                  <a:pt x="6216" y="10404"/>
                  <a:pt x="6490" y="10154"/>
                  <a:pt x="6525" y="9833"/>
                </a:cubicBezTo>
                <a:lnTo>
                  <a:pt x="7180" y="3344"/>
                </a:lnTo>
                <a:cubicBezTo>
                  <a:pt x="7192" y="3141"/>
                  <a:pt x="7133" y="2963"/>
                  <a:pt x="7014" y="2832"/>
                </a:cubicBezTo>
                <a:cubicBezTo>
                  <a:pt x="6895" y="2665"/>
                  <a:pt x="6716" y="2594"/>
                  <a:pt x="6490" y="2594"/>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3176" name="Google Shape;3176;p174"/>
          <p:cNvSpPr/>
          <p:nvPr/>
        </p:nvSpPr>
        <p:spPr>
          <a:xfrm>
            <a:off x="16215079" y="3367584"/>
            <a:ext cx="631685" cy="562886"/>
          </a:xfrm>
          <a:custGeom>
            <a:rect b="b" l="l" r="r" t="t"/>
            <a:pathLst>
              <a:path extrusionOk="0" h="10419" w="11693">
                <a:moveTo>
                  <a:pt x="4823" y="631"/>
                </a:moveTo>
                <a:cubicBezTo>
                  <a:pt x="4942" y="631"/>
                  <a:pt x="5049" y="691"/>
                  <a:pt x="5109" y="798"/>
                </a:cubicBezTo>
                <a:lnTo>
                  <a:pt x="6966" y="4060"/>
                </a:lnTo>
                <a:cubicBezTo>
                  <a:pt x="7026" y="4156"/>
                  <a:pt x="7133" y="4215"/>
                  <a:pt x="7252" y="4215"/>
                </a:cubicBezTo>
                <a:lnTo>
                  <a:pt x="9478" y="4215"/>
                </a:lnTo>
                <a:cubicBezTo>
                  <a:pt x="9752" y="4215"/>
                  <a:pt x="10169" y="4346"/>
                  <a:pt x="10526" y="4560"/>
                </a:cubicBezTo>
                <a:cubicBezTo>
                  <a:pt x="10705" y="4667"/>
                  <a:pt x="10836" y="4787"/>
                  <a:pt x="10931" y="4906"/>
                </a:cubicBezTo>
                <a:cubicBezTo>
                  <a:pt x="11038" y="4989"/>
                  <a:pt x="11074" y="5108"/>
                  <a:pt x="11074" y="5203"/>
                </a:cubicBezTo>
                <a:cubicBezTo>
                  <a:pt x="11074" y="5382"/>
                  <a:pt x="10907" y="5620"/>
                  <a:pt x="10538" y="5846"/>
                </a:cubicBezTo>
                <a:cubicBezTo>
                  <a:pt x="10193" y="6049"/>
                  <a:pt x="9776" y="6168"/>
                  <a:pt x="9490" y="6168"/>
                </a:cubicBezTo>
                <a:lnTo>
                  <a:pt x="7264" y="6168"/>
                </a:lnTo>
                <a:cubicBezTo>
                  <a:pt x="7145" y="6168"/>
                  <a:pt x="7037" y="6227"/>
                  <a:pt x="6978" y="6334"/>
                </a:cubicBezTo>
                <a:lnTo>
                  <a:pt x="5121" y="9573"/>
                </a:lnTo>
                <a:cubicBezTo>
                  <a:pt x="5061" y="9680"/>
                  <a:pt x="4954" y="9740"/>
                  <a:pt x="4835" y="9740"/>
                </a:cubicBezTo>
                <a:lnTo>
                  <a:pt x="3692" y="9740"/>
                </a:lnTo>
                <a:lnTo>
                  <a:pt x="4597" y="6572"/>
                </a:lnTo>
                <a:cubicBezTo>
                  <a:pt x="4609" y="6477"/>
                  <a:pt x="4597" y="6358"/>
                  <a:pt x="4537" y="6287"/>
                </a:cubicBezTo>
                <a:cubicBezTo>
                  <a:pt x="4466" y="6203"/>
                  <a:pt x="4370" y="6156"/>
                  <a:pt x="4275" y="6156"/>
                </a:cubicBezTo>
                <a:lnTo>
                  <a:pt x="2573" y="6156"/>
                </a:lnTo>
                <a:cubicBezTo>
                  <a:pt x="2442" y="6156"/>
                  <a:pt x="2370" y="6215"/>
                  <a:pt x="2311" y="6287"/>
                </a:cubicBezTo>
                <a:lnTo>
                  <a:pt x="1430" y="7465"/>
                </a:lnTo>
                <a:lnTo>
                  <a:pt x="620" y="7465"/>
                </a:lnTo>
                <a:lnTo>
                  <a:pt x="1251" y="5275"/>
                </a:lnTo>
                <a:cubicBezTo>
                  <a:pt x="1263" y="5215"/>
                  <a:pt x="1263" y="5156"/>
                  <a:pt x="1251" y="5096"/>
                </a:cubicBezTo>
                <a:lnTo>
                  <a:pt x="620" y="2905"/>
                </a:lnTo>
                <a:lnTo>
                  <a:pt x="1430" y="2905"/>
                </a:lnTo>
                <a:lnTo>
                  <a:pt x="2311" y="4084"/>
                </a:lnTo>
                <a:cubicBezTo>
                  <a:pt x="2382" y="4179"/>
                  <a:pt x="2454" y="4215"/>
                  <a:pt x="2573" y="4215"/>
                </a:cubicBezTo>
                <a:lnTo>
                  <a:pt x="4251" y="4215"/>
                </a:lnTo>
                <a:cubicBezTo>
                  <a:pt x="4359" y="4215"/>
                  <a:pt x="4466" y="4156"/>
                  <a:pt x="4525" y="4084"/>
                </a:cubicBezTo>
                <a:cubicBezTo>
                  <a:pt x="4597" y="4013"/>
                  <a:pt x="4609" y="3905"/>
                  <a:pt x="4585" y="3798"/>
                </a:cubicBezTo>
                <a:lnTo>
                  <a:pt x="3680" y="631"/>
                </a:lnTo>
                <a:close/>
                <a:moveTo>
                  <a:pt x="3680" y="0"/>
                </a:moveTo>
                <a:cubicBezTo>
                  <a:pt x="3227" y="0"/>
                  <a:pt x="2930" y="429"/>
                  <a:pt x="3049" y="834"/>
                </a:cubicBezTo>
                <a:lnTo>
                  <a:pt x="3835" y="3596"/>
                </a:lnTo>
                <a:lnTo>
                  <a:pt x="2751" y="3596"/>
                </a:lnTo>
                <a:lnTo>
                  <a:pt x="1977" y="2548"/>
                </a:lnTo>
                <a:cubicBezTo>
                  <a:pt x="1858" y="2370"/>
                  <a:pt x="1668" y="2286"/>
                  <a:pt x="1453" y="2286"/>
                </a:cubicBezTo>
                <a:lnTo>
                  <a:pt x="608" y="2286"/>
                </a:lnTo>
                <a:cubicBezTo>
                  <a:pt x="263" y="2286"/>
                  <a:pt x="1" y="2548"/>
                  <a:pt x="1" y="2893"/>
                </a:cubicBezTo>
                <a:cubicBezTo>
                  <a:pt x="1" y="2941"/>
                  <a:pt x="13" y="3001"/>
                  <a:pt x="25" y="3060"/>
                </a:cubicBezTo>
                <a:lnTo>
                  <a:pt x="644" y="5215"/>
                </a:lnTo>
                <a:lnTo>
                  <a:pt x="25" y="7370"/>
                </a:lnTo>
                <a:cubicBezTo>
                  <a:pt x="13" y="7430"/>
                  <a:pt x="1" y="7477"/>
                  <a:pt x="1" y="7525"/>
                </a:cubicBezTo>
                <a:cubicBezTo>
                  <a:pt x="1" y="7882"/>
                  <a:pt x="263" y="8144"/>
                  <a:pt x="608" y="8144"/>
                </a:cubicBezTo>
                <a:lnTo>
                  <a:pt x="1453" y="8144"/>
                </a:lnTo>
                <a:cubicBezTo>
                  <a:pt x="1668" y="8144"/>
                  <a:pt x="1858" y="8037"/>
                  <a:pt x="1977" y="7882"/>
                </a:cubicBezTo>
                <a:lnTo>
                  <a:pt x="2751" y="6834"/>
                </a:lnTo>
                <a:lnTo>
                  <a:pt x="3835" y="6834"/>
                </a:lnTo>
                <a:lnTo>
                  <a:pt x="3049" y="9597"/>
                </a:lnTo>
                <a:cubicBezTo>
                  <a:pt x="2930" y="10001"/>
                  <a:pt x="3227" y="10418"/>
                  <a:pt x="3680" y="10418"/>
                </a:cubicBezTo>
                <a:lnTo>
                  <a:pt x="4811" y="10418"/>
                </a:lnTo>
                <a:cubicBezTo>
                  <a:pt x="5168" y="10418"/>
                  <a:pt x="5478" y="10240"/>
                  <a:pt x="5656" y="9930"/>
                </a:cubicBezTo>
                <a:lnTo>
                  <a:pt x="7430" y="6834"/>
                </a:lnTo>
                <a:lnTo>
                  <a:pt x="9466" y="6834"/>
                </a:lnTo>
                <a:cubicBezTo>
                  <a:pt x="9883" y="6834"/>
                  <a:pt x="10419" y="6680"/>
                  <a:pt x="10847" y="6418"/>
                </a:cubicBezTo>
                <a:cubicBezTo>
                  <a:pt x="11252" y="6168"/>
                  <a:pt x="11693" y="5763"/>
                  <a:pt x="11693" y="5215"/>
                </a:cubicBezTo>
                <a:cubicBezTo>
                  <a:pt x="11693" y="4929"/>
                  <a:pt x="11574" y="4691"/>
                  <a:pt x="11431" y="4501"/>
                </a:cubicBezTo>
                <a:cubicBezTo>
                  <a:pt x="11276" y="4310"/>
                  <a:pt x="11074" y="4144"/>
                  <a:pt x="10859" y="4013"/>
                </a:cubicBezTo>
                <a:cubicBezTo>
                  <a:pt x="10431" y="3739"/>
                  <a:pt x="9883" y="3584"/>
                  <a:pt x="9478" y="3584"/>
                </a:cubicBezTo>
                <a:lnTo>
                  <a:pt x="7430" y="3584"/>
                </a:lnTo>
                <a:lnTo>
                  <a:pt x="5668" y="500"/>
                </a:lnTo>
                <a:cubicBezTo>
                  <a:pt x="5490" y="203"/>
                  <a:pt x="5180" y="0"/>
                  <a:pt x="4823" y="0"/>
                </a:cubicBezTo>
                <a:close/>
              </a:path>
            </a:pathLst>
          </a:custGeom>
          <a:solidFill>
            <a:schemeClr val="dk2"/>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0" name="Shape 3180"/>
        <p:cNvGrpSpPr/>
        <p:nvPr/>
      </p:nvGrpSpPr>
      <p:grpSpPr>
        <a:xfrm>
          <a:off x="0" y="0"/>
          <a:ext cx="0" cy="0"/>
          <a:chOff x="0" y="0"/>
          <a:chExt cx="0" cy="0"/>
        </a:xfrm>
      </p:grpSpPr>
      <p:sp>
        <p:nvSpPr>
          <p:cNvPr id="3181" name="Google Shape;3181;p175"/>
          <p:cNvSpPr txBox="1"/>
          <p:nvPr>
            <p:ph type="title"/>
          </p:nvPr>
        </p:nvSpPr>
        <p:spPr>
          <a:xfrm>
            <a:off x="1088575" y="1140800"/>
            <a:ext cx="2167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Icons</a:t>
            </a:r>
            <a:endParaRPr/>
          </a:p>
        </p:txBody>
      </p:sp>
      <p:sp>
        <p:nvSpPr>
          <p:cNvPr id="3182" name="Google Shape;3182;p175"/>
          <p:cNvSpPr/>
          <p:nvPr/>
        </p:nvSpPr>
        <p:spPr>
          <a:xfrm>
            <a:off x="8097892" y="3276804"/>
            <a:ext cx="656691" cy="459790"/>
          </a:xfrm>
          <a:custGeom>
            <a:rect b="b" l="l" r="r" t="t"/>
            <a:pathLst>
              <a:path extrusionOk="0" h="9121" w="13027">
                <a:moveTo>
                  <a:pt x="5847" y="2608"/>
                </a:moveTo>
                <a:lnTo>
                  <a:pt x="5656" y="2620"/>
                </a:lnTo>
                <a:lnTo>
                  <a:pt x="5299" y="2739"/>
                </a:lnTo>
                <a:lnTo>
                  <a:pt x="5013" y="2965"/>
                </a:lnTo>
                <a:lnTo>
                  <a:pt x="4799" y="3275"/>
                </a:lnTo>
                <a:lnTo>
                  <a:pt x="4739" y="3453"/>
                </a:lnTo>
                <a:lnTo>
                  <a:pt x="4739" y="3477"/>
                </a:lnTo>
                <a:lnTo>
                  <a:pt x="4715" y="3608"/>
                </a:lnTo>
                <a:lnTo>
                  <a:pt x="4846" y="3822"/>
                </a:lnTo>
                <a:lnTo>
                  <a:pt x="4965" y="3870"/>
                </a:lnTo>
                <a:lnTo>
                  <a:pt x="5096" y="3882"/>
                </a:lnTo>
                <a:lnTo>
                  <a:pt x="5311" y="3763"/>
                </a:lnTo>
                <a:lnTo>
                  <a:pt x="5370" y="3644"/>
                </a:lnTo>
                <a:lnTo>
                  <a:pt x="5370" y="3620"/>
                </a:lnTo>
                <a:lnTo>
                  <a:pt x="5430" y="3465"/>
                </a:lnTo>
                <a:lnTo>
                  <a:pt x="5668" y="3275"/>
                </a:lnTo>
                <a:lnTo>
                  <a:pt x="5847" y="3263"/>
                </a:lnTo>
                <a:lnTo>
                  <a:pt x="7132" y="3263"/>
                </a:lnTo>
                <a:lnTo>
                  <a:pt x="7371" y="3370"/>
                </a:lnTo>
                <a:lnTo>
                  <a:pt x="7549" y="3548"/>
                </a:lnTo>
                <a:lnTo>
                  <a:pt x="7644" y="3787"/>
                </a:lnTo>
                <a:lnTo>
                  <a:pt x="7656" y="3918"/>
                </a:lnTo>
                <a:lnTo>
                  <a:pt x="7644" y="4096"/>
                </a:lnTo>
                <a:lnTo>
                  <a:pt x="7454" y="4406"/>
                </a:lnTo>
                <a:lnTo>
                  <a:pt x="7299" y="4501"/>
                </a:lnTo>
                <a:lnTo>
                  <a:pt x="6370" y="4977"/>
                </a:lnTo>
                <a:lnTo>
                  <a:pt x="6287" y="5025"/>
                </a:lnTo>
                <a:lnTo>
                  <a:pt x="6204" y="5168"/>
                </a:lnTo>
                <a:lnTo>
                  <a:pt x="6192" y="5263"/>
                </a:lnTo>
                <a:lnTo>
                  <a:pt x="6192" y="5858"/>
                </a:lnTo>
                <a:lnTo>
                  <a:pt x="6216" y="5989"/>
                </a:lnTo>
                <a:lnTo>
                  <a:pt x="6382" y="6168"/>
                </a:lnTo>
                <a:lnTo>
                  <a:pt x="6513" y="6192"/>
                </a:lnTo>
                <a:lnTo>
                  <a:pt x="6644" y="6168"/>
                </a:lnTo>
                <a:lnTo>
                  <a:pt x="6823" y="5989"/>
                </a:lnTo>
                <a:lnTo>
                  <a:pt x="6847" y="5858"/>
                </a:lnTo>
                <a:lnTo>
                  <a:pt x="6847" y="5465"/>
                </a:lnTo>
                <a:lnTo>
                  <a:pt x="7597" y="5084"/>
                </a:lnTo>
                <a:lnTo>
                  <a:pt x="7752" y="4989"/>
                </a:lnTo>
                <a:lnTo>
                  <a:pt x="8014" y="4739"/>
                </a:lnTo>
                <a:lnTo>
                  <a:pt x="8204" y="4441"/>
                </a:lnTo>
                <a:lnTo>
                  <a:pt x="8299" y="4096"/>
                </a:lnTo>
                <a:lnTo>
                  <a:pt x="8311" y="3918"/>
                </a:lnTo>
                <a:lnTo>
                  <a:pt x="8287" y="3656"/>
                </a:lnTo>
                <a:lnTo>
                  <a:pt x="8097" y="3179"/>
                </a:lnTo>
                <a:lnTo>
                  <a:pt x="7740" y="2822"/>
                </a:lnTo>
                <a:lnTo>
                  <a:pt x="7275" y="2632"/>
                </a:lnTo>
                <a:lnTo>
                  <a:pt x="7001" y="2608"/>
                </a:lnTo>
                <a:close/>
                <a:moveTo>
                  <a:pt x="6418" y="6680"/>
                </a:moveTo>
                <a:lnTo>
                  <a:pt x="6239" y="6763"/>
                </a:lnTo>
                <a:lnTo>
                  <a:pt x="6108" y="6894"/>
                </a:lnTo>
                <a:lnTo>
                  <a:pt x="6037" y="7061"/>
                </a:lnTo>
                <a:lnTo>
                  <a:pt x="6025" y="7168"/>
                </a:lnTo>
                <a:lnTo>
                  <a:pt x="6037" y="7263"/>
                </a:lnTo>
                <a:lnTo>
                  <a:pt x="6108" y="7442"/>
                </a:lnTo>
                <a:lnTo>
                  <a:pt x="6239" y="7573"/>
                </a:lnTo>
                <a:lnTo>
                  <a:pt x="6418" y="7644"/>
                </a:lnTo>
                <a:lnTo>
                  <a:pt x="6513" y="7656"/>
                </a:lnTo>
                <a:lnTo>
                  <a:pt x="6620" y="7644"/>
                </a:lnTo>
                <a:lnTo>
                  <a:pt x="6787" y="7573"/>
                </a:lnTo>
                <a:lnTo>
                  <a:pt x="6930" y="7442"/>
                </a:lnTo>
                <a:lnTo>
                  <a:pt x="7001" y="7263"/>
                </a:lnTo>
                <a:lnTo>
                  <a:pt x="7001" y="7168"/>
                </a:lnTo>
                <a:lnTo>
                  <a:pt x="7001" y="7061"/>
                </a:lnTo>
                <a:lnTo>
                  <a:pt x="6930" y="6894"/>
                </a:lnTo>
                <a:lnTo>
                  <a:pt x="6787" y="6763"/>
                </a:lnTo>
                <a:lnTo>
                  <a:pt x="6620" y="6680"/>
                </a:lnTo>
                <a:close/>
                <a:moveTo>
                  <a:pt x="5537" y="655"/>
                </a:moveTo>
                <a:lnTo>
                  <a:pt x="5906" y="667"/>
                </a:lnTo>
                <a:lnTo>
                  <a:pt x="6597" y="846"/>
                </a:lnTo>
                <a:lnTo>
                  <a:pt x="7204" y="1167"/>
                </a:lnTo>
                <a:lnTo>
                  <a:pt x="7728" y="1620"/>
                </a:lnTo>
                <a:lnTo>
                  <a:pt x="7930" y="1893"/>
                </a:lnTo>
                <a:lnTo>
                  <a:pt x="8014" y="1989"/>
                </a:lnTo>
                <a:lnTo>
                  <a:pt x="8192" y="2120"/>
                </a:lnTo>
                <a:lnTo>
                  <a:pt x="8418" y="2179"/>
                </a:lnTo>
                <a:lnTo>
                  <a:pt x="8645" y="2155"/>
                </a:lnTo>
                <a:lnTo>
                  <a:pt x="8752" y="2108"/>
                </a:lnTo>
                <a:lnTo>
                  <a:pt x="8907" y="2048"/>
                </a:lnTo>
                <a:lnTo>
                  <a:pt x="9264" y="1965"/>
                </a:lnTo>
                <a:lnTo>
                  <a:pt x="9442" y="1953"/>
                </a:lnTo>
                <a:lnTo>
                  <a:pt x="9609" y="1965"/>
                </a:lnTo>
                <a:lnTo>
                  <a:pt x="9931" y="2024"/>
                </a:lnTo>
                <a:lnTo>
                  <a:pt x="10228" y="2155"/>
                </a:lnTo>
                <a:lnTo>
                  <a:pt x="10478" y="2322"/>
                </a:lnTo>
                <a:lnTo>
                  <a:pt x="10704" y="2548"/>
                </a:lnTo>
                <a:lnTo>
                  <a:pt x="10883" y="2810"/>
                </a:lnTo>
                <a:lnTo>
                  <a:pt x="11002" y="3096"/>
                </a:lnTo>
                <a:lnTo>
                  <a:pt x="11074" y="3418"/>
                </a:lnTo>
                <a:lnTo>
                  <a:pt x="11074" y="3584"/>
                </a:lnTo>
                <a:lnTo>
                  <a:pt x="11062" y="3810"/>
                </a:lnTo>
                <a:lnTo>
                  <a:pt x="11014" y="4013"/>
                </a:lnTo>
                <a:lnTo>
                  <a:pt x="10990" y="4132"/>
                </a:lnTo>
                <a:lnTo>
                  <a:pt x="11002" y="4358"/>
                </a:lnTo>
                <a:lnTo>
                  <a:pt x="11085" y="4561"/>
                </a:lnTo>
                <a:lnTo>
                  <a:pt x="11240" y="4727"/>
                </a:lnTo>
                <a:lnTo>
                  <a:pt x="11336" y="4787"/>
                </a:lnTo>
                <a:lnTo>
                  <a:pt x="11562" y="4918"/>
                </a:lnTo>
                <a:lnTo>
                  <a:pt x="11943" y="5275"/>
                </a:lnTo>
                <a:lnTo>
                  <a:pt x="12217" y="5727"/>
                </a:lnTo>
                <a:lnTo>
                  <a:pt x="12360" y="6239"/>
                </a:lnTo>
                <a:lnTo>
                  <a:pt x="12371" y="6513"/>
                </a:lnTo>
                <a:lnTo>
                  <a:pt x="12371" y="6716"/>
                </a:lnTo>
                <a:lnTo>
                  <a:pt x="12288" y="7097"/>
                </a:lnTo>
                <a:lnTo>
                  <a:pt x="12145" y="7442"/>
                </a:lnTo>
                <a:lnTo>
                  <a:pt x="11931" y="7763"/>
                </a:lnTo>
                <a:lnTo>
                  <a:pt x="11669" y="8025"/>
                </a:lnTo>
                <a:lnTo>
                  <a:pt x="11359" y="8240"/>
                </a:lnTo>
                <a:lnTo>
                  <a:pt x="11002" y="8383"/>
                </a:lnTo>
                <a:lnTo>
                  <a:pt x="10621" y="8466"/>
                </a:lnTo>
                <a:lnTo>
                  <a:pt x="2929" y="8466"/>
                </a:lnTo>
                <a:lnTo>
                  <a:pt x="2703" y="8454"/>
                </a:lnTo>
                <a:lnTo>
                  <a:pt x="2251" y="8371"/>
                </a:lnTo>
                <a:lnTo>
                  <a:pt x="1846" y="8192"/>
                </a:lnTo>
                <a:lnTo>
                  <a:pt x="1489" y="7954"/>
                </a:lnTo>
                <a:lnTo>
                  <a:pt x="1179" y="7644"/>
                </a:lnTo>
                <a:lnTo>
                  <a:pt x="929" y="7275"/>
                </a:lnTo>
                <a:lnTo>
                  <a:pt x="750" y="6870"/>
                </a:lnTo>
                <a:lnTo>
                  <a:pt x="667" y="6418"/>
                </a:lnTo>
                <a:lnTo>
                  <a:pt x="655" y="6192"/>
                </a:lnTo>
                <a:lnTo>
                  <a:pt x="667" y="6001"/>
                </a:lnTo>
                <a:lnTo>
                  <a:pt x="715" y="5644"/>
                </a:lnTo>
                <a:lnTo>
                  <a:pt x="893" y="5156"/>
                </a:lnTo>
                <a:lnTo>
                  <a:pt x="1298" y="4584"/>
                </a:lnTo>
                <a:lnTo>
                  <a:pt x="1858" y="4168"/>
                </a:lnTo>
                <a:lnTo>
                  <a:pt x="2179" y="4037"/>
                </a:lnTo>
                <a:lnTo>
                  <a:pt x="2358" y="3941"/>
                </a:lnTo>
                <a:lnTo>
                  <a:pt x="2536" y="3727"/>
                </a:lnTo>
                <a:lnTo>
                  <a:pt x="2608" y="3548"/>
                </a:lnTo>
                <a:lnTo>
                  <a:pt x="2608" y="3453"/>
                </a:lnTo>
                <a:lnTo>
                  <a:pt x="2632" y="3167"/>
                </a:lnTo>
                <a:lnTo>
                  <a:pt x="2775" y="2608"/>
                </a:lnTo>
                <a:lnTo>
                  <a:pt x="3001" y="2108"/>
                </a:lnTo>
                <a:lnTo>
                  <a:pt x="3322" y="1667"/>
                </a:lnTo>
                <a:lnTo>
                  <a:pt x="3715" y="1286"/>
                </a:lnTo>
                <a:lnTo>
                  <a:pt x="4180" y="989"/>
                </a:lnTo>
                <a:lnTo>
                  <a:pt x="4692" y="774"/>
                </a:lnTo>
                <a:lnTo>
                  <a:pt x="5251" y="667"/>
                </a:lnTo>
                <a:lnTo>
                  <a:pt x="5537" y="655"/>
                </a:lnTo>
                <a:close/>
                <a:moveTo>
                  <a:pt x="5537" y="0"/>
                </a:moveTo>
                <a:lnTo>
                  <a:pt x="5180" y="12"/>
                </a:lnTo>
                <a:lnTo>
                  <a:pt x="4501" y="155"/>
                </a:lnTo>
                <a:lnTo>
                  <a:pt x="3870" y="405"/>
                </a:lnTo>
                <a:lnTo>
                  <a:pt x="3310" y="774"/>
                </a:lnTo>
                <a:lnTo>
                  <a:pt x="2822" y="1239"/>
                </a:lnTo>
                <a:lnTo>
                  <a:pt x="2441" y="1786"/>
                </a:lnTo>
                <a:lnTo>
                  <a:pt x="2155" y="2394"/>
                </a:lnTo>
                <a:lnTo>
                  <a:pt x="1989" y="3072"/>
                </a:lnTo>
                <a:lnTo>
                  <a:pt x="1965" y="3418"/>
                </a:lnTo>
                <a:lnTo>
                  <a:pt x="1751" y="3501"/>
                </a:lnTo>
                <a:lnTo>
                  <a:pt x="1358" y="3715"/>
                </a:lnTo>
                <a:lnTo>
                  <a:pt x="1000" y="3977"/>
                </a:lnTo>
                <a:lnTo>
                  <a:pt x="691" y="4299"/>
                </a:lnTo>
                <a:lnTo>
                  <a:pt x="429" y="4656"/>
                </a:lnTo>
                <a:lnTo>
                  <a:pt x="227" y="5061"/>
                </a:lnTo>
                <a:lnTo>
                  <a:pt x="84" y="5489"/>
                </a:lnTo>
                <a:lnTo>
                  <a:pt x="12" y="5954"/>
                </a:lnTo>
                <a:lnTo>
                  <a:pt x="0" y="6192"/>
                </a:lnTo>
                <a:lnTo>
                  <a:pt x="12" y="6489"/>
                </a:lnTo>
                <a:lnTo>
                  <a:pt x="131" y="7061"/>
                </a:lnTo>
                <a:lnTo>
                  <a:pt x="358" y="7585"/>
                </a:lnTo>
                <a:lnTo>
                  <a:pt x="667" y="8049"/>
                </a:lnTo>
                <a:lnTo>
                  <a:pt x="1072" y="8454"/>
                </a:lnTo>
                <a:lnTo>
                  <a:pt x="1536" y="8764"/>
                </a:lnTo>
                <a:lnTo>
                  <a:pt x="2060" y="8990"/>
                </a:lnTo>
                <a:lnTo>
                  <a:pt x="2632" y="9109"/>
                </a:lnTo>
                <a:lnTo>
                  <a:pt x="2929" y="9121"/>
                </a:lnTo>
                <a:lnTo>
                  <a:pt x="10419" y="9121"/>
                </a:lnTo>
                <a:lnTo>
                  <a:pt x="10693" y="9109"/>
                </a:lnTo>
                <a:lnTo>
                  <a:pt x="11205" y="9002"/>
                </a:lnTo>
                <a:lnTo>
                  <a:pt x="11669" y="8811"/>
                </a:lnTo>
                <a:lnTo>
                  <a:pt x="12086" y="8525"/>
                </a:lnTo>
                <a:lnTo>
                  <a:pt x="12431" y="8168"/>
                </a:lnTo>
                <a:lnTo>
                  <a:pt x="12717" y="7752"/>
                </a:lnTo>
                <a:lnTo>
                  <a:pt x="12919" y="7287"/>
                </a:lnTo>
                <a:lnTo>
                  <a:pt x="13014" y="6775"/>
                </a:lnTo>
                <a:lnTo>
                  <a:pt x="13026" y="6513"/>
                </a:lnTo>
                <a:lnTo>
                  <a:pt x="13014" y="6144"/>
                </a:lnTo>
                <a:lnTo>
                  <a:pt x="12812" y="5454"/>
                </a:lnTo>
                <a:lnTo>
                  <a:pt x="12443" y="4858"/>
                </a:lnTo>
                <a:lnTo>
                  <a:pt x="11943" y="4382"/>
                </a:lnTo>
                <a:lnTo>
                  <a:pt x="11633" y="4215"/>
                </a:lnTo>
                <a:lnTo>
                  <a:pt x="11705" y="3894"/>
                </a:lnTo>
                <a:lnTo>
                  <a:pt x="11728" y="3584"/>
                </a:lnTo>
                <a:lnTo>
                  <a:pt x="11717" y="3346"/>
                </a:lnTo>
                <a:lnTo>
                  <a:pt x="11621" y="2906"/>
                </a:lnTo>
                <a:lnTo>
                  <a:pt x="11455" y="2489"/>
                </a:lnTo>
                <a:lnTo>
                  <a:pt x="11205" y="2132"/>
                </a:lnTo>
                <a:lnTo>
                  <a:pt x="10895" y="1822"/>
                </a:lnTo>
                <a:lnTo>
                  <a:pt x="10538" y="1572"/>
                </a:lnTo>
                <a:lnTo>
                  <a:pt x="10121" y="1405"/>
                </a:lnTo>
                <a:lnTo>
                  <a:pt x="9680" y="1310"/>
                </a:lnTo>
                <a:lnTo>
                  <a:pt x="9192" y="1310"/>
                </a:lnTo>
                <a:lnTo>
                  <a:pt x="8692" y="1429"/>
                </a:lnTo>
                <a:lnTo>
                  <a:pt x="8466" y="1524"/>
                </a:lnTo>
                <a:lnTo>
                  <a:pt x="8216" y="1191"/>
                </a:lnTo>
                <a:lnTo>
                  <a:pt x="7585" y="631"/>
                </a:lnTo>
                <a:lnTo>
                  <a:pt x="6835" y="238"/>
                </a:lnTo>
                <a:lnTo>
                  <a:pt x="5989"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3" name="Google Shape;3183;p175"/>
          <p:cNvSpPr/>
          <p:nvPr/>
        </p:nvSpPr>
        <p:spPr>
          <a:xfrm>
            <a:off x="2090317" y="3276804"/>
            <a:ext cx="656086" cy="459790"/>
          </a:xfrm>
          <a:custGeom>
            <a:rect b="b" l="l" r="r" t="t"/>
            <a:pathLst>
              <a:path extrusionOk="0" h="9121" w="13015">
                <a:moveTo>
                  <a:pt x="5525" y="655"/>
                </a:moveTo>
                <a:lnTo>
                  <a:pt x="5895" y="667"/>
                </a:lnTo>
                <a:lnTo>
                  <a:pt x="6585" y="846"/>
                </a:lnTo>
                <a:lnTo>
                  <a:pt x="7204" y="1167"/>
                </a:lnTo>
                <a:lnTo>
                  <a:pt x="7716" y="1620"/>
                </a:lnTo>
                <a:lnTo>
                  <a:pt x="7931" y="1893"/>
                </a:lnTo>
                <a:lnTo>
                  <a:pt x="8002" y="1989"/>
                </a:lnTo>
                <a:lnTo>
                  <a:pt x="8193" y="2120"/>
                </a:lnTo>
                <a:lnTo>
                  <a:pt x="8407" y="2179"/>
                </a:lnTo>
                <a:lnTo>
                  <a:pt x="8633" y="2155"/>
                </a:lnTo>
                <a:lnTo>
                  <a:pt x="8740" y="2108"/>
                </a:lnTo>
                <a:lnTo>
                  <a:pt x="8895" y="2036"/>
                </a:lnTo>
                <a:lnTo>
                  <a:pt x="9252" y="1965"/>
                </a:lnTo>
                <a:lnTo>
                  <a:pt x="9431" y="1953"/>
                </a:lnTo>
                <a:lnTo>
                  <a:pt x="9598" y="1965"/>
                </a:lnTo>
                <a:lnTo>
                  <a:pt x="9919" y="2024"/>
                </a:lnTo>
                <a:lnTo>
                  <a:pt x="10217" y="2143"/>
                </a:lnTo>
                <a:lnTo>
                  <a:pt x="10467" y="2322"/>
                </a:lnTo>
                <a:lnTo>
                  <a:pt x="10693" y="2548"/>
                </a:lnTo>
                <a:lnTo>
                  <a:pt x="10872" y="2810"/>
                </a:lnTo>
                <a:lnTo>
                  <a:pt x="10991" y="3096"/>
                </a:lnTo>
                <a:lnTo>
                  <a:pt x="11062" y="3418"/>
                </a:lnTo>
                <a:lnTo>
                  <a:pt x="11062" y="3584"/>
                </a:lnTo>
                <a:lnTo>
                  <a:pt x="11050" y="3810"/>
                </a:lnTo>
                <a:lnTo>
                  <a:pt x="11003" y="4013"/>
                </a:lnTo>
                <a:lnTo>
                  <a:pt x="10979" y="4132"/>
                </a:lnTo>
                <a:lnTo>
                  <a:pt x="10991" y="4358"/>
                </a:lnTo>
                <a:lnTo>
                  <a:pt x="11074" y="4549"/>
                </a:lnTo>
                <a:lnTo>
                  <a:pt x="11229" y="4715"/>
                </a:lnTo>
                <a:lnTo>
                  <a:pt x="11324" y="4787"/>
                </a:lnTo>
                <a:lnTo>
                  <a:pt x="11550" y="4918"/>
                </a:lnTo>
                <a:lnTo>
                  <a:pt x="11931" y="5275"/>
                </a:lnTo>
                <a:lnTo>
                  <a:pt x="12205" y="5716"/>
                </a:lnTo>
                <a:lnTo>
                  <a:pt x="12348" y="6239"/>
                </a:lnTo>
                <a:lnTo>
                  <a:pt x="12360" y="6513"/>
                </a:lnTo>
                <a:lnTo>
                  <a:pt x="12360" y="6716"/>
                </a:lnTo>
                <a:lnTo>
                  <a:pt x="12277" y="7097"/>
                </a:lnTo>
                <a:lnTo>
                  <a:pt x="12134" y="7442"/>
                </a:lnTo>
                <a:lnTo>
                  <a:pt x="11919" y="7752"/>
                </a:lnTo>
                <a:lnTo>
                  <a:pt x="11657" y="8025"/>
                </a:lnTo>
                <a:lnTo>
                  <a:pt x="11348" y="8228"/>
                </a:lnTo>
                <a:lnTo>
                  <a:pt x="10991" y="8383"/>
                </a:lnTo>
                <a:lnTo>
                  <a:pt x="10610" y="8454"/>
                </a:lnTo>
                <a:lnTo>
                  <a:pt x="10407" y="8466"/>
                </a:lnTo>
                <a:lnTo>
                  <a:pt x="2930" y="8466"/>
                </a:lnTo>
                <a:lnTo>
                  <a:pt x="2692" y="8454"/>
                </a:lnTo>
                <a:lnTo>
                  <a:pt x="2239" y="8371"/>
                </a:lnTo>
                <a:lnTo>
                  <a:pt x="1834" y="8192"/>
                </a:lnTo>
                <a:lnTo>
                  <a:pt x="1477" y="7954"/>
                </a:lnTo>
                <a:lnTo>
                  <a:pt x="1168" y="7644"/>
                </a:lnTo>
                <a:lnTo>
                  <a:pt x="917" y="7275"/>
                </a:lnTo>
                <a:lnTo>
                  <a:pt x="739" y="6870"/>
                </a:lnTo>
                <a:lnTo>
                  <a:pt x="656" y="6418"/>
                </a:lnTo>
                <a:lnTo>
                  <a:pt x="644" y="6192"/>
                </a:lnTo>
                <a:lnTo>
                  <a:pt x="656" y="6001"/>
                </a:lnTo>
                <a:lnTo>
                  <a:pt x="703" y="5644"/>
                </a:lnTo>
                <a:lnTo>
                  <a:pt x="882" y="5144"/>
                </a:lnTo>
                <a:lnTo>
                  <a:pt x="1287" y="4584"/>
                </a:lnTo>
                <a:lnTo>
                  <a:pt x="1846" y="4168"/>
                </a:lnTo>
                <a:lnTo>
                  <a:pt x="2168" y="4037"/>
                </a:lnTo>
                <a:lnTo>
                  <a:pt x="2346" y="3941"/>
                </a:lnTo>
                <a:lnTo>
                  <a:pt x="2525" y="3727"/>
                </a:lnTo>
                <a:lnTo>
                  <a:pt x="2596" y="3548"/>
                </a:lnTo>
                <a:lnTo>
                  <a:pt x="2596" y="3453"/>
                </a:lnTo>
                <a:lnTo>
                  <a:pt x="2620" y="3156"/>
                </a:lnTo>
                <a:lnTo>
                  <a:pt x="2763" y="2608"/>
                </a:lnTo>
                <a:lnTo>
                  <a:pt x="2989" y="2108"/>
                </a:lnTo>
                <a:lnTo>
                  <a:pt x="3311" y="1667"/>
                </a:lnTo>
                <a:lnTo>
                  <a:pt x="3704" y="1286"/>
                </a:lnTo>
                <a:lnTo>
                  <a:pt x="4168" y="989"/>
                </a:lnTo>
                <a:lnTo>
                  <a:pt x="4680" y="774"/>
                </a:lnTo>
                <a:lnTo>
                  <a:pt x="5240" y="667"/>
                </a:lnTo>
                <a:lnTo>
                  <a:pt x="5525" y="655"/>
                </a:lnTo>
                <a:close/>
                <a:moveTo>
                  <a:pt x="5525" y="0"/>
                </a:moveTo>
                <a:lnTo>
                  <a:pt x="5168" y="12"/>
                </a:lnTo>
                <a:lnTo>
                  <a:pt x="4490" y="155"/>
                </a:lnTo>
                <a:lnTo>
                  <a:pt x="3858" y="405"/>
                </a:lnTo>
                <a:lnTo>
                  <a:pt x="3299" y="774"/>
                </a:lnTo>
                <a:lnTo>
                  <a:pt x="2811" y="1239"/>
                </a:lnTo>
                <a:lnTo>
                  <a:pt x="2430" y="1786"/>
                </a:lnTo>
                <a:lnTo>
                  <a:pt x="2144" y="2394"/>
                </a:lnTo>
                <a:lnTo>
                  <a:pt x="1977" y="3072"/>
                </a:lnTo>
                <a:lnTo>
                  <a:pt x="1953" y="3418"/>
                </a:lnTo>
                <a:lnTo>
                  <a:pt x="1739" y="3501"/>
                </a:lnTo>
                <a:lnTo>
                  <a:pt x="1346" y="3715"/>
                </a:lnTo>
                <a:lnTo>
                  <a:pt x="989" y="3977"/>
                </a:lnTo>
                <a:lnTo>
                  <a:pt x="679" y="4299"/>
                </a:lnTo>
                <a:lnTo>
                  <a:pt x="417" y="4656"/>
                </a:lnTo>
                <a:lnTo>
                  <a:pt x="215" y="5061"/>
                </a:lnTo>
                <a:lnTo>
                  <a:pt x="72" y="5489"/>
                </a:lnTo>
                <a:lnTo>
                  <a:pt x="1" y="5954"/>
                </a:lnTo>
                <a:lnTo>
                  <a:pt x="1" y="6192"/>
                </a:lnTo>
                <a:lnTo>
                  <a:pt x="1" y="6489"/>
                </a:lnTo>
                <a:lnTo>
                  <a:pt x="120" y="7061"/>
                </a:lnTo>
                <a:lnTo>
                  <a:pt x="346" y="7585"/>
                </a:lnTo>
                <a:lnTo>
                  <a:pt x="656" y="8049"/>
                </a:lnTo>
                <a:lnTo>
                  <a:pt x="1060" y="8454"/>
                </a:lnTo>
                <a:lnTo>
                  <a:pt x="1525" y="8764"/>
                </a:lnTo>
                <a:lnTo>
                  <a:pt x="2049" y="8990"/>
                </a:lnTo>
                <a:lnTo>
                  <a:pt x="2620" y="9109"/>
                </a:lnTo>
                <a:lnTo>
                  <a:pt x="2930" y="9121"/>
                </a:lnTo>
                <a:lnTo>
                  <a:pt x="10419" y="9121"/>
                </a:lnTo>
                <a:lnTo>
                  <a:pt x="10681" y="9109"/>
                </a:lnTo>
                <a:lnTo>
                  <a:pt x="11193" y="9002"/>
                </a:lnTo>
                <a:lnTo>
                  <a:pt x="11657" y="8811"/>
                </a:lnTo>
                <a:lnTo>
                  <a:pt x="12074" y="8525"/>
                </a:lnTo>
                <a:lnTo>
                  <a:pt x="12431" y="8168"/>
                </a:lnTo>
                <a:lnTo>
                  <a:pt x="12705" y="7752"/>
                </a:lnTo>
                <a:lnTo>
                  <a:pt x="12908" y="7287"/>
                </a:lnTo>
                <a:lnTo>
                  <a:pt x="13003" y="6775"/>
                </a:lnTo>
                <a:lnTo>
                  <a:pt x="13015" y="6513"/>
                </a:lnTo>
                <a:lnTo>
                  <a:pt x="13003" y="6144"/>
                </a:lnTo>
                <a:lnTo>
                  <a:pt x="12800" y="5454"/>
                </a:lnTo>
                <a:lnTo>
                  <a:pt x="12431" y="4858"/>
                </a:lnTo>
                <a:lnTo>
                  <a:pt x="11931" y="4382"/>
                </a:lnTo>
                <a:lnTo>
                  <a:pt x="11634" y="4215"/>
                </a:lnTo>
                <a:lnTo>
                  <a:pt x="11705" y="3894"/>
                </a:lnTo>
                <a:lnTo>
                  <a:pt x="11717" y="3584"/>
                </a:lnTo>
                <a:lnTo>
                  <a:pt x="11705" y="3346"/>
                </a:lnTo>
                <a:lnTo>
                  <a:pt x="11622" y="2906"/>
                </a:lnTo>
                <a:lnTo>
                  <a:pt x="11443" y="2489"/>
                </a:lnTo>
                <a:lnTo>
                  <a:pt x="11193" y="2132"/>
                </a:lnTo>
                <a:lnTo>
                  <a:pt x="10883" y="1822"/>
                </a:lnTo>
                <a:lnTo>
                  <a:pt x="10526" y="1572"/>
                </a:lnTo>
                <a:lnTo>
                  <a:pt x="10121" y="1405"/>
                </a:lnTo>
                <a:lnTo>
                  <a:pt x="9669" y="1310"/>
                </a:lnTo>
                <a:lnTo>
                  <a:pt x="9181" y="1310"/>
                </a:lnTo>
                <a:lnTo>
                  <a:pt x="8681" y="1429"/>
                </a:lnTo>
                <a:lnTo>
                  <a:pt x="8466" y="1524"/>
                </a:lnTo>
                <a:lnTo>
                  <a:pt x="8204" y="1191"/>
                </a:lnTo>
                <a:lnTo>
                  <a:pt x="7573" y="631"/>
                </a:lnTo>
                <a:lnTo>
                  <a:pt x="6823" y="238"/>
                </a:lnTo>
                <a:lnTo>
                  <a:pt x="5978" y="24"/>
                </a:lnTo>
                <a:lnTo>
                  <a:pt x="552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4" name="Google Shape;3184;p175"/>
          <p:cNvSpPr/>
          <p:nvPr/>
        </p:nvSpPr>
        <p:spPr>
          <a:xfrm>
            <a:off x="3091504" y="3276804"/>
            <a:ext cx="656691" cy="459790"/>
          </a:xfrm>
          <a:custGeom>
            <a:rect b="b" l="l" r="r" t="t"/>
            <a:pathLst>
              <a:path extrusionOk="0" h="9121" w="13027">
                <a:moveTo>
                  <a:pt x="6513" y="2608"/>
                </a:moveTo>
                <a:lnTo>
                  <a:pt x="6382" y="2632"/>
                </a:lnTo>
                <a:lnTo>
                  <a:pt x="6204" y="2798"/>
                </a:lnTo>
                <a:lnTo>
                  <a:pt x="6180" y="2929"/>
                </a:lnTo>
                <a:lnTo>
                  <a:pt x="6180" y="6061"/>
                </a:lnTo>
                <a:lnTo>
                  <a:pt x="5108" y="4977"/>
                </a:lnTo>
                <a:lnTo>
                  <a:pt x="5013" y="4906"/>
                </a:lnTo>
                <a:lnTo>
                  <a:pt x="4763" y="4906"/>
                </a:lnTo>
                <a:lnTo>
                  <a:pt x="4656" y="4977"/>
                </a:lnTo>
                <a:lnTo>
                  <a:pt x="4572" y="5084"/>
                </a:lnTo>
                <a:lnTo>
                  <a:pt x="4572" y="5334"/>
                </a:lnTo>
                <a:lnTo>
                  <a:pt x="4656" y="5442"/>
                </a:lnTo>
                <a:lnTo>
                  <a:pt x="6287" y="7073"/>
                </a:lnTo>
                <a:lnTo>
                  <a:pt x="6382" y="7144"/>
                </a:lnTo>
                <a:lnTo>
                  <a:pt x="6632" y="7144"/>
                </a:lnTo>
                <a:lnTo>
                  <a:pt x="6739" y="7073"/>
                </a:lnTo>
                <a:lnTo>
                  <a:pt x="8371" y="5442"/>
                </a:lnTo>
                <a:lnTo>
                  <a:pt x="8454" y="5334"/>
                </a:lnTo>
                <a:lnTo>
                  <a:pt x="8454" y="5084"/>
                </a:lnTo>
                <a:lnTo>
                  <a:pt x="8371" y="4977"/>
                </a:lnTo>
                <a:lnTo>
                  <a:pt x="8263" y="4906"/>
                </a:lnTo>
                <a:lnTo>
                  <a:pt x="8013" y="4906"/>
                </a:lnTo>
                <a:lnTo>
                  <a:pt x="7906" y="4977"/>
                </a:lnTo>
                <a:lnTo>
                  <a:pt x="6835" y="6061"/>
                </a:lnTo>
                <a:lnTo>
                  <a:pt x="6835" y="2929"/>
                </a:lnTo>
                <a:lnTo>
                  <a:pt x="6823" y="2798"/>
                </a:lnTo>
                <a:lnTo>
                  <a:pt x="6644" y="2632"/>
                </a:lnTo>
                <a:lnTo>
                  <a:pt x="6513" y="2608"/>
                </a:lnTo>
                <a:close/>
                <a:moveTo>
                  <a:pt x="5531" y="655"/>
                </a:moveTo>
                <a:lnTo>
                  <a:pt x="5894" y="667"/>
                </a:lnTo>
                <a:lnTo>
                  <a:pt x="6585" y="846"/>
                </a:lnTo>
                <a:lnTo>
                  <a:pt x="7204" y="1167"/>
                </a:lnTo>
                <a:lnTo>
                  <a:pt x="7716" y="1620"/>
                </a:lnTo>
                <a:lnTo>
                  <a:pt x="7930" y="1893"/>
                </a:lnTo>
                <a:lnTo>
                  <a:pt x="8001" y="1989"/>
                </a:lnTo>
                <a:lnTo>
                  <a:pt x="8192" y="2120"/>
                </a:lnTo>
                <a:lnTo>
                  <a:pt x="8406" y="2179"/>
                </a:lnTo>
                <a:lnTo>
                  <a:pt x="8633" y="2155"/>
                </a:lnTo>
                <a:lnTo>
                  <a:pt x="8740" y="2108"/>
                </a:lnTo>
                <a:lnTo>
                  <a:pt x="8906" y="2048"/>
                </a:lnTo>
                <a:lnTo>
                  <a:pt x="9252" y="1965"/>
                </a:lnTo>
                <a:lnTo>
                  <a:pt x="9442" y="1953"/>
                </a:lnTo>
                <a:lnTo>
                  <a:pt x="9609" y="1965"/>
                </a:lnTo>
                <a:lnTo>
                  <a:pt x="9930" y="2024"/>
                </a:lnTo>
                <a:lnTo>
                  <a:pt x="10216" y="2155"/>
                </a:lnTo>
                <a:lnTo>
                  <a:pt x="10478" y="2322"/>
                </a:lnTo>
                <a:lnTo>
                  <a:pt x="10692" y="2548"/>
                </a:lnTo>
                <a:lnTo>
                  <a:pt x="10871" y="2810"/>
                </a:lnTo>
                <a:lnTo>
                  <a:pt x="11002" y="3096"/>
                </a:lnTo>
                <a:lnTo>
                  <a:pt x="11061" y="3418"/>
                </a:lnTo>
                <a:lnTo>
                  <a:pt x="11061" y="3584"/>
                </a:lnTo>
                <a:lnTo>
                  <a:pt x="11061" y="3810"/>
                </a:lnTo>
                <a:lnTo>
                  <a:pt x="11002" y="4013"/>
                </a:lnTo>
                <a:lnTo>
                  <a:pt x="10978" y="4132"/>
                </a:lnTo>
                <a:lnTo>
                  <a:pt x="10990" y="4358"/>
                </a:lnTo>
                <a:lnTo>
                  <a:pt x="11085" y="4561"/>
                </a:lnTo>
                <a:lnTo>
                  <a:pt x="11228" y="4727"/>
                </a:lnTo>
                <a:lnTo>
                  <a:pt x="11323" y="4787"/>
                </a:lnTo>
                <a:lnTo>
                  <a:pt x="11550" y="4918"/>
                </a:lnTo>
                <a:lnTo>
                  <a:pt x="11931" y="5275"/>
                </a:lnTo>
                <a:lnTo>
                  <a:pt x="12205" y="5727"/>
                </a:lnTo>
                <a:lnTo>
                  <a:pt x="12359" y="6239"/>
                </a:lnTo>
                <a:lnTo>
                  <a:pt x="12371" y="6513"/>
                </a:lnTo>
                <a:lnTo>
                  <a:pt x="12359" y="6716"/>
                </a:lnTo>
                <a:lnTo>
                  <a:pt x="12288" y="7097"/>
                </a:lnTo>
                <a:lnTo>
                  <a:pt x="12133" y="7442"/>
                </a:lnTo>
                <a:lnTo>
                  <a:pt x="11931" y="7763"/>
                </a:lnTo>
                <a:lnTo>
                  <a:pt x="11657" y="8025"/>
                </a:lnTo>
                <a:lnTo>
                  <a:pt x="11347" y="8240"/>
                </a:lnTo>
                <a:lnTo>
                  <a:pt x="11002" y="8383"/>
                </a:lnTo>
                <a:lnTo>
                  <a:pt x="10621" y="8466"/>
                </a:lnTo>
                <a:lnTo>
                  <a:pt x="2929" y="8466"/>
                </a:lnTo>
                <a:lnTo>
                  <a:pt x="2691" y="8454"/>
                </a:lnTo>
                <a:lnTo>
                  <a:pt x="2251" y="8371"/>
                </a:lnTo>
                <a:lnTo>
                  <a:pt x="1846" y="8192"/>
                </a:lnTo>
                <a:lnTo>
                  <a:pt x="1477" y="7954"/>
                </a:lnTo>
                <a:lnTo>
                  <a:pt x="1167" y="7644"/>
                </a:lnTo>
                <a:lnTo>
                  <a:pt x="917" y="7275"/>
                </a:lnTo>
                <a:lnTo>
                  <a:pt x="750" y="6870"/>
                </a:lnTo>
                <a:lnTo>
                  <a:pt x="655" y="6418"/>
                </a:lnTo>
                <a:lnTo>
                  <a:pt x="655" y="6192"/>
                </a:lnTo>
                <a:lnTo>
                  <a:pt x="655" y="6001"/>
                </a:lnTo>
                <a:lnTo>
                  <a:pt x="715" y="5644"/>
                </a:lnTo>
                <a:lnTo>
                  <a:pt x="893" y="5156"/>
                </a:lnTo>
                <a:lnTo>
                  <a:pt x="1298" y="4584"/>
                </a:lnTo>
                <a:lnTo>
                  <a:pt x="1846" y="4168"/>
                </a:lnTo>
                <a:lnTo>
                  <a:pt x="2167" y="4037"/>
                </a:lnTo>
                <a:lnTo>
                  <a:pt x="2346" y="3941"/>
                </a:lnTo>
                <a:lnTo>
                  <a:pt x="2536" y="3727"/>
                </a:lnTo>
                <a:lnTo>
                  <a:pt x="2596" y="3548"/>
                </a:lnTo>
                <a:lnTo>
                  <a:pt x="2608" y="3453"/>
                </a:lnTo>
                <a:lnTo>
                  <a:pt x="2632" y="3167"/>
                </a:lnTo>
                <a:lnTo>
                  <a:pt x="2762" y="2608"/>
                </a:lnTo>
                <a:lnTo>
                  <a:pt x="3001" y="2108"/>
                </a:lnTo>
                <a:lnTo>
                  <a:pt x="3310" y="1667"/>
                </a:lnTo>
                <a:lnTo>
                  <a:pt x="3703" y="1286"/>
                </a:lnTo>
                <a:lnTo>
                  <a:pt x="4167" y="989"/>
                </a:lnTo>
                <a:lnTo>
                  <a:pt x="4679" y="774"/>
                </a:lnTo>
                <a:lnTo>
                  <a:pt x="5239" y="667"/>
                </a:lnTo>
                <a:lnTo>
                  <a:pt x="5531" y="655"/>
                </a:lnTo>
                <a:close/>
                <a:moveTo>
                  <a:pt x="5537" y="0"/>
                </a:moveTo>
                <a:lnTo>
                  <a:pt x="5180" y="12"/>
                </a:lnTo>
                <a:lnTo>
                  <a:pt x="4489" y="155"/>
                </a:lnTo>
                <a:lnTo>
                  <a:pt x="3870" y="405"/>
                </a:lnTo>
                <a:lnTo>
                  <a:pt x="3298" y="774"/>
                </a:lnTo>
                <a:lnTo>
                  <a:pt x="2822" y="1239"/>
                </a:lnTo>
                <a:lnTo>
                  <a:pt x="2429" y="1786"/>
                </a:lnTo>
                <a:lnTo>
                  <a:pt x="2143" y="2394"/>
                </a:lnTo>
                <a:lnTo>
                  <a:pt x="1989" y="3072"/>
                </a:lnTo>
                <a:lnTo>
                  <a:pt x="1953" y="3418"/>
                </a:lnTo>
                <a:lnTo>
                  <a:pt x="1750" y="3501"/>
                </a:lnTo>
                <a:lnTo>
                  <a:pt x="1346" y="3715"/>
                </a:lnTo>
                <a:lnTo>
                  <a:pt x="1000" y="3977"/>
                </a:lnTo>
                <a:lnTo>
                  <a:pt x="679" y="4299"/>
                </a:lnTo>
                <a:lnTo>
                  <a:pt x="429" y="4656"/>
                </a:lnTo>
                <a:lnTo>
                  <a:pt x="214" y="5061"/>
                </a:lnTo>
                <a:lnTo>
                  <a:pt x="83" y="5489"/>
                </a:lnTo>
                <a:lnTo>
                  <a:pt x="0" y="5954"/>
                </a:lnTo>
                <a:lnTo>
                  <a:pt x="0" y="6192"/>
                </a:lnTo>
                <a:lnTo>
                  <a:pt x="12" y="6489"/>
                </a:lnTo>
                <a:lnTo>
                  <a:pt x="131" y="7061"/>
                </a:lnTo>
                <a:lnTo>
                  <a:pt x="345" y="7585"/>
                </a:lnTo>
                <a:lnTo>
                  <a:pt x="667" y="8049"/>
                </a:lnTo>
                <a:lnTo>
                  <a:pt x="1060" y="8454"/>
                </a:lnTo>
                <a:lnTo>
                  <a:pt x="1536" y="8764"/>
                </a:lnTo>
                <a:lnTo>
                  <a:pt x="2060" y="8990"/>
                </a:lnTo>
                <a:lnTo>
                  <a:pt x="2632" y="9109"/>
                </a:lnTo>
                <a:lnTo>
                  <a:pt x="2929" y="9121"/>
                </a:lnTo>
                <a:lnTo>
                  <a:pt x="10419" y="9121"/>
                </a:lnTo>
                <a:lnTo>
                  <a:pt x="10680" y="9109"/>
                </a:lnTo>
                <a:lnTo>
                  <a:pt x="11192" y="9002"/>
                </a:lnTo>
                <a:lnTo>
                  <a:pt x="11657" y="8811"/>
                </a:lnTo>
                <a:lnTo>
                  <a:pt x="12074" y="8525"/>
                </a:lnTo>
                <a:lnTo>
                  <a:pt x="12431" y="8168"/>
                </a:lnTo>
                <a:lnTo>
                  <a:pt x="12717" y="7752"/>
                </a:lnTo>
                <a:lnTo>
                  <a:pt x="12907" y="7287"/>
                </a:lnTo>
                <a:lnTo>
                  <a:pt x="13014" y="6775"/>
                </a:lnTo>
                <a:lnTo>
                  <a:pt x="13026" y="6513"/>
                </a:lnTo>
                <a:lnTo>
                  <a:pt x="13002" y="6144"/>
                </a:lnTo>
                <a:lnTo>
                  <a:pt x="12812" y="5454"/>
                </a:lnTo>
                <a:lnTo>
                  <a:pt x="12443" y="4858"/>
                </a:lnTo>
                <a:lnTo>
                  <a:pt x="11931" y="4382"/>
                </a:lnTo>
                <a:lnTo>
                  <a:pt x="11633" y="4215"/>
                </a:lnTo>
                <a:lnTo>
                  <a:pt x="11704" y="3894"/>
                </a:lnTo>
                <a:lnTo>
                  <a:pt x="11716" y="3584"/>
                </a:lnTo>
                <a:lnTo>
                  <a:pt x="11716" y="3346"/>
                </a:lnTo>
                <a:lnTo>
                  <a:pt x="11621" y="2906"/>
                </a:lnTo>
                <a:lnTo>
                  <a:pt x="11443" y="2489"/>
                </a:lnTo>
                <a:lnTo>
                  <a:pt x="11204" y="2132"/>
                </a:lnTo>
                <a:lnTo>
                  <a:pt x="10895" y="1822"/>
                </a:lnTo>
                <a:lnTo>
                  <a:pt x="10526" y="1572"/>
                </a:lnTo>
                <a:lnTo>
                  <a:pt x="10121" y="1405"/>
                </a:lnTo>
                <a:lnTo>
                  <a:pt x="9680" y="1310"/>
                </a:lnTo>
                <a:lnTo>
                  <a:pt x="9180" y="1310"/>
                </a:lnTo>
                <a:lnTo>
                  <a:pt x="8692" y="1429"/>
                </a:lnTo>
                <a:lnTo>
                  <a:pt x="8466" y="1524"/>
                </a:lnTo>
                <a:lnTo>
                  <a:pt x="8204" y="1191"/>
                </a:lnTo>
                <a:lnTo>
                  <a:pt x="7573" y="631"/>
                </a:lnTo>
                <a:lnTo>
                  <a:pt x="6823" y="238"/>
                </a:lnTo>
                <a:lnTo>
                  <a:pt x="5977"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5" name="Google Shape;3185;p175"/>
          <p:cNvSpPr/>
          <p:nvPr/>
        </p:nvSpPr>
        <p:spPr>
          <a:xfrm>
            <a:off x="4092640" y="3276804"/>
            <a:ext cx="656691" cy="459790"/>
          </a:xfrm>
          <a:custGeom>
            <a:rect b="b" l="l" r="r" t="t"/>
            <a:pathLst>
              <a:path extrusionOk="0" h="9121" w="13027">
                <a:moveTo>
                  <a:pt x="6395" y="2620"/>
                </a:moveTo>
                <a:lnTo>
                  <a:pt x="6287" y="2703"/>
                </a:lnTo>
                <a:lnTo>
                  <a:pt x="4656" y="4334"/>
                </a:lnTo>
                <a:lnTo>
                  <a:pt x="4573" y="4441"/>
                </a:lnTo>
                <a:lnTo>
                  <a:pt x="4573" y="4692"/>
                </a:lnTo>
                <a:lnTo>
                  <a:pt x="4656" y="4787"/>
                </a:lnTo>
                <a:lnTo>
                  <a:pt x="4763" y="4870"/>
                </a:lnTo>
                <a:lnTo>
                  <a:pt x="5013" y="4870"/>
                </a:lnTo>
                <a:lnTo>
                  <a:pt x="5120" y="4787"/>
                </a:lnTo>
                <a:lnTo>
                  <a:pt x="6192" y="3715"/>
                </a:lnTo>
                <a:lnTo>
                  <a:pt x="6192" y="6835"/>
                </a:lnTo>
                <a:lnTo>
                  <a:pt x="6204" y="6966"/>
                </a:lnTo>
                <a:lnTo>
                  <a:pt x="6383" y="7144"/>
                </a:lnTo>
                <a:lnTo>
                  <a:pt x="6514" y="7168"/>
                </a:lnTo>
                <a:lnTo>
                  <a:pt x="6645" y="7144"/>
                </a:lnTo>
                <a:lnTo>
                  <a:pt x="6823" y="6966"/>
                </a:lnTo>
                <a:lnTo>
                  <a:pt x="6835" y="6835"/>
                </a:lnTo>
                <a:lnTo>
                  <a:pt x="6835" y="3715"/>
                </a:lnTo>
                <a:lnTo>
                  <a:pt x="7907" y="4787"/>
                </a:lnTo>
                <a:lnTo>
                  <a:pt x="8014" y="4870"/>
                </a:lnTo>
                <a:lnTo>
                  <a:pt x="8264" y="4870"/>
                </a:lnTo>
                <a:lnTo>
                  <a:pt x="8371" y="4787"/>
                </a:lnTo>
                <a:lnTo>
                  <a:pt x="8454" y="4692"/>
                </a:lnTo>
                <a:lnTo>
                  <a:pt x="8454" y="4441"/>
                </a:lnTo>
                <a:lnTo>
                  <a:pt x="8371" y="4334"/>
                </a:lnTo>
                <a:lnTo>
                  <a:pt x="6740" y="2703"/>
                </a:lnTo>
                <a:lnTo>
                  <a:pt x="6645" y="2620"/>
                </a:lnTo>
                <a:close/>
                <a:moveTo>
                  <a:pt x="5537" y="655"/>
                </a:moveTo>
                <a:lnTo>
                  <a:pt x="5906" y="667"/>
                </a:lnTo>
                <a:lnTo>
                  <a:pt x="6597" y="846"/>
                </a:lnTo>
                <a:lnTo>
                  <a:pt x="7204" y="1167"/>
                </a:lnTo>
                <a:lnTo>
                  <a:pt x="7716" y="1620"/>
                </a:lnTo>
                <a:lnTo>
                  <a:pt x="7930" y="1893"/>
                </a:lnTo>
                <a:lnTo>
                  <a:pt x="8002" y="1989"/>
                </a:lnTo>
                <a:lnTo>
                  <a:pt x="8192" y="2120"/>
                </a:lnTo>
                <a:lnTo>
                  <a:pt x="8407" y="2179"/>
                </a:lnTo>
                <a:lnTo>
                  <a:pt x="8633" y="2155"/>
                </a:lnTo>
                <a:lnTo>
                  <a:pt x="8740" y="2108"/>
                </a:lnTo>
                <a:lnTo>
                  <a:pt x="8907" y="2048"/>
                </a:lnTo>
                <a:lnTo>
                  <a:pt x="9252" y="1965"/>
                </a:lnTo>
                <a:lnTo>
                  <a:pt x="9443" y="1953"/>
                </a:lnTo>
                <a:lnTo>
                  <a:pt x="9609" y="1965"/>
                </a:lnTo>
                <a:lnTo>
                  <a:pt x="9931" y="2024"/>
                </a:lnTo>
                <a:lnTo>
                  <a:pt x="10217" y="2155"/>
                </a:lnTo>
                <a:lnTo>
                  <a:pt x="10479" y="2322"/>
                </a:lnTo>
                <a:lnTo>
                  <a:pt x="10705" y="2548"/>
                </a:lnTo>
                <a:lnTo>
                  <a:pt x="10871" y="2810"/>
                </a:lnTo>
                <a:lnTo>
                  <a:pt x="11002" y="3096"/>
                </a:lnTo>
                <a:lnTo>
                  <a:pt x="11062" y="3418"/>
                </a:lnTo>
                <a:lnTo>
                  <a:pt x="11074" y="3584"/>
                </a:lnTo>
                <a:lnTo>
                  <a:pt x="11062" y="3810"/>
                </a:lnTo>
                <a:lnTo>
                  <a:pt x="11014" y="4013"/>
                </a:lnTo>
                <a:lnTo>
                  <a:pt x="10979" y="4132"/>
                </a:lnTo>
                <a:lnTo>
                  <a:pt x="11002" y="4358"/>
                </a:lnTo>
                <a:lnTo>
                  <a:pt x="11086" y="4561"/>
                </a:lnTo>
                <a:lnTo>
                  <a:pt x="11229" y="4727"/>
                </a:lnTo>
                <a:lnTo>
                  <a:pt x="11336" y="4787"/>
                </a:lnTo>
                <a:lnTo>
                  <a:pt x="11562" y="4918"/>
                </a:lnTo>
                <a:lnTo>
                  <a:pt x="11943" y="5275"/>
                </a:lnTo>
                <a:lnTo>
                  <a:pt x="12217" y="5727"/>
                </a:lnTo>
                <a:lnTo>
                  <a:pt x="12360" y="6239"/>
                </a:lnTo>
                <a:lnTo>
                  <a:pt x="12372" y="6513"/>
                </a:lnTo>
                <a:lnTo>
                  <a:pt x="12372" y="6716"/>
                </a:lnTo>
                <a:lnTo>
                  <a:pt x="12288" y="7097"/>
                </a:lnTo>
                <a:lnTo>
                  <a:pt x="12145" y="7442"/>
                </a:lnTo>
                <a:lnTo>
                  <a:pt x="11931" y="7763"/>
                </a:lnTo>
                <a:lnTo>
                  <a:pt x="11669" y="8025"/>
                </a:lnTo>
                <a:lnTo>
                  <a:pt x="11348" y="8240"/>
                </a:lnTo>
                <a:lnTo>
                  <a:pt x="11002" y="8383"/>
                </a:lnTo>
                <a:lnTo>
                  <a:pt x="10621" y="8466"/>
                </a:lnTo>
                <a:lnTo>
                  <a:pt x="2930" y="8466"/>
                </a:lnTo>
                <a:lnTo>
                  <a:pt x="2703" y="8454"/>
                </a:lnTo>
                <a:lnTo>
                  <a:pt x="2251" y="8371"/>
                </a:lnTo>
                <a:lnTo>
                  <a:pt x="1846" y="8192"/>
                </a:lnTo>
                <a:lnTo>
                  <a:pt x="1477" y="7954"/>
                </a:lnTo>
                <a:lnTo>
                  <a:pt x="1167" y="7644"/>
                </a:lnTo>
                <a:lnTo>
                  <a:pt x="929" y="7275"/>
                </a:lnTo>
                <a:lnTo>
                  <a:pt x="751" y="6870"/>
                </a:lnTo>
                <a:lnTo>
                  <a:pt x="667" y="6418"/>
                </a:lnTo>
                <a:lnTo>
                  <a:pt x="655" y="6192"/>
                </a:lnTo>
                <a:lnTo>
                  <a:pt x="655" y="6001"/>
                </a:lnTo>
                <a:lnTo>
                  <a:pt x="715" y="5644"/>
                </a:lnTo>
                <a:lnTo>
                  <a:pt x="894" y="5156"/>
                </a:lnTo>
                <a:lnTo>
                  <a:pt x="1298" y="4584"/>
                </a:lnTo>
                <a:lnTo>
                  <a:pt x="1846" y="4168"/>
                </a:lnTo>
                <a:lnTo>
                  <a:pt x="2180" y="4037"/>
                </a:lnTo>
                <a:lnTo>
                  <a:pt x="2358" y="3941"/>
                </a:lnTo>
                <a:lnTo>
                  <a:pt x="2537" y="3727"/>
                </a:lnTo>
                <a:lnTo>
                  <a:pt x="2596" y="3548"/>
                </a:lnTo>
                <a:lnTo>
                  <a:pt x="2608" y="3453"/>
                </a:lnTo>
                <a:lnTo>
                  <a:pt x="2632" y="3167"/>
                </a:lnTo>
                <a:lnTo>
                  <a:pt x="2763" y="2608"/>
                </a:lnTo>
                <a:lnTo>
                  <a:pt x="3001" y="2108"/>
                </a:lnTo>
                <a:lnTo>
                  <a:pt x="3323" y="1667"/>
                </a:lnTo>
                <a:lnTo>
                  <a:pt x="3715" y="1286"/>
                </a:lnTo>
                <a:lnTo>
                  <a:pt x="4168" y="989"/>
                </a:lnTo>
                <a:lnTo>
                  <a:pt x="4692" y="774"/>
                </a:lnTo>
                <a:lnTo>
                  <a:pt x="5240" y="667"/>
                </a:lnTo>
                <a:lnTo>
                  <a:pt x="5537" y="655"/>
                </a:lnTo>
                <a:close/>
                <a:moveTo>
                  <a:pt x="5537" y="0"/>
                </a:moveTo>
                <a:lnTo>
                  <a:pt x="5180" y="12"/>
                </a:lnTo>
                <a:lnTo>
                  <a:pt x="4501" y="155"/>
                </a:lnTo>
                <a:lnTo>
                  <a:pt x="3870" y="405"/>
                </a:lnTo>
                <a:lnTo>
                  <a:pt x="3311" y="774"/>
                </a:lnTo>
                <a:lnTo>
                  <a:pt x="2822" y="1239"/>
                </a:lnTo>
                <a:lnTo>
                  <a:pt x="2430" y="1786"/>
                </a:lnTo>
                <a:lnTo>
                  <a:pt x="2156" y="2394"/>
                </a:lnTo>
                <a:lnTo>
                  <a:pt x="1989" y="3072"/>
                </a:lnTo>
                <a:lnTo>
                  <a:pt x="1953" y="3418"/>
                </a:lnTo>
                <a:lnTo>
                  <a:pt x="1751" y="3501"/>
                </a:lnTo>
                <a:lnTo>
                  <a:pt x="1358" y="3715"/>
                </a:lnTo>
                <a:lnTo>
                  <a:pt x="1001" y="3977"/>
                </a:lnTo>
                <a:lnTo>
                  <a:pt x="691" y="4299"/>
                </a:lnTo>
                <a:lnTo>
                  <a:pt x="429" y="4656"/>
                </a:lnTo>
                <a:lnTo>
                  <a:pt x="227" y="5061"/>
                </a:lnTo>
                <a:lnTo>
                  <a:pt x="84" y="5489"/>
                </a:lnTo>
                <a:lnTo>
                  <a:pt x="12" y="5954"/>
                </a:lnTo>
                <a:lnTo>
                  <a:pt x="1" y="6192"/>
                </a:lnTo>
                <a:lnTo>
                  <a:pt x="12" y="6489"/>
                </a:lnTo>
                <a:lnTo>
                  <a:pt x="132" y="7061"/>
                </a:lnTo>
                <a:lnTo>
                  <a:pt x="358" y="7585"/>
                </a:lnTo>
                <a:lnTo>
                  <a:pt x="667" y="8049"/>
                </a:lnTo>
                <a:lnTo>
                  <a:pt x="1060" y="8454"/>
                </a:lnTo>
                <a:lnTo>
                  <a:pt x="1537" y="8764"/>
                </a:lnTo>
                <a:lnTo>
                  <a:pt x="2060" y="8990"/>
                </a:lnTo>
                <a:lnTo>
                  <a:pt x="2632" y="9109"/>
                </a:lnTo>
                <a:lnTo>
                  <a:pt x="2930" y="9121"/>
                </a:lnTo>
                <a:lnTo>
                  <a:pt x="10419" y="9121"/>
                </a:lnTo>
                <a:lnTo>
                  <a:pt x="10693" y="9109"/>
                </a:lnTo>
                <a:lnTo>
                  <a:pt x="11193" y="9002"/>
                </a:lnTo>
                <a:lnTo>
                  <a:pt x="11669" y="8811"/>
                </a:lnTo>
                <a:lnTo>
                  <a:pt x="12086" y="8525"/>
                </a:lnTo>
                <a:lnTo>
                  <a:pt x="12431" y="8168"/>
                </a:lnTo>
                <a:lnTo>
                  <a:pt x="12717" y="7752"/>
                </a:lnTo>
                <a:lnTo>
                  <a:pt x="12907" y="7287"/>
                </a:lnTo>
                <a:lnTo>
                  <a:pt x="13015" y="6775"/>
                </a:lnTo>
                <a:lnTo>
                  <a:pt x="13027" y="6513"/>
                </a:lnTo>
                <a:lnTo>
                  <a:pt x="13003" y="6144"/>
                </a:lnTo>
                <a:lnTo>
                  <a:pt x="12812" y="5454"/>
                </a:lnTo>
                <a:lnTo>
                  <a:pt x="12443" y="4858"/>
                </a:lnTo>
                <a:lnTo>
                  <a:pt x="11931" y="4382"/>
                </a:lnTo>
                <a:lnTo>
                  <a:pt x="11633" y="4215"/>
                </a:lnTo>
                <a:lnTo>
                  <a:pt x="11705" y="3894"/>
                </a:lnTo>
                <a:lnTo>
                  <a:pt x="11717" y="3584"/>
                </a:lnTo>
                <a:lnTo>
                  <a:pt x="11717" y="3346"/>
                </a:lnTo>
                <a:lnTo>
                  <a:pt x="11622" y="2906"/>
                </a:lnTo>
                <a:lnTo>
                  <a:pt x="11455" y="2489"/>
                </a:lnTo>
                <a:lnTo>
                  <a:pt x="11205" y="2132"/>
                </a:lnTo>
                <a:lnTo>
                  <a:pt x="10895" y="1822"/>
                </a:lnTo>
                <a:lnTo>
                  <a:pt x="10538" y="1572"/>
                </a:lnTo>
                <a:lnTo>
                  <a:pt x="10121" y="1405"/>
                </a:lnTo>
                <a:lnTo>
                  <a:pt x="9681" y="1310"/>
                </a:lnTo>
                <a:lnTo>
                  <a:pt x="9181" y="1310"/>
                </a:lnTo>
                <a:lnTo>
                  <a:pt x="8693" y="1429"/>
                </a:lnTo>
                <a:lnTo>
                  <a:pt x="8466" y="1524"/>
                </a:lnTo>
                <a:lnTo>
                  <a:pt x="8216" y="1191"/>
                </a:lnTo>
                <a:lnTo>
                  <a:pt x="7585" y="631"/>
                </a:lnTo>
                <a:lnTo>
                  <a:pt x="6823" y="238"/>
                </a:lnTo>
                <a:lnTo>
                  <a:pt x="5990"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6" name="Google Shape;3186;p175"/>
          <p:cNvSpPr/>
          <p:nvPr/>
        </p:nvSpPr>
        <p:spPr>
          <a:xfrm>
            <a:off x="5094382" y="3276804"/>
            <a:ext cx="656137" cy="459790"/>
          </a:xfrm>
          <a:custGeom>
            <a:rect b="b" l="l" r="r" t="t"/>
            <a:pathLst>
              <a:path extrusionOk="0" h="9121" w="13016">
                <a:moveTo>
                  <a:pt x="8336" y="3596"/>
                </a:moveTo>
                <a:lnTo>
                  <a:pt x="8229" y="3679"/>
                </a:lnTo>
                <a:lnTo>
                  <a:pt x="5859" y="6061"/>
                </a:lnTo>
                <a:lnTo>
                  <a:pt x="4787" y="4977"/>
                </a:lnTo>
                <a:lnTo>
                  <a:pt x="4680" y="4906"/>
                </a:lnTo>
                <a:lnTo>
                  <a:pt x="4430" y="4906"/>
                </a:lnTo>
                <a:lnTo>
                  <a:pt x="4323" y="4977"/>
                </a:lnTo>
                <a:lnTo>
                  <a:pt x="4240" y="5084"/>
                </a:lnTo>
                <a:lnTo>
                  <a:pt x="4240" y="5334"/>
                </a:lnTo>
                <a:lnTo>
                  <a:pt x="4323" y="5442"/>
                </a:lnTo>
                <a:lnTo>
                  <a:pt x="5621" y="6739"/>
                </a:lnTo>
                <a:lnTo>
                  <a:pt x="5728" y="6823"/>
                </a:lnTo>
                <a:lnTo>
                  <a:pt x="5978" y="6823"/>
                </a:lnTo>
                <a:lnTo>
                  <a:pt x="6085" y="6739"/>
                </a:lnTo>
                <a:lnTo>
                  <a:pt x="8693" y="4144"/>
                </a:lnTo>
                <a:lnTo>
                  <a:pt x="8776" y="4037"/>
                </a:lnTo>
                <a:lnTo>
                  <a:pt x="8776" y="3787"/>
                </a:lnTo>
                <a:lnTo>
                  <a:pt x="8693" y="3679"/>
                </a:lnTo>
                <a:lnTo>
                  <a:pt x="8586" y="3596"/>
                </a:lnTo>
                <a:close/>
                <a:moveTo>
                  <a:pt x="5526" y="655"/>
                </a:moveTo>
                <a:lnTo>
                  <a:pt x="5895" y="667"/>
                </a:lnTo>
                <a:lnTo>
                  <a:pt x="6585" y="846"/>
                </a:lnTo>
                <a:lnTo>
                  <a:pt x="7193" y="1167"/>
                </a:lnTo>
                <a:lnTo>
                  <a:pt x="7717" y="1620"/>
                </a:lnTo>
                <a:lnTo>
                  <a:pt x="7919" y="1893"/>
                </a:lnTo>
                <a:lnTo>
                  <a:pt x="8002" y="1989"/>
                </a:lnTo>
                <a:lnTo>
                  <a:pt x="8193" y="2120"/>
                </a:lnTo>
                <a:lnTo>
                  <a:pt x="8407" y="2179"/>
                </a:lnTo>
                <a:lnTo>
                  <a:pt x="8633" y="2155"/>
                </a:lnTo>
                <a:lnTo>
                  <a:pt x="8740" y="2108"/>
                </a:lnTo>
                <a:lnTo>
                  <a:pt x="8895" y="2048"/>
                </a:lnTo>
                <a:lnTo>
                  <a:pt x="9252" y="1965"/>
                </a:lnTo>
                <a:lnTo>
                  <a:pt x="9431" y="1953"/>
                </a:lnTo>
                <a:lnTo>
                  <a:pt x="9598" y="1965"/>
                </a:lnTo>
                <a:lnTo>
                  <a:pt x="9919" y="2024"/>
                </a:lnTo>
                <a:lnTo>
                  <a:pt x="10217" y="2155"/>
                </a:lnTo>
                <a:lnTo>
                  <a:pt x="10479" y="2322"/>
                </a:lnTo>
                <a:lnTo>
                  <a:pt x="10693" y="2548"/>
                </a:lnTo>
                <a:lnTo>
                  <a:pt x="10872" y="2810"/>
                </a:lnTo>
                <a:lnTo>
                  <a:pt x="10991" y="3096"/>
                </a:lnTo>
                <a:lnTo>
                  <a:pt x="11062" y="3418"/>
                </a:lnTo>
                <a:lnTo>
                  <a:pt x="11062" y="3584"/>
                </a:lnTo>
                <a:lnTo>
                  <a:pt x="11050" y="3810"/>
                </a:lnTo>
                <a:lnTo>
                  <a:pt x="11003" y="4013"/>
                </a:lnTo>
                <a:lnTo>
                  <a:pt x="10979" y="4132"/>
                </a:lnTo>
                <a:lnTo>
                  <a:pt x="10991" y="4358"/>
                </a:lnTo>
                <a:lnTo>
                  <a:pt x="11074" y="4561"/>
                </a:lnTo>
                <a:lnTo>
                  <a:pt x="11229" y="4727"/>
                </a:lnTo>
                <a:lnTo>
                  <a:pt x="11324" y="4787"/>
                </a:lnTo>
                <a:lnTo>
                  <a:pt x="11550" y="4918"/>
                </a:lnTo>
                <a:lnTo>
                  <a:pt x="11932" y="5275"/>
                </a:lnTo>
                <a:lnTo>
                  <a:pt x="12205" y="5727"/>
                </a:lnTo>
                <a:lnTo>
                  <a:pt x="12348" y="6239"/>
                </a:lnTo>
                <a:lnTo>
                  <a:pt x="12372" y="6513"/>
                </a:lnTo>
                <a:lnTo>
                  <a:pt x="12360" y="6716"/>
                </a:lnTo>
                <a:lnTo>
                  <a:pt x="12277" y="7097"/>
                </a:lnTo>
                <a:lnTo>
                  <a:pt x="12134" y="7442"/>
                </a:lnTo>
                <a:lnTo>
                  <a:pt x="11920" y="7763"/>
                </a:lnTo>
                <a:lnTo>
                  <a:pt x="11658" y="8025"/>
                </a:lnTo>
                <a:lnTo>
                  <a:pt x="11348" y="8240"/>
                </a:lnTo>
                <a:lnTo>
                  <a:pt x="10991" y="8383"/>
                </a:lnTo>
                <a:lnTo>
                  <a:pt x="10610" y="8466"/>
                </a:lnTo>
                <a:lnTo>
                  <a:pt x="2930" y="8466"/>
                </a:lnTo>
                <a:lnTo>
                  <a:pt x="2692" y="8454"/>
                </a:lnTo>
                <a:lnTo>
                  <a:pt x="2251" y="8371"/>
                </a:lnTo>
                <a:lnTo>
                  <a:pt x="1835" y="8192"/>
                </a:lnTo>
                <a:lnTo>
                  <a:pt x="1477" y="7954"/>
                </a:lnTo>
                <a:lnTo>
                  <a:pt x="1168" y="7644"/>
                </a:lnTo>
                <a:lnTo>
                  <a:pt x="918" y="7275"/>
                </a:lnTo>
                <a:lnTo>
                  <a:pt x="751" y="6870"/>
                </a:lnTo>
                <a:lnTo>
                  <a:pt x="656" y="6418"/>
                </a:lnTo>
                <a:lnTo>
                  <a:pt x="644" y="6192"/>
                </a:lnTo>
                <a:lnTo>
                  <a:pt x="656" y="6001"/>
                </a:lnTo>
                <a:lnTo>
                  <a:pt x="703" y="5644"/>
                </a:lnTo>
                <a:lnTo>
                  <a:pt x="882" y="5156"/>
                </a:lnTo>
                <a:lnTo>
                  <a:pt x="1287" y="4584"/>
                </a:lnTo>
                <a:lnTo>
                  <a:pt x="1846" y="4168"/>
                </a:lnTo>
                <a:lnTo>
                  <a:pt x="2168" y="4037"/>
                </a:lnTo>
                <a:lnTo>
                  <a:pt x="2347" y="3941"/>
                </a:lnTo>
                <a:lnTo>
                  <a:pt x="2525" y="3727"/>
                </a:lnTo>
                <a:lnTo>
                  <a:pt x="2597" y="3548"/>
                </a:lnTo>
                <a:lnTo>
                  <a:pt x="2609" y="3453"/>
                </a:lnTo>
                <a:lnTo>
                  <a:pt x="2620" y="3167"/>
                </a:lnTo>
                <a:lnTo>
                  <a:pt x="2763" y="2608"/>
                </a:lnTo>
                <a:lnTo>
                  <a:pt x="2990" y="2108"/>
                </a:lnTo>
                <a:lnTo>
                  <a:pt x="3311" y="1667"/>
                </a:lnTo>
                <a:lnTo>
                  <a:pt x="3704" y="1286"/>
                </a:lnTo>
                <a:lnTo>
                  <a:pt x="4168" y="989"/>
                </a:lnTo>
                <a:lnTo>
                  <a:pt x="4680" y="774"/>
                </a:lnTo>
                <a:lnTo>
                  <a:pt x="5240" y="667"/>
                </a:lnTo>
                <a:lnTo>
                  <a:pt x="5526" y="655"/>
                </a:lnTo>
                <a:close/>
                <a:moveTo>
                  <a:pt x="5526" y="0"/>
                </a:moveTo>
                <a:lnTo>
                  <a:pt x="5168" y="12"/>
                </a:lnTo>
                <a:lnTo>
                  <a:pt x="4490" y="155"/>
                </a:lnTo>
                <a:lnTo>
                  <a:pt x="3859" y="405"/>
                </a:lnTo>
                <a:lnTo>
                  <a:pt x="3299" y="774"/>
                </a:lnTo>
                <a:lnTo>
                  <a:pt x="2811" y="1239"/>
                </a:lnTo>
                <a:lnTo>
                  <a:pt x="2430" y="1786"/>
                </a:lnTo>
                <a:lnTo>
                  <a:pt x="2144" y="2394"/>
                </a:lnTo>
                <a:lnTo>
                  <a:pt x="1977" y="3072"/>
                </a:lnTo>
                <a:lnTo>
                  <a:pt x="1954" y="3418"/>
                </a:lnTo>
                <a:lnTo>
                  <a:pt x="1739" y="3501"/>
                </a:lnTo>
                <a:lnTo>
                  <a:pt x="1346" y="3715"/>
                </a:lnTo>
                <a:lnTo>
                  <a:pt x="989" y="3977"/>
                </a:lnTo>
                <a:lnTo>
                  <a:pt x="680" y="4299"/>
                </a:lnTo>
                <a:lnTo>
                  <a:pt x="418" y="4656"/>
                </a:lnTo>
                <a:lnTo>
                  <a:pt x="215" y="5061"/>
                </a:lnTo>
                <a:lnTo>
                  <a:pt x="72" y="5489"/>
                </a:lnTo>
                <a:lnTo>
                  <a:pt x="1" y="5954"/>
                </a:lnTo>
                <a:lnTo>
                  <a:pt x="1" y="6192"/>
                </a:lnTo>
                <a:lnTo>
                  <a:pt x="1" y="6489"/>
                </a:lnTo>
                <a:lnTo>
                  <a:pt x="120" y="7061"/>
                </a:lnTo>
                <a:lnTo>
                  <a:pt x="346" y="7585"/>
                </a:lnTo>
                <a:lnTo>
                  <a:pt x="656" y="8049"/>
                </a:lnTo>
                <a:lnTo>
                  <a:pt x="1061" y="8454"/>
                </a:lnTo>
                <a:lnTo>
                  <a:pt x="1525" y="8764"/>
                </a:lnTo>
                <a:lnTo>
                  <a:pt x="2049" y="8990"/>
                </a:lnTo>
                <a:lnTo>
                  <a:pt x="2620" y="9109"/>
                </a:lnTo>
                <a:lnTo>
                  <a:pt x="2930" y="9121"/>
                </a:lnTo>
                <a:lnTo>
                  <a:pt x="10419" y="9121"/>
                </a:lnTo>
                <a:lnTo>
                  <a:pt x="10681" y="9109"/>
                </a:lnTo>
                <a:lnTo>
                  <a:pt x="11193" y="9002"/>
                </a:lnTo>
                <a:lnTo>
                  <a:pt x="11658" y="8811"/>
                </a:lnTo>
                <a:lnTo>
                  <a:pt x="12074" y="8525"/>
                </a:lnTo>
                <a:lnTo>
                  <a:pt x="12432" y="8168"/>
                </a:lnTo>
                <a:lnTo>
                  <a:pt x="12705" y="7752"/>
                </a:lnTo>
                <a:lnTo>
                  <a:pt x="12908" y="7287"/>
                </a:lnTo>
                <a:lnTo>
                  <a:pt x="13003" y="6775"/>
                </a:lnTo>
                <a:lnTo>
                  <a:pt x="13015" y="6513"/>
                </a:lnTo>
                <a:lnTo>
                  <a:pt x="13003" y="6144"/>
                </a:lnTo>
                <a:lnTo>
                  <a:pt x="12801" y="5454"/>
                </a:lnTo>
                <a:lnTo>
                  <a:pt x="12432" y="4858"/>
                </a:lnTo>
                <a:lnTo>
                  <a:pt x="11932" y="4382"/>
                </a:lnTo>
                <a:lnTo>
                  <a:pt x="11634" y="4215"/>
                </a:lnTo>
                <a:lnTo>
                  <a:pt x="11705" y="3894"/>
                </a:lnTo>
                <a:lnTo>
                  <a:pt x="11717" y="3584"/>
                </a:lnTo>
                <a:lnTo>
                  <a:pt x="11705" y="3346"/>
                </a:lnTo>
                <a:lnTo>
                  <a:pt x="11622" y="2906"/>
                </a:lnTo>
                <a:lnTo>
                  <a:pt x="11443" y="2489"/>
                </a:lnTo>
                <a:lnTo>
                  <a:pt x="11193" y="2132"/>
                </a:lnTo>
                <a:lnTo>
                  <a:pt x="10884" y="1822"/>
                </a:lnTo>
                <a:lnTo>
                  <a:pt x="10527" y="1572"/>
                </a:lnTo>
                <a:lnTo>
                  <a:pt x="10122" y="1405"/>
                </a:lnTo>
                <a:lnTo>
                  <a:pt x="9669" y="1310"/>
                </a:lnTo>
                <a:lnTo>
                  <a:pt x="9181" y="1310"/>
                </a:lnTo>
                <a:lnTo>
                  <a:pt x="8681" y="1429"/>
                </a:lnTo>
                <a:lnTo>
                  <a:pt x="8467" y="1524"/>
                </a:lnTo>
                <a:lnTo>
                  <a:pt x="8205" y="1191"/>
                </a:lnTo>
                <a:lnTo>
                  <a:pt x="7574" y="631"/>
                </a:lnTo>
                <a:lnTo>
                  <a:pt x="6824" y="238"/>
                </a:lnTo>
                <a:lnTo>
                  <a:pt x="5978" y="24"/>
                </a:lnTo>
                <a:lnTo>
                  <a:pt x="5526"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7" name="Google Shape;3187;p175"/>
          <p:cNvSpPr/>
          <p:nvPr/>
        </p:nvSpPr>
        <p:spPr>
          <a:xfrm>
            <a:off x="6095569" y="3276804"/>
            <a:ext cx="656086" cy="459790"/>
          </a:xfrm>
          <a:custGeom>
            <a:rect b="b" l="l" r="r" t="t"/>
            <a:pathLst>
              <a:path extrusionOk="0" h="9121" w="13015">
                <a:moveTo>
                  <a:pt x="6513" y="2608"/>
                </a:moveTo>
                <a:lnTo>
                  <a:pt x="6382" y="2632"/>
                </a:lnTo>
                <a:lnTo>
                  <a:pt x="6204" y="2798"/>
                </a:lnTo>
                <a:lnTo>
                  <a:pt x="6180" y="2929"/>
                </a:lnTo>
                <a:lnTo>
                  <a:pt x="6180" y="5537"/>
                </a:lnTo>
                <a:lnTo>
                  <a:pt x="6204" y="5668"/>
                </a:lnTo>
                <a:lnTo>
                  <a:pt x="6382" y="5846"/>
                </a:lnTo>
                <a:lnTo>
                  <a:pt x="6513" y="5870"/>
                </a:lnTo>
                <a:lnTo>
                  <a:pt x="6644" y="5846"/>
                </a:lnTo>
                <a:lnTo>
                  <a:pt x="6811" y="5668"/>
                </a:lnTo>
                <a:lnTo>
                  <a:pt x="6835" y="5537"/>
                </a:lnTo>
                <a:lnTo>
                  <a:pt x="6835" y="2929"/>
                </a:lnTo>
                <a:lnTo>
                  <a:pt x="6811" y="2798"/>
                </a:lnTo>
                <a:lnTo>
                  <a:pt x="6644" y="2632"/>
                </a:lnTo>
                <a:lnTo>
                  <a:pt x="6513" y="2608"/>
                </a:lnTo>
                <a:close/>
                <a:moveTo>
                  <a:pt x="6406" y="6680"/>
                </a:moveTo>
                <a:lnTo>
                  <a:pt x="6240" y="6763"/>
                </a:lnTo>
                <a:lnTo>
                  <a:pt x="6097" y="6894"/>
                </a:lnTo>
                <a:lnTo>
                  <a:pt x="6025" y="7061"/>
                </a:lnTo>
                <a:lnTo>
                  <a:pt x="6025" y="7168"/>
                </a:lnTo>
                <a:lnTo>
                  <a:pt x="6025" y="7263"/>
                </a:lnTo>
                <a:lnTo>
                  <a:pt x="6097" y="7442"/>
                </a:lnTo>
                <a:lnTo>
                  <a:pt x="6240" y="7573"/>
                </a:lnTo>
                <a:lnTo>
                  <a:pt x="6406" y="7644"/>
                </a:lnTo>
                <a:lnTo>
                  <a:pt x="6513" y="7656"/>
                </a:lnTo>
                <a:lnTo>
                  <a:pt x="6609" y="7644"/>
                </a:lnTo>
                <a:lnTo>
                  <a:pt x="6787" y="7573"/>
                </a:lnTo>
                <a:lnTo>
                  <a:pt x="6918" y="7442"/>
                </a:lnTo>
                <a:lnTo>
                  <a:pt x="6990" y="7263"/>
                </a:lnTo>
                <a:lnTo>
                  <a:pt x="7002" y="7168"/>
                </a:lnTo>
                <a:lnTo>
                  <a:pt x="6990" y="7061"/>
                </a:lnTo>
                <a:lnTo>
                  <a:pt x="6918" y="6894"/>
                </a:lnTo>
                <a:lnTo>
                  <a:pt x="6787" y="6763"/>
                </a:lnTo>
                <a:lnTo>
                  <a:pt x="6609" y="6680"/>
                </a:lnTo>
                <a:close/>
                <a:moveTo>
                  <a:pt x="5532" y="655"/>
                </a:moveTo>
                <a:lnTo>
                  <a:pt x="5894" y="667"/>
                </a:lnTo>
                <a:lnTo>
                  <a:pt x="6585" y="846"/>
                </a:lnTo>
                <a:lnTo>
                  <a:pt x="7204" y="1167"/>
                </a:lnTo>
                <a:lnTo>
                  <a:pt x="7716" y="1620"/>
                </a:lnTo>
                <a:lnTo>
                  <a:pt x="7930" y="1893"/>
                </a:lnTo>
                <a:lnTo>
                  <a:pt x="8002" y="1989"/>
                </a:lnTo>
                <a:lnTo>
                  <a:pt x="8192" y="2120"/>
                </a:lnTo>
                <a:lnTo>
                  <a:pt x="8407" y="2179"/>
                </a:lnTo>
                <a:lnTo>
                  <a:pt x="8633" y="2155"/>
                </a:lnTo>
                <a:lnTo>
                  <a:pt x="8740" y="2108"/>
                </a:lnTo>
                <a:lnTo>
                  <a:pt x="8907" y="2048"/>
                </a:lnTo>
                <a:lnTo>
                  <a:pt x="9252" y="1965"/>
                </a:lnTo>
                <a:lnTo>
                  <a:pt x="9442" y="1953"/>
                </a:lnTo>
                <a:lnTo>
                  <a:pt x="9609" y="1965"/>
                </a:lnTo>
                <a:lnTo>
                  <a:pt x="9919" y="2024"/>
                </a:lnTo>
                <a:lnTo>
                  <a:pt x="10216" y="2155"/>
                </a:lnTo>
                <a:lnTo>
                  <a:pt x="10478" y="2322"/>
                </a:lnTo>
                <a:lnTo>
                  <a:pt x="10693" y="2548"/>
                </a:lnTo>
                <a:lnTo>
                  <a:pt x="10871" y="2810"/>
                </a:lnTo>
                <a:lnTo>
                  <a:pt x="10990" y="3096"/>
                </a:lnTo>
                <a:lnTo>
                  <a:pt x="11062" y="3418"/>
                </a:lnTo>
                <a:lnTo>
                  <a:pt x="11062" y="3584"/>
                </a:lnTo>
                <a:lnTo>
                  <a:pt x="11050" y="3810"/>
                </a:lnTo>
                <a:lnTo>
                  <a:pt x="11002" y="4013"/>
                </a:lnTo>
                <a:lnTo>
                  <a:pt x="10978" y="4132"/>
                </a:lnTo>
                <a:lnTo>
                  <a:pt x="10990" y="4358"/>
                </a:lnTo>
                <a:lnTo>
                  <a:pt x="11086" y="4561"/>
                </a:lnTo>
                <a:lnTo>
                  <a:pt x="11228" y="4727"/>
                </a:lnTo>
                <a:lnTo>
                  <a:pt x="11324" y="4787"/>
                </a:lnTo>
                <a:lnTo>
                  <a:pt x="11550" y="4918"/>
                </a:lnTo>
                <a:lnTo>
                  <a:pt x="11931" y="5275"/>
                </a:lnTo>
                <a:lnTo>
                  <a:pt x="12205" y="5727"/>
                </a:lnTo>
                <a:lnTo>
                  <a:pt x="12360" y="6239"/>
                </a:lnTo>
                <a:lnTo>
                  <a:pt x="12372" y="6513"/>
                </a:lnTo>
                <a:lnTo>
                  <a:pt x="12360" y="6716"/>
                </a:lnTo>
                <a:lnTo>
                  <a:pt x="12288" y="7097"/>
                </a:lnTo>
                <a:lnTo>
                  <a:pt x="12133" y="7442"/>
                </a:lnTo>
                <a:lnTo>
                  <a:pt x="11931" y="7763"/>
                </a:lnTo>
                <a:lnTo>
                  <a:pt x="11657" y="8025"/>
                </a:lnTo>
                <a:lnTo>
                  <a:pt x="11348" y="8240"/>
                </a:lnTo>
                <a:lnTo>
                  <a:pt x="11002" y="8383"/>
                </a:lnTo>
                <a:lnTo>
                  <a:pt x="10621" y="8466"/>
                </a:lnTo>
                <a:lnTo>
                  <a:pt x="2929" y="8466"/>
                </a:lnTo>
                <a:lnTo>
                  <a:pt x="2691" y="8454"/>
                </a:lnTo>
                <a:lnTo>
                  <a:pt x="2251" y="8371"/>
                </a:lnTo>
                <a:lnTo>
                  <a:pt x="1834" y="8192"/>
                </a:lnTo>
                <a:lnTo>
                  <a:pt x="1477" y="7954"/>
                </a:lnTo>
                <a:lnTo>
                  <a:pt x="1167" y="7644"/>
                </a:lnTo>
                <a:lnTo>
                  <a:pt x="917" y="7275"/>
                </a:lnTo>
                <a:lnTo>
                  <a:pt x="751" y="6870"/>
                </a:lnTo>
                <a:lnTo>
                  <a:pt x="655" y="6418"/>
                </a:lnTo>
                <a:lnTo>
                  <a:pt x="655" y="6192"/>
                </a:lnTo>
                <a:lnTo>
                  <a:pt x="655" y="6001"/>
                </a:lnTo>
                <a:lnTo>
                  <a:pt x="715" y="5644"/>
                </a:lnTo>
                <a:lnTo>
                  <a:pt x="893" y="5156"/>
                </a:lnTo>
                <a:lnTo>
                  <a:pt x="1298" y="4584"/>
                </a:lnTo>
                <a:lnTo>
                  <a:pt x="1846" y="4168"/>
                </a:lnTo>
                <a:lnTo>
                  <a:pt x="2167" y="4037"/>
                </a:lnTo>
                <a:lnTo>
                  <a:pt x="2346" y="3941"/>
                </a:lnTo>
                <a:lnTo>
                  <a:pt x="2537" y="3727"/>
                </a:lnTo>
                <a:lnTo>
                  <a:pt x="2596" y="3548"/>
                </a:lnTo>
                <a:lnTo>
                  <a:pt x="2608" y="3453"/>
                </a:lnTo>
                <a:lnTo>
                  <a:pt x="2632" y="3167"/>
                </a:lnTo>
                <a:lnTo>
                  <a:pt x="2763" y="2608"/>
                </a:lnTo>
                <a:lnTo>
                  <a:pt x="2989" y="2108"/>
                </a:lnTo>
                <a:lnTo>
                  <a:pt x="3310" y="1667"/>
                </a:lnTo>
                <a:lnTo>
                  <a:pt x="3703" y="1286"/>
                </a:lnTo>
                <a:lnTo>
                  <a:pt x="4168" y="989"/>
                </a:lnTo>
                <a:lnTo>
                  <a:pt x="4680" y="774"/>
                </a:lnTo>
                <a:lnTo>
                  <a:pt x="5239" y="667"/>
                </a:lnTo>
                <a:lnTo>
                  <a:pt x="5532" y="655"/>
                </a:lnTo>
                <a:close/>
                <a:moveTo>
                  <a:pt x="5537" y="0"/>
                </a:moveTo>
                <a:lnTo>
                  <a:pt x="5180" y="12"/>
                </a:lnTo>
                <a:lnTo>
                  <a:pt x="4489" y="155"/>
                </a:lnTo>
                <a:lnTo>
                  <a:pt x="3858" y="405"/>
                </a:lnTo>
                <a:lnTo>
                  <a:pt x="3299" y="774"/>
                </a:lnTo>
                <a:lnTo>
                  <a:pt x="2822" y="1239"/>
                </a:lnTo>
                <a:lnTo>
                  <a:pt x="2429" y="1786"/>
                </a:lnTo>
                <a:lnTo>
                  <a:pt x="2144" y="2394"/>
                </a:lnTo>
                <a:lnTo>
                  <a:pt x="1977" y="3072"/>
                </a:lnTo>
                <a:lnTo>
                  <a:pt x="1953" y="3418"/>
                </a:lnTo>
                <a:lnTo>
                  <a:pt x="1739" y="3501"/>
                </a:lnTo>
                <a:lnTo>
                  <a:pt x="1346" y="3715"/>
                </a:lnTo>
                <a:lnTo>
                  <a:pt x="989" y="3977"/>
                </a:lnTo>
                <a:lnTo>
                  <a:pt x="679" y="4299"/>
                </a:lnTo>
                <a:lnTo>
                  <a:pt x="417" y="4656"/>
                </a:lnTo>
                <a:lnTo>
                  <a:pt x="215" y="5061"/>
                </a:lnTo>
                <a:lnTo>
                  <a:pt x="72" y="5489"/>
                </a:lnTo>
                <a:lnTo>
                  <a:pt x="0" y="5954"/>
                </a:lnTo>
                <a:lnTo>
                  <a:pt x="0" y="6192"/>
                </a:lnTo>
                <a:lnTo>
                  <a:pt x="12" y="6489"/>
                </a:lnTo>
                <a:lnTo>
                  <a:pt x="119" y="7061"/>
                </a:lnTo>
                <a:lnTo>
                  <a:pt x="346" y="7585"/>
                </a:lnTo>
                <a:lnTo>
                  <a:pt x="667" y="8049"/>
                </a:lnTo>
                <a:lnTo>
                  <a:pt x="1060" y="8454"/>
                </a:lnTo>
                <a:lnTo>
                  <a:pt x="1524" y="8764"/>
                </a:lnTo>
                <a:lnTo>
                  <a:pt x="2060" y="8990"/>
                </a:lnTo>
                <a:lnTo>
                  <a:pt x="2632" y="9109"/>
                </a:lnTo>
                <a:lnTo>
                  <a:pt x="2929" y="9121"/>
                </a:lnTo>
                <a:lnTo>
                  <a:pt x="10419" y="9121"/>
                </a:lnTo>
                <a:lnTo>
                  <a:pt x="10681" y="9109"/>
                </a:lnTo>
                <a:lnTo>
                  <a:pt x="11193" y="9002"/>
                </a:lnTo>
                <a:lnTo>
                  <a:pt x="11657" y="8811"/>
                </a:lnTo>
                <a:lnTo>
                  <a:pt x="12074" y="8525"/>
                </a:lnTo>
                <a:lnTo>
                  <a:pt x="12431" y="8168"/>
                </a:lnTo>
                <a:lnTo>
                  <a:pt x="12705" y="7752"/>
                </a:lnTo>
                <a:lnTo>
                  <a:pt x="12907" y="7287"/>
                </a:lnTo>
                <a:lnTo>
                  <a:pt x="13014" y="6775"/>
                </a:lnTo>
                <a:lnTo>
                  <a:pt x="13014" y="6513"/>
                </a:lnTo>
                <a:lnTo>
                  <a:pt x="13003" y="6144"/>
                </a:lnTo>
                <a:lnTo>
                  <a:pt x="12800" y="5454"/>
                </a:lnTo>
                <a:lnTo>
                  <a:pt x="12443" y="4858"/>
                </a:lnTo>
                <a:lnTo>
                  <a:pt x="11931" y="4382"/>
                </a:lnTo>
                <a:lnTo>
                  <a:pt x="11633" y="4215"/>
                </a:lnTo>
                <a:lnTo>
                  <a:pt x="11705" y="3894"/>
                </a:lnTo>
                <a:lnTo>
                  <a:pt x="11717" y="3584"/>
                </a:lnTo>
                <a:lnTo>
                  <a:pt x="11705" y="3346"/>
                </a:lnTo>
                <a:lnTo>
                  <a:pt x="11621" y="2906"/>
                </a:lnTo>
                <a:lnTo>
                  <a:pt x="11443" y="2489"/>
                </a:lnTo>
                <a:lnTo>
                  <a:pt x="11205" y="2132"/>
                </a:lnTo>
                <a:lnTo>
                  <a:pt x="10895" y="1822"/>
                </a:lnTo>
                <a:lnTo>
                  <a:pt x="10526" y="1572"/>
                </a:lnTo>
                <a:lnTo>
                  <a:pt x="10121" y="1405"/>
                </a:lnTo>
                <a:lnTo>
                  <a:pt x="9669" y="1310"/>
                </a:lnTo>
                <a:lnTo>
                  <a:pt x="9180" y="1310"/>
                </a:lnTo>
                <a:lnTo>
                  <a:pt x="8692" y="1429"/>
                </a:lnTo>
                <a:lnTo>
                  <a:pt x="8466" y="1524"/>
                </a:lnTo>
                <a:lnTo>
                  <a:pt x="8204" y="1191"/>
                </a:lnTo>
                <a:lnTo>
                  <a:pt x="7573" y="631"/>
                </a:lnTo>
                <a:lnTo>
                  <a:pt x="6823" y="238"/>
                </a:lnTo>
                <a:lnTo>
                  <a:pt x="5978"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8" name="Google Shape;3188;p175"/>
          <p:cNvSpPr/>
          <p:nvPr/>
        </p:nvSpPr>
        <p:spPr>
          <a:xfrm>
            <a:off x="7096705" y="3276804"/>
            <a:ext cx="656691" cy="459790"/>
          </a:xfrm>
          <a:custGeom>
            <a:rect b="b" l="l" r="r" t="t"/>
            <a:pathLst>
              <a:path extrusionOk="0" h="9121" w="13027">
                <a:moveTo>
                  <a:pt x="6514" y="2929"/>
                </a:moveTo>
                <a:lnTo>
                  <a:pt x="6383" y="2953"/>
                </a:lnTo>
                <a:lnTo>
                  <a:pt x="6204" y="3132"/>
                </a:lnTo>
                <a:lnTo>
                  <a:pt x="6192" y="3263"/>
                </a:lnTo>
                <a:lnTo>
                  <a:pt x="6192" y="4882"/>
                </a:lnTo>
                <a:lnTo>
                  <a:pt x="4561" y="4882"/>
                </a:lnTo>
                <a:lnTo>
                  <a:pt x="4430" y="4906"/>
                </a:lnTo>
                <a:lnTo>
                  <a:pt x="4252" y="5084"/>
                </a:lnTo>
                <a:lnTo>
                  <a:pt x="4240" y="5215"/>
                </a:lnTo>
                <a:lnTo>
                  <a:pt x="4252" y="5346"/>
                </a:lnTo>
                <a:lnTo>
                  <a:pt x="4430" y="5513"/>
                </a:lnTo>
                <a:lnTo>
                  <a:pt x="4561" y="5537"/>
                </a:lnTo>
                <a:lnTo>
                  <a:pt x="6192" y="5537"/>
                </a:lnTo>
                <a:lnTo>
                  <a:pt x="6192" y="7168"/>
                </a:lnTo>
                <a:lnTo>
                  <a:pt x="6204" y="7299"/>
                </a:lnTo>
                <a:lnTo>
                  <a:pt x="6383" y="7478"/>
                </a:lnTo>
                <a:lnTo>
                  <a:pt x="6514" y="7490"/>
                </a:lnTo>
                <a:lnTo>
                  <a:pt x="6645" y="7478"/>
                </a:lnTo>
                <a:lnTo>
                  <a:pt x="6823" y="7299"/>
                </a:lnTo>
                <a:lnTo>
                  <a:pt x="6847" y="7168"/>
                </a:lnTo>
                <a:lnTo>
                  <a:pt x="6847" y="5537"/>
                </a:lnTo>
                <a:lnTo>
                  <a:pt x="8467" y="5537"/>
                </a:lnTo>
                <a:lnTo>
                  <a:pt x="8598" y="5513"/>
                </a:lnTo>
                <a:lnTo>
                  <a:pt x="8776" y="5346"/>
                </a:lnTo>
                <a:lnTo>
                  <a:pt x="8800" y="5215"/>
                </a:lnTo>
                <a:lnTo>
                  <a:pt x="8776" y="5084"/>
                </a:lnTo>
                <a:lnTo>
                  <a:pt x="8598" y="4906"/>
                </a:lnTo>
                <a:lnTo>
                  <a:pt x="8467" y="4882"/>
                </a:lnTo>
                <a:lnTo>
                  <a:pt x="6847" y="4882"/>
                </a:lnTo>
                <a:lnTo>
                  <a:pt x="6847" y="3263"/>
                </a:lnTo>
                <a:lnTo>
                  <a:pt x="6823" y="3132"/>
                </a:lnTo>
                <a:lnTo>
                  <a:pt x="6645" y="2953"/>
                </a:lnTo>
                <a:lnTo>
                  <a:pt x="6514" y="2929"/>
                </a:lnTo>
                <a:close/>
                <a:moveTo>
                  <a:pt x="5537" y="655"/>
                </a:moveTo>
                <a:lnTo>
                  <a:pt x="5907" y="667"/>
                </a:lnTo>
                <a:lnTo>
                  <a:pt x="6597" y="846"/>
                </a:lnTo>
                <a:lnTo>
                  <a:pt x="7204" y="1167"/>
                </a:lnTo>
                <a:lnTo>
                  <a:pt x="7716" y="1620"/>
                </a:lnTo>
                <a:lnTo>
                  <a:pt x="7931" y="1893"/>
                </a:lnTo>
                <a:lnTo>
                  <a:pt x="8002" y="1989"/>
                </a:lnTo>
                <a:lnTo>
                  <a:pt x="8193" y="2120"/>
                </a:lnTo>
                <a:lnTo>
                  <a:pt x="8407" y="2179"/>
                </a:lnTo>
                <a:lnTo>
                  <a:pt x="8633" y="2155"/>
                </a:lnTo>
                <a:lnTo>
                  <a:pt x="8740" y="2108"/>
                </a:lnTo>
                <a:lnTo>
                  <a:pt x="8907" y="2048"/>
                </a:lnTo>
                <a:lnTo>
                  <a:pt x="9252" y="1965"/>
                </a:lnTo>
                <a:lnTo>
                  <a:pt x="9443" y="1953"/>
                </a:lnTo>
                <a:lnTo>
                  <a:pt x="9610" y="1965"/>
                </a:lnTo>
                <a:lnTo>
                  <a:pt x="9931" y="2024"/>
                </a:lnTo>
                <a:lnTo>
                  <a:pt x="10217" y="2155"/>
                </a:lnTo>
                <a:lnTo>
                  <a:pt x="10479" y="2322"/>
                </a:lnTo>
                <a:lnTo>
                  <a:pt x="10705" y="2548"/>
                </a:lnTo>
                <a:lnTo>
                  <a:pt x="10872" y="2810"/>
                </a:lnTo>
                <a:lnTo>
                  <a:pt x="11003" y="3096"/>
                </a:lnTo>
                <a:lnTo>
                  <a:pt x="11062" y="3418"/>
                </a:lnTo>
                <a:lnTo>
                  <a:pt x="11074" y="3584"/>
                </a:lnTo>
                <a:lnTo>
                  <a:pt x="11062" y="3810"/>
                </a:lnTo>
                <a:lnTo>
                  <a:pt x="11015" y="4013"/>
                </a:lnTo>
                <a:lnTo>
                  <a:pt x="10979" y="4132"/>
                </a:lnTo>
                <a:lnTo>
                  <a:pt x="11003" y="4358"/>
                </a:lnTo>
                <a:lnTo>
                  <a:pt x="11086" y="4561"/>
                </a:lnTo>
                <a:lnTo>
                  <a:pt x="11229" y="4727"/>
                </a:lnTo>
                <a:lnTo>
                  <a:pt x="11336" y="4787"/>
                </a:lnTo>
                <a:lnTo>
                  <a:pt x="11562" y="4918"/>
                </a:lnTo>
                <a:lnTo>
                  <a:pt x="11943" y="5275"/>
                </a:lnTo>
                <a:lnTo>
                  <a:pt x="12217" y="5727"/>
                </a:lnTo>
                <a:lnTo>
                  <a:pt x="12360" y="6239"/>
                </a:lnTo>
                <a:lnTo>
                  <a:pt x="12372" y="6513"/>
                </a:lnTo>
                <a:lnTo>
                  <a:pt x="12372" y="6716"/>
                </a:lnTo>
                <a:lnTo>
                  <a:pt x="12289" y="7097"/>
                </a:lnTo>
                <a:lnTo>
                  <a:pt x="12146" y="7442"/>
                </a:lnTo>
                <a:lnTo>
                  <a:pt x="11931" y="7763"/>
                </a:lnTo>
                <a:lnTo>
                  <a:pt x="11669" y="8025"/>
                </a:lnTo>
                <a:lnTo>
                  <a:pt x="11348" y="8240"/>
                </a:lnTo>
                <a:lnTo>
                  <a:pt x="11003" y="8383"/>
                </a:lnTo>
                <a:lnTo>
                  <a:pt x="10622" y="8466"/>
                </a:lnTo>
                <a:lnTo>
                  <a:pt x="2930" y="8466"/>
                </a:lnTo>
                <a:lnTo>
                  <a:pt x="2704" y="8454"/>
                </a:lnTo>
                <a:lnTo>
                  <a:pt x="2251" y="8371"/>
                </a:lnTo>
                <a:lnTo>
                  <a:pt x="1846" y="8192"/>
                </a:lnTo>
                <a:lnTo>
                  <a:pt x="1477" y="7954"/>
                </a:lnTo>
                <a:lnTo>
                  <a:pt x="1168" y="7644"/>
                </a:lnTo>
                <a:lnTo>
                  <a:pt x="930" y="7275"/>
                </a:lnTo>
                <a:lnTo>
                  <a:pt x="751" y="6870"/>
                </a:lnTo>
                <a:lnTo>
                  <a:pt x="668" y="6418"/>
                </a:lnTo>
                <a:lnTo>
                  <a:pt x="656" y="6192"/>
                </a:lnTo>
                <a:lnTo>
                  <a:pt x="656" y="6001"/>
                </a:lnTo>
                <a:lnTo>
                  <a:pt x="715" y="5644"/>
                </a:lnTo>
                <a:lnTo>
                  <a:pt x="894" y="5156"/>
                </a:lnTo>
                <a:lnTo>
                  <a:pt x="1299" y="4584"/>
                </a:lnTo>
                <a:lnTo>
                  <a:pt x="1846" y="4168"/>
                </a:lnTo>
                <a:lnTo>
                  <a:pt x="2180" y="4037"/>
                </a:lnTo>
                <a:lnTo>
                  <a:pt x="2358" y="3941"/>
                </a:lnTo>
                <a:lnTo>
                  <a:pt x="2537" y="3727"/>
                </a:lnTo>
                <a:lnTo>
                  <a:pt x="2597" y="3548"/>
                </a:lnTo>
                <a:lnTo>
                  <a:pt x="2608" y="3453"/>
                </a:lnTo>
                <a:lnTo>
                  <a:pt x="2632" y="3167"/>
                </a:lnTo>
                <a:lnTo>
                  <a:pt x="2763" y="2608"/>
                </a:lnTo>
                <a:lnTo>
                  <a:pt x="3001" y="2108"/>
                </a:lnTo>
                <a:lnTo>
                  <a:pt x="3323" y="1667"/>
                </a:lnTo>
                <a:lnTo>
                  <a:pt x="3716" y="1286"/>
                </a:lnTo>
                <a:lnTo>
                  <a:pt x="4168" y="989"/>
                </a:lnTo>
                <a:lnTo>
                  <a:pt x="4692" y="774"/>
                </a:lnTo>
                <a:lnTo>
                  <a:pt x="5240" y="667"/>
                </a:lnTo>
                <a:lnTo>
                  <a:pt x="5537" y="655"/>
                </a:lnTo>
                <a:close/>
                <a:moveTo>
                  <a:pt x="5537" y="0"/>
                </a:moveTo>
                <a:lnTo>
                  <a:pt x="5180" y="12"/>
                </a:lnTo>
                <a:lnTo>
                  <a:pt x="4502" y="155"/>
                </a:lnTo>
                <a:lnTo>
                  <a:pt x="3871" y="405"/>
                </a:lnTo>
                <a:lnTo>
                  <a:pt x="3311" y="774"/>
                </a:lnTo>
                <a:lnTo>
                  <a:pt x="2823" y="1239"/>
                </a:lnTo>
                <a:lnTo>
                  <a:pt x="2430" y="1786"/>
                </a:lnTo>
                <a:lnTo>
                  <a:pt x="2156" y="2394"/>
                </a:lnTo>
                <a:lnTo>
                  <a:pt x="1989" y="3072"/>
                </a:lnTo>
                <a:lnTo>
                  <a:pt x="1954" y="3418"/>
                </a:lnTo>
                <a:lnTo>
                  <a:pt x="1751" y="3501"/>
                </a:lnTo>
                <a:lnTo>
                  <a:pt x="1358" y="3715"/>
                </a:lnTo>
                <a:lnTo>
                  <a:pt x="1001" y="3977"/>
                </a:lnTo>
                <a:lnTo>
                  <a:pt x="691" y="4299"/>
                </a:lnTo>
                <a:lnTo>
                  <a:pt x="429" y="4656"/>
                </a:lnTo>
                <a:lnTo>
                  <a:pt x="227" y="5061"/>
                </a:lnTo>
                <a:lnTo>
                  <a:pt x="84" y="5489"/>
                </a:lnTo>
                <a:lnTo>
                  <a:pt x="13" y="5954"/>
                </a:lnTo>
                <a:lnTo>
                  <a:pt x="1" y="6192"/>
                </a:lnTo>
                <a:lnTo>
                  <a:pt x="13" y="6489"/>
                </a:lnTo>
                <a:lnTo>
                  <a:pt x="132" y="7061"/>
                </a:lnTo>
                <a:lnTo>
                  <a:pt x="358" y="7585"/>
                </a:lnTo>
                <a:lnTo>
                  <a:pt x="668" y="8049"/>
                </a:lnTo>
                <a:lnTo>
                  <a:pt x="1061" y="8454"/>
                </a:lnTo>
                <a:lnTo>
                  <a:pt x="1537" y="8764"/>
                </a:lnTo>
                <a:lnTo>
                  <a:pt x="2061" y="8990"/>
                </a:lnTo>
                <a:lnTo>
                  <a:pt x="2632" y="9109"/>
                </a:lnTo>
                <a:lnTo>
                  <a:pt x="2930" y="9121"/>
                </a:lnTo>
                <a:lnTo>
                  <a:pt x="10419" y="9121"/>
                </a:lnTo>
                <a:lnTo>
                  <a:pt x="10693" y="9109"/>
                </a:lnTo>
                <a:lnTo>
                  <a:pt x="11193" y="9002"/>
                </a:lnTo>
                <a:lnTo>
                  <a:pt x="11669" y="8811"/>
                </a:lnTo>
                <a:lnTo>
                  <a:pt x="12086" y="8525"/>
                </a:lnTo>
                <a:lnTo>
                  <a:pt x="12431" y="8168"/>
                </a:lnTo>
                <a:lnTo>
                  <a:pt x="12717" y="7752"/>
                </a:lnTo>
                <a:lnTo>
                  <a:pt x="12908" y="7287"/>
                </a:lnTo>
                <a:lnTo>
                  <a:pt x="13015" y="6775"/>
                </a:lnTo>
                <a:lnTo>
                  <a:pt x="13027" y="6513"/>
                </a:lnTo>
                <a:lnTo>
                  <a:pt x="13003" y="6144"/>
                </a:lnTo>
                <a:lnTo>
                  <a:pt x="12813" y="5454"/>
                </a:lnTo>
                <a:lnTo>
                  <a:pt x="12443" y="4858"/>
                </a:lnTo>
                <a:lnTo>
                  <a:pt x="11931" y="4382"/>
                </a:lnTo>
                <a:lnTo>
                  <a:pt x="11634" y="4215"/>
                </a:lnTo>
                <a:lnTo>
                  <a:pt x="11705" y="3894"/>
                </a:lnTo>
                <a:lnTo>
                  <a:pt x="11729" y="3584"/>
                </a:lnTo>
                <a:lnTo>
                  <a:pt x="11717" y="3346"/>
                </a:lnTo>
                <a:lnTo>
                  <a:pt x="11622" y="2906"/>
                </a:lnTo>
                <a:lnTo>
                  <a:pt x="11455" y="2489"/>
                </a:lnTo>
                <a:lnTo>
                  <a:pt x="11205" y="2132"/>
                </a:lnTo>
                <a:lnTo>
                  <a:pt x="10896" y="1822"/>
                </a:lnTo>
                <a:lnTo>
                  <a:pt x="10538" y="1572"/>
                </a:lnTo>
                <a:lnTo>
                  <a:pt x="10122" y="1405"/>
                </a:lnTo>
                <a:lnTo>
                  <a:pt x="9681" y="1310"/>
                </a:lnTo>
                <a:lnTo>
                  <a:pt x="9181" y="1310"/>
                </a:lnTo>
                <a:lnTo>
                  <a:pt x="8693" y="1429"/>
                </a:lnTo>
                <a:lnTo>
                  <a:pt x="8467" y="1524"/>
                </a:lnTo>
                <a:lnTo>
                  <a:pt x="8217" y="1191"/>
                </a:lnTo>
                <a:lnTo>
                  <a:pt x="7585" y="631"/>
                </a:lnTo>
                <a:lnTo>
                  <a:pt x="6823" y="238"/>
                </a:lnTo>
                <a:lnTo>
                  <a:pt x="5990"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89" name="Google Shape;3189;p175"/>
          <p:cNvSpPr/>
          <p:nvPr/>
        </p:nvSpPr>
        <p:spPr>
          <a:xfrm>
            <a:off x="1089180" y="3244391"/>
            <a:ext cx="655481" cy="525222"/>
          </a:xfrm>
          <a:custGeom>
            <a:rect b="b" l="l" r="r" t="t"/>
            <a:pathLst>
              <a:path extrusionOk="0" h="10419" w="13003">
                <a:moveTo>
                  <a:pt x="8502" y="3275"/>
                </a:moveTo>
                <a:lnTo>
                  <a:pt x="8133" y="3346"/>
                </a:lnTo>
                <a:lnTo>
                  <a:pt x="7775" y="3477"/>
                </a:lnTo>
                <a:lnTo>
                  <a:pt x="7454" y="3691"/>
                </a:lnTo>
                <a:lnTo>
                  <a:pt x="7311" y="3822"/>
                </a:lnTo>
                <a:lnTo>
                  <a:pt x="7216" y="3930"/>
                </a:lnTo>
                <a:lnTo>
                  <a:pt x="7132" y="4037"/>
                </a:lnTo>
                <a:lnTo>
                  <a:pt x="7644" y="4442"/>
                </a:lnTo>
                <a:lnTo>
                  <a:pt x="7704" y="4358"/>
                </a:lnTo>
                <a:lnTo>
                  <a:pt x="7775" y="4287"/>
                </a:lnTo>
                <a:lnTo>
                  <a:pt x="7966" y="4108"/>
                </a:lnTo>
                <a:lnTo>
                  <a:pt x="8442" y="3930"/>
                </a:lnTo>
                <a:lnTo>
                  <a:pt x="8942" y="3930"/>
                </a:lnTo>
                <a:lnTo>
                  <a:pt x="9418" y="4108"/>
                </a:lnTo>
                <a:lnTo>
                  <a:pt x="9621" y="4287"/>
                </a:lnTo>
                <a:lnTo>
                  <a:pt x="9716" y="4358"/>
                </a:lnTo>
                <a:lnTo>
                  <a:pt x="9966" y="4358"/>
                </a:lnTo>
                <a:lnTo>
                  <a:pt x="10073" y="4287"/>
                </a:lnTo>
                <a:lnTo>
                  <a:pt x="10157" y="4180"/>
                </a:lnTo>
                <a:lnTo>
                  <a:pt x="10157" y="3930"/>
                </a:lnTo>
                <a:lnTo>
                  <a:pt x="10073" y="3822"/>
                </a:lnTo>
                <a:lnTo>
                  <a:pt x="9930" y="3691"/>
                </a:lnTo>
                <a:lnTo>
                  <a:pt x="9609" y="3477"/>
                </a:lnTo>
                <a:lnTo>
                  <a:pt x="9252" y="3346"/>
                </a:lnTo>
                <a:lnTo>
                  <a:pt x="8883" y="3275"/>
                </a:lnTo>
                <a:close/>
                <a:moveTo>
                  <a:pt x="3644" y="4596"/>
                </a:moveTo>
                <a:lnTo>
                  <a:pt x="3639" y="4605"/>
                </a:lnTo>
                <a:lnTo>
                  <a:pt x="3639" y="4605"/>
                </a:lnTo>
                <a:lnTo>
                  <a:pt x="3644" y="4608"/>
                </a:lnTo>
                <a:lnTo>
                  <a:pt x="3644" y="4596"/>
                </a:lnTo>
                <a:close/>
                <a:moveTo>
                  <a:pt x="3120" y="4191"/>
                </a:moveTo>
                <a:lnTo>
                  <a:pt x="2965" y="4489"/>
                </a:lnTo>
                <a:lnTo>
                  <a:pt x="2834" y="5108"/>
                </a:lnTo>
                <a:lnTo>
                  <a:pt x="2905" y="5739"/>
                </a:lnTo>
                <a:lnTo>
                  <a:pt x="3096" y="6192"/>
                </a:lnTo>
                <a:lnTo>
                  <a:pt x="3286" y="6466"/>
                </a:lnTo>
                <a:lnTo>
                  <a:pt x="3406" y="6585"/>
                </a:lnTo>
                <a:lnTo>
                  <a:pt x="3548" y="6716"/>
                </a:lnTo>
                <a:lnTo>
                  <a:pt x="3870" y="6930"/>
                </a:lnTo>
                <a:lnTo>
                  <a:pt x="4215" y="7073"/>
                </a:lnTo>
                <a:lnTo>
                  <a:pt x="4596" y="7156"/>
                </a:lnTo>
                <a:lnTo>
                  <a:pt x="4977" y="7156"/>
                </a:lnTo>
                <a:lnTo>
                  <a:pt x="5358" y="7073"/>
                </a:lnTo>
                <a:lnTo>
                  <a:pt x="5704" y="6930"/>
                </a:lnTo>
                <a:lnTo>
                  <a:pt x="6013" y="6728"/>
                </a:lnTo>
                <a:lnTo>
                  <a:pt x="6156" y="6597"/>
                </a:lnTo>
                <a:lnTo>
                  <a:pt x="5644" y="6180"/>
                </a:lnTo>
                <a:lnTo>
                  <a:pt x="5442" y="6335"/>
                </a:lnTo>
                <a:lnTo>
                  <a:pt x="4989" y="6489"/>
                </a:lnTo>
                <a:lnTo>
                  <a:pt x="4501" y="6466"/>
                </a:lnTo>
                <a:lnTo>
                  <a:pt x="4049" y="6287"/>
                </a:lnTo>
                <a:lnTo>
                  <a:pt x="3870" y="6120"/>
                </a:lnTo>
                <a:lnTo>
                  <a:pt x="3727" y="5966"/>
                </a:lnTo>
                <a:lnTo>
                  <a:pt x="3537" y="5596"/>
                </a:lnTo>
                <a:lnTo>
                  <a:pt x="3489" y="5192"/>
                </a:lnTo>
                <a:lnTo>
                  <a:pt x="3548" y="4787"/>
                </a:lnTo>
                <a:lnTo>
                  <a:pt x="3639" y="4605"/>
                </a:lnTo>
                <a:lnTo>
                  <a:pt x="3639" y="4605"/>
                </a:lnTo>
                <a:lnTo>
                  <a:pt x="3120" y="4191"/>
                </a:lnTo>
                <a:close/>
                <a:moveTo>
                  <a:pt x="11062" y="631"/>
                </a:moveTo>
                <a:lnTo>
                  <a:pt x="2834" y="643"/>
                </a:lnTo>
                <a:lnTo>
                  <a:pt x="3656" y="1298"/>
                </a:lnTo>
                <a:lnTo>
                  <a:pt x="11062" y="1298"/>
                </a:lnTo>
                <a:lnTo>
                  <a:pt x="11193" y="1310"/>
                </a:lnTo>
                <a:lnTo>
                  <a:pt x="11431" y="1405"/>
                </a:lnTo>
                <a:lnTo>
                  <a:pt x="11597" y="1584"/>
                </a:lnTo>
                <a:lnTo>
                  <a:pt x="11705" y="1822"/>
                </a:lnTo>
                <a:lnTo>
                  <a:pt x="11716" y="1953"/>
                </a:lnTo>
                <a:lnTo>
                  <a:pt x="11716" y="7656"/>
                </a:lnTo>
                <a:lnTo>
                  <a:pt x="12359" y="8168"/>
                </a:lnTo>
                <a:lnTo>
                  <a:pt x="12359" y="1929"/>
                </a:lnTo>
                <a:lnTo>
                  <a:pt x="12348" y="1667"/>
                </a:lnTo>
                <a:lnTo>
                  <a:pt x="12145" y="1191"/>
                </a:lnTo>
                <a:lnTo>
                  <a:pt x="11788" y="846"/>
                </a:lnTo>
                <a:lnTo>
                  <a:pt x="11324" y="643"/>
                </a:lnTo>
                <a:lnTo>
                  <a:pt x="11062" y="631"/>
                </a:lnTo>
                <a:close/>
                <a:moveTo>
                  <a:pt x="643" y="2239"/>
                </a:moveTo>
                <a:lnTo>
                  <a:pt x="643" y="8466"/>
                </a:lnTo>
                <a:lnTo>
                  <a:pt x="655" y="8728"/>
                </a:lnTo>
                <a:lnTo>
                  <a:pt x="858" y="9192"/>
                </a:lnTo>
                <a:lnTo>
                  <a:pt x="1215" y="9550"/>
                </a:lnTo>
                <a:lnTo>
                  <a:pt x="1679" y="9740"/>
                </a:lnTo>
                <a:lnTo>
                  <a:pt x="1941" y="9764"/>
                </a:lnTo>
                <a:lnTo>
                  <a:pt x="10169" y="9764"/>
                </a:lnTo>
                <a:lnTo>
                  <a:pt x="9347" y="9109"/>
                </a:lnTo>
                <a:lnTo>
                  <a:pt x="1941" y="9109"/>
                </a:lnTo>
                <a:lnTo>
                  <a:pt x="1810" y="9097"/>
                </a:lnTo>
                <a:lnTo>
                  <a:pt x="1584" y="9002"/>
                </a:lnTo>
                <a:lnTo>
                  <a:pt x="1405" y="8823"/>
                </a:lnTo>
                <a:lnTo>
                  <a:pt x="1298" y="8597"/>
                </a:lnTo>
                <a:lnTo>
                  <a:pt x="1298" y="8466"/>
                </a:lnTo>
                <a:lnTo>
                  <a:pt x="1298" y="2751"/>
                </a:lnTo>
                <a:lnTo>
                  <a:pt x="643" y="2239"/>
                </a:lnTo>
                <a:close/>
                <a:moveTo>
                  <a:pt x="405" y="0"/>
                </a:moveTo>
                <a:lnTo>
                  <a:pt x="155" y="24"/>
                </a:lnTo>
                <a:lnTo>
                  <a:pt x="60" y="119"/>
                </a:lnTo>
                <a:lnTo>
                  <a:pt x="0" y="227"/>
                </a:lnTo>
                <a:lnTo>
                  <a:pt x="24" y="477"/>
                </a:lnTo>
                <a:lnTo>
                  <a:pt x="119" y="572"/>
                </a:lnTo>
                <a:lnTo>
                  <a:pt x="12490" y="10347"/>
                </a:lnTo>
                <a:lnTo>
                  <a:pt x="12586" y="10407"/>
                </a:lnTo>
                <a:lnTo>
                  <a:pt x="12669" y="10419"/>
                </a:lnTo>
                <a:lnTo>
                  <a:pt x="12740" y="10407"/>
                </a:lnTo>
                <a:lnTo>
                  <a:pt x="12871" y="10347"/>
                </a:lnTo>
                <a:lnTo>
                  <a:pt x="12931" y="10288"/>
                </a:lnTo>
                <a:lnTo>
                  <a:pt x="13002" y="10169"/>
                </a:lnTo>
                <a:lnTo>
                  <a:pt x="12979" y="9919"/>
                </a:lnTo>
                <a:lnTo>
                  <a:pt x="12895" y="9835"/>
                </a:lnTo>
                <a:lnTo>
                  <a:pt x="524" y="60"/>
                </a:lnTo>
                <a:lnTo>
                  <a:pt x="40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0" name="Google Shape;3190;p175"/>
          <p:cNvSpPr/>
          <p:nvPr/>
        </p:nvSpPr>
        <p:spPr>
          <a:xfrm>
            <a:off x="9099634" y="3244391"/>
            <a:ext cx="656086" cy="524617"/>
          </a:xfrm>
          <a:custGeom>
            <a:rect b="b" l="l" r="r" t="t"/>
            <a:pathLst>
              <a:path extrusionOk="0" h="10407" w="13015">
                <a:moveTo>
                  <a:pt x="5525" y="643"/>
                </a:moveTo>
                <a:lnTo>
                  <a:pt x="5263" y="655"/>
                </a:lnTo>
                <a:lnTo>
                  <a:pt x="4740" y="727"/>
                </a:lnTo>
                <a:lnTo>
                  <a:pt x="4251" y="881"/>
                </a:lnTo>
                <a:lnTo>
                  <a:pt x="3787" y="1096"/>
                </a:lnTo>
                <a:lnTo>
                  <a:pt x="3573" y="1227"/>
                </a:lnTo>
                <a:lnTo>
                  <a:pt x="4120" y="1655"/>
                </a:lnTo>
                <a:lnTo>
                  <a:pt x="4442" y="1501"/>
                </a:lnTo>
                <a:lnTo>
                  <a:pt x="5144" y="1310"/>
                </a:lnTo>
                <a:lnTo>
                  <a:pt x="5525" y="1298"/>
                </a:lnTo>
                <a:lnTo>
                  <a:pt x="5895" y="1310"/>
                </a:lnTo>
                <a:lnTo>
                  <a:pt x="6585" y="1489"/>
                </a:lnTo>
                <a:lnTo>
                  <a:pt x="7204" y="1810"/>
                </a:lnTo>
                <a:lnTo>
                  <a:pt x="7716" y="2263"/>
                </a:lnTo>
                <a:lnTo>
                  <a:pt x="7931" y="2536"/>
                </a:lnTo>
                <a:lnTo>
                  <a:pt x="8002" y="2632"/>
                </a:lnTo>
                <a:lnTo>
                  <a:pt x="8193" y="2763"/>
                </a:lnTo>
                <a:lnTo>
                  <a:pt x="8407" y="2822"/>
                </a:lnTo>
                <a:lnTo>
                  <a:pt x="8633" y="2798"/>
                </a:lnTo>
                <a:lnTo>
                  <a:pt x="8740" y="2751"/>
                </a:lnTo>
                <a:lnTo>
                  <a:pt x="8907" y="2691"/>
                </a:lnTo>
                <a:lnTo>
                  <a:pt x="9252" y="2608"/>
                </a:lnTo>
                <a:lnTo>
                  <a:pt x="9443" y="2596"/>
                </a:lnTo>
                <a:lnTo>
                  <a:pt x="9609" y="2608"/>
                </a:lnTo>
                <a:lnTo>
                  <a:pt x="9919" y="2667"/>
                </a:lnTo>
                <a:lnTo>
                  <a:pt x="10217" y="2798"/>
                </a:lnTo>
                <a:lnTo>
                  <a:pt x="10479" y="2965"/>
                </a:lnTo>
                <a:lnTo>
                  <a:pt x="10693" y="3191"/>
                </a:lnTo>
                <a:lnTo>
                  <a:pt x="10872" y="3453"/>
                </a:lnTo>
                <a:lnTo>
                  <a:pt x="10991" y="3739"/>
                </a:lnTo>
                <a:lnTo>
                  <a:pt x="11062" y="4061"/>
                </a:lnTo>
                <a:lnTo>
                  <a:pt x="11062" y="4227"/>
                </a:lnTo>
                <a:lnTo>
                  <a:pt x="11050" y="4453"/>
                </a:lnTo>
                <a:lnTo>
                  <a:pt x="11002" y="4656"/>
                </a:lnTo>
                <a:lnTo>
                  <a:pt x="10979" y="4775"/>
                </a:lnTo>
                <a:lnTo>
                  <a:pt x="10991" y="5001"/>
                </a:lnTo>
                <a:lnTo>
                  <a:pt x="11086" y="5204"/>
                </a:lnTo>
                <a:lnTo>
                  <a:pt x="11229" y="5370"/>
                </a:lnTo>
                <a:lnTo>
                  <a:pt x="11324" y="5430"/>
                </a:lnTo>
                <a:lnTo>
                  <a:pt x="11550" y="5561"/>
                </a:lnTo>
                <a:lnTo>
                  <a:pt x="11931" y="5918"/>
                </a:lnTo>
                <a:lnTo>
                  <a:pt x="12205" y="6370"/>
                </a:lnTo>
                <a:lnTo>
                  <a:pt x="12360" y="6882"/>
                </a:lnTo>
                <a:lnTo>
                  <a:pt x="12372" y="7156"/>
                </a:lnTo>
                <a:lnTo>
                  <a:pt x="12360" y="7382"/>
                </a:lnTo>
                <a:lnTo>
                  <a:pt x="12265" y="7823"/>
                </a:lnTo>
                <a:lnTo>
                  <a:pt x="12169" y="8014"/>
                </a:lnTo>
                <a:lnTo>
                  <a:pt x="12693" y="8430"/>
                </a:lnTo>
                <a:lnTo>
                  <a:pt x="12836" y="8133"/>
                </a:lnTo>
                <a:lnTo>
                  <a:pt x="13003" y="7502"/>
                </a:lnTo>
                <a:lnTo>
                  <a:pt x="13015" y="7156"/>
                </a:lnTo>
                <a:lnTo>
                  <a:pt x="13003" y="6787"/>
                </a:lnTo>
                <a:lnTo>
                  <a:pt x="12800" y="6097"/>
                </a:lnTo>
                <a:lnTo>
                  <a:pt x="12431" y="5501"/>
                </a:lnTo>
                <a:lnTo>
                  <a:pt x="11931" y="5025"/>
                </a:lnTo>
                <a:lnTo>
                  <a:pt x="11634" y="4846"/>
                </a:lnTo>
                <a:lnTo>
                  <a:pt x="11705" y="4537"/>
                </a:lnTo>
                <a:lnTo>
                  <a:pt x="11717" y="4227"/>
                </a:lnTo>
                <a:lnTo>
                  <a:pt x="11705" y="3989"/>
                </a:lnTo>
                <a:lnTo>
                  <a:pt x="11622" y="3549"/>
                </a:lnTo>
                <a:lnTo>
                  <a:pt x="11443" y="3132"/>
                </a:lnTo>
                <a:lnTo>
                  <a:pt x="11193" y="2775"/>
                </a:lnTo>
                <a:lnTo>
                  <a:pt x="10883" y="2465"/>
                </a:lnTo>
                <a:lnTo>
                  <a:pt x="10526" y="2215"/>
                </a:lnTo>
                <a:lnTo>
                  <a:pt x="10121" y="2048"/>
                </a:lnTo>
                <a:lnTo>
                  <a:pt x="9669" y="1953"/>
                </a:lnTo>
                <a:lnTo>
                  <a:pt x="9443" y="1941"/>
                </a:lnTo>
                <a:lnTo>
                  <a:pt x="9181" y="1953"/>
                </a:lnTo>
                <a:lnTo>
                  <a:pt x="8681" y="2072"/>
                </a:lnTo>
                <a:lnTo>
                  <a:pt x="8466" y="2167"/>
                </a:lnTo>
                <a:lnTo>
                  <a:pt x="8204" y="1834"/>
                </a:lnTo>
                <a:lnTo>
                  <a:pt x="7573" y="1274"/>
                </a:lnTo>
                <a:lnTo>
                  <a:pt x="6823" y="869"/>
                </a:lnTo>
                <a:lnTo>
                  <a:pt x="5978" y="667"/>
                </a:lnTo>
                <a:lnTo>
                  <a:pt x="5525" y="643"/>
                </a:lnTo>
                <a:close/>
                <a:moveTo>
                  <a:pt x="2061" y="3346"/>
                </a:moveTo>
                <a:lnTo>
                  <a:pt x="2061" y="3358"/>
                </a:lnTo>
                <a:lnTo>
                  <a:pt x="1977" y="3703"/>
                </a:lnTo>
                <a:lnTo>
                  <a:pt x="1953" y="4072"/>
                </a:lnTo>
                <a:lnTo>
                  <a:pt x="1739" y="4144"/>
                </a:lnTo>
                <a:lnTo>
                  <a:pt x="1346" y="4358"/>
                </a:lnTo>
                <a:lnTo>
                  <a:pt x="989" y="4632"/>
                </a:lnTo>
                <a:lnTo>
                  <a:pt x="679" y="4942"/>
                </a:lnTo>
                <a:lnTo>
                  <a:pt x="417" y="5311"/>
                </a:lnTo>
                <a:lnTo>
                  <a:pt x="215" y="5704"/>
                </a:lnTo>
                <a:lnTo>
                  <a:pt x="72" y="6132"/>
                </a:lnTo>
                <a:lnTo>
                  <a:pt x="1" y="6597"/>
                </a:lnTo>
                <a:lnTo>
                  <a:pt x="1" y="6835"/>
                </a:lnTo>
                <a:lnTo>
                  <a:pt x="1" y="7132"/>
                </a:lnTo>
                <a:lnTo>
                  <a:pt x="120" y="7704"/>
                </a:lnTo>
                <a:lnTo>
                  <a:pt x="346" y="8228"/>
                </a:lnTo>
                <a:lnTo>
                  <a:pt x="667" y="8704"/>
                </a:lnTo>
                <a:lnTo>
                  <a:pt x="1060" y="9097"/>
                </a:lnTo>
                <a:lnTo>
                  <a:pt x="1525" y="9419"/>
                </a:lnTo>
                <a:lnTo>
                  <a:pt x="2049" y="9633"/>
                </a:lnTo>
                <a:lnTo>
                  <a:pt x="2620" y="9752"/>
                </a:lnTo>
                <a:lnTo>
                  <a:pt x="2930" y="9764"/>
                </a:lnTo>
                <a:lnTo>
                  <a:pt x="10181" y="9764"/>
                </a:lnTo>
                <a:lnTo>
                  <a:pt x="9359" y="9109"/>
                </a:lnTo>
                <a:lnTo>
                  <a:pt x="2692" y="9109"/>
                </a:lnTo>
                <a:lnTo>
                  <a:pt x="2251" y="9014"/>
                </a:lnTo>
                <a:lnTo>
                  <a:pt x="1834" y="8835"/>
                </a:lnTo>
                <a:lnTo>
                  <a:pt x="1477" y="8597"/>
                </a:lnTo>
                <a:lnTo>
                  <a:pt x="1168" y="8287"/>
                </a:lnTo>
                <a:lnTo>
                  <a:pt x="917" y="7918"/>
                </a:lnTo>
                <a:lnTo>
                  <a:pt x="751" y="7513"/>
                </a:lnTo>
                <a:lnTo>
                  <a:pt x="656" y="7073"/>
                </a:lnTo>
                <a:lnTo>
                  <a:pt x="644" y="6835"/>
                </a:lnTo>
                <a:lnTo>
                  <a:pt x="656" y="6644"/>
                </a:lnTo>
                <a:lnTo>
                  <a:pt x="715" y="6287"/>
                </a:lnTo>
                <a:lnTo>
                  <a:pt x="894" y="5799"/>
                </a:lnTo>
                <a:lnTo>
                  <a:pt x="1298" y="5239"/>
                </a:lnTo>
                <a:lnTo>
                  <a:pt x="1846" y="4823"/>
                </a:lnTo>
                <a:lnTo>
                  <a:pt x="2168" y="4680"/>
                </a:lnTo>
                <a:lnTo>
                  <a:pt x="2346" y="4584"/>
                </a:lnTo>
                <a:lnTo>
                  <a:pt x="2525" y="4370"/>
                </a:lnTo>
                <a:lnTo>
                  <a:pt x="2596" y="4191"/>
                </a:lnTo>
                <a:lnTo>
                  <a:pt x="2608" y="4096"/>
                </a:lnTo>
                <a:lnTo>
                  <a:pt x="2608" y="3953"/>
                </a:lnTo>
                <a:lnTo>
                  <a:pt x="2632" y="3799"/>
                </a:lnTo>
                <a:lnTo>
                  <a:pt x="2061" y="3346"/>
                </a:lnTo>
                <a:close/>
                <a:moveTo>
                  <a:pt x="405" y="0"/>
                </a:moveTo>
                <a:lnTo>
                  <a:pt x="167" y="24"/>
                </a:lnTo>
                <a:lnTo>
                  <a:pt x="60" y="119"/>
                </a:lnTo>
                <a:lnTo>
                  <a:pt x="1" y="238"/>
                </a:lnTo>
                <a:lnTo>
                  <a:pt x="24" y="477"/>
                </a:lnTo>
                <a:lnTo>
                  <a:pt x="120" y="572"/>
                </a:lnTo>
                <a:lnTo>
                  <a:pt x="12491" y="10347"/>
                </a:lnTo>
                <a:lnTo>
                  <a:pt x="12610" y="10407"/>
                </a:lnTo>
                <a:lnTo>
                  <a:pt x="12860" y="10383"/>
                </a:lnTo>
                <a:lnTo>
                  <a:pt x="12955" y="10288"/>
                </a:lnTo>
                <a:lnTo>
                  <a:pt x="13015" y="10169"/>
                </a:lnTo>
                <a:lnTo>
                  <a:pt x="12991" y="9919"/>
                </a:lnTo>
                <a:lnTo>
                  <a:pt x="12896" y="9835"/>
                </a:lnTo>
                <a:lnTo>
                  <a:pt x="525" y="60"/>
                </a:lnTo>
                <a:lnTo>
                  <a:pt x="40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1" name="Google Shape;3191;p175"/>
          <p:cNvSpPr/>
          <p:nvPr/>
        </p:nvSpPr>
        <p:spPr>
          <a:xfrm>
            <a:off x="10100821" y="3276804"/>
            <a:ext cx="656691" cy="459790"/>
          </a:xfrm>
          <a:custGeom>
            <a:rect b="b" l="l" r="r" t="t"/>
            <a:pathLst>
              <a:path extrusionOk="0" h="9121" w="13027">
                <a:moveTo>
                  <a:pt x="5084" y="3596"/>
                </a:moveTo>
                <a:lnTo>
                  <a:pt x="4977" y="3679"/>
                </a:lnTo>
                <a:lnTo>
                  <a:pt x="4906" y="3787"/>
                </a:lnTo>
                <a:lnTo>
                  <a:pt x="4906" y="4037"/>
                </a:lnTo>
                <a:lnTo>
                  <a:pt x="4977" y="4144"/>
                </a:lnTo>
                <a:lnTo>
                  <a:pt x="6049" y="5215"/>
                </a:lnTo>
                <a:lnTo>
                  <a:pt x="4977" y="6287"/>
                </a:lnTo>
                <a:lnTo>
                  <a:pt x="4906" y="6394"/>
                </a:lnTo>
                <a:lnTo>
                  <a:pt x="4906" y="6644"/>
                </a:lnTo>
                <a:lnTo>
                  <a:pt x="4977" y="6739"/>
                </a:lnTo>
                <a:lnTo>
                  <a:pt x="5084" y="6823"/>
                </a:lnTo>
                <a:lnTo>
                  <a:pt x="5334" y="6823"/>
                </a:lnTo>
                <a:lnTo>
                  <a:pt x="5441" y="6739"/>
                </a:lnTo>
                <a:lnTo>
                  <a:pt x="6513" y="5668"/>
                </a:lnTo>
                <a:lnTo>
                  <a:pt x="7585" y="6739"/>
                </a:lnTo>
                <a:lnTo>
                  <a:pt x="7692" y="6823"/>
                </a:lnTo>
                <a:lnTo>
                  <a:pt x="7942" y="6823"/>
                </a:lnTo>
                <a:lnTo>
                  <a:pt x="8049" y="6739"/>
                </a:lnTo>
                <a:lnTo>
                  <a:pt x="8121" y="6644"/>
                </a:lnTo>
                <a:lnTo>
                  <a:pt x="8121" y="6394"/>
                </a:lnTo>
                <a:lnTo>
                  <a:pt x="8049" y="6287"/>
                </a:lnTo>
                <a:lnTo>
                  <a:pt x="6977" y="5215"/>
                </a:lnTo>
                <a:lnTo>
                  <a:pt x="8049" y="4144"/>
                </a:lnTo>
                <a:lnTo>
                  <a:pt x="8121" y="4037"/>
                </a:lnTo>
                <a:lnTo>
                  <a:pt x="8121" y="3787"/>
                </a:lnTo>
                <a:lnTo>
                  <a:pt x="8049" y="3679"/>
                </a:lnTo>
                <a:lnTo>
                  <a:pt x="7942" y="3596"/>
                </a:lnTo>
                <a:lnTo>
                  <a:pt x="7692" y="3596"/>
                </a:lnTo>
                <a:lnTo>
                  <a:pt x="7585" y="3679"/>
                </a:lnTo>
                <a:lnTo>
                  <a:pt x="6513" y="4751"/>
                </a:lnTo>
                <a:lnTo>
                  <a:pt x="5441" y="3679"/>
                </a:lnTo>
                <a:lnTo>
                  <a:pt x="5334" y="3596"/>
                </a:lnTo>
                <a:close/>
                <a:moveTo>
                  <a:pt x="5537" y="655"/>
                </a:moveTo>
                <a:lnTo>
                  <a:pt x="5906" y="667"/>
                </a:lnTo>
                <a:lnTo>
                  <a:pt x="6585" y="846"/>
                </a:lnTo>
                <a:lnTo>
                  <a:pt x="7204" y="1167"/>
                </a:lnTo>
                <a:lnTo>
                  <a:pt x="7716" y="1620"/>
                </a:lnTo>
                <a:lnTo>
                  <a:pt x="7930" y="1893"/>
                </a:lnTo>
                <a:lnTo>
                  <a:pt x="8001" y="1989"/>
                </a:lnTo>
                <a:lnTo>
                  <a:pt x="8192" y="2120"/>
                </a:lnTo>
                <a:lnTo>
                  <a:pt x="8406" y="2179"/>
                </a:lnTo>
                <a:lnTo>
                  <a:pt x="8633" y="2155"/>
                </a:lnTo>
                <a:lnTo>
                  <a:pt x="8740" y="2108"/>
                </a:lnTo>
                <a:lnTo>
                  <a:pt x="8906" y="2048"/>
                </a:lnTo>
                <a:lnTo>
                  <a:pt x="9252" y="1965"/>
                </a:lnTo>
                <a:lnTo>
                  <a:pt x="9442" y="1953"/>
                </a:lnTo>
                <a:lnTo>
                  <a:pt x="9609" y="1965"/>
                </a:lnTo>
                <a:lnTo>
                  <a:pt x="9930" y="2024"/>
                </a:lnTo>
                <a:lnTo>
                  <a:pt x="10216" y="2155"/>
                </a:lnTo>
                <a:lnTo>
                  <a:pt x="10478" y="2322"/>
                </a:lnTo>
                <a:lnTo>
                  <a:pt x="10704" y="2548"/>
                </a:lnTo>
                <a:lnTo>
                  <a:pt x="10871" y="2810"/>
                </a:lnTo>
                <a:lnTo>
                  <a:pt x="11002" y="3096"/>
                </a:lnTo>
                <a:lnTo>
                  <a:pt x="11061" y="3418"/>
                </a:lnTo>
                <a:lnTo>
                  <a:pt x="11073" y="3584"/>
                </a:lnTo>
                <a:lnTo>
                  <a:pt x="11061" y="3810"/>
                </a:lnTo>
                <a:lnTo>
                  <a:pt x="11002" y="4013"/>
                </a:lnTo>
                <a:lnTo>
                  <a:pt x="10978" y="4132"/>
                </a:lnTo>
                <a:lnTo>
                  <a:pt x="11002" y="4358"/>
                </a:lnTo>
                <a:lnTo>
                  <a:pt x="11085" y="4561"/>
                </a:lnTo>
                <a:lnTo>
                  <a:pt x="11228" y="4727"/>
                </a:lnTo>
                <a:lnTo>
                  <a:pt x="11323" y="4787"/>
                </a:lnTo>
                <a:lnTo>
                  <a:pt x="11562" y="4918"/>
                </a:lnTo>
                <a:lnTo>
                  <a:pt x="11931" y="5275"/>
                </a:lnTo>
                <a:lnTo>
                  <a:pt x="12216" y="5727"/>
                </a:lnTo>
                <a:lnTo>
                  <a:pt x="12359" y="6239"/>
                </a:lnTo>
                <a:lnTo>
                  <a:pt x="12371" y="6513"/>
                </a:lnTo>
                <a:lnTo>
                  <a:pt x="12359" y="6716"/>
                </a:lnTo>
                <a:lnTo>
                  <a:pt x="12288" y="7097"/>
                </a:lnTo>
                <a:lnTo>
                  <a:pt x="12133" y="7442"/>
                </a:lnTo>
                <a:lnTo>
                  <a:pt x="11931" y="7763"/>
                </a:lnTo>
                <a:lnTo>
                  <a:pt x="11669" y="8025"/>
                </a:lnTo>
                <a:lnTo>
                  <a:pt x="11347" y="8240"/>
                </a:lnTo>
                <a:lnTo>
                  <a:pt x="11002" y="8383"/>
                </a:lnTo>
                <a:lnTo>
                  <a:pt x="10621" y="8466"/>
                </a:lnTo>
                <a:lnTo>
                  <a:pt x="2929" y="8466"/>
                </a:lnTo>
                <a:lnTo>
                  <a:pt x="2691" y="8454"/>
                </a:lnTo>
                <a:lnTo>
                  <a:pt x="2250" y="8371"/>
                </a:lnTo>
                <a:lnTo>
                  <a:pt x="1846" y="8192"/>
                </a:lnTo>
                <a:lnTo>
                  <a:pt x="1477" y="7954"/>
                </a:lnTo>
                <a:lnTo>
                  <a:pt x="1167" y="7644"/>
                </a:lnTo>
                <a:lnTo>
                  <a:pt x="929" y="7275"/>
                </a:lnTo>
                <a:lnTo>
                  <a:pt x="750" y="6870"/>
                </a:lnTo>
                <a:lnTo>
                  <a:pt x="655" y="6418"/>
                </a:lnTo>
                <a:lnTo>
                  <a:pt x="655" y="6192"/>
                </a:lnTo>
                <a:lnTo>
                  <a:pt x="655" y="6001"/>
                </a:lnTo>
                <a:lnTo>
                  <a:pt x="715" y="5644"/>
                </a:lnTo>
                <a:lnTo>
                  <a:pt x="893" y="5156"/>
                </a:lnTo>
                <a:lnTo>
                  <a:pt x="1298" y="4584"/>
                </a:lnTo>
                <a:lnTo>
                  <a:pt x="1846" y="4168"/>
                </a:lnTo>
                <a:lnTo>
                  <a:pt x="2179" y="4037"/>
                </a:lnTo>
                <a:lnTo>
                  <a:pt x="2358" y="3941"/>
                </a:lnTo>
                <a:lnTo>
                  <a:pt x="2536" y="3727"/>
                </a:lnTo>
                <a:lnTo>
                  <a:pt x="2596" y="3548"/>
                </a:lnTo>
                <a:lnTo>
                  <a:pt x="2608" y="3453"/>
                </a:lnTo>
                <a:lnTo>
                  <a:pt x="2632" y="3167"/>
                </a:lnTo>
                <a:lnTo>
                  <a:pt x="2762" y="2608"/>
                </a:lnTo>
                <a:lnTo>
                  <a:pt x="3001" y="2108"/>
                </a:lnTo>
                <a:lnTo>
                  <a:pt x="3310" y="1667"/>
                </a:lnTo>
                <a:lnTo>
                  <a:pt x="3715" y="1286"/>
                </a:lnTo>
                <a:lnTo>
                  <a:pt x="4167" y="989"/>
                </a:lnTo>
                <a:lnTo>
                  <a:pt x="4679" y="774"/>
                </a:lnTo>
                <a:lnTo>
                  <a:pt x="5239" y="667"/>
                </a:lnTo>
                <a:lnTo>
                  <a:pt x="5537" y="655"/>
                </a:lnTo>
                <a:close/>
                <a:moveTo>
                  <a:pt x="5537" y="0"/>
                </a:moveTo>
                <a:lnTo>
                  <a:pt x="5180" y="12"/>
                </a:lnTo>
                <a:lnTo>
                  <a:pt x="4501" y="155"/>
                </a:lnTo>
                <a:lnTo>
                  <a:pt x="3870" y="405"/>
                </a:lnTo>
                <a:lnTo>
                  <a:pt x="3310" y="774"/>
                </a:lnTo>
                <a:lnTo>
                  <a:pt x="2822" y="1239"/>
                </a:lnTo>
                <a:lnTo>
                  <a:pt x="2429" y="1786"/>
                </a:lnTo>
                <a:lnTo>
                  <a:pt x="2143" y="2394"/>
                </a:lnTo>
                <a:lnTo>
                  <a:pt x="1989" y="3072"/>
                </a:lnTo>
                <a:lnTo>
                  <a:pt x="1953" y="3418"/>
                </a:lnTo>
                <a:lnTo>
                  <a:pt x="1750" y="3501"/>
                </a:lnTo>
                <a:lnTo>
                  <a:pt x="1357" y="3715"/>
                </a:lnTo>
                <a:lnTo>
                  <a:pt x="1000" y="3977"/>
                </a:lnTo>
                <a:lnTo>
                  <a:pt x="691" y="4299"/>
                </a:lnTo>
                <a:lnTo>
                  <a:pt x="429" y="4656"/>
                </a:lnTo>
                <a:lnTo>
                  <a:pt x="226" y="5061"/>
                </a:lnTo>
                <a:lnTo>
                  <a:pt x="83" y="5489"/>
                </a:lnTo>
                <a:lnTo>
                  <a:pt x="12" y="5954"/>
                </a:lnTo>
                <a:lnTo>
                  <a:pt x="0" y="6192"/>
                </a:lnTo>
                <a:lnTo>
                  <a:pt x="12" y="6489"/>
                </a:lnTo>
                <a:lnTo>
                  <a:pt x="131" y="7061"/>
                </a:lnTo>
                <a:lnTo>
                  <a:pt x="345" y="7585"/>
                </a:lnTo>
                <a:lnTo>
                  <a:pt x="667" y="8049"/>
                </a:lnTo>
                <a:lnTo>
                  <a:pt x="1060" y="8454"/>
                </a:lnTo>
                <a:lnTo>
                  <a:pt x="1536" y="8764"/>
                </a:lnTo>
                <a:lnTo>
                  <a:pt x="2060" y="8990"/>
                </a:lnTo>
                <a:lnTo>
                  <a:pt x="2632" y="9109"/>
                </a:lnTo>
                <a:lnTo>
                  <a:pt x="2929" y="9121"/>
                </a:lnTo>
                <a:lnTo>
                  <a:pt x="10419" y="9121"/>
                </a:lnTo>
                <a:lnTo>
                  <a:pt x="10680" y="9109"/>
                </a:lnTo>
                <a:lnTo>
                  <a:pt x="11192" y="9002"/>
                </a:lnTo>
                <a:lnTo>
                  <a:pt x="11657" y="8811"/>
                </a:lnTo>
                <a:lnTo>
                  <a:pt x="12074" y="8525"/>
                </a:lnTo>
                <a:lnTo>
                  <a:pt x="12431" y="8168"/>
                </a:lnTo>
                <a:lnTo>
                  <a:pt x="12717" y="7752"/>
                </a:lnTo>
                <a:lnTo>
                  <a:pt x="12907" y="7287"/>
                </a:lnTo>
                <a:lnTo>
                  <a:pt x="13014" y="6775"/>
                </a:lnTo>
                <a:lnTo>
                  <a:pt x="13026" y="6513"/>
                </a:lnTo>
                <a:lnTo>
                  <a:pt x="13002" y="6144"/>
                </a:lnTo>
                <a:lnTo>
                  <a:pt x="12812" y="5454"/>
                </a:lnTo>
                <a:lnTo>
                  <a:pt x="12443" y="4858"/>
                </a:lnTo>
                <a:lnTo>
                  <a:pt x="11931" y="4382"/>
                </a:lnTo>
                <a:lnTo>
                  <a:pt x="11633" y="4215"/>
                </a:lnTo>
                <a:lnTo>
                  <a:pt x="11704" y="3894"/>
                </a:lnTo>
                <a:lnTo>
                  <a:pt x="11716" y="3584"/>
                </a:lnTo>
                <a:lnTo>
                  <a:pt x="11716" y="3346"/>
                </a:lnTo>
                <a:lnTo>
                  <a:pt x="11621" y="2906"/>
                </a:lnTo>
                <a:lnTo>
                  <a:pt x="11454" y="2489"/>
                </a:lnTo>
                <a:lnTo>
                  <a:pt x="11204" y="2132"/>
                </a:lnTo>
                <a:lnTo>
                  <a:pt x="10895" y="1822"/>
                </a:lnTo>
                <a:lnTo>
                  <a:pt x="10526" y="1572"/>
                </a:lnTo>
                <a:lnTo>
                  <a:pt x="10121" y="1405"/>
                </a:lnTo>
                <a:lnTo>
                  <a:pt x="9680" y="1310"/>
                </a:lnTo>
                <a:lnTo>
                  <a:pt x="9180" y="1310"/>
                </a:lnTo>
                <a:lnTo>
                  <a:pt x="8692" y="1429"/>
                </a:lnTo>
                <a:lnTo>
                  <a:pt x="8466" y="1524"/>
                </a:lnTo>
                <a:lnTo>
                  <a:pt x="8204" y="1191"/>
                </a:lnTo>
                <a:lnTo>
                  <a:pt x="7573" y="631"/>
                </a:lnTo>
                <a:lnTo>
                  <a:pt x="6823" y="238"/>
                </a:lnTo>
                <a:lnTo>
                  <a:pt x="5989" y="24"/>
                </a:lnTo>
                <a:lnTo>
                  <a:pt x="553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2" name="Google Shape;3192;p175"/>
          <p:cNvSpPr/>
          <p:nvPr/>
        </p:nvSpPr>
        <p:spPr>
          <a:xfrm>
            <a:off x="11101957" y="3243786"/>
            <a:ext cx="656691" cy="525222"/>
          </a:xfrm>
          <a:custGeom>
            <a:rect b="b" l="l" r="r" t="t"/>
            <a:pathLst>
              <a:path extrusionOk="0" h="10419" w="13027">
                <a:moveTo>
                  <a:pt x="3144" y="2298"/>
                </a:moveTo>
                <a:lnTo>
                  <a:pt x="3049" y="2370"/>
                </a:lnTo>
                <a:lnTo>
                  <a:pt x="120" y="4977"/>
                </a:lnTo>
                <a:lnTo>
                  <a:pt x="60" y="5025"/>
                </a:lnTo>
                <a:lnTo>
                  <a:pt x="12" y="5144"/>
                </a:lnTo>
                <a:lnTo>
                  <a:pt x="1" y="5216"/>
                </a:lnTo>
                <a:lnTo>
                  <a:pt x="12" y="5287"/>
                </a:lnTo>
                <a:lnTo>
                  <a:pt x="60" y="5406"/>
                </a:lnTo>
                <a:lnTo>
                  <a:pt x="120" y="5442"/>
                </a:lnTo>
                <a:lnTo>
                  <a:pt x="3049" y="8061"/>
                </a:lnTo>
                <a:lnTo>
                  <a:pt x="3144" y="8133"/>
                </a:lnTo>
                <a:lnTo>
                  <a:pt x="3394" y="8121"/>
                </a:lnTo>
                <a:lnTo>
                  <a:pt x="3489" y="8037"/>
                </a:lnTo>
                <a:lnTo>
                  <a:pt x="3573" y="7930"/>
                </a:lnTo>
                <a:lnTo>
                  <a:pt x="3561" y="7680"/>
                </a:lnTo>
                <a:lnTo>
                  <a:pt x="3477" y="7573"/>
                </a:lnTo>
                <a:lnTo>
                  <a:pt x="822" y="5216"/>
                </a:lnTo>
                <a:lnTo>
                  <a:pt x="3477" y="2858"/>
                </a:lnTo>
                <a:lnTo>
                  <a:pt x="3561" y="2751"/>
                </a:lnTo>
                <a:lnTo>
                  <a:pt x="3584" y="2560"/>
                </a:lnTo>
                <a:lnTo>
                  <a:pt x="3537" y="2441"/>
                </a:lnTo>
                <a:lnTo>
                  <a:pt x="3489" y="2394"/>
                </a:lnTo>
                <a:lnTo>
                  <a:pt x="3394" y="2310"/>
                </a:lnTo>
                <a:lnTo>
                  <a:pt x="3144" y="2298"/>
                </a:lnTo>
                <a:close/>
                <a:moveTo>
                  <a:pt x="9883" y="2298"/>
                </a:moveTo>
                <a:lnTo>
                  <a:pt x="9633" y="2310"/>
                </a:lnTo>
                <a:lnTo>
                  <a:pt x="9526" y="2394"/>
                </a:lnTo>
                <a:lnTo>
                  <a:pt x="9455" y="2501"/>
                </a:lnTo>
                <a:lnTo>
                  <a:pt x="9466" y="2751"/>
                </a:lnTo>
                <a:lnTo>
                  <a:pt x="9562" y="2858"/>
                </a:lnTo>
                <a:lnTo>
                  <a:pt x="12217" y="5204"/>
                </a:lnTo>
                <a:lnTo>
                  <a:pt x="9562" y="7573"/>
                </a:lnTo>
                <a:lnTo>
                  <a:pt x="9466" y="7680"/>
                </a:lnTo>
                <a:lnTo>
                  <a:pt x="9455" y="7930"/>
                </a:lnTo>
                <a:lnTo>
                  <a:pt x="9526" y="8037"/>
                </a:lnTo>
                <a:lnTo>
                  <a:pt x="9633" y="8121"/>
                </a:lnTo>
                <a:lnTo>
                  <a:pt x="9883" y="8133"/>
                </a:lnTo>
                <a:lnTo>
                  <a:pt x="9990" y="8061"/>
                </a:lnTo>
                <a:lnTo>
                  <a:pt x="12919" y="5442"/>
                </a:lnTo>
                <a:lnTo>
                  <a:pt x="12967" y="5406"/>
                </a:lnTo>
                <a:lnTo>
                  <a:pt x="13027" y="5275"/>
                </a:lnTo>
                <a:lnTo>
                  <a:pt x="13027" y="5204"/>
                </a:lnTo>
                <a:lnTo>
                  <a:pt x="13003" y="5073"/>
                </a:lnTo>
                <a:lnTo>
                  <a:pt x="12919" y="4977"/>
                </a:lnTo>
                <a:lnTo>
                  <a:pt x="9990" y="2370"/>
                </a:lnTo>
                <a:lnTo>
                  <a:pt x="9883" y="2298"/>
                </a:lnTo>
                <a:close/>
                <a:moveTo>
                  <a:pt x="8121" y="0"/>
                </a:moveTo>
                <a:lnTo>
                  <a:pt x="7895" y="108"/>
                </a:lnTo>
                <a:lnTo>
                  <a:pt x="7835" y="227"/>
                </a:lnTo>
                <a:lnTo>
                  <a:pt x="4573" y="9990"/>
                </a:lnTo>
                <a:lnTo>
                  <a:pt x="4549" y="10121"/>
                </a:lnTo>
                <a:lnTo>
                  <a:pt x="4668" y="10347"/>
                </a:lnTo>
                <a:lnTo>
                  <a:pt x="4787" y="10407"/>
                </a:lnTo>
                <a:lnTo>
                  <a:pt x="4918" y="10419"/>
                </a:lnTo>
                <a:lnTo>
                  <a:pt x="5132" y="10312"/>
                </a:lnTo>
                <a:lnTo>
                  <a:pt x="5192" y="10204"/>
                </a:lnTo>
                <a:lnTo>
                  <a:pt x="8454" y="441"/>
                </a:lnTo>
                <a:lnTo>
                  <a:pt x="8466" y="310"/>
                </a:lnTo>
                <a:lnTo>
                  <a:pt x="8359" y="84"/>
                </a:lnTo>
                <a:lnTo>
                  <a:pt x="8252" y="24"/>
                </a:lnTo>
                <a:lnTo>
                  <a:pt x="8121"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3" name="Google Shape;3193;p175"/>
          <p:cNvSpPr/>
          <p:nvPr/>
        </p:nvSpPr>
        <p:spPr>
          <a:xfrm>
            <a:off x="12202149" y="3244391"/>
            <a:ext cx="459235" cy="525222"/>
          </a:xfrm>
          <a:custGeom>
            <a:rect b="b" l="l" r="r" t="t"/>
            <a:pathLst>
              <a:path extrusionOk="0" h="10419" w="9110">
                <a:moveTo>
                  <a:pt x="1620" y="643"/>
                </a:moveTo>
                <a:lnTo>
                  <a:pt x="1822" y="655"/>
                </a:lnTo>
                <a:lnTo>
                  <a:pt x="2180" y="810"/>
                </a:lnTo>
                <a:lnTo>
                  <a:pt x="2442" y="1072"/>
                </a:lnTo>
                <a:lnTo>
                  <a:pt x="2584" y="1429"/>
                </a:lnTo>
                <a:lnTo>
                  <a:pt x="2596" y="1620"/>
                </a:lnTo>
                <a:lnTo>
                  <a:pt x="2584" y="1822"/>
                </a:lnTo>
                <a:lnTo>
                  <a:pt x="2442" y="2167"/>
                </a:lnTo>
                <a:lnTo>
                  <a:pt x="2180" y="2441"/>
                </a:lnTo>
                <a:lnTo>
                  <a:pt x="1822" y="2584"/>
                </a:lnTo>
                <a:lnTo>
                  <a:pt x="1620" y="2596"/>
                </a:lnTo>
                <a:lnTo>
                  <a:pt x="1429" y="2584"/>
                </a:lnTo>
                <a:lnTo>
                  <a:pt x="1072" y="2441"/>
                </a:lnTo>
                <a:lnTo>
                  <a:pt x="810" y="2167"/>
                </a:lnTo>
                <a:lnTo>
                  <a:pt x="667" y="1822"/>
                </a:lnTo>
                <a:lnTo>
                  <a:pt x="644" y="1620"/>
                </a:lnTo>
                <a:lnTo>
                  <a:pt x="667" y="1429"/>
                </a:lnTo>
                <a:lnTo>
                  <a:pt x="810" y="1072"/>
                </a:lnTo>
                <a:lnTo>
                  <a:pt x="1072" y="810"/>
                </a:lnTo>
                <a:lnTo>
                  <a:pt x="1429" y="655"/>
                </a:lnTo>
                <a:lnTo>
                  <a:pt x="1620" y="643"/>
                </a:lnTo>
                <a:close/>
                <a:moveTo>
                  <a:pt x="7490" y="643"/>
                </a:moveTo>
                <a:lnTo>
                  <a:pt x="7680" y="655"/>
                </a:lnTo>
                <a:lnTo>
                  <a:pt x="8038" y="810"/>
                </a:lnTo>
                <a:lnTo>
                  <a:pt x="8300" y="1072"/>
                </a:lnTo>
                <a:lnTo>
                  <a:pt x="8443" y="1429"/>
                </a:lnTo>
                <a:lnTo>
                  <a:pt x="8466" y="1620"/>
                </a:lnTo>
                <a:lnTo>
                  <a:pt x="8443" y="1822"/>
                </a:lnTo>
                <a:lnTo>
                  <a:pt x="8300" y="2167"/>
                </a:lnTo>
                <a:lnTo>
                  <a:pt x="8038" y="2441"/>
                </a:lnTo>
                <a:lnTo>
                  <a:pt x="7680" y="2584"/>
                </a:lnTo>
                <a:lnTo>
                  <a:pt x="7490" y="2596"/>
                </a:lnTo>
                <a:lnTo>
                  <a:pt x="7288" y="2584"/>
                </a:lnTo>
                <a:lnTo>
                  <a:pt x="6930" y="2441"/>
                </a:lnTo>
                <a:lnTo>
                  <a:pt x="6668" y="2167"/>
                </a:lnTo>
                <a:lnTo>
                  <a:pt x="6526" y="1822"/>
                </a:lnTo>
                <a:lnTo>
                  <a:pt x="6514" y="1620"/>
                </a:lnTo>
                <a:lnTo>
                  <a:pt x="6526" y="1429"/>
                </a:lnTo>
                <a:lnTo>
                  <a:pt x="6668" y="1072"/>
                </a:lnTo>
                <a:lnTo>
                  <a:pt x="6930" y="810"/>
                </a:lnTo>
                <a:lnTo>
                  <a:pt x="7288" y="655"/>
                </a:lnTo>
                <a:lnTo>
                  <a:pt x="7490" y="643"/>
                </a:lnTo>
                <a:close/>
                <a:moveTo>
                  <a:pt x="1620" y="7811"/>
                </a:moveTo>
                <a:lnTo>
                  <a:pt x="1822" y="7823"/>
                </a:lnTo>
                <a:lnTo>
                  <a:pt x="2180" y="7966"/>
                </a:lnTo>
                <a:lnTo>
                  <a:pt x="2442" y="8240"/>
                </a:lnTo>
                <a:lnTo>
                  <a:pt x="2584" y="8585"/>
                </a:lnTo>
                <a:lnTo>
                  <a:pt x="2596" y="8787"/>
                </a:lnTo>
                <a:lnTo>
                  <a:pt x="2584" y="8978"/>
                </a:lnTo>
                <a:lnTo>
                  <a:pt x="2442" y="9335"/>
                </a:lnTo>
                <a:lnTo>
                  <a:pt x="2180" y="9597"/>
                </a:lnTo>
                <a:lnTo>
                  <a:pt x="1822" y="9752"/>
                </a:lnTo>
                <a:lnTo>
                  <a:pt x="1620" y="9764"/>
                </a:lnTo>
                <a:lnTo>
                  <a:pt x="1429" y="9752"/>
                </a:lnTo>
                <a:lnTo>
                  <a:pt x="1072" y="9597"/>
                </a:lnTo>
                <a:lnTo>
                  <a:pt x="810" y="9335"/>
                </a:lnTo>
                <a:lnTo>
                  <a:pt x="667" y="8978"/>
                </a:lnTo>
                <a:lnTo>
                  <a:pt x="644" y="8787"/>
                </a:lnTo>
                <a:lnTo>
                  <a:pt x="667" y="8585"/>
                </a:lnTo>
                <a:lnTo>
                  <a:pt x="810" y="8240"/>
                </a:lnTo>
                <a:lnTo>
                  <a:pt x="1072" y="7966"/>
                </a:lnTo>
                <a:lnTo>
                  <a:pt x="1429" y="7823"/>
                </a:lnTo>
                <a:lnTo>
                  <a:pt x="1620" y="7811"/>
                </a:lnTo>
                <a:close/>
                <a:moveTo>
                  <a:pt x="1453" y="0"/>
                </a:moveTo>
                <a:lnTo>
                  <a:pt x="1144" y="60"/>
                </a:lnTo>
                <a:lnTo>
                  <a:pt x="846" y="191"/>
                </a:lnTo>
                <a:lnTo>
                  <a:pt x="584" y="369"/>
                </a:lnTo>
                <a:lnTo>
                  <a:pt x="370" y="584"/>
                </a:lnTo>
                <a:lnTo>
                  <a:pt x="191" y="846"/>
                </a:lnTo>
                <a:lnTo>
                  <a:pt x="72" y="1143"/>
                </a:lnTo>
                <a:lnTo>
                  <a:pt x="1" y="1453"/>
                </a:lnTo>
                <a:lnTo>
                  <a:pt x="1" y="1620"/>
                </a:lnTo>
                <a:lnTo>
                  <a:pt x="13" y="1917"/>
                </a:lnTo>
                <a:lnTo>
                  <a:pt x="203" y="2429"/>
                </a:lnTo>
                <a:lnTo>
                  <a:pt x="560" y="2858"/>
                </a:lnTo>
                <a:lnTo>
                  <a:pt x="1025" y="3144"/>
                </a:lnTo>
                <a:lnTo>
                  <a:pt x="1298" y="3215"/>
                </a:lnTo>
                <a:lnTo>
                  <a:pt x="1298" y="7192"/>
                </a:lnTo>
                <a:lnTo>
                  <a:pt x="1025" y="7263"/>
                </a:lnTo>
                <a:lnTo>
                  <a:pt x="560" y="7549"/>
                </a:lnTo>
                <a:lnTo>
                  <a:pt x="203" y="7966"/>
                </a:lnTo>
                <a:lnTo>
                  <a:pt x="13" y="8490"/>
                </a:lnTo>
                <a:lnTo>
                  <a:pt x="1" y="8787"/>
                </a:lnTo>
                <a:lnTo>
                  <a:pt x="1" y="8954"/>
                </a:lnTo>
                <a:lnTo>
                  <a:pt x="72" y="9276"/>
                </a:lnTo>
                <a:lnTo>
                  <a:pt x="191" y="9561"/>
                </a:lnTo>
                <a:lnTo>
                  <a:pt x="370" y="9823"/>
                </a:lnTo>
                <a:lnTo>
                  <a:pt x="584" y="10050"/>
                </a:lnTo>
                <a:lnTo>
                  <a:pt x="846" y="10216"/>
                </a:lnTo>
                <a:lnTo>
                  <a:pt x="1144" y="10347"/>
                </a:lnTo>
                <a:lnTo>
                  <a:pt x="1453" y="10407"/>
                </a:lnTo>
                <a:lnTo>
                  <a:pt x="1632" y="10419"/>
                </a:lnTo>
                <a:lnTo>
                  <a:pt x="1799" y="10407"/>
                </a:lnTo>
                <a:lnTo>
                  <a:pt x="2108" y="10347"/>
                </a:lnTo>
                <a:lnTo>
                  <a:pt x="2406" y="10216"/>
                </a:lnTo>
                <a:lnTo>
                  <a:pt x="2668" y="10050"/>
                </a:lnTo>
                <a:lnTo>
                  <a:pt x="2882" y="9823"/>
                </a:lnTo>
                <a:lnTo>
                  <a:pt x="3061" y="9561"/>
                </a:lnTo>
                <a:lnTo>
                  <a:pt x="3180" y="9276"/>
                </a:lnTo>
                <a:lnTo>
                  <a:pt x="3251" y="8954"/>
                </a:lnTo>
                <a:lnTo>
                  <a:pt x="3251" y="8787"/>
                </a:lnTo>
                <a:lnTo>
                  <a:pt x="3239" y="8490"/>
                </a:lnTo>
                <a:lnTo>
                  <a:pt x="3049" y="7966"/>
                </a:lnTo>
                <a:lnTo>
                  <a:pt x="2692" y="7549"/>
                </a:lnTo>
                <a:lnTo>
                  <a:pt x="2227" y="7263"/>
                </a:lnTo>
                <a:lnTo>
                  <a:pt x="1953" y="7192"/>
                </a:lnTo>
                <a:lnTo>
                  <a:pt x="1953" y="7156"/>
                </a:lnTo>
                <a:lnTo>
                  <a:pt x="1953" y="6990"/>
                </a:lnTo>
                <a:lnTo>
                  <a:pt x="2025" y="6668"/>
                </a:lnTo>
                <a:lnTo>
                  <a:pt x="2144" y="6382"/>
                </a:lnTo>
                <a:lnTo>
                  <a:pt x="2322" y="6120"/>
                </a:lnTo>
                <a:lnTo>
                  <a:pt x="2549" y="5894"/>
                </a:lnTo>
                <a:lnTo>
                  <a:pt x="2799" y="5727"/>
                </a:lnTo>
                <a:lnTo>
                  <a:pt x="3096" y="5596"/>
                </a:lnTo>
                <a:lnTo>
                  <a:pt x="3418" y="5537"/>
                </a:lnTo>
                <a:lnTo>
                  <a:pt x="3585" y="5525"/>
                </a:lnTo>
                <a:lnTo>
                  <a:pt x="5763" y="5525"/>
                </a:lnTo>
                <a:lnTo>
                  <a:pt x="6216" y="5430"/>
                </a:lnTo>
                <a:lnTo>
                  <a:pt x="6621" y="5263"/>
                </a:lnTo>
                <a:lnTo>
                  <a:pt x="6990" y="5013"/>
                </a:lnTo>
                <a:lnTo>
                  <a:pt x="7299" y="4703"/>
                </a:lnTo>
                <a:lnTo>
                  <a:pt x="7538" y="4334"/>
                </a:lnTo>
                <a:lnTo>
                  <a:pt x="7716" y="3930"/>
                </a:lnTo>
                <a:lnTo>
                  <a:pt x="7800" y="3489"/>
                </a:lnTo>
                <a:lnTo>
                  <a:pt x="7811" y="3251"/>
                </a:lnTo>
                <a:lnTo>
                  <a:pt x="7811" y="3215"/>
                </a:lnTo>
                <a:lnTo>
                  <a:pt x="8085" y="3144"/>
                </a:lnTo>
                <a:lnTo>
                  <a:pt x="8550" y="2846"/>
                </a:lnTo>
                <a:lnTo>
                  <a:pt x="8907" y="2429"/>
                </a:lnTo>
                <a:lnTo>
                  <a:pt x="9097" y="1917"/>
                </a:lnTo>
                <a:lnTo>
                  <a:pt x="9109" y="1620"/>
                </a:lnTo>
                <a:lnTo>
                  <a:pt x="9109" y="1453"/>
                </a:lnTo>
                <a:lnTo>
                  <a:pt x="9038" y="1143"/>
                </a:lnTo>
                <a:lnTo>
                  <a:pt x="8919" y="846"/>
                </a:lnTo>
                <a:lnTo>
                  <a:pt x="8740" y="584"/>
                </a:lnTo>
                <a:lnTo>
                  <a:pt x="8526" y="369"/>
                </a:lnTo>
                <a:lnTo>
                  <a:pt x="8264" y="191"/>
                </a:lnTo>
                <a:lnTo>
                  <a:pt x="7966" y="60"/>
                </a:lnTo>
                <a:lnTo>
                  <a:pt x="7657" y="0"/>
                </a:lnTo>
                <a:lnTo>
                  <a:pt x="7323" y="0"/>
                </a:lnTo>
                <a:lnTo>
                  <a:pt x="7002" y="60"/>
                </a:lnTo>
                <a:lnTo>
                  <a:pt x="6704" y="191"/>
                </a:lnTo>
                <a:lnTo>
                  <a:pt x="6442" y="369"/>
                </a:lnTo>
                <a:lnTo>
                  <a:pt x="6228" y="584"/>
                </a:lnTo>
                <a:lnTo>
                  <a:pt x="6049" y="846"/>
                </a:lnTo>
                <a:lnTo>
                  <a:pt x="5930" y="1143"/>
                </a:lnTo>
                <a:lnTo>
                  <a:pt x="5859" y="1453"/>
                </a:lnTo>
                <a:lnTo>
                  <a:pt x="5859" y="1620"/>
                </a:lnTo>
                <a:lnTo>
                  <a:pt x="5871" y="1917"/>
                </a:lnTo>
                <a:lnTo>
                  <a:pt x="6061" y="2429"/>
                </a:lnTo>
                <a:lnTo>
                  <a:pt x="6418" y="2858"/>
                </a:lnTo>
                <a:lnTo>
                  <a:pt x="6883" y="3144"/>
                </a:lnTo>
                <a:lnTo>
                  <a:pt x="7157" y="3215"/>
                </a:lnTo>
                <a:lnTo>
                  <a:pt x="7157" y="3251"/>
                </a:lnTo>
                <a:lnTo>
                  <a:pt x="7157" y="3418"/>
                </a:lnTo>
                <a:lnTo>
                  <a:pt x="7085" y="3739"/>
                </a:lnTo>
                <a:lnTo>
                  <a:pt x="6966" y="4025"/>
                </a:lnTo>
                <a:lnTo>
                  <a:pt x="6787" y="4287"/>
                </a:lnTo>
                <a:lnTo>
                  <a:pt x="6573" y="4513"/>
                </a:lnTo>
                <a:lnTo>
                  <a:pt x="6311" y="4680"/>
                </a:lnTo>
                <a:lnTo>
                  <a:pt x="6014" y="4811"/>
                </a:lnTo>
                <a:lnTo>
                  <a:pt x="5704" y="4870"/>
                </a:lnTo>
                <a:lnTo>
                  <a:pt x="5537" y="4882"/>
                </a:lnTo>
                <a:lnTo>
                  <a:pt x="3346" y="4882"/>
                </a:lnTo>
                <a:lnTo>
                  <a:pt x="2894" y="4977"/>
                </a:lnTo>
                <a:lnTo>
                  <a:pt x="2477" y="5156"/>
                </a:lnTo>
                <a:lnTo>
                  <a:pt x="2108" y="5406"/>
                </a:lnTo>
                <a:lnTo>
                  <a:pt x="1953" y="5561"/>
                </a:lnTo>
                <a:lnTo>
                  <a:pt x="1953" y="3215"/>
                </a:lnTo>
                <a:lnTo>
                  <a:pt x="2227" y="3144"/>
                </a:lnTo>
                <a:lnTo>
                  <a:pt x="2692" y="2846"/>
                </a:lnTo>
                <a:lnTo>
                  <a:pt x="3049" y="2429"/>
                </a:lnTo>
                <a:lnTo>
                  <a:pt x="3239" y="1917"/>
                </a:lnTo>
                <a:lnTo>
                  <a:pt x="3251" y="1620"/>
                </a:lnTo>
                <a:lnTo>
                  <a:pt x="3251" y="1453"/>
                </a:lnTo>
                <a:lnTo>
                  <a:pt x="3180" y="1143"/>
                </a:lnTo>
                <a:lnTo>
                  <a:pt x="3061" y="846"/>
                </a:lnTo>
                <a:lnTo>
                  <a:pt x="2882" y="584"/>
                </a:lnTo>
                <a:lnTo>
                  <a:pt x="2668" y="369"/>
                </a:lnTo>
                <a:lnTo>
                  <a:pt x="2406" y="191"/>
                </a:lnTo>
                <a:lnTo>
                  <a:pt x="2108" y="60"/>
                </a:lnTo>
                <a:lnTo>
                  <a:pt x="1799"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4" name="Google Shape;3194;p175"/>
          <p:cNvSpPr/>
          <p:nvPr/>
        </p:nvSpPr>
        <p:spPr>
          <a:xfrm>
            <a:off x="13104886" y="3375204"/>
            <a:ext cx="656691" cy="262989"/>
          </a:xfrm>
          <a:custGeom>
            <a:rect b="b" l="l" r="r" t="t"/>
            <a:pathLst>
              <a:path extrusionOk="0" h="5217" w="13027">
                <a:moveTo>
                  <a:pt x="6513" y="656"/>
                </a:moveTo>
                <a:lnTo>
                  <a:pt x="6716" y="668"/>
                </a:lnTo>
                <a:lnTo>
                  <a:pt x="7097" y="739"/>
                </a:lnTo>
                <a:lnTo>
                  <a:pt x="7442" y="894"/>
                </a:lnTo>
                <a:lnTo>
                  <a:pt x="7752" y="1096"/>
                </a:lnTo>
                <a:lnTo>
                  <a:pt x="8026" y="1370"/>
                </a:lnTo>
                <a:lnTo>
                  <a:pt x="8228" y="1680"/>
                </a:lnTo>
                <a:lnTo>
                  <a:pt x="8383" y="2025"/>
                </a:lnTo>
                <a:lnTo>
                  <a:pt x="8454" y="2406"/>
                </a:lnTo>
                <a:lnTo>
                  <a:pt x="8466" y="2609"/>
                </a:lnTo>
                <a:lnTo>
                  <a:pt x="8454" y="2811"/>
                </a:lnTo>
                <a:lnTo>
                  <a:pt x="8383" y="3192"/>
                </a:lnTo>
                <a:lnTo>
                  <a:pt x="8228" y="3537"/>
                </a:lnTo>
                <a:lnTo>
                  <a:pt x="8026" y="3859"/>
                </a:lnTo>
                <a:lnTo>
                  <a:pt x="7752" y="4121"/>
                </a:lnTo>
                <a:lnTo>
                  <a:pt x="7442" y="4335"/>
                </a:lnTo>
                <a:lnTo>
                  <a:pt x="7097" y="4478"/>
                </a:lnTo>
                <a:lnTo>
                  <a:pt x="6716" y="4561"/>
                </a:lnTo>
                <a:lnTo>
                  <a:pt x="6311" y="4561"/>
                </a:lnTo>
                <a:lnTo>
                  <a:pt x="5918" y="4478"/>
                </a:lnTo>
                <a:lnTo>
                  <a:pt x="5573" y="4335"/>
                </a:lnTo>
                <a:lnTo>
                  <a:pt x="5263" y="4121"/>
                </a:lnTo>
                <a:lnTo>
                  <a:pt x="5001" y="3859"/>
                </a:lnTo>
                <a:lnTo>
                  <a:pt x="4787" y="3549"/>
                </a:lnTo>
                <a:lnTo>
                  <a:pt x="4644" y="3204"/>
                </a:lnTo>
                <a:lnTo>
                  <a:pt x="4561" y="2811"/>
                </a:lnTo>
                <a:lnTo>
                  <a:pt x="4561" y="2609"/>
                </a:lnTo>
                <a:lnTo>
                  <a:pt x="4561" y="2406"/>
                </a:lnTo>
                <a:lnTo>
                  <a:pt x="4644" y="2025"/>
                </a:lnTo>
                <a:lnTo>
                  <a:pt x="4787" y="1668"/>
                </a:lnTo>
                <a:lnTo>
                  <a:pt x="5001" y="1358"/>
                </a:lnTo>
                <a:lnTo>
                  <a:pt x="5263" y="1096"/>
                </a:lnTo>
                <a:lnTo>
                  <a:pt x="5585" y="882"/>
                </a:lnTo>
                <a:lnTo>
                  <a:pt x="5930" y="739"/>
                </a:lnTo>
                <a:lnTo>
                  <a:pt x="6311" y="668"/>
                </a:lnTo>
                <a:lnTo>
                  <a:pt x="6513" y="656"/>
                </a:lnTo>
                <a:close/>
                <a:moveTo>
                  <a:pt x="6513" y="1"/>
                </a:moveTo>
                <a:lnTo>
                  <a:pt x="6263" y="13"/>
                </a:lnTo>
                <a:lnTo>
                  <a:pt x="5787" y="96"/>
                </a:lnTo>
                <a:lnTo>
                  <a:pt x="5358" y="275"/>
                </a:lnTo>
                <a:lnTo>
                  <a:pt x="4954" y="513"/>
                </a:lnTo>
                <a:lnTo>
                  <a:pt x="4608" y="823"/>
                </a:lnTo>
                <a:lnTo>
                  <a:pt x="4323" y="1180"/>
                </a:lnTo>
                <a:lnTo>
                  <a:pt x="4096" y="1596"/>
                </a:lnTo>
                <a:lnTo>
                  <a:pt x="3953" y="2049"/>
                </a:lnTo>
                <a:lnTo>
                  <a:pt x="3906" y="2287"/>
                </a:lnTo>
                <a:lnTo>
                  <a:pt x="322" y="2287"/>
                </a:lnTo>
                <a:lnTo>
                  <a:pt x="191" y="2299"/>
                </a:lnTo>
                <a:lnTo>
                  <a:pt x="12" y="2478"/>
                </a:lnTo>
                <a:lnTo>
                  <a:pt x="0" y="2609"/>
                </a:lnTo>
                <a:lnTo>
                  <a:pt x="12" y="2740"/>
                </a:lnTo>
                <a:lnTo>
                  <a:pt x="191" y="2918"/>
                </a:lnTo>
                <a:lnTo>
                  <a:pt x="322" y="2930"/>
                </a:lnTo>
                <a:lnTo>
                  <a:pt x="3906" y="2930"/>
                </a:lnTo>
                <a:lnTo>
                  <a:pt x="3953" y="3168"/>
                </a:lnTo>
                <a:lnTo>
                  <a:pt x="4096" y="3621"/>
                </a:lnTo>
                <a:lnTo>
                  <a:pt x="4323" y="4037"/>
                </a:lnTo>
                <a:lnTo>
                  <a:pt x="4608" y="4395"/>
                </a:lnTo>
                <a:lnTo>
                  <a:pt x="4954" y="4704"/>
                </a:lnTo>
                <a:lnTo>
                  <a:pt x="5358" y="4942"/>
                </a:lnTo>
                <a:lnTo>
                  <a:pt x="5787" y="5121"/>
                </a:lnTo>
                <a:lnTo>
                  <a:pt x="6263" y="5204"/>
                </a:lnTo>
                <a:lnTo>
                  <a:pt x="6513" y="5216"/>
                </a:lnTo>
                <a:lnTo>
                  <a:pt x="6763" y="5204"/>
                </a:lnTo>
                <a:lnTo>
                  <a:pt x="7228" y="5121"/>
                </a:lnTo>
                <a:lnTo>
                  <a:pt x="7668" y="4942"/>
                </a:lnTo>
                <a:lnTo>
                  <a:pt x="8061" y="4704"/>
                </a:lnTo>
                <a:lnTo>
                  <a:pt x="8407" y="4395"/>
                </a:lnTo>
                <a:lnTo>
                  <a:pt x="8692" y="4037"/>
                </a:lnTo>
                <a:lnTo>
                  <a:pt x="8919" y="3621"/>
                </a:lnTo>
                <a:lnTo>
                  <a:pt x="9061" y="3168"/>
                </a:lnTo>
                <a:lnTo>
                  <a:pt x="9097" y="2930"/>
                </a:lnTo>
                <a:lnTo>
                  <a:pt x="12693" y="2930"/>
                </a:lnTo>
                <a:lnTo>
                  <a:pt x="12824" y="2918"/>
                </a:lnTo>
                <a:lnTo>
                  <a:pt x="13003" y="2740"/>
                </a:lnTo>
                <a:lnTo>
                  <a:pt x="13026" y="2609"/>
                </a:lnTo>
                <a:lnTo>
                  <a:pt x="13003" y="2478"/>
                </a:lnTo>
                <a:lnTo>
                  <a:pt x="12824" y="2299"/>
                </a:lnTo>
                <a:lnTo>
                  <a:pt x="12693" y="2287"/>
                </a:lnTo>
                <a:lnTo>
                  <a:pt x="9097" y="2287"/>
                </a:lnTo>
                <a:lnTo>
                  <a:pt x="9061" y="2049"/>
                </a:lnTo>
                <a:lnTo>
                  <a:pt x="8919" y="1596"/>
                </a:lnTo>
                <a:lnTo>
                  <a:pt x="8692" y="1180"/>
                </a:lnTo>
                <a:lnTo>
                  <a:pt x="8407" y="823"/>
                </a:lnTo>
                <a:lnTo>
                  <a:pt x="8061" y="513"/>
                </a:lnTo>
                <a:lnTo>
                  <a:pt x="7668" y="275"/>
                </a:lnTo>
                <a:lnTo>
                  <a:pt x="7228" y="96"/>
                </a:lnTo>
                <a:lnTo>
                  <a:pt x="6763" y="13"/>
                </a:lnTo>
                <a:lnTo>
                  <a:pt x="6513"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5" name="Google Shape;3195;p175"/>
          <p:cNvSpPr/>
          <p:nvPr/>
        </p:nvSpPr>
        <p:spPr>
          <a:xfrm>
            <a:off x="14172059" y="3244391"/>
            <a:ext cx="525222" cy="525222"/>
          </a:xfrm>
          <a:custGeom>
            <a:rect b="b" l="l" r="r" t="t"/>
            <a:pathLst>
              <a:path extrusionOk="0" h="10419" w="10419">
                <a:moveTo>
                  <a:pt x="8788" y="643"/>
                </a:moveTo>
                <a:lnTo>
                  <a:pt x="8990" y="667"/>
                </a:lnTo>
                <a:lnTo>
                  <a:pt x="9335" y="810"/>
                </a:lnTo>
                <a:lnTo>
                  <a:pt x="9597" y="1072"/>
                </a:lnTo>
                <a:lnTo>
                  <a:pt x="9752" y="1429"/>
                </a:lnTo>
                <a:lnTo>
                  <a:pt x="9764" y="1620"/>
                </a:lnTo>
                <a:lnTo>
                  <a:pt x="9752" y="1822"/>
                </a:lnTo>
                <a:lnTo>
                  <a:pt x="9597" y="2179"/>
                </a:lnTo>
                <a:lnTo>
                  <a:pt x="9335" y="2441"/>
                </a:lnTo>
                <a:lnTo>
                  <a:pt x="8990" y="2584"/>
                </a:lnTo>
                <a:lnTo>
                  <a:pt x="8788" y="2596"/>
                </a:lnTo>
                <a:lnTo>
                  <a:pt x="8585" y="2584"/>
                </a:lnTo>
                <a:lnTo>
                  <a:pt x="8240" y="2441"/>
                </a:lnTo>
                <a:lnTo>
                  <a:pt x="7966" y="2179"/>
                </a:lnTo>
                <a:lnTo>
                  <a:pt x="7823" y="1822"/>
                </a:lnTo>
                <a:lnTo>
                  <a:pt x="7811" y="1620"/>
                </a:lnTo>
                <a:lnTo>
                  <a:pt x="7823" y="1429"/>
                </a:lnTo>
                <a:lnTo>
                  <a:pt x="7966" y="1072"/>
                </a:lnTo>
                <a:lnTo>
                  <a:pt x="8240" y="810"/>
                </a:lnTo>
                <a:lnTo>
                  <a:pt x="8585" y="667"/>
                </a:lnTo>
                <a:lnTo>
                  <a:pt x="8788" y="643"/>
                </a:lnTo>
                <a:close/>
                <a:moveTo>
                  <a:pt x="1620" y="7811"/>
                </a:moveTo>
                <a:lnTo>
                  <a:pt x="1822" y="7823"/>
                </a:lnTo>
                <a:lnTo>
                  <a:pt x="2180" y="7966"/>
                </a:lnTo>
                <a:lnTo>
                  <a:pt x="2441" y="8240"/>
                </a:lnTo>
                <a:lnTo>
                  <a:pt x="2584" y="8585"/>
                </a:lnTo>
                <a:lnTo>
                  <a:pt x="2596" y="8787"/>
                </a:lnTo>
                <a:lnTo>
                  <a:pt x="2584" y="8990"/>
                </a:lnTo>
                <a:lnTo>
                  <a:pt x="2441" y="9335"/>
                </a:lnTo>
                <a:lnTo>
                  <a:pt x="2180" y="9597"/>
                </a:lnTo>
                <a:lnTo>
                  <a:pt x="1822" y="9752"/>
                </a:lnTo>
                <a:lnTo>
                  <a:pt x="1620" y="9764"/>
                </a:lnTo>
                <a:lnTo>
                  <a:pt x="1429" y="9752"/>
                </a:lnTo>
                <a:lnTo>
                  <a:pt x="1072" y="9597"/>
                </a:lnTo>
                <a:lnTo>
                  <a:pt x="810" y="9335"/>
                </a:lnTo>
                <a:lnTo>
                  <a:pt x="667" y="8990"/>
                </a:lnTo>
                <a:lnTo>
                  <a:pt x="644" y="8787"/>
                </a:lnTo>
                <a:lnTo>
                  <a:pt x="667" y="8585"/>
                </a:lnTo>
                <a:lnTo>
                  <a:pt x="810" y="8240"/>
                </a:lnTo>
                <a:lnTo>
                  <a:pt x="1072" y="7966"/>
                </a:lnTo>
                <a:lnTo>
                  <a:pt x="1429" y="7823"/>
                </a:lnTo>
                <a:lnTo>
                  <a:pt x="1620" y="7811"/>
                </a:lnTo>
                <a:close/>
                <a:moveTo>
                  <a:pt x="8621" y="0"/>
                </a:moveTo>
                <a:lnTo>
                  <a:pt x="8300" y="72"/>
                </a:lnTo>
                <a:lnTo>
                  <a:pt x="8014" y="191"/>
                </a:lnTo>
                <a:lnTo>
                  <a:pt x="7752" y="369"/>
                </a:lnTo>
                <a:lnTo>
                  <a:pt x="7526" y="584"/>
                </a:lnTo>
                <a:lnTo>
                  <a:pt x="7347" y="846"/>
                </a:lnTo>
                <a:lnTo>
                  <a:pt x="7228" y="1143"/>
                </a:lnTo>
                <a:lnTo>
                  <a:pt x="7168" y="1453"/>
                </a:lnTo>
                <a:lnTo>
                  <a:pt x="7157" y="1620"/>
                </a:lnTo>
                <a:lnTo>
                  <a:pt x="7180" y="1917"/>
                </a:lnTo>
                <a:lnTo>
                  <a:pt x="7371" y="2441"/>
                </a:lnTo>
                <a:lnTo>
                  <a:pt x="7716" y="2858"/>
                </a:lnTo>
                <a:lnTo>
                  <a:pt x="8192" y="3144"/>
                </a:lnTo>
                <a:lnTo>
                  <a:pt x="8466" y="3215"/>
                </a:lnTo>
                <a:lnTo>
                  <a:pt x="8466" y="6513"/>
                </a:lnTo>
                <a:lnTo>
                  <a:pt x="8454" y="6680"/>
                </a:lnTo>
                <a:lnTo>
                  <a:pt x="8395" y="6990"/>
                </a:lnTo>
                <a:lnTo>
                  <a:pt x="8264" y="7287"/>
                </a:lnTo>
                <a:lnTo>
                  <a:pt x="8085" y="7549"/>
                </a:lnTo>
                <a:lnTo>
                  <a:pt x="7871" y="7763"/>
                </a:lnTo>
                <a:lnTo>
                  <a:pt x="7609" y="7942"/>
                </a:lnTo>
                <a:lnTo>
                  <a:pt x="7311" y="8061"/>
                </a:lnTo>
                <a:lnTo>
                  <a:pt x="7002" y="8133"/>
                </a:lnTo>
                <a:lnTo>
                  <a:pt x="5394" y="8133"/>
                </a:lnTo>
                <a:lnTo>
                  <a:pt x="6561" y="7073"/>
                </a:lnTo>
                <a:lnTo>
                  <a:pt x="6645" y="6978"/>
                </a:lnTo>
                <a:lnTo>
                  <a:pt x="6656" y="6728"/>
                </a:lnTo>
                <a:lnTo>
                  <a:pt x="6585" y="6609"/>
                </a:lnTo>
                <a:lnTo>
                  <a:pt x="6490" y="6525"/>
                </a:lnTo>
                <a:lnTo>
                  <a:pt x="6240" y="6513"/>
                </a:lnTo>
                <a:lnTo>
                  <a:pt x="6121" y="6597"/>
                </a:lnTo>
                <a:lnTo>
                  <a:pt x="4335" y="8216"/>
                </a:lnTo>
                <a:lnTo>
                  <a:pt x="4251" y="8323"/>
                </a:lnTo>
                <a:lnTo>
                  <a:pt x="4227" y="8466"/>
                </a:lnTo>
                <a:lnTo>
                  <a:pt x="4251" y="8597"/>
                </a:lnTo>
                <a:lnTo>
                  <a:pt x="4335" y="8704"/>
                </a:lnTo>
                <a:lnTo>
                  <a:pt x="6121" y="10323"/>
                </a:lnTo>
                <a:lnTo>
                  <a:pt x="6240" y="10407"/>
                </a:lnTo>
                <a:lnTo>
                  <a:pt x="6490" y="10395"/>
                </a:lnTo>
                <a:lnTo>
                  <a:pt x="6585" y="10312"/>
                </a:lnTo>
                <a:lnTo>
                  <a:pt x="6656" y="10204"/>
                </a:lnTo>
                <a:lnTo>
                  <a:pt x="6645" y="9954"/>
                </a:lnTo>
                <a:lnTo>
                  <a:pt x="6561" y="9847"/>
                </a:lnTo>
                <a:lnTo>
                  <a:pt x="5394" y="8787"/>
                </a:lnTo>
                <a:lnTo>
                  <a:pt x="6835" y="8787"/>
                </a:lnTo>
                <a:lnTo>
                  <a:pt x="7073" y="8776"/>
                </a:lnTo>
                <a:lnTo>
                  <a:pt x="7514" y="8692"/>
                </a:lnTo>
                <a:lnTo>
                  <a:pt x="7919" y="8514"/>
                </a:lnTo>
                <a:lnTo>
                  <a:pt x="8288" y="8275"/>
                </a:lnTo>
                <a:lnTo>
                  <a:pt x="8597" y="7966"/>
                </a:lnTo>
                <a:lnTo>
                  <a:pt x="8835" y="7597"/>
                </a:lnTo>
                <a:lnTo>
                  <a:pt x="9014" y="7192"/>
                </a:lnTo>
                <a:lnTo>
                  <a:pt x="9109" y="6740"/>
                </a:lnTo>
                <a:lnTo>
                  <a:pt x="9109" y="6513"/>
                </a:lnTo>
                <a:lnTo>
                  <a:pt x="9109" y="3215"/>
                </a:lnTo>
                <a:lnTo>
                  <a:pt x="9383" y="3144"/>
                </a:lnTo>
                <a:lnTo>
                  <a:pt x="9859" y="2858"/>
                </a:lnTo>
                <a:lnTo>
                  <a:pt x="10205" y="2441"/>
                </a:lnTo>
                <a:lnTo>
                  <a:pt x="10395" y="1917"/>
                </a:lnTo>
                <a:lnTo>
                  <a:pt x="10419" y="1620"/>
                </a:lnTo>
                <a:lnTo>
                  <a:pt x="10407" y="1453"/>
                </a:lnTo>
                <a:lnTo>
                  <a:pt x="10348" y="1143"/>
                </a:lnTo>
                <a:lnTo>
                  <a:pt x="10217" y="846"/>
                </a:lnTo>
                <a:lnTo>
                  <a:pt x="10050" y="584"/>
                </a:lnTo>
                <a:lnTo>
                  <a:pt x="9824" y="369"/>
                </a:lnTo>
                <a:lnTo>
                  <a:pt x="9562" y="191"/>
                </a:lnTo>
                <a:lnTo>
                  <a:pt x="9276" y="72"/>
                </a:lnTo>
                <a:lnTo>
                  <a:pt x="8954" y="0"/>
                </a:lnTo>
                <a:close/>
                <a:moveTo>
                  <a:pt x="4180" y="0"/>
                </a:moveTo>
                <a:lnTo>
                  <a:pt x="3930" y="12"/>
                </a:lnTo>
                <a:lnTo>
                  <a:pt x="3823" y="107"/>
                </a:lnTo>
                <a:lnTo>
                  <a:pt x="3751" y="215"/>
                </a:lnTo>
                <a:lnTo>
                  <a:pt x="3763" y="465"/>
                </a:lnTo>
                <a:lnTo>
                  <a:pt x="3846" y="560"/>
                </a:lnTo>
                <a:lnTo>
                  <a:pt x="5013" y="1620"/>
                </a:lnTo>
                <a:lnTo>
                  <a:pt x="3573" y="1620"/>
                </a:lnTo>
                <a:lnTo>
                  <a:pt x="3346" y="1632"/>
                </a:lnTo>
                <a:lnTo>
                  <a:pt x="2894" y="1727"/>
                </a:lnTo>
                <a:lnTo>
                  <a:pt x="2489" y="1893"/>
                </a:lnTo>
                <a:lnTo>
                  <a:pt x="2120" y="2144"/>
                </a:lnTo>
                <a:lnTo>
                  <a:pt x="1810" y="2453"/>
                </a:lnTo>
                <a:lnTo>
                  <a:pt x="1572" y="2810"/>
                </a:lnTo>
                <a:lnTo>
                  <a:pt x="1394" y="3227"/>
                </a:lnTo>
                <a:lnTo>
                  <a:pt x="1310" y="3668"/>
                </a:lnTo>
                <a:lnTo>
                  <a:pt x="1298" y="3906"/>
                </a:lnTo>
                <a:lnTo>
                  <a:pt x="1298" y="7192"/>
                </a:lnTo>
                <a:lnTo>
                  <a:pt x="1025" y="7263"/>
                </a:lnTo>
                <a:lnTo>
                  <a:pt x="560" y="7549"/>
                </a:lnTo>
                <a:lnTo>
                  <a:pt x="203" y="7966"/>
                </a:lnTo>
                <a:lnTo>
                  <a:pt x="12" y="8490"/>
                </a:lnTo>
                <a:lnTo>
                  <a:pt x="1" y="8787"/>
                </a:lnTo>
                <a:lnTo>
                  <a:pt x="1" y="8954"/>
                </a:lnTo>
                <a:lnTo>
                  <a:pt x="72" y="9276"/>
                </a:lnTo>
                <a:lnTo>
                  <a:pt x="191" y="9561"/>
                </a:lnTo>
                <a:lnTo>
                  <a:pt x="370" y="9823"/>
                </a:lnTo>
                <a:lnTo>
                  <a:pt x="584" y="10038"/>
                </a:lnTo>
                <a:lnTo>
                  <a:pt x="846" y="10216"/>
                </a:lnTo>
                <a:lnTo>
                  <a:pt x="1144" y="10347"/>
                </a:lnTo>
                <a:lnTo>
                  <a:pt x="1453" y="10407"/>
                </a:lnTo>
                <a:lnTo>
                  <a:pt x="1620" y="10419"/>
                </a:lnTo>
                <a:lnTo>
                  <a:pt x="1787" y="10407"/>
                </a:lnTo>
                <a:lnTo>
                  <a:pt x="2108" y="10347"/>
                </a:lnTo>
                <a:lnTo>
                  <a:pt x="2406" y="10216"/>
                </a:lnTo>
                <a:lnTo>
                  <a:pt x="2668" y="10038"/>
                </a:lnTo>
                <a:lnTo>
                  <a:pt x="2882" y="9823"/>
                </a:lnTo>
                <a:lnTo>
                  <a:pt x="3061" y="9561"/>
                </a:lnTo>
                <a:lnTo>
                  <a:pt x="3180" y="9264"/>
                </a:lnTo>
                <a:lnTo>
                  <a:pt x="3251" y="8954"/>
                </a:lnTo>
                <a:lnTo>
                  <a:pt x="3251" y="8787"/>
                </a:lnTo>
                <a:lnTo>
                  <a:pt x="3239" y="8490"/>
                </a:lnTo>
                <a:lnTo>
                  <a:pt x="3049" y="7966"/>
                </a:lnTo>
                <a:lnTo>
                  <a:pt x="2692" y="7549"/>
                </a:lnTo>
                <a:lnTo>
                  <a:pt x="2227" y="7263"/>
                </a:lnTo>
                <a:lnTo>
                  <a:pt x="1953" y="7192"/>
                </a:lnTo>
                <a:lnTo>
                  <a:pt x="1953" y="3906"/>
                </a:lnTo>
                <a:lnTo>
                  <a:pt x="1953" y="3739"/>
                </a:lnTo>
                <a:lnTo>
                  <a:pt x="2025" y="3418"/>
                </a:lnTo>
                <a:lnTo>
                  <a:pt x="2144" y="3120"/>
                </a:lnTo>
                <a:lnTo>
                  <a:pt x="2322" y="2858"/>
                </a:lnTo>
                <a:lnTo>
                  <a:pt x="2537" y="2644"/>
                </a:lnTo>
                <a:lnTo>
                  <a:pt x="2799" y="2465"/>
                </a:lnTo>
                <a:lnTo>
                  <a:pt x="3096" y="2346"/>
                </a:lnTo>
                <a:lnTo>
                  <a:pt x="3406" y="2274"/>
                </a:lnTo>
                <a:lnTo>
                  <a:pt x="5013" y="2274"/>
                </a:lnTo>
                <a:lnTo>
                  <a:pt x="3846" y="3334"/>
                </a:lnTo>
                <a:lnTo>
                  <a:pt x="3763" y="3441"/>
                </a:lnTo>
                <a:lnTo>
                  <a:pt x="3751" y="3691"/>
                </a:lnTo>
                <a:lnTo>
                  <a:pt x="3823" y="3799"/>
                </a:lnTo>
                <a:lnTo>
                  <a:pt x="3930" y="3882"/>
                </a:lnTo>
                <a:lnTo>
                  <a:pt x="4180" y="3894"/>
                </a:lnTo>
                <a:lnTo>
                  <a:pt x="4287" y="3822"/>
                </a:lnTo>
                <a:lnTo>
                  <a:pt x="6073" y="2191"/>
                </a:lnTo>
                <a:lnTo>
                  <a:pt x="6156" y="2084"/>
                </a:lnTo>
                <a:lnTo>
                  <a:pt x="6180" y="1953"/>
                </a:lnTo>
                <a:lnTo>
                  <a:pt x="6156" y="1810"/>
                </a:lnTo>
                <a:lnTo>
                  <a:pt x="6073" y="1703"/>
                </a:lnTo>
                <a:lnTo>
                  <a:pt x="4287" y="84"/>
                </a:lnTo>
                <a:lnTo>
                  <a:pt x="4180"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6" name="Google Shape;3196;p175"/>
          <p:cNvSpPr/>
          <p:nvPr/>
        </p:nvSpPr>
        <p:spPr>
          <a:xfrm>
            <a:off x="8118308" y="4376994"/>
            <a:ext cx="524617" cy="459185"/>
          </a:xfrm>
          <a:custGeom>
            <a:rect b="b" l="l" r="r" t="t"/>
            <a:pathLst>
              <a:path extrusionOk="0" h="9109" w="10407">
                <a:moveTo>
                  <a:pt x="5215" y="655"/>
                </a:moveTo>
                <a:lnTo>
                  <a:pt x="5680" y="667"/>
                </a:lnTo>
                <a:lnTo>
                  <a:pt x="6561" y="810"/>
                </a:lnTo>
                <a:lnTo>
                  <a:pt x="7382" y="1072"/>
                </a:lnTo>
                <a:lnTo>
                  <a:pt x="8109" y="1465"/>
                </a:lnTo>
                <a:lnTo>
                  <a:pt x="8716" y="1953"/>
                </a:lnTo>
                <a:lnTo>
                  <a:pt x="9204" y="2525"/>
                </a:lnTo>
                <a:lnTo>
                  <a:pt x="9549" y="3168"/>
                </a:lnTo>
                <a:lnTo>
                  <a:pt x="9740" y="3858"/>
                </a:lnTo>
                <a:lnTo>
                  <a:pt x="9752" y="4227"/>
                </a:lnTo>
                <a:lnTo>
                  <a:pt x="9740" y="4596"/>
                </a:lnTo>
                <a:lnTo>
                  <a:pt x="9549" y="5299"/>
                </a:lnTo>
                <a:lnTo>
                  <a:pt x="9204" y="5942"/>
                </a:lnTo>
                <a:lnTo>
                  <a:pt x="8716" y="6513"/>
                </a:lnTo>
                <a:lnTo>
                  <a:pt x="8109" y="7001"/>
                </a:lnTo>
                <a:lnTo>
                  <a:pt x="7382" y="7382"/>
                </a:lnTo>
                <a:lnTo>
                  <a:pt x="6561" y="7656"/>
                </a:lnTo>
                <a:lnTo>
                  <a:pt x="5680" y="7799"/>
                </a:lnTo>
                <a:lnTo>
                  <a:pt x="5215" y="7811"/>
                </a:lnTo>
                <a:lnTo>
                  <a:pt x="4775" y="7799"/>
                </a:lnTo>
                <a:lnTo>
                  <a:pt x="3929" y="7668"/>
                </a:lnTo>
                <a:lnTo>
                  <a:pt x="3513" y="7549"/>
                </a:lnTo>
                <a:lnTo>
                  <a:pt x="3370" y="7513"/>
                </a:lnTo>
                <a:lnTo>
                  <a:pt x="3072" y="7561"/>
                </a:lnTo>
                <a:lnTo>
                  <a:pt x="2941" y="7644"/>
                </a:lnTo>
                <a:lnTo>
                  <a:pt x="2762" y="7764"/>
                </a:lnTo>
                <a:lnTo>
                  <a:pt x="2322" y="8014"/>
                </a:lnTo>
                <a:lnTo>
                  <a:pt x="1798" y="8240"/>
                </a:lnTo>
                <a:lnTo>
                  <a:pt x="1191" y="8406"/>
                </a:lnTo>
                <a:lnTo>
                  <a:pt x="857" y="8442"/>
                </a:lnTo>
                <a:lnTo>
                  <a:pt x="1048" y="8192"/>
                </a:lnTo>
                <a:lnTo>
                  <a:pt x="1500" y="7466"/>
                </a:lnTo>
                <a:lnTo>
                  <a:pt x="1691" y="7025"/>
                </a:lnTo>
                <a:lnTo>
                  <a:pt x="1739" y="6847"/>
                </a:lnTo>
                <a:lnTo>
                  <a:pt x="1667" y="6513"/>
                </a:lnTo>
                <a:lnTo>
                  <a:pt x="1560" y="6359"/>
                </a:lnTo>
                <a:lnTo>
                  <a:pt x="1346" y="6108"/>
                </a:lnTo>
                <a:lnTo>
                  <a:pt x="1012" y="5608"/>
                </a:lnTo>
                <a:lnTo>
                  <a:pt x="774" y="5073"/>
                </a:lnTo>
                <a:lnTo>
                  <a:pt x="667" y="4513"/>
                </a:lnTo>
                <a:lnTo>
                  <a:pt x="655" y="4227"/>
                </a:lnTo>
                <a:lnTo>
                  <a:pt x="667" y="3858"/>
                </a:lnTo>
                <a:lnTo>
                  <a:pt x="857" y="3168"/>
                </a:lnTo>
                <a:lnTo>
                  <a:pt x="1203" y="2525"/>
                </a:lnTo>
                <a:lnTo>
                  <a:pt x="1691" y="1953"/>
                </a:lnTo>
                <a:lnTo>
                  <a:pt x="2310" y="1465"/>
                </a:lnTo>
                <a:lnTo>
                  <a:pt x="3036" y="1072"/>
                </a:lnTo>
                <a:lnTo>
                  <a:pt x="3858" y="810"/>
                </a:lnTo>
                <a:lnTo>
                  <a:pt x="4739" y="667"/>
                </a:lnTo>
                <a:lnTo>
                  <a:pt x="5215" y="655"/>
                </a:lnTo>
                <a:close/>
                <a:moveTo>
                  <a:pt x="5203" y="0"/>
                </a:moveTo>
                <a:lnTo>
                  <a:pt x="4679" y="12"/>
                </a:lnTo>
                <a:lnTo>
                  <a:pt x="3656" y="179"/>
                </a:lnTo>
                <a:lnTo>
                  <a:pt x="2727" y="500"/>
                </a:lnTo>
                <a:lnTo>
                  <a:pt x="1893" y="965"/>
                </a:lnTo>
                <a:lnTo>
                  <a:pt x="1179" y="1536"/>
                </a:lnTo>
                <a:lnTo>
                  <a:pt x="619" y="2203"/>
                </a:lnTo>
                <a:lnTo>
                  <a:pt x="226" y="2965"/>
                </a:lnTo>
                <a:lnTo>
                  <a:pt x="24" y="3799"/>
                </a:lnTo>
                <a:lnTo>
                  <a:pt x="0" y="4227"/>
                </a:lnTo>
                <a:lnTo>
                  <a:pt x="12" y="4596"/>
                </a:lnTo>
                <a:lnTo>
                  <a:pt x="155" y="5287"/>
                </a:lnTo>
                <a:lnTo>
                  <a:pt x="441" y="5930"/>
                </a:lnTo>
                <a:lnTo>
                  <a:pt x="834" y="6525"/>
                </a:lnTo>
                <a:lnTo>
                  <a:pt x="1072" y="6799"/>
                </a:lnTo>
                <a:lnTo>
                  <a:pt x="953" y="7097"/>
                </a:lnTo>
                <a:lnTo>
                  <a:pt x="643" y="7621"/>
                </a:lnTo>
                <a:lnTo>
                  <a:pt x="214" y="8192"/>
                </a:lnTo>
                <a:lnTo>
                  <a:pt x="131" y="8287"/>
                </a:lnTo>
                <a:lnTo>
                  <a:pt x="48" y="8406"/>
                </a:lnTo>
                <a:lnTo>
                  <a:pt x="0" y="8680"/>
                </a:lnTo>
                <a:lnTo>
                  <a:pt x="36" y="8811"/>
                </a:lnTo>
                <a:lnTo>
                  <a:pt x="107" y="8942"/>
                </a:lnTo>
                <a:lnTo>
                  <a:pt x="345" y="9097"/>
                </a:lnTo>
                <a:lnTo>
                  <a:pt x="488" y="9109"/>
                </a:lnTo>
                <a:lnTo>
                  <a:pt x="953" y="9097"/>
                </a:lnTo>
                <a:lnTo>
                  <a:pt x="1774" y="8930"/>
                </a:lnTo>
                <a:lnTo>
                  <a:pt x="2489" y="8657"/>
                </a:lnTo>
                <a:lnTo>
                  <a:pt x="3084" y="8335"/>
                </a:lnTo>
                <a:lnTo>
                  <a:pt x="3322" y="8168"/>
                </a:lnTo>
                <a:lnTo>
                  <a:pt x="3763" y="8299"/>
                </a:lnTo>
                <a:lnTo>
                  <a:pt x="4715" y="8454"/>
                </a:lnTo>
                <a:lnTo>
                  <a:pt x="5203" y="8466"/>
                </a:lnTo>
                <a:lnTo>
                  <a:pt x="5739" y="8442"/>
                </a:lnTo>
                <a:lnTo>
                  <a:pt x="6763" y="8275"/>
                </a:lnTo>
                <a:lnTo>
                  <a:pt x="7692" y="7954"/>
                </a:lnTo>
                <a:lnTo>
                  <a:pt x="8525" y="7502"/>
                </a:lnTo>
                <a:lnTo>
                  <a:pt x="9228" y="6930"/>
                </a:lnTo>
                <a:lnTo>
                  <a:pt x="9787" y="6251"/>
                </a:lnTo>
                <a:lnTo>
                  <a:pt x="10180" y="5489"/>
                </a:lnTo>
                <a:lnTo>
                  <a:pt x="10383" y="4668"/>
                </a:lnTo>
                <a:lnTo>
                  <a:pt x="10407" y="4227"/>
                </a:lnTo>
                <a:lnTo>
                  <a:pt x="10383" y="3799"/>
                </a:lnTo>
                <a:lnTo>
                  <a:pt x="10180" y="2965"/>
                </a:lnTo>
                <a:lnTo>
                  <a:pt x="9787" y="2203"/>
                </a:lnTo>
                <a:lnTo>
                  <a:pt x="9228" y="1536"/>
                </a:lnTo>
                <a:lnTo>
                  <a:pt x="8525" y="965"/>
                </a:lnTo>
                <a:lnTo>
                  <a:pt x="7692" y="500"/>
                </a:lnTo>
                <a:lnTo>
                  <a:pt x="6763" y="179"/>
                </a:lnTo>
                <a:lnTo>
                  <a:pt x="5739" y="12"/>
                </a:lnTo>
                <a:lnTo>
                  <a:pt x="5203"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7" name="Google Shape;3197;p175"/>
          <p:cNvSpPr/>
          <p:nvPr/>
        </p:nvSpPr>
        <p:spPr>
          <a:xfrm>
            <a:off x="2097525" y="4343976"/>
            <a:ext cx="459840" cy="525222"/>
          </a:xfrm>
          <a:custGeom>
            <a:rect b="b" l="l" r="r" t="t"/>
            <a:pathLst>
              <a:path extrusionOk="0" h="10419" w="9122">
                <a:moveTo>
                  <a:pt x="1632" y="655"/>
                </a:moveTo>
                <a:lnTo>
                  <a:pt x="1834" y="667"/>
                </a:lnTo>
                <a:lnTo>
                  <a:pt x="2179" y="810"/>
                </a:lnTo>
                <a:lnTo>
                  <a:pt x="2441" y="1084"/>
                </a:lnTo>
                <a:lnTo>
                  <a:pt x="2596" y="1429"/>
                </a:lnTo>
                <a:lnTo>
                  <a:pt x="2608" y="1632"/>
                </a:lnTo>
                <a:lnTo>
                  <a:pt x="2596" y="1822"/>
                </a:lnTo>
                <a:lnTo>
                  <a:pt x="2441" y="2179"/>
                </a:lnTo>
                <a:lnTo>
                  <a:pt x="2179" y="2441"/>
                </a:lnTo>
                <a:lnTo>
                  <a:pt x="1834" y="2596"/>
                </a:lnTo>
                <a:lnTo>
                  <a:pt x="1632" y="2608"/>
                </a:lnTo>
                <a:lnTo>
                  <a:pt x="1429" y="2596"/>
                </a:lnTo>
                <a:lnTo>
                  <a:pt x="1084" y="2441"/>
                </a:lnTo>
                <a:lnTo>
                  <a:pt x="810" y="2179"/>
                </a:lnTo>
                <a:lnTo>
                  <a:pt x="667" y="1822"/>
                </a:lnTo>
                <a:lnTo>
                  <a:pt x="655" y="1632"/>
                </a:lnTo>
                <a:lnTo>
                  <a:pt x="667" y="1429"/>
                </a:lnTo>
                <a:lnTo>
                  <a:pt x="810" y="1084"/>
                </a:lnTo>
                <a:lnTo>
                  <a:pt x="1084" y="810"/>
                </a:lnTo>
                <a:lnTo>
                  <a:pt x="1429" y="667"/>
                </a:lnTo>
                <a:lnTo>
                  <a:pt x="1632" y="655"/>
                </a:lnTo>
                <a:close/>
                <a:moveTo>
                  <a:pt x="7490" y="4561"/>
                </a:moveTo>
                <a:lnTo>
                  <a:pt x="7692" y="4573"/>
                </a:lnTo>
                <a:lnTo>
                  <a:pt x="8038" y="4716"/>
                </a:lnTo>
                <a:lnTo>
                  <a:pt x="8300" y="4989"/>
                </a:lnTo>
                <a:lnTo>
                  <a:pt x="8454" y="5335"/>
                </a:lnTo>
                <a:lnTo>
                  <a:pt x="8466" y="5537"/>
                </a:lnTo>
                <a:lnTo>
                  <a:pt x="8454" y="5728"/>
                </a:lnTo>
                <a:lnTo>
                  <a:pt x="8300" y="6085"/>
                </a:lnTo>
                <a:lnTo>
                  <a:pt x="8038" y="6347"/>
                </a:lnTo>
                <a:lnTo>
                  <a:pt x="7692" y="6502"/>
                </a:lnTo>
                <a:lnTo>
                  <a:pt x="7490" y="6513"/>
                </a:lnTo>
                <a:lnTo>
                  <a:pt x="7287" y="6502"/>
                </a:lnTo>
                <a:lnTo>
                  <a:pt x="6942" y="6347"/>
                </a:lnTo>
                <a:lnTo>
                  <a:pt x="6680" y="6085"/>
                </a:lnTo>
                <a:lnTo>
                  <a:pt x="6525" y="5728"/>
                </a:lnTo>
                <a:lnTo>
                  <a:pt x="6514" y="5537"/>
                </a:lnTo>
                <a:lnTo>
                  <a:pt x="6525" y="5335"/>
                </a:lnTo>
                <a:lnTo>
                  <a:pt x="6680" y="4989"/>
                </a:lnTo>
                <a:lnTo>
                  <a:pt x="6942" y="4716"/>
                </a:lnTo>
                <a:lnTo>
                  <a:pt x="7287" y="4573"/>
                </a:lnTo>
                <a:lnTo>
                  <a:pt x="7490" y="4561"/>
                </a:lnTo>
                <a:close/>
                <a:moveTo>
                  <a:pt x="1632" y="7811"/>
                </a:moveTo>
                <a:lnTo>
                  <a:pt x="1834" y="7823"/>
                </a:lnTo>
                <a:lnTo>
                  <a:pt x="2179" y="7978"/>
                </a:lnTo>
                <a:lnTo>
                  <a:pt x="2441" y="8240"/>
                </a:lnTo>
                <a:lnTo>
                  <a:pt x="2596" y="8597"/>
                </a:lnTo>
                <a:lnTo>
                  <a:pt x="2608" y="8788"/>
                </a:lnTo>
                <a:lnTo>
                  <a:pt x="2596" y="8990"/>
                </a:lnTo>
                <a:lnTo>
                  <a:pt x="2441" y="9335"/>
                </a:lnTo>
                <a:lnTo>
                  <a:pt x="2179" y="9609"/>
                </a:lnTo>
                <a:lnTo>
                  <a:pt x="1834" y="9752"/>
                </a:lnTo>
                <a:lnTo>
                  <a:pt x="1632" y="9764"/>
                </a:lnTo>
                <a:lnTo>
                  <a:pt x="1429" y="9752"/>
                </a:lnTo>
                <a:lnTo>
                  <a:pt x="1084" y="9609"/>
                </a:lnTo>
                <a:lnTo>
                  <a:pt x="810" y="9335"/>
                </a:lnTo>
                <a:lnTo>
                  <a:pt x="667" y="8990"/>
                </a:lnTo>
                <a:lnTo>
                  <a:pt x="655" y="8788"/>
                </a:lnTo>
                <a:lnTo>
                  <a:pt x="667" y="8597"/>
                </a:lnTo>
                <a:lnTo>
                  <a:pt x="810" y="8240"/>
                </a:lnTo>
                <a:lnTo>
                  <a:pt x="1084" y="7978"/>
                </a:lnTo>
                <a:lnTo>
                  <a:pt x="1429" y="7823"/>
                </a:lnTo>
                <a:lnTo>
                  <a:pt x="1632" y="7811"/>
                </a:lnTo>
                <a:close/>
                <a:moveTo>
                  <a:pt x="1465" y="0"/>
                </a:moveTo>
                <a:lnTo>
                  <a:pt x="1144" y="72"/>
                </a:lnTo>
                <a:lnTo>
                  <a:pt x="858" y="191"/>
                </a:lnTo>
                <a:lnTo>
                  <a:pt x="596" y="370"/>
                </a:lnTo>
                <a:lnTo>
                  <a:pt x="370" y="596"/>
                </a:lnTo>
                <a:lnTo>
                  <a:pt x="191" y="846"/>
                </a:lnTo>
                <a:lnTo>
                  <a:pt x="72" y="1143"/>
                </a:lnTo>
                <a:lnTo>
                  <a:pt x="12" y="1465"/>
                </a:lnTo>
                <a:lnTo>
                  <a:pt x="1" y="1632"/>
                </a:lnTo>
                <a:lnTo>
                  <a:pt x="24" y="1917"/>
                </a:lnTo>
                <a:lnTo>
                  <a:pt x="215" y="2441"/>
                </a:lnTo>
                <a:lnTo>
                  <a:pt x="560" y="2858"/>
                </a:lnTo>
                <a:lnTo>
                  <a:pt x="1036" y="3144"/>
                </a:lnTo>
                <a:lnTo>
                  <a:pt x="1310" y="3227"/>
                </a:lnTo>
                <a:lnTo>
                  <a:pt x="1310" y="7192"/>
                </a:lnTo>
                <a:lnTo>
                  <a:pt x="1036" y="7264"/>
                </a:lnTo>
                <a:lnTo>
                  <a:pt x="560" y="7549"/>
                </a:lnTo>
                <a:lnTo>
                  <a:pt x="215" y="7978"/>
                </a:lnTo>
                <a:lnTo>
                  <a:pt x="24" y="8502"/>
                </a:lnTo>
                <a:lnTo>
                  <a:pt x="1" y="8788"/>
                </a:lnTo>
                <a:lnTo>
                  <a:pt x="12" y="8954"/>
                </a:lnTo>
                <a:lnTo>
                  <a:pt x="72" y="9276"/>
                </a:lnTo>
                <a:lnTo>
                  <a:pt x="191" y="9573"/>
                </a:lnTo>
                <a:lnTo>
                  <a:pt x="370" y="9835"/>
                </a:lnTo>
                <a:lnTo>
                  <a:pt x="596" y="10050"/>
                </a:lnTo>
                <a:lnTo>
                  <a:pt x="858" y="10228"/>
                </a:lnTo>
                <a:lnTo>
                  <a:pt x="1144" y="10347"/>
                </a:lnTo>
                <a:lnTo>
                  <a:pt x="1465" y="10419"/>
                </a:lnTo>
                <a:lnTo>
                  <a:pt x="1798" y="10419"/>
                </a:lnTo>
                <a:lnTo>
                  <a:pt x="2120" y="10347"/>
                </a:lnTo>
                <a:lnTo>
                  <a:pt x="2406" y="10228"/>
                </a:lnTo>
                <a:lnTo>
                  <a:pt x="2668" y="10050"/>
                </a:lnTo>
                <a:lnTo>
                  <a:pt x="2894" y="9823"/>
                </a:lnTo>
                <a:lnTo>
                  <a:pt x="3061" y="9573"/>
                </a:lnTo>
                <a:lnTo>
                  <a:pt x="3192" y="9276"/>
                </a:lnTo>
                <a:lnTo>
                  <a:pt x="3251" y="8954"/>
                </a:lnTo>
                <a:lnTo>
                  <a:pt x="3263" y="8788"/>
                </a:lnTo>
                <a:lnTo>
                  <a:pt x="3239" y="8502"/>
                </a:lnTo>
                <a:lnTo>
                  <a:pt x="3049" y="7978"/>
                </a:lnTo>
                <a:lnTo>
                  <a:pt x="2703" y="7549"/>
                </a:lnTo>
                <a:lnTo>
                  <a:pt x="2227" y="7264"/>
                </a:lnTo>
                <a:lnTo>
                  <a:pt x="1953" y="7192"/>
                </a:lnTo>
                <a:lnTo>
                  <a:pt x="1953" y="4775"/>
                </a:lnTo>
                <a:lnTo>
                  <a:pt x="2168" y="5013"/>
                </a:lnTo>
                <a:lnTo>
                  <a:pt x="2668" y="5418"/>
                </a:lnTo>
                <a:lnTo>
                  <a:pt x="3251" y="5692"/>
                </a:lnTo>
                <a:lnTo>
                  <a:pt x="3894" y="5847"/>
                </a:lnTo>
                <a:lnTo>
                  <a:pt x="4239" y="5859"/>
                </a:lnTo>
                <a:lnTo>
                  <a:pt x="5894" y="5859"/>
                </a:lnTo>
                <a:lnTo>
                  <a:pt x="5966" y="6132"/>
                </a:lnTo>
                <a:lnTo>
                  <a:pt x="6252" y="6609"/>
                </a:lnTo>
                <a:lnTo>
                  <a:pt x="6680" y="6954"/>
                </a:lnTo>
                <a:lnTo>
                  <a:pt x="7204" y="7144"/>
                </a:lnTo>
                <a:lnTo>
                  <a:pt x="7490" y="7168"/>
                </a:lnTo>
                <a:lnTo>
                  <a:pt x="7657" y="7156"/>
                </a:lnTo>
                <a:lnTo>
                  <a:pt x="7978" y="7097"/>
                </a:lnTo>
                <a:lnTo>
                  <a:pt x="8264" y="6966"/>
                </a:lnTo>
                <a:lnTo>
                  <a:pt x="8526" y="6799"/>
                </a:lnTo>
                <a:lnTo>
                  <a:pt x="8752" y="6573"/>
                </a:lnTo>
                <a:lnTo>
                  <a:pt x="8931" y="6311"/>
                </a:lnTo>
                <a:lnTo>
                  <a:pt x="9050" y="6025"/>
                </a:lnTo>
                <a:lnTo>
                  <a:pt x="9109" y="5704"/>
                </a:lnTo>
                <a:lnTo>
                  <a:pt x="9121" y="5537"/>
                </a:lnTo>
                <a:lnTo>
                  <a:pt x="9109" y="5370"/>
                </a:lnTo>
                <a:lnTo>
                  <a:pt x="9050" y="5049"/>
                </a:lnTo>
                <a:lnTo>
                  <a:pt x="8931" y="4763"/>
                </a:lnTo>
                <a:lnTo>
                  <a:pt x="8752" y="4501"/>
                </a:lnTo>
                <a:lnTo>
                  <a:pt x="8526" y="4275"/>
                </a:lnTo>
                <a:lnTo>
                  <a:pt x="8264" y="4096"/>
                </a:lnTo>
                <a:lnTo>
                  <a:pt x="7978" y="3977"/>
                </a:lnTo>
                <a:lnTo>
                  <a:pt x="7657" y="3918"/>
                </a:lnTo>
                <a:lnTo>
                  <a:pt x="7490" y="3906"/>
                </a:lnTo>
                <a:lnTo>
                  <a:pt x="7204" y="3930"/>
                </a:lnTo>
                <a:lnTo>
                  <a:pt x="6680" y="4120"/>
                </a:lnTo>
                <a:lnTo>
                  <a:pt x="6252" y="4465"/>
                </a:lnTo>
                <a:lnTo>
                  <a:pt x="5966" y="4942"/>
                </a:lnTo>
                <a:lnTo>
                  <a:pt x="5894" y="5216"/>
                </a:lnTo>
                <a:lnTo>
                  <a:pt x="4239" y="5216"/>
                </a:lnTo>
                <a:lnTo>
                  <a:pt x="4013" y="5204"/>
                </a:lnTo>
                <a:lnTo>
                  <a:pt x="3596" y="5120"/>
                </a:lnTo>
                <a:lnTo>
                  <a:pt x="3215" y="4977"/>
                </a:lnTo>
                <a:lnTo>
                  <a:pt x="2870" y="4763"/>
                </a:lnTo>
                <a:lnTo>
                  <a:pt x="2572" y="4501"/>
                </a:lnTo>
                <a:lnTo>
                  <a:pt x="2322" y="4180"/>
                </a:lnTo>
                <a:lnTo>
                  <a:pt x="2132" y="3823"/>
                </a:lnTo>
                <a:lnTo>
                  <a:pt x="2013" y="3430"/>
                </a:lnTo>
                <a:lnTo>
                  <a:pt x="1977" y="3215"/>
                </a:lnTo>
                <a:lnTo>
                  <a:pt x="2239" y="3144"/>
                </a:lnTo>
                <a:lnTo>
                  <a:pt x="2703" y="2858"/>
                </a:lnTo>
                <a:lnTo>
                  <a:pt x="3049" y="2441"/>
                </a:lnTo>
                <a:lnTo>
                  <a:pt x="3239" y="1917"/>
                </a:lnTo>
                <a:lnTo>
                  <a:pt x="3263" y="1632"/>
                </a:lnTo>
                <a:lnTo>
                  <a:pt x="3251" y="1465"/>
                </a:lnTo>
                <a:lnTo>
                  <a:pt x="3192" y="1143"/>
                </a:lnTo>
                <a:lnTo>
                  <a:pt x="3061" y="846"/>
                </a:lnTo>
                <a:lnTo>
                  <a:pt x="2894" y="596"/>
                </a:lnTo>
                <a:lnTo>
                  <a:pt x="2668" y="370"/>
                </a:lnTo>
                <a:lnTo>
                  <a:pt x="2406" y="191"/>
                </a:lnTo>
                <a:lnTo>
                  <a:pt x="2120" y="72"/>
                </a:lnTo>
                <a:lnTo>
                  <a:pt x="1798"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8" name="Google Shape;3198;p175"/>
          <p:cNvSpPr/>
          <p:nvPr/>
        </p:nvSpPr>
        <p:spPr>
          <a:xfrm>
            <a:off x="3073457" y="4343976"/>
            <a:ext cx="525272" cy="525222"/>
          </a:xfrm>
          <a:custGeom>
            <a:rect b="b" l="l" r="r" t="t"/>
            <a:pathLst>
              <a:path extrusionOk="0" h="10419" w="10420">
                <a:moveTo>
                  <a:pt x="1632" y="655"/>
                </a:moveTo>
                <a:lnTo>
                  <a:pt x="1835" y="667"/>
                </a:lnTo>
                <a:lnTo>
                  <a:pt x="2180" y="810"/>
                </a:lnTo>
                <a:lnTo>
                  <a:pt x="2454" y="1072"/>
                </a:lnTo>
                <a:lnTo>
                  <a:pt x="2597" y="1429"/>
                </a:lnTo>
                <a:lnTo>
                  <a:pt x="2609" y="1632"/>
                </a:lnTo>
                <a:lnTo>
                  <a:pt x="2597" y="1822"/>
                </a:lnTo>
                <a:lnTo>
                  <a:pt x="2454" y="2179"/>
                </a:lnTo>
                <a:lnTo>
                  <a:pt x="2180" y="2441"/>
                </a:lnTo>
                <a:lnTo>
                  <a:pt x="1835" y="2584"/>
                </a:lnTo>
                <a:lnTo>
                  <a:pt x="1632" y="2608"/>
                </a:lnTo>
                <a:lnTo>
                  <a:pt x="1430" y="2584"/>
                </a:lnTo>
                <a:lnTo>
                  <a:pt x="1084" y="2441"/>
                </a:lnTo>
                <a:lnTo>
                  <a:pt x="822" y="2179"/>
                </a:lnTo>
                <a:lnTo>
                  <a:pt x="668" y="1822"/>
                </a:lnTo>
                <a:lnTo>
                  <a:pt x="656" y="1632"/>
                </a:lnTo>
                <a:lnTo>
                  <a:pt x="668" y="1429"/>
                </a:lnTo>
                <a:lnTo>
                  <a:pt x="822" y="1072"/>
                </a:lnTo>
                <a:lnTo>
                  <a:pt x="1084" y="810"/>
                </a:lnTo>
                <a:lnTo>
                  <a:pt x="1430" y="667"/>
                </a:lnTo>
                <a:lnTo>
                  <a:pt x="1632" y="655"/>
                </a:lnTo>
                <a:close/>
                <a:moveTo>
                  <a:pt x="1632" y="7811"/>
                </a:moveTo>
                <a:lnTo>
                  <a:pt x="1835" y="7823"/>
                </a:lnTo>
                <a:lnTo>
                  <a:pt x="2180" y="7978"/>
                </a:lnTo>
                <a:lnTo>
                  <a:pt x="2454" y="8240"/>
                </a:lnTo>
                <a:lnTo>
                  <a:pt x="2597" y="8585"/>
                </a:lnTo>
                <a:lnTo>
                  <a:pt x="2609" y="8788"/>
                </a:lnTo>
                <a:lnTo>
                  <a:pt x="2597" y="8990"/>
                </a:lnTo>
                <a:lnTo>
                  <a:pt x="2454" y="9335"/>
                </a:lnTo>
                <a:lnTo>
                  <a:pt x="2180" y="9609"/>
                </a:lnTo>
                <a:lnTo>
                  <a:pt x="1835" y="9752"/>
                </a:lnTo>
                <a:lnTo>
                  <a:pt x="1632" y="9764"/>
                </a:lnTo>
                <a:lnTo>
                  <a:pt x="1430" y="9752"/>
                </a:lnTo>
                <a:lnTo>
                  <a:pt x="1084" y="9609"/>
                </a:lnTo>
                <a:lnTo>
                  <a:pt x="822" y="9335"/>
                </a:lnTo>
                <a:lnTo>
                  <a:pt x="668" y="8990"/>
                </a:lnTo>
                <a:lnTo>
                  <a:pt x="656" y="8788"/>
                </a:lnTo>
                <a:lnTo>
                  <a:pt x="668" y="8585"/>
                </a:lnTo>
                <a:lnTo>
                  <a:pt x="822" y="8240"/>
                </a:lnTo>
                <a:lnTo>
                  <a:pt x="1084" y="7978"/>
                </a:lnTo>
                <a:lnTo>
                  <a:pt x="1430" y="7823"/>
                </a:lnTo>
                <a:lnTo>
                  <a:pt x="1632" y="7811"/>
                </a:lnTo>
                <a:close/>
                <a:moveTo>
                  <a:pt x="8800" y="7811"/>
                </a:moveTo>
                <a:lnTo>
                  <a:pt x="8991" y="7823"/>
                </a:lnTo>
                <a:lnTo>
                  <a:pt x="9348" y="7978"/>
                </a:lnTo>
                <a:lnTo>
                  <a:pt x="9610" y="8240"/>
                </a:lnTo>
                <a:lnTo>
                  <a:pt x="9753" y="8585"/>
                </a:lnTo>
                <a:lnTo>
                  <a:pt x="9776" y="8788"/>
                </a:lnTo>
                <a:lnTo>
                  <a:pt x="9753" y="8990"/>
                </a:lnTo>
                <a:lnTo>
                  <a:pt x="9610" y="9335"/>
                </a:lnTo>
                <a:lnTo>
                  <a:pt x="9348" y="9609"/>
                </a:lnTo>
                <a:lnTo>
                  <a:pt x="8991" y="9752"/>
                </a:lnTo>
                <a:lnTo>
                  <a:pt x="8800" y="9764"/>
                </a:lnTo>
                <a:lnTo>
                  <a:pt x="8598" y="9752"/>
                </a:lnTo>
                <a:lnTo>
                  <a:pt x="8240" y="9609"/>
                </a:lnTo>
                <a:lnTo>
                  <a:pt x="7978" y="9335"/>
                </a:lnTo>
                <a:lnTo>
                  <a:pt x="7836" y="8990"/>
                </a:lnTo>
                <a:lnTo>
                  <a:pt x="7824" y="8788"/>
                </a:lnTo>
                <a:lnTo>
                  <a:pt x="7836" y="8585"/>
                </a:lnTo>
                <a:lnTo>
                  <a:pt x="7978" y="8240"/>
                </a:lnTo>
                <a:lnTo>
                  <a:pt x="8240" y="7978"/>
                </a:lnTo>
                <a:lnTo>
                  <a:pt x="8598" y="7823"/>
                </a:lnTo>
                <a:lnTo>
                  <a:pt x="8800" y="7811"/>
                </a:lnTo>
                <a:close/>
                <a:moveTo>
                  <a:pt x="1465" y="0"/>
                </a:moveTo>
                <a:lnTo>
                  <a:pt x="1144" y="72"/>
                </a:lnTo>
                <a:lnTo>
                  <a:pt x="858" y="191"/>
                </a:lnTo>
                <a:lnTo>
                  <a:pt x="596" y="370"/>
                </a:lnTo>
                <a:lnTo>
                  <a:pt x="370" y="596"/>
                </a:lnTo>
                <a:lnTo>
                  <a:pt x="203" y="846"/>
                </a:lnTo>
                <a:lnTo>
                  <a:pt x="72" y="1143"/>
                </a:lnTo>
                <a:lnTo>
                  <a:pt x="13" y="1465"/>
                </a:lnTo>
                <a:lnTo>
                  <a:pt x="1" y="1632"/>
                </a:lnTo>
                <a:lnTo>
                  <a:pt x="25" y="1917"/>
                </a:lnTo>
                <a:lnTo>
                  <a:pt x="215" y="2441"/>
                </a:lnTo>
                <a:lnTo>
                  <a:pt x="561" y="2858"/>
                </a:lnTo>
                <a:lnTo>
                  <a:pt x="1037" y="3144"/>
                </a:lnTo>
                <a:lnTo>
                  <a:pt x="1311" y="3227"/>
                </a:lnTo>
                <a:lnTo>
                  <a:pt x="1311" y="7192"/>
                </a:lnTo>
                <a:lnTo>
                  <a:pt x="1037" y="7264"/>
                </a:lnTo>
                <a:lnTo>
                  <a:pt x="561" y="7549"/>
                </a:lnTo>
                <a:lnTo>
                  <a:pt x="215" y="7978"/>
                </a:lnTo>
                <a:lnTo>
                  <a:pt x="25" y="8502"/>
                </a:lnTo>
                <a:lnTo>
                  <a:pt x="1" y="8788"/>
                </a:lnTo>
                <a:lnTo>
                  <a:pt x="13" y="8954"/>
                </a:lnTo>
                <a:lnTo>
                  <a:pt x="72" y="9276"/>
                </a:lnTo>
                <a:lnTo>
                  <a:pt x="203" y="9573"/>
                </a:lnTo>
                <a:lnTo>
                  <a:pt x="370" y="9823"/>
                </a:lnTo>
                <a:lnTo>
                  <a:pt x="596" y="10050"/>
                </a:lnTo>
                <a:lnTo>
                  <a:pt x="858" y="10228"/>
                </a:lnTo>
                <a:lnTo>
                  <a:pt x="1144" y="10347"/>
                </a:lnTo>
                <a:lnTo>
                  <a:pt x="1465" y="10419"/>
                </a:lnTo>
                <a:lnTo>
                  <a:pt x="1799" y="10419"/>
                </a:lnTo>
                <a:lnTo>
                  <a:pt x="2120" y="10347"/>
                </a:lnTo>
                <a:lnTo>
                  <a:pt x="2406" y="10228"/>
                </a:lnTo>
                <a:lnTo>
                  <a:pt x="2668" y="10050"/>
                </a:lnTo>
                <a:lnTo>
                  <a:pt x="2894" y="9823"/>
                </a:lnTo>
                <a:lnTo>
                  <a:pt x="3073" y="9573"/>
                </a:lnTo>
                <a:lnTo>
                  <a:pt x="3192" y="9276"/>
                </a:lnTo>
                <a:lnTo>
                  <a:pt x="3251" y="8954"/>
                </a:lnTo>
                <a:lnTo>
                  <a:pt x="3263" y="8788"/>
                </a:lnTo>
                <a:lnTo>
                  <a:pt x="3240" y="8502"/>
                </a:lnTo>
                <a:lnTo>
                  <a:pt x="3049" y="7978"/>
                </a:lnTo>
                <a:lnTo>
                  <a:pt x="2704" y="7549"/>
                </a:lnTo>
                <a:lnTo>
                  <a:pt x="2227" y="7264"/>
                </a:lnTo>
                <a:lnTo>
                  <a:pt x="1966" y="7192"/>
                </a:lnTo>
                <a:lnTo>
                  <a:pt x="1966" y="3227"/>
                </a:lnTo>
                <a:lnTo>
                  <a:pt x="2227" y="3144"/>
                </a:lnTo>
                <a:lnTo>
                  <a:pt x="2704" y="2858"/>
                </a:lnTo>
                <a:lnTo>
                  <a:pt x="3049" y="2441"/>
                </a:lnTo>
                <a:lnTo>
                  <a:pt x="3240" y="1917"/>
                </a:lnTo>
                <a:lnTo>
                  <a:pt x="3263" y="1632"/>
                </a:lnTo>
                <a:lnTo>
                  <a:pt x="3251" y="1465"/>
                </a:lnTo>
                <a:lnTo>
                  <a:pt x="3192" y="1143"/>
                </a:lnTo>
                <a:lnTo>
                  <a:pt x="3073" y="846"/>
                </a:lnTo>
                <a:lnTo>
                  <a:pt x="2894" y="596"/>
                </a:lnTo>
                <a:lnTo>
                  <a:pt x="2668" y="370"/>
                </a:lnTo>
                <a:lnTo>
                  <a:pt x="2406" y="191"/>
                </a:lnTo>
                <a:lnTo>
                  <a:pt x="2120" y="72"/>
                </a:lnTo>
                <a:lnTo>
                  <a:pt x="1799" y="0"/>
                </a:lnTo>
                <a:close/>
                <a:moveTo>
                  <a:pt x="6240" y="12"/>
                </a:moveTo>
                <a:lnTo>
                  <a:pt x="6133" y="84"/>
                </a:lnTo>
                <a:lnTo>
                  <a:pt x="4347" y="1715"/>
                </a:lnTo>
                <a:lnTo>
                  <a:pt x="4252" y="1822"/>
                </a:lnTo>
                <a:lnTo>
                  <a:pt x="4240" y="1953"/>
                </a:lnTo>
                <a:lnTo>
                  <a:pt x="4252" y="2084"/>
                </a:lnTo>
                <a:lnTo>
                  <a:pt x="4347" y="2191"/>
                </a:lnTo>
                <a:lnTo>
                  <a:pt x="6133" y="3823"/>
                </a:lnTo>
                <a:lnTo>
                  <a:pt x="6240" y="3894"/>
                </a:lnTo>
                <a:lnTo>
                  <a:pt x="6490" y="3882"/>
                </a:lnTo>
                <a:lnTo>
                  <a:pt x="6597" y="3799"/>
                </a:lnTo>
                <a:lnTo>
                  <a:pt x="6669" y="3692"/>
                </a:lnTo>
                <a:lnTo>
                  <a:pt x="6657" y="3441"/>
                </a:lnTo>
                <a:lnTo>
                  <a:pt x="6573" y="3346"/>
                </a:lnTo>
                <a:lnTo>
                  <a:pt x="5407" y="2275"/>
                </a:lnTo>
                <a:lnTo>
                  <a:pt x="6835" y="2275"/>
                </a:lnTo>
                <a:lnTo>
                  <a:pt x="7002" y="2287"/>
                </a:lnTo>
                <a:lnTo>
                  <a:pt x="7324" y="2346"/>
                </a:lnTo>
                <a:lnTo>
                  <a:pt x="7621" y="2477"/>
                </a:lnTo>
                <a:lnTo>
                  <a:pt x="7883" y="2644"/>
                </a:lnTo>
                <a:lnTo>
                  <a:pt x="8098" y="2870"/>
                </a:lnTo>
                <a:lnTo>
                  <a:pt x="8276" y="3132"/>
                </a:lnTo>
                <a:lnTo>
                  <a:pt x="8395" y="3418"/>
                </a:lnTo>
                <a:lnTo>
                  <a:pt x="8467" y="3739"/>
                </a:lnTo>
                <a:lnTo>
                  <a:pt x="8467" y="3906"/>
                </a:lnTo>
                <a:lnTo>
                  <a:pt x="8467" y="7192"/>
                </a:lnTo>
                <a:lnTo>
                  <a:pt x="8193" y="7264"/>
                </a:lnTo>
                <a:lnTo>
                  <a:pt x="7728" y="7549"/>
                </a:lnTo>
                <a:lnTo>
                  <a:pt x="7371" y="7978"/>
                </a:lnTo>
                <a:lnTo>
                  <a:pt x="7181" y="8502"/>
                </a:lnTo>
                <a:lnTo>
                  <a:pt x="7169" y="8788"/>
                </a:lnTo>
                <a:lnTo>
                  <a:pt x="7169" y="8954"/>
                </a:lnTo>
                <a:lnTo>
                  <a:pt x="7240" y="9276"/>
                </a:lnTo>
                <a:lnTo>
                  <a:pt x="7359" y="9562"/>
                </a:lnTo>
                <a:lnTo>
                  <a:pt x="7538" y="9823"/>
                </a:lnTo>
                <a:lnTo>
                  <a:pt x="7752" y="10050"/>
                </a:lnTo>
                <a:lnTo>
                  <a:pt x="8014" y="10228"/>
                </a:lnTo>
                <a:lnTo>
                  <a:pt x="8312" y="10347"/>
                </a:lnTo>
                <a:lnTo>
                  <a:pt x="8621" y="10407"/>
                </a:lnTo>
                <a:lnTo>
                  <a:pt x="8800" y="10419"/>
                </a:lnTo>
                <a:lnTo>
                  <a:pt x="8967" y="10407"/>
                </a:lnTo>
                <a:lnTo>
                  <a:pt x="9276" y="10347"/>
                </a:lnTo>
                <a:lnTo>
                  <a:pt x="9574" y="10228"/>
                </a:lnTo>
                <a:lnTo>
                  <a:pt x="9836" y="10050"/>
                </a:lnTo>
                <a:lnTo>
                  <a:pt x="10050" y="9823"/>
                </a:lnTo>
                <a:lnTo>
                  <a:pt x="10229" y="9562"/>
                </a:lnTo>
                <a:lnTo>
                  <a:pt x="10348" y="9276"/>
                </a:lnTo>
                <a:lnTo>
                  <a:pt x="10419" y="8954"/>
                </a:lnTo>
                <a:lnTo>
                  <a:pt x="10419" y="8788"/>
                </a:lnTo>
                <a:lnTo>
                  <a:pt x="10407" y="8502"/>
                </a:lnTo>
                <a:lnTo>
                  <a:pt x="10217" y="7978"/>
                </a:lnTo>
                <a:lnTo>
                  <a:pt x="9860" y="7549"/>
                </a:lnTo>
                <a:lnTo>
                  <a:pt x="9395" y="7264"/>
                </a:lnTo>
                <a:lnTo>
                  <a:pt x="9121" y="7192"/>
                </a:lnTo>
                <a:lnTo>
                  <a:pt x="9121" y="3906"/>
                </a:lnTo>
                <a:lnTo>
                  <a:pt x="9110" y="3668"/>
                </a:lnTo>
                <a:lnTo>
                  <a:pt x="9026" y="3227"/>
                </a:lnTo>
                <a:lnTo>
                  <a:pt x="8848" y="2822"/>
                </a:lnTo>
                <a:lnTo>
                  <a:pt x="8598" y="2453"/>
                </a:lnTo>
                <a:lnTo>
                  <a:pt x="8288" y="2144"/>
                </a:lnTo>
                <a:lnTo>
                  <a:pt x="7931" y="1894"/>
                </a:lnTo>
                <a:lnTo>
                  <a:pt x="7526" y="1727"/>
                </a:lnTo>
                <a:lnTo>
                  <a:pt x="7074" y="1632"/>
                </a:lnTo>
                <a:lnTo>
                  <a:pt x="5407" y="1632"/>
                </a:lnTo>
                <a:lnTo>
                  <a:pt x="6573" y="572"/>
                </a:lnTo>
                <a:lnTo>
                  <a:pt x="6657" y="465"/>
                </a:lnTo>
                <a:lnTo>
                  <a:pt x="6669" y="215"/>
                </a:lnTo>
                <a:lnTo>
                  <a:pt x="6597" y="108"/>
                </a:lnTo>
                <a:lnTo>
                  <a:pt x="6490" y="24"/>
                </a:lnTo>
                <a:lnTo>
                  <a:pt x="6240" y="12"/>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199" name="Google Shape;3199;p175"/>
          <p:cNvSpPr/>
          <p:nvPr/>
        </p:nvSpPr>
        <p:spPr>
          <a:xfrm>
            <a:off x="4082457" y="4409408"/>
            <a:ext cx="525222" cy="394357"/>
          </a:xfrm>
          <a:custGeom>
            <a:rect b="b" l="l" r="r" t="t"/>
            <a:pathLst>
              <a:path extrusionOk="0" h="7823" w="10419">
                <a:moveTo>
                  <a:pt x="5215" y="1798"/>
                </a:moveTo>
                <a:lnTo>
                  <a:pt x="5918" y="1810"/>
                </a:lnTo>
                <a:lnTo>
                  <a:pt x="6858" y="1953"/>
                </a:lnTo>
                <a:lnTo>
                  <a:pt x="7394" y="2096"/>
                </a:lnTo>
                <a:lnTo>
                  <a:pt x="7632" y="2179"/>
                </a:lnTo>
                <a:lnTo>
                  <a:pt x="7847" y="2263"/>
                </a:lnTo>
                <a:lnTo>
                  <a:pt x="8180" y="2453"/>
                </a:lnTo>
                <a:lnTo>
                  <a:pt x="8299" y="2548"/>
                </a:lnTo>
                <a:lnTo>
                  <a:pt x="8383" y="2644"/>
                </a:lnTo>
                <a:lnTo>
                  <a:pt x="8466" y="2798"/>
                </a:lnTo>
                <a:lnTo>
                  <a:pt x="8466" y="2846"/>
                </a:lnTo>
                <a:lnTo>
                  <a:pt x="8466" y="2906"/>
                </a:lnTo>
                <a:lnTo>
                  <a:pt x="8383" y="3060"/>
                </a:lnTo>
                <a:lnTo>
                  <a:pt x="8299" y="3156"/>
                </a:lnTo>
                <a:lnTo>
                  <a:pt x="8037" y="3334"/>
                </a:lnTo>
                <a:lnTo>
                  <a:pt x="7632" y="3525"/>
                </a:lnTo>
                <a:lnTo>
                  <a:pt x="7394" y="3608"/>
                </a:lnTo>
                <a:lnTo>
                  <a:pt x="6858" y="3751"/>
                </a:lnTo>
                <a:lnTo>
                  <a:pt x="5918" y="3894"/>
                </a:lnTo>
                <a:lnTo>
                  <a:pt x="5215" y="3906"/>
                </a:lnTo>
                <a:lnTo>
                  <a:pt x="4513" y="3894"/>
                </a:lnTo>
                <a:lnTo>
                  <a:pt x="3572" y="3751"/>
                </a:lnTo>
                <a:lnTo>
                  <a:pt x="3036" y="3608"/>
                </a:lnTo>
                <a:lnTo>
                  <a:pt x="2798" y="3525"/>
                </a:lnTo>
                <a:lnTo>
                  <a:pt x="2382" y="3334"/>
                </a:lnTo>
                <a:lnTo>
                  <a:pt x="2131" y="3156"/>
                </a:lnTo>
                <a:lnTo>
                  <a:pt x="2036" y="3060"/>
                </a:lnTo>
                <a:lnTo>
                  <a:pt x="1965" y="2906"/>
                </a:lnTo>
                <a:lnTo>
                  <a:pt x="1953" y="2846"/>
                </a:lnTo>
                <a:lnTo>
                  <a:pt x="1965" y="2798"/>
                </a:lnTo>
                <a:lnTo>
                  <a:pt x="2036" y="2644"/>
                </a:lnTo>
                <a:lnTo>
                  <a:pt x="2131" y="2548"/>
                </a:lnTo>
                <a:lnTo>
                  <a:pt x="2251" y="2453"/>
                </a:lnTo>
                <a:lnTo>
                  <a:pt x="2584" y="2263"/>
                </a:lnTo>
                <a:lnTo>
                  <a:pt x="2798" y="2179"/>
                </a:lnTo>
                <a:lnTo>
                  <a:pt x="3036" y="2096"/>
                </a:lnTo>
                <a:lnTo>
                  <a:pt x="3572" y="1953"/>
                </a:lnTo>
                <a:lnTo>
                  <a:pt x="4513" y="1810"/>
                </a:lnTo>
                <a:lnTo>
                  <a:pt x="5215" y="1798"/>
                </a:lnTo>
                <a:close/>
                <a:moveTo>
                  <a:pt x="4822" y="1143"/>
                </a:moveTo>
                <a:lnTo>
                  <a:pt x="4108" y="1203"/>
                </a:lnTo>
                <a:lnTo>
                  <a:pt x="3429" y="1310"/>
                </a:lnTo>
                <a:lnTo>
                  <a:pt x="2834" y="1465"/>
                </a:lnTo>
                <a:lnTo>
                  <a:pt x="2560" y="1548"/>
                </a:lnTo>
                <a:lnTo>
                  <a:pt x="2310" y="1667"/>
                </a:lnTo>
                <a:lnTo>
                  <a:pt x="1870" y="1929"/>
                </a:lnTo>
                <a:lnTo>
                  <a:pt x="1691" y="2072"/>
                </a:lnTo>
                <a:lnTo>
                  <a:pt x="1536" y="2227"/>
                </a:lnTo>
                <a:lnTo>
                  <a:pt x="1358" y="2525"/>
                </a:lnTo>
                <a:lnTo>
                  <a:pt x="1298" y="2739"/>
                </a:lnTo>
                <a:lnTo>
                  <a:pt x="1286" y="2846"/>
                </a:lnTo>
                <a:lnTo>
                  <a:pt x="1298" y="2965"/>
                </a:lnTo>
                <a:lnTo>
                  <a:pt x="1358" y="3179"/>
                </a:lnTo>
                <a:lnTo>
                  <a:pt x="1536" y="3477"/>
                </a:lnTo>
                <a:lnTo>
                  <a:pt x="1691" y="3632"/>
                </a:lnTo>
                <a:lnTo>
                  <a:pt x="1870" y="3775"/>
                </a:lnTo>
                <a:lnTo>
                  <a:pt x="2310" y="4025"/>
                </a:lnTo>
                <a:lnTo>
                  <a:pt x="2560" y="4132"/>
                </a:lnTo>
                <a:lnTo>
                  <a:pt x="2834" y="4227"/>
                </a:lnTo>
                <a:lnTo>
                  <a:pt x="3429" y="4394"/>
                </a:lnTo>
                <a:lnTo>
                  <a:pt x="4084" y="4501"/>
                </a:lnTo>
                <a:lnTo>
                  <a:pt x="4810" y="4561"/>
                </a:lnTo>
                <a:lnTo>
                  <a:pt x="5584" y="4561"/>
                </a:lnTo>
                <a:lnTo>
                  <a:pt x="6311" y="4501"/>
                </a:lnTo>
                <a:lnTo>
                  <a:pt x="6989" y="4394"/>
                </a:lnTo>
                <a:lnTo>
                  <a:pt x="7597" y="4227"/>
                </a:lnTo>
                <a:lnTo>
                  <a:pt x="7859" y="4132"/>
                </a:lnTo>
                <a:lnTo>
                  <a:pt x="8121" y="4025"/>
                </a:lnTo>
                <a:lnTo>
                  <a:pt x="8549" y="3775"/>
                </a:lnTo>
                <a:lnTo>
                  <a:pt x="8716" y="3632"/>
                </a:lnTo>
                <a:lnTo>
                  <a:pt x="8883" y="3477"/>
                </a:lnTo>
                <a:lnTo>
                  <a:pt x="9061" y="3179"/>
                </a:lnTo>
                <a:lnTo>
                  <a:pt x="9121" y="2965"/>
                </a:lnTo>
                <a:lnTo>
                  <a:pt x="9121" y="2846"/>
                </a:lnTo>
                <a:lnTo>
                  <a:pt x="9121" y="2739"/>
                </a:lnTo>
                <a:lnTo>
                  <a:pt x="9061" y="2525"/>
                </a:lnTo>
                <a:lnTo>
                  <a:pt x="8883" y="2227"/>
                </a:lnTo>
                <a:lnTo>
                  <a:pt x="8716" y="2072"/>
                </a:lnTo>
                <a:lnTo>
                  <a:pt x="8549" y="1929"/>
                </a:lnTo>
                <a:lnTo>
                  <a:pt x="8121" y="1667"/>
                </a:lnTo>
                <a:lnTo>
                  <a:pt x="7859" y="1548"/>
                </a:lnTo>
                <a:lnTo>
                  <a:pt x="7597" y="1465"/>
                </a:lnTo>
                <a:lnTo>
                  <a:pt x="6978" y="1310"/>
                </a:lnTo>
                <a:lnTo>
                  <a:pt x="5942" y="1167"/>
                </a:lnTo>
                <a:lnTo>
                  <a:pt x="5192" y="1143"/>
                </a:lnTo>
                <a:close/>
                <a:moveTo>
                  <a:pt x="5715" y="643"/>
                </a:moveTo>
                <a:lnTo>
                  <a:pt x="6656" y="762"/>
                </a:lnTo>
                <a:lnTo>
                  <a:pt x="7513" y="977"/>
                </a:lnTo>
                <a:lnTo>
                  <a:pt x="8252" y="1262"/>
                </a:lnTo>
                <a:lnTo>
                  <a:pt x="8573" y="1429"/>
                </a:lnTo>
                <a:lnTo>
                  <a:pt x="8883" y="1608"/>
                </a:lnTo>
                <a:lnTo>
                  <a:pt x="9335" y="1989"/>
                </a:lnTo>
                <a:lnTo>
                  <a:pt x="9621" y="2382"/>
                </a:lnTo>
                <a:lnTo>
                  <a:pt x="9764" y="2751"/>
                </a:lnTo>
                <a:lnTo>
                  <a:pt x="9776" y="2929"/>
                </a:lnTo>
                <a:lnTo>
                  <a:pt x="9764" y="3108"/>
                </a:lnTo>
                <a:lnTo>
                  <a:pt x="9621" y="3489"/>
                </a:lnTo>
                <a:lnTo>
                  <a:pt x="9335" y="3882"/>
                </a:lnTo>
                <a:lnTo>
                  <a:pt x="8883" y="4251"/>
                </a:lnTo>
                <a:lnTo>
                  <a:pt x="8573" y="4441"/>
                </a:lnTo>
                <a:lnTo>
                  <a:pt x="8252" y="4608"/>
                </a:lnTo>
                <a:lnTo>
                  <a:pt x="7513" y="4882"/>
                </a:lnTo>
                <a:lnTo>
                  <a:pt x="6656" y="5084"/>
                </a:lnTo>
                <a:lnTo>
                  <a:pt x="5715" y="5192"/>
                </a:lnTo>
                <a:lnTo>
                  <a:pt x="4715" y="5192"/>
                </a:lnTo>
                <a:lnTo>
                  <a:pt x="3775" y="5084"/>
                </a:lnTo>
                <a:lnTo>
                  <a:pt x="2917" y="4882"/>
                </a:lnTo>
                <a:lnTo>
                  <a:pt x="2167" y="4608"/>
                </a:lnTo>
                <a:lnTo>
                  <a:pt x="1846" y="4441"/>
                </a:lnTo>
                <a:lnTo>
                  <a:pt x="1548" y="4263"/>
                </a:lnTo>
                <a:lnTo>
                  <a:pt x="1096" y="3882"/>
                </a:lnTo>
                <a:lnTo>
                  <a:pt x="810" y="3489"/>
                </a:lnTo>
                <a:lnTo>
                  <a:pt x="667" y="3096"/>
                </a:lnTo>
                <a:lnTo>
                  <a:pt x="655" y="2917"/>
                </a:lnTo>
                <a:lnTo>
                  <a:pt x="667" y="2739"/>
                </a:lnTo>
                <a:lnTo>
                  <a:pt x="810" y="2370"/>
                </a:lnTo>
                <a:lnTo>
                  <a:pt x="1096" y="1989"/>
                </a:lnTo>
                <a:lnTo>
                  <a:pt x="1548" y="1608"/>
                </a:lnTo>
                <a:lnTo>
                  <a:pt x="1846" y="1429"/>
                </a:lnTo>
                <a:lnTo>
                  <a:pt x="2167" y="1262"/>
                </a:lnTo>
                <a:lnTo>
                  <a:pt x="2917" y="977"/>
                </a:lnTo>
                <a:lnTo>
                  <a:pt x="3775" y="762"/>
                </a:lnTo>
                <a:lnTo>
                  <a:pt x="4715" y="643"/>
                </a:lnTo>
                <a:close/>
                <a:moveTo>
                  <a:pt x="655" y="4358"/>
                </a:moveTo>
                <a:lnTo>
                  <a:pt x="953" y="4632"/>
                </a:lnTo>
                <a:lnTo>
                  <a:pt x="1310" y="4870"/>
                </a:lnTo>
                <a:lnTo>
                  <a:pt x="1310" y="6168"/>
                </a:lnTo>
                <a:lnTo>
                  <a:pt x="1143" y="6037"/>
                </a:lnTo>
                <a:lnTo>
                  <a:pt x="893" y="5787"/>
                </a:lnTo>
                <a:lnTo>
                  <a:pt x="738" y="5537"/>
                </a:lnTo>
                <a:lnTo>
                  <a:pt x="667" y="5311"/>
                </a:lnTo>
                <a:lnTo>
                  <a:pt x="655" y="5215"/>
                </a:lnTo>
                <a:lnTo>
                  <a:pt x="655" y="4358"/>
                </a:lnTo>
                <a:close/>
                <a:moveTo>
                  <a:pt x="9776" y="4358"/>
                </a:moveTo>
                <a:lnTo>
                  <a:pt x="9776" y="5215"/>
                </a:lnTo>
                <a:lnTo>
                  <a:pt x="9764" y="5311"/>
                </a:lnTo>
                <a:lnTo>
                  <a:pt x="9692" y="5537"/>
                </a:lnTo>
                <a:lnTo>
                  <a:pt x="9537" y="5787"/>
                </a:lnTo>
                <a:lnTo>
                  <a:pt x="9287" y="6037"/>
                </a:lnTo>
                <a:lnTo>
                  <a:pt x="9121" y="6168"/>
                </a:lnTo>
                <a:lnTo>
                  <a:pt x="9121" y="4870"/>
                </a:lnTo>
                <a:lnTo>
                  <a:pt x="9466" y="4632"/>
                </a:lnTo>
                <a:lnTo>
                  <a:pt x="9776" y="4358"/>
                </a:lnTo>
                <a:close/>
                <a:moveTo>
                  <a:pt x="1953" y="5215"/>
                </a:moveTo>
                <a:lnTo>
                  <a:pt x="2417" y="5418"/>
                </a:lnTo>
                <a:lnTo>
                  <a:pt x="2929" y="5573"/>
                </a:lnTo>
                <a:lnTo>
                  <a:pt x="2929" y="6882"/>
                </a:lnTo>
                <a:lnTo>
                  <a:pt x="2405" y="6728"/>
                </a:lnTo>
                <a:lnTo>
                  <a:pt x="1953" y="6537"/>
                </a:lnTo>
                <a:lnTo>
                  <a:pt x="1953" y="5215"/>
                </a:lnTo>
                <a:close/>
                <a:moveTo>
                  <a:pt x="8466" y="5215"/>
                </a:moveTo>
                <a:lnTo>
                  <a:pt x="8466" y="6537"/>
                </a:lnTo>
                <a:lnTo>
                  <a:pt x="8013" y="6728"/>
                </a:lnTo>
                <a:lnTo>
                  <a:pt x="7490" y="6882"/>
                </a:lnTo>
                <a:lnTo>
                  <a:pt x="7490" y="5573"/>
                </a:lnTo>
                <a:lnTo>
                  <a:pt x="8002" y="5418"/>
                </a:lnTo>
                <a:lnTo>
                  <a:pt x="8466" y="5215"/>
                </a:lnTo>
                <a:close/>
                <a:moveTo>
                  <a:pt x="3584" y="5716"/>
                </a:moveTo>
                <a:lnTo>
                  <a:pt x="4215" y="5811"/>
                </a:lnTo>
                <a:lnTo>
                  <a:pt x="4894" y="5858"/>
                </a:lnTo>
                <a:lnTo>
                  <a:pt x="4894" y="7156"/>
                </a:lnTo>
                <a:lnTo>
                  <a:pt x="4215" y="7109"/>
                </a:lnTo>
                <a:lnTo>
                  <a:pt x="3584" y="7025"/>
                </a:lnTo>
                <a:lnTo>
                  <a:pt x="3584" y="5716"/>
                </a:lnTo>
                <a:close/>
                <a:moveTo>
                  <a:pt x="6847" y="5716"/>
                </a:moveTo>
                <a:lnTo>
                  <a:pt x="6847" y="7025"/>
                </a:lnTo>
                <a:lnTo>
                  <a:pt x="6204" y="7109"/>
                </a:lnTo>
                <a:lnTo>
                  <a:pt x="5537" y="7156"/>
                </a:lnTo>
                <a:lnTo>
                  <a:pt x="5537" y="5858"/>
                </a:lnTo>
                <a:lnTo>
                  <a:pt x="6215" y="5811"/>
                </a:lnTo>
                <a:lnTo>
                  <a:pt x="6847" y="5716"/>
                </a:lnTo>
                <a:close/>
                <a:moveTo>
                  <a:pt x="5215" y="0"/>
                </a:moveTo>
                <a:lnTo>
                  <a:pt x="4680" y="12"/>
                </a:lnTo>
                <a:lnTo>
                  <a:pt x="3656" y="131"/>
                </a:lnTo>
                <a:lnTo>
                  <a:pt x="2727" y="357"/>
                </a:lnTo>
                <a:lnTo>
                  <a:pt x="1893" y="667"/>
                </a:lnTo>
                <a:lnTo>
                  <a:pt x="1191" y="1072"/>
                </a:lnTo>
                <a:lnTo>
                  <a:pt x="631" y="1536"/>
                </a:lnTo>
                <a:lnTo>
                  <a:pt x="226" y="2060"/>
                </a:lnTo>
                <a:lnTo>
                  <a:pt x="24" y="2632"/>
                </a:lnTo>
                <a:lnTo>
                  <a:pt x="0" y="2929"/>
                </a:lnTo>
                <a:lnTo>
                  <a:pt x="0" y="5215"/>
                </a:lnTo>
                <a:lnTo>
                  <a:pt x="24" y="5477"/>
                </a:lnTo>
                <a:lnTo>
                  <a:pt x="226" y="5989"/>
                </a:lnTo>
                <a:lnTo>
                  <a:pt x="631" y="6454"/>
                </a:lnTo>
                <a:lnTo>
                  <a:pt x="1191" y="6870"/>
                </a:lnTo>
                <a:lnTo>
                  <a:pt x="1893" y="7228"/>
                </a:lnTo>
                <a:lnTo>
                  <a:pt x="2727" y="7502"/>
                </a:lnTo>
                <a:lnTo>
                  <a:pt x="3656" y="7704"/>
                </a:lnTo>
                <a:lnTo>
                  <a:pt x="4680" y="7811"/>
                </a:lnTo>
                <a:lnTo>
                  <a:pt x="5215" y="7823"/>
                </a:lnTo>
                <a:lnTo>
                  <a:pt x="5751" y="7811"/>
                </a:lnTo>
                <a:lnTo>
                  <a:pt x="6763" y="7704"/>
                </a:lnTo>
                <a:lnTo>
                  <a:pt x="7704" y="7502"/>
                </a:lnTo>
                <a:lnTo>
                  <a:pt x="8537" y="7228"/>
                </a:lnTo>
                <a:lnTo>
                  <a:pt x="9240" y="6870"/>
                </a:lnTo>
                <a:lnTo>
                  <a:pt x="9799" y="6454"/>
                </a:lnTo>
                <a:lnTo>
                  <a:pt x="10192" y="5989"/>
                </a:lnTo>
                <a:lnTo>
                  <a:pt x="10407" y="5477"/>
                </a:lnTo>
                <a:lnTo>
                  <a:pt x="10419" y="5215"/>
                </a:lnTo>
                <a:lnTo>
                  <a:pt x="10419" y="2929"/>
                </a:lnTo>
                <a:lnTo>
                  <a:pt x="10407" y="2632"/>
                </a:lnTo>
                <a:lnTo>
                  <a:pt x="10192" y="2060"/>
                </a:lnTo>
                <a:lnTo>
                  <a:pt x="9799" y="1536"/>
                </a:lnTo>
                <a:lnTo>
                  <a:pt x="9240" y="1072"/>
                </a:lnTo>
                <a:lnTo>
                  <a:pt x="8537" y="667"/>
                </a:lnTo>
                <a:lnTo>
                  <a:pt x="7704" y="357"/>
                </a:lnTo>
                <a:lnTo>
                  <a:pt x="6763" y="131"/>
                </a:lnTo>
                <a:lnTo>
                  <a:pt x="5751" y="12"/>
                </a:lnTo>
                <a:lnTo>
                  <a:pt x="521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0" name="Google Shape;3200;p175"/>
          <p:cNvSpPr/>
          <p:nvPr/>
        </p:nvSpPr>
        <p:spPr>
          <a:xfrm>
            <a:off x="5091408" y="4343976"/>
            <a:ext cx="525222" cy="521038"/>
          </a:xfrm>
          <a:custGeom>
            <a:rect b="b" l="l" r="r" t="t"/>
            <a:pathLst>
              <a:path extrusionOk="0" h="10336" w="10419">
                <a:moveTo>
                  <a:pt x="3906" y="3251"/>
                </a:moveTo>
                <a:lnTo>
                  <a:pt x="4620" y="3275"/>
                </a:lnTo>
                <a:lnTo>
                  <a:pt x="5549" y="3394"/>
                </a:lnTo>
                <a:lnTo>
                  <a:pt x="6085" y="3537"/>
                </a:lnTo>
                <a:lnTo>
                  <a:pt x="6311" y="3620"/>
                </a:lnTo>
                <a:lnTo>
                  <a:pt x="6537" y="3703"/>
                </a:lnTo>
                <a:lnTo>
                  <a:pt x="6883" y="3882"/>
                </a:lnTo>
                <a:lnTo>
                  <a:pt x="7002" y="3977"/>
                </a:lnTo>
                <a:lnTo>
                  <a:pt x="7085" y="4061"/>
                </a:lnTo>
                <a:lnTo>
                  <a:pt x="7156" y="4192"/>
                </a:lnTo>
                <a:lnTo>
                  <a:pt x="7168" y="4227"/>
                </a:lnTo>
                <a:lnTo>
                  <a:pt x="7156" y="4275"/>
                </a:lnTo>
                <a:lnTo>
                  <a:pt x="7085" y="4406"/>
                </a:lnTo>
                <a:lnTo>
                  <a:pt x="7002" y="4489"/>
                </a:lnTo>
                <a:lnTo>
                  <a:pt x="6883" y="4585"/>
                </a:lnTo>
                <a:lnTo>
                  <a:pt x="6537" y="4763"/>
                </a:lnTo>
                <a:lnTo>
                  <a:pt x="6311" y="4846"/>
                </a:lnTo>
                <a:lnTo>
                  <a:pt x="5835" y="5001"/>
                </a:lnTo>
                <a:lnTo>
                  <a:pt x="4620" y="5192"/>
                </a:lnTo>
                <a:lnTo>
                  <a:pt x="3906" y="5204"/>
                </a:lnTo>
                <a:lnTo>
                  <a:pt x="3203" y="5192"/>
                </a:lnTo>
                <a:lnTo>
                  <a:pt x="1977" y="5001"/>
                </a:lnTo>
                <a:lnTo>
                  <a:pt x="1489" y="4846"/>
                </a:lnTo>
                <a:lnTo>
                  <a:pt x="1274" y="4763"/>
                </a:lnTo>
                <a:lnTo>
                  <a:pt x="941" y="4585"/>
                </a:lnTo>
                <a:lnTo>
                  <a:pt x="822" y="4489"/>
                </a:lnTo>
                <a:lnTo>
                  <a:pt x="727" y="4406"/>
                </a:lnTo>
                <a:lnTo>
                  <a:pt x="655" y="4275"/>
                </a:lnTo>
                <a:lnTo>
                  <a:pt x="655" y="4227"/>
                </a:lnTo>
                <a:lnTo>
                  <a:pt x="655" y="4192"/>
                </a:lnTo>
                <a:lnTo>
                  <a:pt x="727" y="4061"/>
                </a:lnTo>
                <a:lnTo>
                  <a:pt x="822" y="3977"/>
                </a:lnTo>
                <a:lnTo>
                  <a:pt x="941" y="3882"/>
                </a:lnTo>
                <a:lnTo>
                  <a:pt x="1274" y="3703"/>
                </a:lnTo>
                <a:lnTo>
                  <a:pt x="1489" y="3620"/>
                </a:lnTo>
                <a:lnTo>
                  <a:pt x="1727" y="3537"/>
                </a:lnTo>
                <a:lnTo>
                  <a:pt x="2263" y="3394"/>
                </a:lnTo>
                <a:lnTo>
                  <a:pt x="3203" y="3275"/>
                </a:lnTo>
                <a:lnTo>
                  <a:pt x="3906" y="3251"/>
                </a:lnTo>
                <a:close/>
                <a:moveTo>
                  <a:pt x="7168" y="5168"/>
                </a:moveTo>
                <a:lnTo>
                  <a:pt x="7168" y="6347"/>
                </a:lnTo>
                <a:lnTo>
                  <a:pt x="7168" y="6394"/>
                </a:lnTo>
                <a:lnTo>
                  <a:pt x="7085" y="6537"/>
                </a:lnTo>
                <a:lnTo>
                  <a:pt x="6990" y="6632"/>
                </a:lnTo>
                <a:lnTo>
                  <a:pt x="6883" y="6728"/>
                </a:lnTo>
                <a:lnTo>
                  <a:pt x="6549" y="6918"/>
                </a:lnTo>
                <a:lnTo>
                  <a:pt x="6323" y="7014"/>
                </a:lnTo>
                <a:lnTo>
                  <a:pt x="5847" y="7168"/>
                </a:lnTo>
                <a:lnTo>
                  <a:pt x="4620" y="7371"/>
                </a:lnTo>
                <a:lnTo>
                  <a:pt x="3906" y="7383"/>
                </a:lnTo>
                <a:lnTo>
                  <a:pt x="3203" y="7371"/>
                </a:lnTo>
                <a:lnTo>
                  <a:pt x="1977" y="7168"/>
                </a:lnTo>
                <a:lnTo>
                  <a:pt x="1489" y="7014"/>
                </a:lnTo>
                <a:lnTo>
                  <a:pt x="1274" y="6918"/>
                </a:lnTo>
                <a:lnTo>
                  <a:pt x="941" y="6728"/>
                </a:lnTo>
                <a:lnTo>
                  <a:pt x="834" y="6632"/>
                </a:lnTo>
                <a:lnTo>
                  <a:pt x="739" y="6537"/>
                </a:lnTo>
                <a:lnTo>
                  <a:pt x="655" y="6394"/>
                </a:lnTo>
                <a:lnTo>
                  <a:pt x="655" y="6347"/>
                </a:lnTo>
                <a:lnTo>
                  <a:pt x="655" y="5168"/>
                </a:lnTo>
                <a:lnTo>
                  <a:pt x="941" y="5323"/>
                </a:lnTo>
                <a:lnTo>
                  <a:pt x="1263" y="5454"/>
                </a:lnTo>
                <a:lnTo>
                  <a:pt x="1536" y="5549"/>
                </a:lnTo>
                <a:lnTo>
                  <a:pt x="2144" y="5692"/>
                </a:lnTo>
                <a:lnTo>
                  <a:pt x="3168" y="5835"/>
                </a:lnTo>
                <a:lnTo>
                  <a:pt x="3906" y="5859"/>
                </a:lnTo>
                <a:lnTo>
                  <a:pt x="4656" y="5835"/>
                </a:lnTo>
                <a:lnTo>
                  <a:pt x="5680" y="5704"/>
                </a:lnTo>
                <a:lnTo>
                  <a:pt x="6287" y="5549"/>
                </a:lnTo>
                <a:lnTo>
                  <a:pt x="6549" y="5454"/>
                </a:lnTo>
                <a:lnTo>
                  <a:pt x="6883" y="5323"/>
                </a:lnTo>
                <a:lnTo>
                  <a:pt x="7168" y="5168"/>
                </a:lnTo>
                <a:close/>
                <a:moveTo>
                  <a:pt x="6513" y="0"/>
                </a:moveTo>
                <a:lnTo>
                  <a:pt x="5763" y="12"/>
                </a:lnTo>
                <a:lnTo>
                  <a:pt x="4739" y="167"/>
                </a:lnTo>
                <a:lnTo>
                  <a:pt x="4144" y="310"/>
                </a:lnTo>
                <a:lnTo>
                  <a:pt x="3870" y="405"/>
                </a:lnTo>
                <a:lnTo>
                  <a:pt x="3620" y="501"/>
                </a:lnTo>
                <a:lnTo>
                  <a:pt x="3180" y="739"/>
                </a:lnTo>
                <a:lnTo>
                  <a:pt x="3001" y="870"/>
                </a:lnTo>
                <a:lnTo>
                  <a:pt x="2846" y="1024"/>
                </a:lnTo>
                <a:lnTo>
                  <a:pt x="2668" y="1298"/>
                </a:lnTo>
                <a:lnTo>
                  <a:pt x="2608" y="1513"/>
                </a:lnTo>
                <a:lnTo>
                  <a:pt x="2608" y="1632"/>
                </a:lnTo>
                <a:lnTo>
                  <a:pt x="2608" y="2036"/>
                </a:lnTo>
                <a:lnTo>
                  <a:pt x="3060" y="1989"/>
                </a:lnTo>
                <a:lnTo>
                  <a:pt x="3525" y="1965"/>
                </a:lnTo>
                <a:lnTo>
                  <a:pt x="3465" y="1917"/>
                </a:lnTo>
                <a:lnTo>
                  <a:pt x="3430" y="1882"/>
                </a:lnTo>
                <a:lnTo>
                  <a:pt x="3430" y="1894"/>
                </a:lnTo>
                <a:lnTo>
                  <a:pt x="3263" y="1727"/>
                </a:lnTo>
                <a:lnTo>
                  <a:pt x="3239" y="1632"/>
                </a:lnTo>
                <a:lnTo>
                  <a:pt x="3263" y="1536"/>
                </a:lnTo>
                <a:lnTo>
                  <a:pt x="3430" y="1370"/>
                </a:lnTo>
                <a:lnTo>
                  <a:pt x="3549" y="1274"/>
                </a:lnTo>
                <a:lnTo>
                  <a:pt x="3870" y="1096"/>
                </a:lnTo>
                <a:lnTo>
                  <a:pt x="4096" y="1013"/>
                </a:lnTo>
                <a:lnTo>
                  <a:pt x="4573" y="858"/>
                </a:lnTo>
                <a:lnTo>
                  <a:pt x="5811" y="667"/>
                </a:lnTo>
                <a:lnTo>
                  <a:pt x="6513" y="655"/>
                </a:lnTo>
                <a:lnTo>
                  <a:pt x="7228" y="667"/>
                </a:lnTo>
                <a:lnTo>
                  <a:pt x="8442" y="858"/>
                </a:lnTo>
                <a:lnTo>
                  <a:pt x="8919" y="1013"/>
                </a:lnTo>
                <a:lnTo>
                  <a:pt x="9145" y="1096"/>
                </a:lnTo>
                <a:lnTo>
                  <a:pt x="9490" y="1274"/>
                </a:lnTo>
                <a:lnTo>
                  <a:pt x="9597" y="1370"/>
                </a:lnTo>
                <a:lnTo>
                  <a:pt x="9692" y="1453"/>
                </a:lnTo>
                <a:lnTo>
                  <a:pt x="9764" y="1584"/>
                </a:lnTo>
                <a:lnTo>
                  <a:pt x="9776" y="1632"/>
                </a:lnTo>
                <a:lnTo>
                  <a:pt x="9764" y="1667"/>
                </a:lnTo>
                <a:lnTo>
                  <a:pt x="9692" y="1798"/>
                </a:lnTo>
                <a:lnTo>
                  <a:pt x="9597" y="1894"/>
                </a:lnTo>
                <a:lnTo>
                  <a:pt x="9490" y="1977"/>
                </a:lnTo>
                <a:lnTo>
                  <a:pt x="9145" y="2156"/>
                </a:lnTo>
                <a:lnTo>
                  <a:pt x="8919" y="2239"/>
                </a:lnTo>
                <a:lnTo>
                  <a:pt x="8561" y="2370"/>
                </a:lnTo>
                <a:lnTo>
                  <a:pt x="7656" y="2548"/>
                </a:lnTo>
                <a:lnTo>
                  <a:pt x="7133" y="2584"/>
                </a:lnTo>
                <a:lnTo>
                  <a:pt x="7502" y="2787"/>
                </a:lnTo>
                <a:lnTo>
                  <a:pt x="7823" y="3049"/>
                </a:lnTo>
                <a:lnTo>
                  <a:pt x="7883" y="3084"/>
                </a:lnTo>
                <a:lnTo>
                  <a:pt x="7942" y="3156"/>
                </a:lnTo>
                <a:lnTo>
                  <a:pt x="8276" y="3096"/>
                </a:lnTo>
                <a:lnTo>
                  <a:pt x="8883" y="2953"/>
                </a:lnTo>
                <a:lnTo>
                  <a:pt x="9157" y="2858"/>
                </a:lnTo>
                <a:lnTo>
                  <a:pt x="9490" y="2727"/>
                </a:lnTo>
                <a:lnTo>
                  <a:pt x="9776" y="2572"/>
                </a:lnTo>
                <a:lnTo>
                  <a:pt x="9776" y="3751"/>
                </a:lnTo>
                <a:lnTo>
                  <a:pt x="9764" y="3799"/>
                </a:lnTo>
                <a:lnTo>
                  <a:pt x="9692" y="3942"/>
                </a:lnTo>
                <a:lnTo>
                  <a:pt x="9597" y="4037"/>
                </a:lnTo>
                <a:lnTo>
                  <a:pt x="9478" y="4132"/>
                </a:lnTo>
                <a:lnTo>
                  <a:pt x="9145" y="4323"/>
                </a:lnTo>
                <a:lnTo>
                  <a:pt x="8930" y="4406"/>
                </a:lnTo>
                <a:lnTo>
                  <a:pt x="8716" y="4489"/>
                </a:lnTo>
                <a:lnTo>
                  <a:pt x="8466" y="4561"/>
                </a:lnTo>
                <a:lnTo>
                  <a:pt x="8466" y="5227"/>
                </a:lnTo>
                <a:lnTo>
                  <a:pt x="8835" y="5132"/>
                </a:lnTo>
                <a:lnTo>
                  <a:pt x="9157" y="5013"/>
                </a:lnTo>
                <a:lnTo>
                  <a:pt x="9490" y="4882"/>
                </a:lnTo>
                <a:lnTo>
                  <a:pt x="9776" y="4716"/>
                </a:lnTo>
                <a:lnTo>
                  <a:pt x="9776" y="6061"/>
                </a:lnTo>
                <a:lnTo>
                  <a:pt x="9764" y="6121"/>
                </a:lnTo>
                <a:lnTo>
                  <a:pt x="9692" y="6263"/>
                </a:lnTo>
                <a:lnTo>
                  <a:pt x="9597" y="6359"/>
                </a:lnTo>
                <a:lnTo>
                  <a:pt x="9478" y="6454"/>
                </a:lnTo>
                <a:lnTo>
                  <a:pt x="9145" y="6632"/>
                </a:lnTo>
                <a:lnTo>
                  <a:pt x="8930" y="6728"/>
                </a:lnTo>
                <a:lnTo>
                  <a:pt x="8716" y="6799"/>
                </a:lnTo>
                <a:lnTo>
                  <a:pt x="8466" y="6871"/>
                </a:lnTo>
                <a:lnTo>
                  <a:pt x="8466" y="7537"/>
                </a:lnTo>
                <a:lnTo>
                  <a:pt x="8835" y="7442"/>
                </a:lnTo>
                <a:lnTo>
                  <a:pt x="9157" y="7335"/>
                </a:lnTo>
                <a:lnTo>
                  <a:pt x="9419" y="7228"/>
                </a:lnTo>
                <a:lnTo>
                  <a:pt x="9847" y="6978"/>
                </a:lnTo>
                <a:lnTo>
                  <a:pt x="10038" y="6835"/>
                </a:lnTo>
                <a:lnTo>
                  <a:pt x="10193" y="6680"/>
                </a:lnTo>
                <a:lnTo>
                  <a:pt x="10407" y="6287"/>
                </a:lnTo>
                <a:lnTo>
                  <a:pt x="10419" y="6061"/>
                </a:lnTo>
                <a:lnTo>
                  <a:pt x="10419" y="1632"/>
                </a:lnTo>
                <a:lnTo>
                  <a:pt x="10419" y="1513"/>
                </a:lnTo>
                <a:lnTo>
                  <a:pt x="10359" y="1298"/>
                </a:lnTo>
                <a:lnTo>
                  <a:pt x="10193" y="1024"/>
                </a:lnTo>
                <a:lnTo>
                  <a:pt x="10026" y="870"/>
                </a:lnTo>
                <a:lnTo>
                  <a:pt x="9847" y="739"/>
                </a:lnTo>
                <a:lnTo>
                  <a:pt x="9407" y="501"/>
                </a:lnTo>
                <a:lnTo>
                  <a:pt x="9157" y="405"/>
                </a:lnTo>
                <a:lnTo>
                  <a:pt x="8895" y="310"/>
                </a:lnTo>
                <a:lnTo>
                  <a:pt x="8288" y="155"/>
                </a:lnTo>
                <a:lnTo>
                  <a:pt x="7264" y="12"/>
                </a:lnTo>
                <a:lnTo>
                  <a:pt x="6513" y="0"/>
                </a:lnTo>
                <a:close/>
                <a:moveTo>
                  <a:pt x="7168" y="7323"/>
                </a:moveTo>
                <a:lnTo>
                  <a:pt x="7168" y="8669"/>
                </a:lnTo>
                <a:lnTo>
                  <a:pt x="7156" y="8716"/>
                </a:lnTo>
                <a:lnTo>
                  <a:pt x="7085" y="8859"/>
                </a:lnTo>
                <a:lnTo>
                  <a:pt x="6990" y="8954"/>
                </a:lnTo>
                <a:lnTo>
                  <a:pt x="6871" y="9050"/>
                </a:lnTo>
                <a:lnTo>
                  <a:pt x="6537" y="9240"/>
                </a:lnTo>
                <a:lnTo>
                  <a:pt x="6323" y="9323"/>
                </a:lnTo>
                <a:lnTo>
                  <a:pt x="6097" y="9407"/>
                </a:lnTo>
                <a:lnTo>
                  <a:pt x="5549" y="9538"/>
                </a:lnTo>
                <a:lnTo>
                  <a:pt x="4620" y="9669"/>
                </a:lnTo>
                <a:lnTo>
                  <a:pt x="3906" y="9693"/>
                </a:lnTo>
                <a:lnTo>
                  <a:pt x="3203" y="9669"/>
                </a:lnTo>
                <a:lnTo>
                  <a:pt x="2263" y="9538"/>
                </a:lnTo>
                <a:lnTo>
                  <a:pt x="1727" y="9407"/>
                </a:lnTo>
                <a:lnTo>
                  <a:pt x="1489" y="9323"/>
                </a:lnTo>
                <a:lnTo>
                  <a:pt x="1274" y="9240"/>
                </a:lnTo>
                <a:lnTo>
                  <a:pt x="941" y="9050"/>
                </a:lnTo>
                <a:lnTo>
                  <a:pt x="822" y="8954"/>
                </a:lnTo>
                <a:lnTo>
                  <a:pt x="739" y="8859"/>
                </a:lnTo>
                <a:lnTo>
                  <a:pt x="643" y="8716"/>
                </a:lnTo>
                <a:lnTo>
                  <a:pt x="631" y="8669"/>
                </a:lnTo>
                <a:lnTo>
                  <a:pt x="631" y="7323"/>
                </a:lnTo>
                <a:lnTo>
                  <a:pt x="929" y="7478"/>
                </a:lnTo>
                <a:lnTo>
                  <a:pt x="1263" y="7621"/>
                </a:lnTo>
                <a:lnTo>
                  <a:pt x="1524" y="7716"/>
                </a:lnTo>
                <a:lnTo>
                  <a:pt x="2132" y="7871"/>
                </a:lnTo>
                <a:lnTo>
                  <a:pt x="2798" y="7978"/>
                </a:lnTo>
                <a:lnTo>
                  <a:pt x="3525" y="8037"/>
                </a:lnTo>
                <a:lnTo>
                  <a:pt x="4287" y="8037"/>
                </a:lnTo>
                <a:lnTo>
                  <a:pt x="5013" y="7978"/>
                </a:lnTo>
                <a:lnTo>
                  <a:pt x="5692" y="7871"/>
                </a:lnTo>
                <a:lnTo>
                  <a:pt x="6287" y="7716"/>
                </a:lnTo>
                <a:lnTo>
                  <a:pt x="6561" y="7621"/>
                </a:lnTo>
                <a:lnTo>
                  <a:pt x="6883" y="7478"/>
                </a:lnTo>
                <a:lnTo>
                  <a:pt x="7168" y="7323"/>
                </a:lnTo>
                <a:close/>
                <a:moveTo>
                  <a:pt x="3906" y="2608"/>
                </a:moveTo>
                <a:lnTo>
                  <a:pt x="3156" y="2620"/>
                </a:lnTo>
                <a:lnTo>
                  <a:pt x="2132" y="2763"/>
                </a:lnTo>
                <a:lnTo>
                  <a:pt x="1536" y="2918"/>
                </a:lnTo>
                <a:lnTo>
                  <a:pt x="1263" y="3001"/>
                </a:lnTo>
                <a:lnTo>
                  <a:pt x="1012" y="3108"/>
                </a:lnTo>
                <a:lnTo>
                  <a:pt x="572" y="3334"/>
                </a:lnTo>
                <a:lnTo>
                  <a:pt x="393" y="3465"/>
                </a:lnTo>
                <a:lnTo>
                  <a:pt x="239" y="3620"/>
                </a:lnTo>
                <a:lnTo>
                  <a:pt x="72" y="3906"/>
                </a:lnTo>
                <a:lnTo>
                  <a:pt x="12" y="4120"/>
                </a:lnTo>
                <a:lnTo>
                  <a:pt x="0" y="4227"/>
                </a:lnTo>
                <a:lnTo>
                  <a:pt x="0" y="8669"/>
                </a:lnTo>
                <a:lnTo>
                  <a:pt x="24" y="8895"/>
                </a:lnTo>
                <a:lnTo>
                  <a:pt x="227" y="9288"/>
                </a:lnTo>
                <a:lnTo>
                  <a:pt x="393" y="9442"/>
                </a:lnTo>
                <a:lnTo>
                  <a:pt x="572" y="9585"/>
                </a:lnTo>
                <a:lnTo>
                  <a:pt x="1012" y="9835"/>
                </a:lnTo>
                <a:lnTo>
                  <a:pt x="1263" y="9931"/>
                </a:lnTo>
                <a:lnTo>
                  <a:pt x="1524" y="10038"/>
                </a:lnTo>
                <a:lnTo>
                  <a:pt x="2132" y="10181"/>
                </a:lnTo>
                <a:lnTo>
                  <a:pt x="3156" y="10324"/>
                </a:lnTo>
                <a:lnTo>
                  <a:pt x="3906" y="10335"/>
                </a:lnTo>
                <a:lnTo>
                  <a:pt x="4668" y="10324"/>
                </a:lnTo>
                <a:lnTo>
                  <a:pt x="5692" y="10181"/>
                </a:lnTo>
                <a:lnTo>
                  <a:pt x="6287" y="10038"/>
                </a:lnTo>
                <a:lnTo>
                  <a:pt x="6561" y="9931"/>
                </a:lnTo>
                <a:lnTo>
                  <a:pt x="6811" y="9835"/>
                </a:lnTo>
                <a:lnTo>
                  <a:pt x="7240" y="9585"/>
                </a:lnTo>
                <a:lnTo>
                  <a:pt x="7430" y="9442"/>
                </a:lnTo>
                <a:lnTo>
                  <a:pt x="7585" y="9288"/>
                </a:lnTo>
                <a:lnTo>
                  <a:pt x="7799" y="8895"/>
                </a:lnTo>
                <a:lnTo>
                  <a:pt x="7811" y="8669"/>
                </a:lnTo>
                <a:lnTo>
                  <a:pt x="7811" y="4227"/>
                </a:lnTo>
                <a:lnTo>
                  <a:pt x="7811" y="4120"/>
                </a:lnTo>
                <a:lnTo>
                  <a:pt x="7752" y="3906"/>
                </a:lnTo>
                <a:lnTo>
                  <a:pt x="7585" y="3620"/>
                </a:lnTo>
                <a:lnTo>
                  <a:pt x="7418" y="3465"/>
                </a:lnTo>
                <a:lnTo>
                  <a:pt x="7240" y="3334"/>
                </a:lnTo>
                <a:lnTo>
                  <a:pt x="6811" y="3108"/>
                </a:lnTo>
                <a:lnTo>
                  <a:pt x="6549" y="3001"/>
                </a:lnTo>
                <a:lnTo>
                  <a:pt x="6287" y="2918"/>
                </a:lnTo>
                <a:lnTo>
                  <a:pt x="5680" y="2763"/>
                </a:lnTo>
                <a:lnTo>
                  <a:pt x="4656" y="2620"/>
                </a:lnTo>
                <a:lnTo>
                  <a:pt x="3906" y="260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1" name="Google Shape;3201;p175"/>
          <p:cNvSpPr/>
          <p:nvPr/>
        </p:nvSpPr>
        <p:spPr>
          <a:xfrm>
            <a:off x="6100963" y="4343371"/>
            <a:ext cx="525222" cy="525222"/>
          </a:xfrm>
          <a:custGeom>
            <a:rect b="b" l="l" r="r" t="t"/>
            <a:pathLst>
              <a:path extrusionOk="0" h="10419" w="10419">
                <a:moveTo>
                  <a:pt x="4204" y="4454"/>
                </a:moveTo>
                <a:lnTo>
                  <a:pt x="4692" y="5430"/>
                </a:lnTo>
                <a:lnTo>
                  <a:pt x="5775" y="5597"/>
                </a:lnTo>
                <a:lnTo>
                  <a:pt x="5763" y="5597"/>
                </a:lnTo>
                <a:lnTo>
                  <a:pt x="5001" y="6359"/>
                </a:lnTo>
                <a:lnTo>
                  <a:pt x="5192" y="7430"/>
                </a:lnTo>
                <a:lnTo>
                  <a:pt x="4227" y="6930"/>
                </a:lnTo>
                <a:lnTo>
                  <a:pt x="3263" y="7430"/>
                </a:lnTo>
                <a:lnTo>
                  <a:pt x="3263" y="7430"/>
                </a:lnTo>
                <a:lnTo>
                  <a:pt x="3442" y="6359"/>
                </a:lnTo>
                <a:lnTo>
                  <a:pt x="2668" y="5597"/>
                </a:lnTo>
                <a:lnTo>
                  <a:pt x="3727" y="5430"/>
                </a:lnTo>
                <a:lnTo>
                  <a:pt x="4204" y="4454"/>
                </a:lnTo>
                <a:close/>
                <a:moveTo>
                  <a:pt x="4227" y="3370"/>
                </a:moveTo>
                <a:lnTo>
                  <a:pt x="4132" y="3382"/>
                </a:lnTo>
                <a:lnTo>
                  <a:pt x="3989" y="3477"/>
                </a:lnTo>
                <a:lnTo>
                  <a:pt x="3942" y="3549"/>
                </a:lnTo>
                <a:lnTo>
                  <a:pt x="3311" y="4835"/>
                </a:lnTo>
                <a:lnTo>
                  <a:pt x="1882" y="5049"/>
                </a:lnTo>
                <a:lnTo>
                  <a:pt x="1798" y="5073"/>
                </a:lnTo>
                <a:lnTo>
                  <a:pt x="1667" y="5180"/>
                </a:lnTo>
                <a:lnTo>
                  <a:pt x="1632" y="5263"/>
                </a:lnTo>
                <a:lnTo>
                  <a:pt x="1620" y="5347"/>
                </a:lnTo>
                <a:lnTo>
                  <a:pt x="1656" y="5513"/>
                </a:lnTo>
                <a:lnTo>
                  <a:pt x="1715" y="5585"/>
                </a:lnTo>
                <a:lnTo>
                  <a:pt x="2739" y="6585"/>
                </a:lnTo>
                <a:lnTo>
                  <a:pt x="2501" y="8002"/>
                </a:lnTo>
                <a:lnTo>
                  <a:pt x="2489" y="8073"/>
                </a:lnTo>
                <a:lnTo>
                  <a:pt x="2525" y="8204"/>
                </a:lnTo>
                <a:lnTo>
                  <a:pt x="2572" y="8252"/>
                </a:lnTo>
                <a:lnTo>
                  <a:pt x="2620" y="8311"/>
                </a:lnTo>
                <a:lnTo>
                  <a:pt x="2739" y="8359"/>
                </a:lnTo>
                <a:lnTo>
                  <a:pt x="2811" y="8371"/>
                </a:lnTo>
                <a:lnTo>
                  <a:pt x="2882" y="8359"/>
                </a:lnTo>
                <a:lnTo>
                  <a:pt x="2953" y="8323"/>
                </a:lnTo>
                <a:lnTo>
                  <a:pt x="4227" y="7668"/>
                </a:lnTo>
                <a:lnTo>
                  <a:pt x="5501" y="8323"/>
                </a:lnTo>
                <a:lnTo>
                  <a:pt x="5573" y="8359"/>
                </a:lnTo>
                <a:lnTo>
                  <a:pt x="5752" y="8347"/>
                </a:lnTo>
                <a:lnTo>
                  <a:pt x="5823" y="8311"/>
                </a:lnTo>
                <a:lnTo>
                  <a:pt x="5894" y="8252"/>
                </a:lnTo>
                <a:lnTo>
                  <a:pt x="5954" y="8085"/>
                </a:lnTo>
                <a:lnTo>
                  <a:pt x="5942" y="8002"/>
                </a:lnTo>
                <a:lnTo>
                  <a:pt x="5704" y="6585"/>
                </a:lnTo>
                <a:lnTo>
                  <a:pt x="6728" y="5585"/>
                </a:lnTo>
                <a:lnTo>
                  <a:pt x="6787" y="5513"/>
                </a:lnTo>
                <a:lnTo>
                  <a:pt x="6835" y="5347"/>
                </a:lnTo>
                <a:lnTo>
                  <a:pt x="6811" y="5263"/>
                </a:lnTo>
                <a:lnTo>
                  <a:pt x="6775" y="5180"/>
                </a:lnTo>
                <a:lnTo>
                  <a:pt x="6645" y="5073"/>
                </a:lnTo>
                <a:lnTo>
                  <a:pt x="6561" y="5049"/>
                </a:lnTo>
                <a:lnTo>
                  <a:pt x="5120" y="4835"/>
                </a:lnTo>
                <a:lnTo>
                  <a:pt x="4501" y="3549"/>
                </a:lnTo>
                <a:lnTo>
                  <a:pt x="4454" y="3477"/>
                </a:lnTo>
                <a:lnTo>
                  <a:pt x="4311" y="3382"/>
                </a:lnTo>
                <a:lnTo>
                  <a:pt x="4227" y="3370"/>
                </a:lnTo>
                <a:close/>
                <a:moveTo>
                  <a:pt x="9681" y="739"/>
                </a:moveTo>
                <a:lnTo>
                  <a:pt x="9419" y="1584"/>
                </a:lnTo>
                <a:lnTo>
                  <a:pt x="8919" y="2953"/>
                </a:lnTo>
                <a:lnTo>
                  <a:pt x="8371" y="4299"/>
                </a:lnTo>
                <a:lnTo>
                  <a:pt x="8288" y="4477"/>
                </a:lnTo>
                <a:lnTo>
                  <a:pt x="9145" y="4704"/>
                </a:lnTo>
                <a:lnTo>
                  <a:pt x="8943" y="5073"/>
                </a:lnTo>
                <a:lnTo>
                  <a:pt x="7788" y="7002"/>
                </a:lnTo>
                <a:lnTo>
                  <a:pt x="7097" y="7990"/>
                </a:lnTo>
                <a:lnTo>
                  <a:pt x="6645" y="8561"/>
                </a:lnTo>
                <a:lnTo>
                  <a:pt x="6430" y="8788"/>
                </a:lnTo>
                <a:lnTo>
                  <a:pt x="6168" y="9026"/>
                </a:lnTo>
                <a:lnTo>
                  <a:pt x="5609" y="9395"/>
                </a:lnTo>
                <a:lnTo>
                  <a:pt x="5001" y="9645"/>
                </a:lnTo>
                <a:lnTo>
                  <a:pt x="4358" y="9764"/>
                </a:lnTo>
                <a:lnTo>
                  <a:pt x="3704" y="9764"/>
                </a:lnTo>
                <a:lnTo>
                  <a:pt x="3061" y="9645"/>
                </a:lnTo>
                <a:lnTo>
                  <a:pt x="2453" y="9395"/>
                </a:lnTo>
                <a:lnTo>
                  <a:pt x="1882" y="9026"/>
                </a:lnTo>
                <a:lnTo>
                  <a:pt x="1632" y="8788"/>
                </a:lnTo>
                <a:lnTo>
                  <a:pt x="1394" y="8526"/>
                </a:lnTo>
                <a:lnTo>
                  <a:pt x="1025" y="7966"/>
                </a:lnTo>
                <a:lnTo>
                  <a:pt x="774" y="7359"/>
                </a:lnTo>
                <a:lnTo>
                  <a:pt x="655" y="6716"/>
                </a:lnTo>
                <a:lnTo>
                  <a:pt x="655" y="6061"/>
                </a:lnTo>
                <a:lnTo>
                  <a:pt x="774" y="5418"/>
                </a:lnTo>
                <a:lnTo>
                  <a:pt x="1025" y="4811"/>
                </a:lnTo>
                <a:lnTo>
                  <a:pt x="1394" y="4239"/>
                </a:lnTo>
                <a:lnTo>
                  <a:pt x="1632" y="3989"/>
                </a:lnTo>
                <a:lnTo>
                  <a:pt x="2108" y="3561"/>
                </a:lnTo>
                <a:lnTo>
                  <a:pt x="3406" y="2632"/>
                </a:lnTo>
                <a:lnTo>
                  <a:pt x="5323" y="1465"/>
                </a:lnTo>
                <a:lnTo>
                  <a:pt x="5692" y="1263"/>
                </a:lnTo>
                <a:lnTo>
                  <a:pt x="5942" y="2144"/>
                </a:lnTo>
                <a:lnTo>
                  <a:pt x="6097" y="2060"/>
                </a:lnTo>
                <a:lnTo>
                  <a:pt x="7383" y="1525"/>
                </a:lnTo>
                <a:lnTo>
                  <a:pt x="8788" y="1025"/>
                </a:lnTo>
                <a:lnTo>
                  <a:pt x="9681" y="739"/>
                </a:lnTo>
                <a:close/>
                <a:moveTo>
                  <a:pt x="9907" y="1"/>
                </a:moveTo>
                <a:lnTo>
                  <a:pt x="9764" y="36"/>
                </a:lnTo>
                <a:lnTo>
                  <a:pt x="9157" y="215"/>
                </a:lnTo>
                <a:lnTo>
                  <a:pt x="7299" y="846"/>
                </a:lnTo>
                <a:lnTo>
                  <a:pt x="6359" y="1227"/>
                </a:lnTo>
                <a:lnTo>
                  <a:pt x="6335" y="1144"/>
                </a:lnTo>
                <a:lnTo>
                  <a:pt x="6228" y="894"/>
                </a:lnTo>
                <a:lnTo>
                  <a:pt x="6061" y="727"/>
                </a:lnTo>
                <a:lnTo>
                  <a:pt x="5954" y="667"/>
                </a:lnTo>
                <a:lnTo>
                  <a:pt x="5811" y="620"/>
                </a:lnTo>
                <a:lnTo>
                  <a:pt x="5537" y="643"/>
                </a:lnTo>
                <a:lnTo>
                  <a:pt x="5418" y="691"/>
                </a:lnTo>
                <a:lnTo>
                  <a:pt x="4597" y="1132"/>
                </a:lnTo>
                <a:lnTo>
                  <a:pt x="2799" y="2227"/>
                </a:lnTo>
                <a:lnTo>
                  <a:pt x="1644" y="3084"/>
                </a:lnTo>
                <a:lnTo>
                  <a:pt x="1167" y="3537"/>
                </a:lnTo>
                <a:lnTo>
                  <a:pt x="894" y="3835"/>
                </a:lnTo>
                <a:lnTo>
                  <a:pt x="441" y="4513"/>
                </a:lnTo>
                <a:lnTo>
                  <a:pt x="155" y="5239"/>
                </a:lnTo>
                <a:lnTo>
                  <a:pt x="1" y="6002"/>
                </a:lnTo>
                <a:lnTo>
                  <a:pt x="1" y="6775"/>
                </a:lnTo>
                <a:lnTo>
                  <a:pt x="155" y="7537"/>
                </a:lnTo>
                <a:lnTo>
                  <a:pt x="441" y="8276"/>
                </a:lnTo>
                <a:lnTo>
                  <a:pt x="894" y="8942"/>
                </a:lnTo>
                <a:lnTo>
                  <a:pt x="1167" y="9252"/>
                </a:lnTo>
                <a:lnTo>
                  <a:pt x="1477" y="9526"/>
                </a:lnTo>
                <a:lnTo>
                  <a:pt x="2144" y="9978"/>
                </a:lnTo>
                <a:lnTo>
                  <a:pt x="2882" y="10276"/>
                </a:lnTo>
                <a:lnTo>
                  <a:pt x="3644" y="10419"/>
                </a:lnTo>
                <a:lnTo>
                  <a:pt x="4418" y="10419"/>
                </a:lnTo>
                <a:lnTo>
                  <a:pt x="5180" y="10276"/>
                </a:lnTo>
                <a:lnTo>
                  <a:pt x="5918" y="9978"/>
                </a:lnTo>
                <a:lnTo>
                  <a:pt x="6585" y="9526"/>
                </a:lnTo>
                <a:lnTo>
                  <a:pt x="6895" y="9252"/>
                </a:lnTo>
                <a:lnTo>
                  <a:pt x="7335" y="8776"/>
                </a:lnTo>
                <a:lnTo>
                  <a:pt x="8192" y="7621"/>
                </a:lnTo>
                <a:lnTo>
                  <a:pt x="9288" y="5835"/>
                </a:lnTo>
                <a:lnTo>
                  <a:pt x="9728" y="5013"/>
                </a:lnTo>
                <a:lnTo>
                  <a:pt x="9788" y="4882"/>
                </a:lnTo>
                <a:lnTo>
                  <a:pt x="9800" y="4608"/>
                </a:lnTo>
                <a:lnTo>
                  <a:pt x="9752" y="4477"/>
                </a:lnTo>
                <a:lnTo>
                  <a:pt x="9693" y="4358"/>
                </a:lnTo>
                <a:lnTo>
                  <a:pt x="9538" y="4204"/>
                </a:lnTo>
                <a:lnTo>
                  <a:pt x="9288" y="4085"/>
                </a:lnTo>
                <a:lnTo>
                  <a:pt x="9193" y="4061"/>
                </a:lnTo>
                <a:lnTo>
                  <a:pt x="9574" y="3132"/>
                </a:lnTo>
                <a:lnTo>
                  <a:pt x="10205" y="1263"/>
                </a:lnTo>
                <a:lnTo>
                  <a:pt x="10395" y="655"/>
                </a:lnTo>
                <a:lnTo>
                  <a:pt x="10419" y="524"/>
                </a:lnTo>
                <a:lnTo>
                  <a:pt x="10348" y="262"/>
                </a:lnTo>
                <a:lnTo>
                  <a:pt x="10264" y="155"/>
                </a:lnTo>
                <a:lnTo>
                  <a:pt x="10157" y="72"/>
                </a:lnTo>
                <a:lnTo>
                  <a:pt x="9907"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2" name="Google Shape;3202;p175"/>
          <p:cNvSpPr/>
          <p:nvPr/>
        </p:nvSpPr>
        <p:spPr>
          <a:xfrm>
            <a:off x="7142326" y="4376994"/>
            <a:ext cx="459840" cy="459185"/>
          </a:xfrm>
          <a:custGeom>
            <a:rect b="b" l="l" r="r" t="t"/>
            <a:pathLst>
              <a:path extrusionOk="0" h="9109" w="9122">
                <a:moveTo>
                  <a:pt x="1632" y="643"/>
                </a:moveTo>
                <a:lnTo>
                  <a:pt x="1822" y="655"/>
                </a:lnTo>
                <a:lnTo>
                  <a:pt x="2180" y="810"/>
                </a:lnTo>
                <a:lnTo>
                  <a:pt x="2442" y="1072"/>
                </a:lnTo>
                <a:lnTo>
                  <a:pt x="2585" y="1429"/>
                </a:lnTo>
                <a:lnTo>
                  <a:pt x="2608" y="1620"/>
                </a:lnTo>
                <a:lnTo>
                  <a:pt x="2608" y="2596"/>
                </a:lnTo>
                <a:lnTo>
                  <a:pt x="1632" y="2596"/>
                </a:lnTo>
                <a:lnTo>
                  <a:pt x="1430" y="2584"/>
                </a:lnTo>
                <a:lnTo>
                  <a:pt x="1072" y="2441"/>
                </a:lnTo>
                <a:lnTo>
                  <a:pt x="810" y="2167"/>
                </a:lnTo>
                <a:lnTo>
                  <a:pt x="668" y="1822"/>
                </a:lnTo>
                <a:lnTo>
                  <a:pt x="656" y="1620"/>
                </a:lnTo>
                <a:lnTo>
                  <a:pt x="668" y="1429"/>
                </a:lnTo>
                <a:lnTo>
                  <a:pt x="810" y="1072"/>
                </a:lnTo>
                <a:lnTo>
                  <a:pt x="1072" y="810"/>
                </a:lnTo>
                <a:lnTo>
                  <a:pt x="1430" y="655"/>
                </a:lnTo>
                <a:lnTo>
                  <a:pt x="1632" y="643"/>
                </a:lnTo>
                <a:close/>
                <a:moveTo>
                  <a:pt x="7490" y="643"/>
                </a:moveTo>
                <a:lnTo>
                  <a:pt x="7693" y="655"/>
                </a:lnTo>
                <a:lnTo>
                  <a:pt x="8038" y="810"/>
                </a:lnTo>
                <a:lnTo>
                  <a:pt x="8300" y="1072"/>
                </a:lnTo>
                <a:lnTo>
                  <a:pt x="8455" y="1417"/>
                </a:lnTo>
                <a:lnTo>
                  <a:pt x="8466" y="1620"/>
                </a:lnTo>
                <a:lnTo>
                  <a:pt x="8455" y="1822"/>
                </a:lnTo>
                <a:lnTo>
                  <a:pt x="8300" y="2167"/>
                </a:lnTo>
                <a:lnTo>
                  <a:pt x="8038" y="2441"/>
                </a:lnTo>
                <a:lnTo>
                  <a:pt x="7693" y="2584"/>
                </a:lnTo>
                <a:lnTo>
                  <a:pt x="7490" y="2596"/>
                </a:lnTo>
                <a:lnTo>
                  <a:pt x="6514" y="2596"/>
                </a:lnTo>
                <a:lnTo>
                  <a:pt x="6514" y="1620"/>
                </a:lnTo>
                <a:lnTo>
                  <a:pt x="6526" y="1417"/>
                </a:lnTo>
                <a:lnTo>
                  <a:pt x="6669" y="1072"/>
                </a:lnTo>
                <a:lnTo>
                  <a:pt x="6942" y="810"/>
                </a:lnTo>
                <a:lnTo>
                  <a:pt x="7288" y="655"/>
                </a:lnTo>
                <a:lnTo>
                  <a:pt x="7490" y="643"/>
                </a:lnTo>
                <a:close/>
                <a:moveTo>
                  <a:pt x="5859" y="3251"/>
                </a:moveTo>
                <a:lnTo>
                  <a:pt x="5859" y="5858"/>
                </a:lnTo>
                <a:lnTo>
                  <a:pt x="3251" y="5858"/>
                </a:lnTo>
                <a:lnTo>
                  <a:pt x="3251" y="3251"/>
                </a:lnTo>
                <a:close/>
                <a:moveTo>
                  <a:pt x="2608" y="6501"/>
                </a:moveTo>
                <a:lnTo>
                  <a:pt x="2608" y="7478"/>
                </a:lnTo>
                <a:lnTo>
                  <a:pt x="2585" y="7680"/>
                </a:lnTo>
                <a:lnTo>
                  <a:pt x="2442" y="8037"/>
                </a:lnTo>
                <a:lnTo>
                  <a:pt x="2180" y="8299"/>
                </a:lnTo>
                <a:lnTo>
                  <a:pt x="1822" y="8442"/>
                </a:lnTo>
                <a:lnTo>
                  <a:pt x="1632" y="8454"/>
                </a:lnTo>
                <a:lnTo>
                  <a:pt x="1430" y="8442"/>
                </a:lnTo>
                <a:lnTo>
                  <a:pt x="1072" y="8299"/>
                </a:lnTo>
                <a:lnTo>
                  <a:pt x="810" y="8037"/>
                </a:lnTo>
                <a:lnTo>
                  <a:pt x="668" y="7680"/>
                </a:lnTo>
                <a:lnTo>
                  <a:pt x="656" y="7478"/>
                </a:lnTo>
                <a:lnTo>
                  <a:pt x="668" y="7287"/>
                </a:lnTo>
                <a:lnTo>
                  <a:pt x="810" y="6930"/>
                </a:lnTo>
                <a:lnTo>
                  <a:pt x="1072" y="6668"/>
                </a:lnTo>
                <a:lnTo>
                  <a:pt x="1430" y="6525"/>
                </a:lnTo>
                <a:lnTo>
                  <a:pt x="1632" y="6501"/>
                </a:lnTo>
                <a:close/>
                <a:moveTo>
                  <a:pt x="7490" y="6501"/>
                </a:moveTo>
                <a:lnTo>
                  <a:pt x="7693" y="6513"/>
                </a:lnTo>
                <a:lnTo>
                  <a:pt x="8038" y="6668"/>
                </a:lnTo>
                <a:lnTo>
                  <a:pt x="8300" y="6930"/>
                </a:lnTo>
                <a:lnTo>
                  <a:pt x="8455" y="7287"/>
                </a:lnTo>
                <a:lnTo>
                  <a:pt x="8466" y="7478"/>
                </a:lnTo>
                <a:lnTo>
                  <a:pt x="8455" y="7680"/>
                </a:lnTo>
                <a:lnTo>
                  <a:pt x="8300" y="8025"/>
                </a:lnTo>
                <a:lnTo>
                  <a:pt x="8038" y="8299"/>
                </a:lnTo>
                <a:lnTo>
                  <a:pt x="7693" y="8442"/>
                </a:lnTo>
                <a:lnTo>
                  <a:pt x="7490" y="8454"/>
                </a:lnTo>
                <a:lnTo>
                  <a:pt x="7288" y="8442"/>
                </a:lnTo>
                <a:lnTo>
                  <a:pt x="6942" y="8299"/>
                </a:lnTo>
                <a:lnTo>
                  <a:pt x="6669" y="8025"/>
                </a:lnTo>
                <a:lnTo>
                  <a:pt x="6526" y="7680"/>
                </a:lnTo>
                <a:lnTo>
                  <a:pt x="6514" y="7478"/>
                </a:lnTo>
                <a:lnTo>
                  <a:pt x="6514" y="6501"/>
                </a:lnTo>
                <a:close/>
                <a:moveTo>
                  <a:pt x="1453" y="0"/>
                </a:moveTo>
                <a:lnTo>
                  <a:pt x="1144" y="60"/>
                </a:lnTo>
                <a:lnTo>
                  <a:pt x="846" y="191"/>
                </a:lnTo>
                <a:lnTo>
                  <a:pt x="584" y="369"/>
                </a:lnTo>
                <a:lnTo>
                  <a:pt x="370" y="584"/>
                </a:lnTo>
                <a:lnTo>
                  <a:pt x="191" y="846"/>
                </a:lnTo>
                <a:lnTo>
                  <a:pt x="72" y="1131"/>
                </a:lnTo>
                <a:lnTo>
                  <a:pt x="1" y="1453"/>
                </a:lnTo>
                <a:lnTo>
                  <a:pt x="1" y="1620"/>
                </a:lnTo>
                <a:lnTo>
                  <a:pt x="1" y="1786"/>
                </a:lnTo>
                <a:lnTo>
                  <a:pt x="72" y="2108"/>
                </a:lnTo>
                <a:lnTo>
                  <a:pt x="191" y="2405"/>
                </a:lnTo>
                <a:lnTo>
                  <a:pt x="370" y="2656"/>
                </a:lnTo>
                <a:lnTo>
                  <a:pt x="584" y="2882"/>
                </a:lnTo>
                <a:lnTo>
                  <a:pt x="846" y="3060"/>
                </a:lnTo>
                <a:lnTo>
                  <a:pt x="1144" y="3179"/>
                </a:lnTo>
                <a:lnTo>
                  <a:pt x="1453" y="3251"/>
                </a:lnTo>
                <a:lnTo>
                  <a:pt x="2596" y="3251"/>
                </a:lnTo>
                <a:lnTo>
                  <a:pt x="2596" y="5858"/>
                </a:lnTo>
                <a:lnTo>
                  <a:pt x="1453" y="5858"/>
                </a:lnTo>
                <a:lnTo>
                  <a:pt x="1144" y="5930"/>
                </a:lnTo>
                <a:lnTo>
                  <a:pt x="846" y="6049"/>
                </a:lnTo>
                <a:lnTo>
                  <a:pt x="584" y="6228"/>
                </a:lnTo>
                <a:lnTo>
                  <a:pt x="370" y="6442"/>
                </a:lnTo>
                <a:lnTo>
                  <a:pt x="191" y="6704"/>
                </a:lnTo>
                <a:lnTo>
                  <a:pt x="72" y="7001"/>
                </a:lnTo>
                <a:lnTo>
                  <a:pt x="1" y="7311"/>
                </a:lnTo>
                <a:lnTo>
                  <a:pt x="1" y="7490"/>
                </a:lnTo>
                <a:lnTo>
                  <a:pt x="1" y="7656"/>
                </a:lnTo>
                <a:lnTo>
                  <a:pt x="72" y="7966"/>
                </a:lnTo>
                <a:lnTo>
                  <a:pt x="191" y="8264"/>
                </a:lnTo>
                <a:lnTo>
                  <a:pt x="370" y="8526"/>
                </a:lnTo>
                <a:lnTo>
                  <a:pt x="584" y="8740"/>
                </a:lnTo>
                <a:lnTo>
                  <a:pt x="846" y="8918"/>
                </a:lnTo>
                <a:lnTo>
                  <a:pt x="1144" y="9038"/>
                </a:lnTo>
                <a:lnTo>
                  <a:pt x="1453" y="9109"/>
                </a:lnTo>
                <a:lnTo>
                  <a:pt x="1799" y="9109"/>
                </a:lnTo>
                <a:lnTo>
                  <a:pt x="2108" y="9038"/>
                </a:lnTo>
                <a:lnTo>
                  <a:pt x="2406" y="8918"/>
                </a:lnTo>
                <a:lnTo>
                  <a:pt x="2668" y="8740"/>
                </a:lnTo>
                <a:lnTo>
                  <a:pt x="2882" y="8526"/>
                </a:lnTo>
                <a:lnTo>
                  <a:pt x="3061" y="8264"/>
                </a:lnTo>
                <a:lnTo>
                  <a:pt x="3180" y="7966"/>
                </a:lnTo>
                <a:lnTo>
                  <a:pt x="3251" y="7656"/>
                </a:lnTo>
                <a:lnTo>
                  <a:pt x="3251" y="7490"/>
                </a:lnTo>
                <a:lnTo>
                  <a:pt x="3251" y="6513"/>
                </a:lnTo>
                <a:lnTo>
                  <a:pt x="5859" y="6513"/>
                </a:lnTo>
                <a:lnTo>
                  <a:pt x="5859" y="7490"/>
                </a:lnTo>
                <a:lnTo>
                  <a:pt x="5859" y="7656"/>
                </a:lnTo>
                <a:lnTo>
                  <a:pt x="5930" y="7966"/>
                </a:lnTo>
                <a:lnTo>
                  <a:pt x="6049" y="8264"/>
                </a:lnTo>
                <a:lnTo>
                  <a:pt x="6228" y="8526"/>
                </a:lnTo>
                <a:lnTo>
                  <a:pt x="6454" y="8740"/>
                </a:lnTo>
                <a:lnTo>
                  <a:pt x="6704" y="8918"/>
                </a:lnTo>
                <a:lnTo>
                  <a:pt x="7002" y="9038"/>
                </a:lnTo>
                <a:lnTo>
                  <a:pt x="7323" y="9109"/>
                </a:lnTo>
                <a:lnTo>
                  <a:pt x="7657" y="9109"/>
                </a:lnTo>
                <a:lnTo>
                  <a:pt x="7966" y="9038"/>
                </a:lnTo>
                <a:lnTo>
                  <a:pt x="8264" y="8918"/>
                </a:lnTo>
                <a:lnTo>
                  <a:pt x="8526" y="8740"/>
                </a:lnTo>
                <a:lnTo>
                  <a:pt x="8740" y="8526"/>
                </a:lnTo>
                <a:lnTo>
                  <a:pt x="8919" y="8264"/>
                </a:lnTo>
                <a:lnTo>
                  <a:pt x="9050" y="7966"/>
                </a:lnTo>
                <a:lnTo>
                  <a:pt x="9109" y="7656"/>
                </a:lnTo>
                <a:lnTo>
                  <a:pt x="9121" y="7490"/>
                </a:lnTo>
                <a:lnTo>
                  <a:pt x="9109" y="7311"/>
                </a:lnTo>
                <a:lnTo>
                  <a:pt x="9050" y="7001"/>
                </a:lnTo>
                <a:lnTo>
                  <a:pt x="8919" y="6704"/>
                </a:lnTo>
                <a:lnTo>
                  <a:pt x="8740" y="6442"/>
                </a:lnTo>
                <a:lnTo>
                  <a:pt x="8526" y="6228"/>
                </a:lnTo>
                <a:lnTo>
                  <a:pt x="8264" y="6049"/>
                </a:lnTo>
                <a:lnTo>
                  <a:pt x="7966" y="5930"/>
                </a:lnTo>
                <a:lnTo>
                  <a:pt x="7657" y="5858"/>
                </a:lnTo>
                <a:lnTo>
                  <a:pt x="6514" y="5858"/>
                </a:lnTo>
                <a:lnTo>
                  <a:pt x="6514" y="3251"/>
                </a:lnTo>
                <a:lnTo>
                  <a:pt x="7657" y="3251"/>
                </a:lnTo>
                <a:lnTo>
                  <a:pt x="7978" y="3179"/>
                </a:lnTo>
                <a:lnTo>
                  <a:pt x="8264" y="3060"/>
                </a:lnTo>
                <a:lnTo>
                  <a:pt x="8526" y="2882"/>
                </a:lnTo>
                <a:lnTo>
                  <a:pt x="8740" y="2656"/>
                </a:lnTo>
                <a:lnTo>
                  <a:pt x="8919" y="2405"/>
                </a:lnTo>
                <a:lnTo>
                  <a:pt x="9050" y="2108"/>
                </a:lnTo>
                <a:lnTo>
                  <a:pt x="9109" y="1786"/>
                </a:lnTo>
                <a:lnTo>
                  <a:pt x="9121" y="1620"/>
                </a:lnTo>
                <a:lnTo>
                  <a:pt x="9109" y="1453"/>
                </a:lnTo>
                <a:lnTo>
                  <a:pt x="9050" y="1143"/>
                </a:lnTo>
                <a:lnTo>
                  <a:pt x="8919" y="846"/>
                </a:lnTo>
                <a:lnTo>
                  <a:pt x="8740" y="584"/>
                </a:lnTo>
                <a:lnTo>
                  <a:pt x="8526" y="369"/>
                </a:lnTo>
                <a:lnTo>
                  <a:pt x="8264" y="191"/>
                </a:lnTo>
                <a:lnTo>
                  <a:pt x="7978" y="60"/>
                </a:lnTo>
                <a:lnTo>
                  <a:pt x="7657" y="0"/>
                </a:lnTo>
                <a:lnTo>
                  <a:pt x="7323" y="0"/>
                </a:lnTo>
                <a:lnTo>
                  <a:pt x="7002" y="60"/>
                </a:lnTo>
                <a:lnTo>
                  <a:pt x="6704" y="191"/>
                </a:lnTo>
                <a:lnTo>
                  <a:pt x="6454" y="369"/>
                </a:lnTo>
                <a:lnTo>
                  <a:pt x="6228" y="584"/>
                </a:lnTo>
                <a:lnTo>
                  <a:pt x="6049" y="846"/>
                </a:lnTo>
                <a:lnTo>
                  <a:pt x="5930" y="1143"/>
                </a:lnTo>
                <a:lnTo>
                  <a:pt x="5859" y="1453"/>
                </a:lnTo>
                <a:lnTo>
                  <a:pt x="5859" y="1620"/>
                </a:lnTo>
                <a:lnTo>
                  <a:pt x="5859" y="2596"/>
                </a:lnTo>
                <a:lnTo>
                  <a:pt x="3251" y="2596"/>
                </a:lnTo>
                <a:lnTo>
                  <a:pt x="3251" y="1620"/>
                </a:lnTo>
                <a:lnTo>
                  <a:pt x="3251" y="1453"/>
                </a:lnTo>
                <a:lnTo>
                  <a:pt x="3180" y="1143"/>
                </a:lnTo>
                <a:lnTo>
                  <a:pt x="3061" y="846"/>
                </a:lnTo>
                <a:lnTo>
                  <a:pt x="2882" y="584"/>
                </a:lnTo>
                <a:lnTo>
                  <a:pt x="2668" y="369"/>
                </a:lnTo>
                <a:lnTo>
                  <a:pt x="2406" y="191"/>
                </a:lnTo>
                <a:lnTo>
                  <a:pt x="2108" y="60"/>
                </a:lnTo>
                <a:lnTo>
                  <a:pt x="1799"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3" name="Google Shape;3203;p175"/>
          <p:cNvSpPr/>
          <p:nvPr/>
        </p:nvSpPr>
        <p:spPr>
          <a:xfrm>
            <a:off x="1088575" y="4343976"/>
            <a:ext cx="459790" cy="525222"/>
          </a:xfrm>
          <a:custGeom>
            <a:rect b="b" l="l" r="r" t="t"/>
            <a:pathLst>
              <a:path extrusionOk="0" h="10419" w="9121">
                <a:moveTo>
                  <a:pt x="1632" y="655"/>
                </a:moveTo>
                <a:lnTo>
                  <a:pt x="1834" y="667"/>
                </a:lnTo>
                <a:lnTo>
                  <a:pt x="2179" y="810"/>
                </a:lnTo>
                <a:lnTo>
                  <a:pt x="2441" y="1072"/>
                </a:lnTo>
                <a:lnTo>
                  <a:pt x="2596" y="1429"/>
                </a:lnTo>
                <a:lnTo>
                  <a:pt x="2608" y="1632"/>
                </a:lnTo>
                <a:lnTo>
                  <a:pt x="2596" y="1822"/>
                </a:lnTo>
                <a:lnTo>
                  <a:pt x="2441" y="2179"/>
                </a:lnTo>
                <a:lnTo>
                  <a:pt x="2179" y="2441"/>
                </a:lnTo>
                <a:lnTo>
                  <a:pt x="1834" y="2584"/>
                </a:lnTo>
                <a:lnTo>
                  <a:pt x="1632" y="2608"/>
                </a:lnTo>
                <a:lnTo>
                  <a:pt x="1429" y="2584"/>
                </a:lnTo>
                <a:lnTo>
                  <a:pt x="1084" y="2441"/>
                </a:lnTo>
                <a:lnTo>
                  <a:pt x="810" y="2179"/>
                </a:lnTo>
                <a:lnTo>
                  <a:pt x="667" y="1822"/>
                </a:lnTo>
                <a:lnTo>
                  <a:pt x="655" y="1632"/>
                </a:lnTo>
                <a:lnTo>
                  <a:pt x="667" y="1429"/>
                </a:lnTo>
                <a:lnTo>
                  <a:pt x="810" y="1072"/>
                </a:lnTo>
                <a:lnTo>
                  <a:pt x="1084" y="810"/>
                </a:lnTo>
                <a:lnTo>
                  <a:pt x="1429" y="667"/>
                </a:lnTo>
                <a:lnTo>
                  <a:pt x="1632" y="655"/>
                </a:lnTo>
                <a:close/>
                <a:moveTo>
                  <a:pt x="7490" y="655"/>
                </a:moveTo>
                <a:lnTo>
                  <a:pt x="7692" y="667"/>
                </a:lnTo>
                <a:lnTo>
                  <a:pt x="8037" y="810"/>
                </a:lnTo>
                <a:lnTo>
                  <a:pt x="8311" y="1072"/>
                </a:lnTo>
                <a:lnTo>
                  <a:pt x="8454" y="1429"/>
                </a:lnTo>
                <a:lnTo>
                  <a:pt x="8466" y="1632"/>
                </a:lnTo>
                <a:lnTo>
                  <a:pt x="8454" y="1822"/>
                </a:lnTo>
                <a:lnTo>
                  <a:pt x="8311" y="2179"/>
                </a:lnTo>
                <a:lnTo>
                  <a:pt x="8037" y="2441"/>
                </a:lnTo>
                <a:lnTo>
                  <a:pt x="7692" y="2584"/>
                </a:lnTo>
                <a:lnTo>
                  <a:pt x="7490" y="2608"/>
                </a:lnTo>
                <a:lnTo>
                  <a:pt x="7287" y="2584"/>
                </a:lnTo>
                <a:lnTo>
                  <a:pt x="6942" y="2441"/>
                </a:lnTo>
                <a:lnTo>
                  <a:pt x="6680" y="2179"/>
                </a:lnTo>
                <a:lnTo>
                  <a:pt x="6525" y="1822"/>
                </a:lnTo>
                <a:lnTo>
                  <a:pt x="6513" y="1632"/>
                </a:lnTo>
                <a:lnTo>
                  <a:pt x="6525" y="1429"/>
                </a:lnTo>
                <a:lnTo>
                  <a:pt x="6680" y="1072"/>
                </a:lnTo>
                <a:lnTo>
                  <a:pt x="6942" y="810"/>
                </a:lnTo>
                <a:lnTo>
                  <a:pt x="7287" y="667"/>
                </a:lnTo>
                <a:lnTo>
                  <a:pt x="7490" y="655"/>
                </a:lnTo>
                <a:close/>
                <a:moveTo>
                  <a:pt x="4561" y="7811"/>
                </a:moveTo>
                <a:lnTo>
                  <a:pt x="4763" y="7823"/>
                </a:lnTo>
                <a:lnTo>
                  <a:pt x="5108" y="7978"/>
                </a:lnTo>
                <a:lnTo>
                  <a:pt x="5370" y="8240"/>
                </a:lnTo>
                <a:lnTo>
                  <a:pt x="5525" y="8585"/>
                </a:lnTo>
                <a:lnTo>
                  <a:pt x="5537" y="8788"/>
                </a:lnTo>
                <a:lnTo>
                  <a:pt x="5525" y="8990"/>
                </a:lnTo>
                <a:lnTo>
                  <a:pt x="5370" y="9335"/>
                </a:lnTo>
                <a:lnTo>
                  <a:pt x="5108" y="9609"/>
                </a:lnTo>
                <a:lnTo>
                  <a:pt x="4763" y="9752"/>
                </a:lnTo>
                <a:lnTo>
                  <a:pt x="4561" y="9764"/>
                </a:lnTo>
                <a:lnTo>
                  <a:pt x="4358" y="9752"/>
                </a:lnTo>
                <a:lnTo>
                  <a:pt x="4013" y="9609"/>
                </a:lnTo>
                <a:lnTo>
                  <a:pt x="3751" y="9335"/>
                </a:lnTo>
                <a:lnTo>
                  <a:pt x="3596" y="8990"/>
                </a:lnTo>
                <a:lnTo>
                  <a:pt x="3584" y="8788"/>
                </a:lnTo>
                <a:lnTo>
                  <a:pt x="3596" y="8585"/>
                </a:lnTo>
                <a:lnTo>
                  <a:pt x="3751" y="8240"/>
                </a:lnTo>
                <a:lnTo>
                  <a:pt x="4013" y="7978"/>
                </a:lnTo>
                <a:lnTo>
                  <a:pt x="4358" y="7823"/>
                </a:lnTo>
                <a:lnTo>
                  <a:pt x="4561" y="7811"/>
                </a:lnTo>
                <a:close/>
                <a:moveTo>
                  <a:pt x="1465" y="0"/>
                </a:moveTo>
                <a:lnTo>
                  <a:pt x="1143" y="72"/>
                </a:lnTo>
                <a:lnTo>
                  <a:pt x="858" y="191"/>
                </a:lnTo>
                <a:lnTo>
                  <a:pt x="596" y="370"/>
                </a:lnTo>
                <a:lnTo>
                  <a:pt x="369" y="596"/>
                </a:lnTo>
                <a:lnTo>
                  <a:pt x="191" y="846"/>
                </a:lnTo>
                <a:lnTo>
                  <a:pt x="72" y="1143"/>
                </a:lnTo>
                <a:lnTo>
                  <a:pt x="12" y="1465"/>
                </a:lnTo>
                <a:lnTo>
                  <a:pt x="0" y="1632"/>
                </a:lnTo>
                <a:lnTo>
                  <a:pt x="24" y="1917"/>
                </a:lnTo>
                <a:lnTo>
                  <a:pt x="215" y="2441"/>
                </a:lnTo>
                <a:lnTo>
                  <a:pt x="560" y="2858"/>
                </a:lnTo>
                <a:lnTo>
                  <a:pt x="1036" y="3144"/>
                </a:lnTo>
                <a:lnTo>
                  <a:pt x="1310" y="3227"/>
                </a:lnTo>
                <a:lnTo>
                  <a:pt x="1310" y="3906"/>
                </a:lnTo>
                <a:lnTo>
                  <a:pt x="1310" y="4073"/>
                </a:lnTo>
                <a:lnTo>
                  <a:pt x="1370" y="4394"/>
                </a:lnTo>
                <a:lnTo>
                  <a:pt x="1501" y="4680"/>
                </a:lnTo>
                <a:lnTo>
                  <a:pt x="1679" y="4942"/>
                </a:lnTo>
                <a:lnTo>
                  <a:pt x="1893" y="5168"/>
                </a:lnTo>
                <a:lnTo>
                  <a:pt x="2155" y="5335"/>
                </a:lnTo>
                <a:lnTo>
                  <a:pt x="2453" y="5466"/>
                </a:lnTo>
                <a:lnTo>
                  <a:pt x="2763" y="5525"/>
                </a:lnTo>
                <a:lnTo>
                  <a:pt x="2929" y="5537"/>
                </a:lnTo>
                <a:lnTo>
                  <a:pt x="4239" y="5537"/>
                </a:lnTo>
                <a:lnTo>
                  <a:pt x="4239" y="7192"/>
                </a:lnTo>
                <a:lnTo>
                  <a:pt x="3965" y="7264"/>
                </a:lnTo>
                <a:lnTo>
                  <a:pt x="3489" y="7549"/>
                </a:lnTo>
                <a:lnTo>
                  <a:pt x="3144" y="7978"/>
                </a:lnTo>
                <a:lnTo>
                  <a:pt x="2953" y="8502"/>
                </a:lnTo>
                <a:lnTo>
                  <a:pt x="2929" y="8788"/>
                </a:lnTo>
                <a:lnTo>
                  <a:pt x="2941" y="8954"/>
                </a:lnTo>
                <a:lnTo>
                  <a:pt x="3001" y="9276"/>
                </a:lnTo>
                <a:lnTo>
                  <a:pt x="3132" y="9573"/>
                </a:lnTo>
                <a:lnTo>
                  <a:pt x="3298" y="9823"/>
                </a:lnTo>
                <a:lnTo>
                  <a:pt x="3525" y="10050"/>
                </a:lnTo>
                <a:lnTo>
                  <a:pt x="3787" y="10228"/>
                </a:lnTo>
                <a:lnTo>
                  <a:pt x="4072" y="10347"/>
                </a:lnTo>
                <a:lnTo>
                  <a:pt x="4394" y="10419"/>
                </a:lnTo>
                <a:lnTo>
                  <a:pt x="4727" y="10419"/>
                </a:lnTo>
                <a:lnTo>
                  <a:pt x="5049" y="10347"/>
                </a:lnTo>
                <a:lnTo>
                  <a:pt x="5335" y="10228"/>
                </a:lnTo>
                <a:lnTo>
                  <a:pt x="5596" y="10050"/>
                </a:lnTo>
                <a:lnTo>
                  <a:pt x="5823" y="9823"/>
                </a:lnTo>
                <a:lnTo>
                  <a:pt x="5989" y="9573"/>
                </a:lnTo>
                <a:lnTo>
                  <a:pt x="6120" y="9276"/>
                </a:lnTo>
                <a:lnTo>
                  <a:pt x="6180" y="8954"/>
                </a:lnTo>
                <a:lnTo>
                  <a:pt x="6192" y="8788"/>
                </a:lnTo>
                <a:lnTo>
                  <a:pt x="6168" y="8502"/>
                </a:lnTo>
                <a:lnTo>
                  <a:pt x="5978" y="7978"/>
                </a:lnTo>
                <a:lnTo>
                  <a:pt x="5632" y="7549"/>
                </a:lnTo>
                <a:lnTo>
                  <a:pt x="5156" y="7264"/>
                </a:lnTo>
                <a:lnTo>
                  <a:pt x="4882" y="7192"/>
                </a:lnTo>
                <a:lnTo>
                  <a:pt x="4882" y="5537"/>
                </a:lnTo>
                <a:lnTo>
                  <a:pt x="6192" y="5537"/>
                </a:lnTo>
                <a:lnTo>
                  <a:pt x="6359" y="5525"/>
                </a:lnTo>
                <a:lnTo>
                  <a:pt x="6680" y="5466"/>
                </a:lnTo>
                <a:lnTo>
                  <a:pt x="6966" y="5335"/>
                </a:lnTo>
                <a:lnTo>
                  <a:pt x="7228" y="5168"/>
                </a:lnTo>
                <a:lnTo>
                  <a:pt x="7442" y="4942"/>
                </a:lnTo>
                <a:lnTo>
                  <a:pt x="7621" y="4680"/>
                </a:lnTo>
                <a:lnTo>
                  <a:pt x="7752" y="4394"/>
                </a:lnTo>
                <a:lnTo>
                  <a:pt x="7811" y="4073"/>
                </a:lnTo>
                <a:lnTo>
                  <a:pt x="7823" y="3906"/>
                </a:lnTo>
                <a:lnTo>
                  <a:pt x="7823" y="3227"/>
                </a:lnTo>
                <a:lnTo>
                  <a:pt x="8085" y="3144"/>
                </a:lnTo>
                <a:lnTo>
                  <a:pt x="8561" y="2858"/>
                </a:lnTo>
                <a:lnTo>
                  <a:pt x="8907" y="2441"/>
                </a:lnTo>
                <a:lnTo>
                  <a:pt x="9097" y="1917"/>
                </a:lnTo>
                <a:lnTo>
                  <a:pt x="9121" y="1632"/>
                </a:lnTo>
                <a:lnTo>
                  <a:pt x="9109" y="1465"/>
                </a:lnTo>
                <a:lnTo>
                  <a:pt x="9049" y="1143"/>
                </a:lnTo>
                <a:lnTo>
                  <a:pt x="8930" y="846"/>
                </a:lnTo>
                <a:lnTo>
                  <a:pt x="8752" y="596"/>
                </a:lnTo>
                <a:lnTo>
                  <a:pt x="8526" y="370"/>
                </a:lnTo>
                <a:lnTo>
                  <a:pt x="8264" y="191"/>
                </a:lnTo>
                <a:lnTo>
                  <a:pt x="7978" y="72"/>
                </a:lnTo>
                <a:lnTo>
                  <a:pt x="7656" y="0"/>
                </a:lnTo>
                <a:lnTo>
                  <a:pt x="7323" y="0"/>
                </a:lnTo>
                <a:lnTo>
                  <a:pt x="7001" y="72"/>
                </a:lnTo>
                <a:lnTo>
                  <a:pt x="6716" y="191"/>
                </a:lnTo>
                <a:lnTo>
                  <a:pt x="6454" y="370"/>
                </a:lnTo>
                <a:lnTo>
                  <a:pt x="6228" y="596"/>
                </a:lnTo>
                <a:lnTo>
                  <a:pt x="6061" y="846"/>
                </a:lnTo>
                <a:lnTo>
                  <a:pt x="5930" y="1143"/>
                </a:lnTo>
                <a:lnTo>
                  <a:pt x="5870" y="1465"/>
                </a:lnTo>
                <a:lnTo>
                  <a:pt x="5858" y="1632"/>
                </a:lnTo>
                <a:lnTo>
                  <a:pt x="5882" y="1917"/>
                </a:lnTo>
                <a:lnTo>
                  <a:pt x="6073" y="2441"/>
                </a:lnTo>
                <a:lnTo>
                  <a:pt x="6418" y="2858"/>
                </a:lnTo>
                <a:lnTo>
                  <a:pt x="6894" y="3144"/>
                </a:lnTo>
                <a:lnTo>
                  <a:pt x="7168" y="3227"/>
                </a:lnTo>
                <a:lnTo>
                  <a:pt x="7168" y="3906"/>
                </a:lnTo>
                <a:lnTo>
                  <a:pt x="7156" y="4108"/>
                </a:lnTo>
                <a:lnTo>
                  <a:pt x="7001" y="4454"/>
                </a:lnTo>
                <a:lnTo>
                  <a:pt x="6740" y="4716"/>
                </a:lnTo>
                <a:lnTo>
                  <a:pt x="6382" y="4870"/>
                </a:lnTo>
                <a:lnTo>
                  <a:pt x="6192" y="4882"/>
                </a:lnTo>
                <a:lnTo>
                  <a:pt x="2929" y="4882"/>
                </a:lnTo>
                <a:lnTo>
                  <a:pt x="2739" y="4870"/>
                </a:lnTo>
                <a:lnTo>
                  <a:pt x="2382" y="4716"/>
                </a:lnTo>
                <a:lnTo>
                  <a:pt x="2120" y="4454"/>
                </a:lnTo>
                <a:lnTo>
                  <a:pt x="1965" y="4108"/>
                </a:lnTo>
                <a:lnTo>
                  <a:pt x="1953" y="3906"/>
                </a:lnTo>
                <a:lnTo>
                  <a:pt x="1953" y="3227"/>
                </a:lnTo>
                <a:lnTo>
                  <a:pt x="2227" y="3144"/>
                </a:lnTo>
                <a:lnTo>
                  <a:pt x="2703" y="2858"/>
                </a:lnTo>
                <a:lnTo>
                  <a:pt x="3048" y="2441"/>
                </a:lnTo>
                <a:lnTo>
                  <a:pt x="3239" y="1917"/>
                </a:lnTo>
                <a:lnTo>
                  <a:pt x="3263" y="1632"/>
                </a:lnTo>
                <a:lnTo>
                  <a:pt x="3251" y="1465"/>
                </a:lnTo>
                <a:lnTo>
                  <a:pt x="3191" y="1143"/>
                </a:lnTo>
                <a:lnTo>
                  <a:pt x="3060" y="846"/>
                </a:lnTo>
                <a:lnTo>
                  <a:pt x="2894" y="596"/>
                </a:lnTo>
                <a:lnTo>
                  <a:pt x="2667" y="370"/>
                </a:lnTo>
                <a:lnTo>
                  <a:pt x="2405" y="191"/>
                </a:lnTo>
                <a:lnTo>
                  <a:pt x="2120" y="72"/>
                </a:lnTo>
                <a:lnTo>
                  <a:pt x="1798"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4" name="Google Shape;3204;p175"/>
          <p:cNvSpPr/>
          <p:nvPr/>
        </p:nvSpPr>
        <p:spPr>
          <a:xfrm>
            <a:off x="9127863" y="4375785"/>
            <a:ext cx="524012" cy="460395"/>
          </a:xfrm>
          <a:custGeom>
            <a:rect b="b" l="l" r="r" t="t"/>
            <a:pathLst>
              <a:path extrusionOk="0" h="9133" w="10395">
                <a:moveTo>
                  <a:pt x="6704" y="2858"/>
                </a:moveTo>
                <a:lnTo>
                  <a:pt x="6597" y="2941"/>
                </a:lnTo>
                <a:lnTo>
                  <a:pt x="4656" y="4882"/>
                </a:lnTo>
                <a:lnTo>
                  <a:pt x="3799" y="4025"/>
                </a:lnTo>
                <a:lnTo>
                  <a:pt x="3691" y="3942"/>
                </a:lnTo>
                <a:lnTo>
                  <a:pt x="3441" y="3942"/>
                </a:lnTo>
                <a:lnTo>
                  <a:pt x="3334" y="4025"/>
                </a:lnTo>
                <a:lnTo>
                  <a:pt x="3263" y="4132"/>
                </a:lnTo>
                <a:lnTo>
                  <a:pt x="3263" y="4382"/>
                </a:lnTo>
                <a:lnTo>
                  <a:pt x="3334" y="4477"/>
                </a:lnTo>
                <a:lnTo>
                  <a:pt x="4430" y="5573"/>
                </a:lnTo>
                <a:lnTo>
                  <a:pt x="4525" y="5644"/>
                </a:lnTo>
                <a:lnTo>
                  <a:pt x="4656" y="5668"/>
                </a:lnTo>
                <a:lnTo>
                  <a:pt x="4787" y="5644"/>
                </a:lnTo>
                <a:lnTo>
                  <a:pt x="4882" y="5573"/>
                </a:lnTo>
                <a:lnTo>
                  <a:pt x="7061" y="3394"/>
                </a:lnTo>
                <a:lnTo>
                  <a:pt x="7132" y="3287"/>
                </a:lnTo>
                <a:lnTo>
                  <a:pt x="7132" y="3037"/>
                </a:lnTo>
                <a:lnTo>
                  <a:pt x="7061" y="2941"/>
                </a:lnTo>
                <a:lnTo>
                  <a:pt x="7049" y="2941"/>
                </a:lnTo>
                <a:lnTo>
                  <a:pt x="6954" y="2858"/>
                </a:lnTo>
                <a:close/>
                <a:moveTo>
                  <a:pt x="5180" y="667"/>
                </a:moveTo>
                <a:lnTo>
                  <a:pt x="5644" y="679"/>
                </a:lnTo>
                <a:lnTo>
                  <a:pt x="6525" y="822"/>
                </a:lnTo>
                <a:lnTo>
                  <a:pt x="7347" y="1096"/>
                </a:lnTo>
                <a:lnTo>
                  <a:pt x="8073" y="1489"/>
                </a:lnTo>
                <a:lnTo>
                  <a:pt x="8680" y="1977"/>
                </a:lnTo>
                <a:lnTo>
                  <a:pt x="9180" y="2549"/>
                </a:lnTo>
                <a:lnTo>
                  <a:pt x="9526" y="3192"/>
                </a:lnTo>
                <a:lnTo>
                  <a:pt x="9704" y="3882"/>
                </a:lnTo>
                <a:lnTo>
                  <a:pt x="9716" y="4251"/>
                </a:lnTo>
                <a:lnTo>
                  <a:pt x="9728" y="4251"/>
                </a:lnTo>
                <a:lnTo>
                  <a:pt x="9704" y="4620"/>
                </a:lnTo>
                <a:lnTo>
                  <a:pt x="9526" y="5323"/>
                </a:lnTo>
                <a:lnTo>
                  <a:pt x="9180" y="5966"/>
                </a:lnTo>
                <a:lnTo>
                  <a:pt x="8704" y="6537"/>
                </a:lnTo>
                <a:lnTo>
                  <a:pt x="8085" y="7025"/>
                </a:lnTo>
                <a:lnTo>
                  <a:pt x="7371" y="7406"/>
                </a:lnTo>
                <a:lnTo>
                  <a:pt x="6549" y="7680"/>
                </a:lnTo>
                <a:lnTo>
                  <a:pt x="5668" y="7823"/>
                </a:lnTo>
                <a:lnTo>
                  <a:pt x="5204" y="7835"/>
                </a:lnTo>
                <a:lnTo>
                  <a:pt x="4763" y="7823"/>
                </a:lnTo>
                <a:lnTo>
                  <a:pt x="3918" y="7692"/>
                </a:lnTo>
                <a:lnTo>
                  <a:pt x="3501" y="7573"/>
                </a:lnTo>
                <a:lnTo>
                  <a:pt x="3358" y="7537"/>
                </a:lnTo>
                <a:lnTo>
                  <a:pt x="3060" y="7585"/>
                </a:lnTo>
                <a:lnTo>
                  <a:pt x="2929" y="7668"/>
                </a:lnTo>
                <a:lnTo>
                  <a:pt x="2751" y="7788"/>
                </a:lnTo>
                <a:lnTo>
                  <a:pt x="2310" y="8038"/>
                </a:lnTo>
                <a:lnTo>
                  <a:pt x="1786" y="8264"/>
                </a:lnTo>
                <a:lnTo>
                  <a:pt x="1179" y="8430"/>
                </a:lnTo>
                <a:lnTo>
                  <a:pt x="846" y="8466"/>
                </a:lnTo>
                <a:lnTo>
                  <a:pt x="1036" y="8216"/>
                </a:lnTo>
                <a:lnTo>
                  <a:pt x="1489" y="7490"/>
                </a:lnTo>
                <a:lnTo>
                  <a:pt x="1679" y="7049"/>
                </a:lnTo>
                <a:lnTo>
                  <a:pt x="1727" y="6871"/>
                </a:lnTo>
                <a:lnTo>
                  <a:pt x="1655" y="6537"/>
                </a:lnTo>
                <a:lnTo>
                  <a:pt x="1548" y="6383"/>
                </a:lnTo>
                <a:lnTo>
                  <a:pt x="1334" y="6132"/>
                </a:lnTo>
                <a:lnTo>
                  <a:pt x="1000" y="5632"/>
                </a:lnTo>
                <a:lnTo>
                  <a:pt x="762" y="5097"/>
                </a:lnTo>
                <a:lnTo>
                  <a:pt x="655" y="4537"/>
                </a:lnTo>
                <a:lnTo>
                  <a:pt x="643" y="4251"/>
                </a:lnTo>
                <a:lnTo>
                  <a:pt x="655" y="3882"/>
                </a:lnTo>
                <a:lnTo>
                  <a:pt x="846" y="3192"/>
                </a:lnTo>
                <a:lnTo>
                  <a:pt x="1191" y="2549"/>
                </a:lnTo>
                <a:lnTo>
                  <a:pt x="1679" y="1977"/>
                </a:lnTo>
                <a:lnTo>
                  <a:pt x="2298" y="1489"/>
                </a:lnTo>
                <a:lnTo>
                  <a:pt x="3025" y="1096"/>
                </a:lnTo>
                <a:lnTo>
                  <a:pt x="3834" y="822"/>
                </a:lnTo>
                <a:lnTo>
                  <a:pt x="4715" y="679"/>
                </a:lnTo>
                <a:lnTo>
                  <a:pt x="5180" y="667"/>
                </a:lnTo>
                <a:close/>
                <a:moveTo>
                  <a:pt x="5204" y="0"/>
                </a:moveTo>
                <a:lnTo>
                  <a:pt x="4668" y="12"/>
                </a:lnTo>
                <a:lnTo>
                  <a:pt x="3644" y="179"/>
                </a:lnTo>
                <a:lnTo>
                  <a:pt x="2715" y="501"/>
                </a:lnTo>
                <a:lnTo>
                  <a:pt x="1882" y="965"/>
                </a:lnTo>
                <a:lnTo>
                  <a:pt x="1179" y="1536"/>
                </a:lnTo>
                <a:lnTo>
                  <a:pt x="619" y="2215"/>
                </a:lnTo>
                <a:lnTo>
                  <a:pt x="227" y="2977"/>
                </a:lnTo>
                <a:lnTo>
                  <a:pt x="24" y="3799"/>
                </a:lnTo>
                <a:lnTo>
                  <a:pt x="0" y="4239"/>
                </a:lnTo>
                <a:lnTo>
                  <a:pt x="24" y="4596"/>
                </a:lnTo>
                <a:lnTo>
                  <a:pt x="167" y="5287"/>
                </a:lnTo>
                <a:lnTo>
                  <a:pt x="441" y="5930"/>
                </a:lnTo>
                <a:lnTo>
                  <a:pt x="834" y="6525"/>
                </a:lnTo>
                <a:lnTo>
                  <a:pt x="1084" y="6799"/>
                </a:lnTo>
                <a:lnTo>
                  <a:pt x="953" y="7097"/>
                </a:lnTo>
                <a:lnTo>
                  <a:pt x="655" y="7633"/>
                </a:lnTo>
                <a:lnTo>
                  <a:pt x="227" y="8204"/>
                </a:lnTo>
                <a:lnTo>
                  <a:pt x="143" y="8288"/>
                </a:lnTo>
                <a:lnTo>
                  <a:pt x="48" y="8407"/>
                </a:lnTo>
                <a:lnTo>
                  <a:pt x="0" y="8681"/>
                </a:lnTo>
                <a:lnTo>
                  <a:pt x="48" y="8823"/>
                </a:lnTo>
                <a:lnTo>
                  <a:pt x="107" y="8954"/>
                </a:lnTo>
                <a:lnTo>
                  <a:pt x="334" y="9121"/>
                </a:lnTo>
                <a:lnTo>
                  <a:pt x="477" y="9133"/>
                </a:lnTo>
                <a:lnTo>
                  <a:pt x="941" y="9121"/>
                </a:lnTo>
                <a:lnTo>
                  <a:pt x="1762" y="8954"/>
                </a:lnTo>
                <a:lnTo>
                  <a:pt x="2477" y="8681"/>
                </a:lnTo>
                <a:lnTo>
                  <a:pt x="3072" y="8359"/>
                </a:lnTo>
                <a:lnTo>
                  <a:pt x="3310" y="8192"/>
                </a:lnTo>
                <a:lnTo>
                  <a:pt x="3751" y="8323"/>
                </a:lnTo>
                <a:lnTo>
                  <a:pt x="4703" y="8466"/>
                </a:lnTo>
                <a:lnTo>
                  <a:pt x="5204" y="8490"/>
                </a:lnTo>
                <a:lnTo>
                  <a:pt x="5727" y="8466"/>
                </a:lnTo>
                <a:lnTo>
                  <a:pt x="6751" y="8299"/>
                </a:lnTo>
                <a:lnTo>
                  <a:pt x="7680" y="7978"/>
                </a:lnTo>
                <a:lnTo>
                  <a:pt x="8514" y="7526"/>
                </a:lnTo>
                <a:lnTo>
                  <a:pt x="9216" y="6954"/>
                </a:lnTo>
                <a:lnTo>
                  <a:pt x="9776" y="6275"/>
                </a:lnTo>
                <a:lnTo>
                  <a:pt x="10169" y="5525"/>
                </a:lnTo>
                <a:lnTo>
                  <a:pt x="10371" y="4704"/>
                </a:lnTo>
                <a:lnTo>
                  <a:pt x="10395" y="4275"/>
                </a:lnTo>
                <a:lnTo>
                  <a:pt x="10371" y="3834"/>
                </a:lnTo>
                <a:lnTo>
                  <a:pt x="10169" y="3013"/>
                </a:lnTo>
                <a:lnTo>
                  <a:pt x="9776" y="2251"/>
                </a:lnTo>
                <a:lnTo>
                  <a:pt x="9216" y="1560"/>
                </a:lnTo>
                <a:lnTo>
                  <a:pt x="8514" y="977"/>
                </a:lnTo>
                <a:lnTo>
                  <a:pt x="7680" y="512"/>
                </a:lnTo>
                <a:lnTo>
                  <a:pt x="6751" y="191"/>
                </a:lnTo>
                <a:lnTo>
                  <a:pt x="5727" y="12"/>
                </a:lnTo>
                <a:lnTo>
                  <a:pt x="5204"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5" name="Google Shape;3205;p175"/>
          <p:cNvSpPr/>
          <p:nvPr/>
        </p:nvSpPr>
        <p:spPr>
          <a:xfrm>
            <a:off x="10136813" y="4375785"/>
            <a:ext cx="523457" cy="460395"/>
          </a:xfrm>
          <a:custGeom>
            <a:rect b="b" l="l" r="r" t="t"/>
            <a:pathLst>
              <a:path extrusionOk="0" h="9133" w="10384">
                <a:moveTo>
                  <a:pt x="5192" y="1644"/>
                </a:moveTo>
                <a:lnTo>
                  <a:pt x="5061" y="1667"/>
                </a:lnTo>
                <a:lnTo>
                  <a:pt x="4882" y="1846"/>
                </a:lnTo>
                <a:lnTo>
                  <a:pt x="4870" y="1977"/>
                </a:lnTo>
                <a:lnTo>
                  <a:pt x="4870" y="2322"/>
                </a:lnTo>
                <a:lnTo>
                  <a:pt x="4644" y="2346"/>
                </a:lnTo>
                <a:lnTo>
                  <a:pt x="4263" y="2489"/>
                </a:lnTo>
                <a:lnTo>
                  <a:pt x="3977" y="2727"/>
                </a:lnTo>
                <a:lnTo>
                  <a:pt x="3787" y="3025"/>
                </a:lnTo>
                <a:lnTo>
                  <a:pt x="3751" y="3203"/>
                </a:lnTo>
                <a:lnTo>
                  <a:pt x="3727" y="3382"/>
                </a:lnTo>
                <a:lnTo>
                  <a:pt x="3751" y="3668"/>
                </a:lnTo>
                <a:lnTo>
                  <a:pt x="3858" y="3906"/>
                </a:lnTo>
                <a:lnTo>
                  <a:pt x="4025" y="4096"/>
                </a:lnTo>
                <a:lnTo>
                  <a:pt x="4335" y="4311"/>
                </a:lnTo>
                <a:lnTo>
                  <a:pt x="4775" y="4477"/>
                </a:lnTo>
                <a:lnTo>
                  <a:pt x="4954" y="4525"/>
                </a:lnTo>
                <a:lnTo>
                  <a:pt x="5109" y="4573"/>
                </a:lnTo>
                <a:lnTo>
                  <a:pt x="5382" y="4644"/>
                </a:lnTo>
                <a:lnTo>
                  <a:pt x="5751" y="4775"/>
                </a:lnTo>
                <a:lnTo>
                  <a:pt x="5954" y="4918"/>
                </a:lnTo>
                <a:lnTo>
                  <a:pt x="6013" y="5085"/>
                </a:lnTo>
                <a:lnTo>
                  <a:pt x="6002" y="5192"/>
                </a:lnTo>
                <a:lnTo>
                  <a:pt x="5966" y="5311"/>
                </a:lnTo>
                <a:lnTo>
                  <a:pt x="5775" y="5466"/>
                </a:lnTo>
                <a:lnTo>
                  <a:pt x="5478" y="5549"/>
                </a:lnTo>
                <a:lnTo>
                  <a:pt x="5132" y="5561"/>
                </a:lnTo>
                <a:lnTo>
                  <a:pt x="4954" y="5537"/>
                </a:lnTo>
                <a:lnTo>
                  <a:pt x="4739" y="5490"/>
                </a:lnTo>
                <a:lnTo>
                  <a:pt x="4156" y="5299"/>
                </a:lnTo>
                <a:lnTo>
                  <a:pt x="4025" y="5275"/>
                </a:lnTo>
                <a:lnTo>
                  <a:pt x="3811" y="5394"/>
                </a:lnTo>
                <a:lnTo>
                  <a:pt x="3751" y="5513"/>
                </a:lnTo>
                <a:lnTo>
                  <a:pt x="3727" y="5632"/>
                </a:lnTo>
                <a:lnTo>
                  <a:pt x="3834" y="5859"/>
                </a:lnTo>
                <a:lnTo>
                  <a:pt x="3954" y="5918"/>
                </a:lnTo>
                <a:lnTo>
                  <a:pt x="4620" y="6132"/>
                </a:lnTo>
                <a:lnTo>
                  <a:pt x="4870" y="6180"/>
                </a:lnTo>
                <a:lnTo>
                  <a:pt x="4870" y="6537"/>
                </a:lnTo>
                <a:lnTo>
                  <a:pt x="4894" y="6668"/>
                </a:lnTo>
                <a:lnTo>
                  <a:pt x="5073" y="6835"/>
                </a:lnTo>
                <a:lnTo>
                  <a:pt x="5204" y="6859"/>
                </a:lnTo>
                <a:lnTo>
                  <a:pt x="5323" y="6835"/>
                </a:lnTo>
                <a:lnTo>
                  <a:pt x="5501" y="6668"/>
                </a:lnTo>
                <a:lnTo>
                  <a:pt x="5525" y="6537"/>
                </a:lnTo>
                <a:lnTo>
                  <a:pt x="5525" y="6192"/>
                </a:lnTo>
                <a:lnTo>
                  <a:pt x="5740" y="6156"/>
                </a:lnTo>
                <a:lnTo>
                  <a:pt x="6121" y="6013"/>
                </a:lnTo>
                <a:lnTo>
                  <a:pt x="6418" y="5787"/>
                </a:lnTo>
                <a:lnTo>
                  <a:pt x="6597" y="5478"/>
                </a:lnTo>
                <a:lnTo>
                  <a:pt x="6644" y="5299"/>
                </a:lnTo>
                <a:lnTo>
                  <a:pt x="6656" y="5132"/>
                </a:lnTo>
                <a:lnTo>
                  <a:pt x="6633" y="4835"/>
                </a:lnTo>
                <a:lnTo>
                  <a:pt x="6525" y="4596"/>
                </a:lnTo>
                <a:lnTo>
                  <a:pt x="6359" y="4406"/>
                </a:lnTo>
                <a:lnTo>
                  <a:pt x="6025" y="4192"/>
                </a:lnTo>
                <a:lnTo>
                  <a:pt x="5513" y="4001"/>
                </a:lnTo>
                <a:lnTo>
                  <a:pt x="5275" y="3942"/>
                </a:lnTo>
                <a:lnTo>
                  <a:pt x="5132" y="3894"/>
                </a:lnTo>
                <a:lnTo>
                  <a:pt x="4882" y="3823"/>
                </a:lnTo>
                <a:lnTo>
                  <a:pt x="4573" y="3692"/>
                </a:lnTo>
                <a:lnTo>
                  <a:pt x="4418" y="3561"/>
                </a:lnTo>
                <a:lnTo>
                  <a:pt x="4370" y="3406"/>
                </a:lnTo>
                <a:lnTo>
                  <a:pt x="4382" y="3322"/>
                </a:lnTo>
                <a:lnTo>
                  <a:pt x="4430" y="3203"/>
                </a:lnTo>
                <a:lnTo>
                  <a:pt x="4620" y="3037"/>
                </a:lnTo>
                <a:lnTo>
                  <a:pt x="4906" y="2965"/>
                </a:lnTo>
                <a:lnTo>
                  <a:pt x="5251" y="2953"/>
                </a:lnTo>
                <a:lnTo>
                  <a:pt x="5430" y="2977"/>
                </a:lnTo>
                <a:lnTo>
                  <a:pt x="5656" y="3013"/>
                </a:lnTo>
                <a:lnTo>
                  <a:pt x="5942" y="3108"/>
                </a:lnTo>
                <a:lnTo>
                  <a:pt x="6073" y="3132"/>
                </a:lnTo>
                <a:lnTo>
                  <a:pt x="6299" y="3013"/>
                </a:lnTo>
                <a:lnTo>
                  <a:pt x="6359" y="2906"/>
                </a:lnTo>
                <a:lnTo>
                  <a:pt x="6383" y="2775"/>
                </a:lnTo>
                <a:lnTo>
                  <a:pt x="6263" y="2549"/>
                </a:lnTo>
                <a:lnTo>
                  <a:pt x="6144" y="2489"/>
                </a:lnTo>
                <a:lnTo>
                  <a:pt x="5799" y="2382"/>
                </a:lnTo>
                <a:lnTo>
                  <a:pt x="5513" y="2334"/>
                </a:lnTo>
                <a:lnTo>
                  <a:pt x="5513" y="1977"/>
                </a:lnTo>
                <a:lnTo>
                  <a:pt x="5501" y="1846"/>
                </a:lnTo>
                <a:lnTo>
                  <a:pt x="5323" y="1667"/>
                </a:lnTo>
                <a:lnTo>
                  <a:pt x="5192" y="1644"/>
                </a:lnTo>
                <a:close/>
                <a:moveTo>
                  <a:pt x="5180" y="667"/>
                </a:moveTo>
                <a:lnTo>
                  <a:pt x="5644" y="679"/>
                </a:lnTo>
                <a:lnTo>
                  <a:pt x="6525" y="822"/>
                </a:lnTo>
                <a:lnTo>
                  <a:pt x="7347" y="1096"/>
                </a:lnTo>
                <a:lnTo>
                  <a:pt x="8061" y="1489"/>
                </a:lnTo>
                <a:lnTo>
                  <a:pt x="8681" y="1977"/>
                </a:lnTo>
                <a:lnTo>
                  <a:pt x="9181" y="2549"/>
                </a:lnTo>
                <a:lnTo>
                  <a:pt x="9526" y="3192"/>
                </a:lnTo>
                <a:lnTo>
                  <a:pt x="9705" y="3882"/>
                </a:lnTo>
                <a:lnTo>
                  <a:pt x="9716" y="4251"/>
                </a:lnTo>
                <a:lnTo>
                  <a:pt x="9705" y="4620"/>
                </a:lnTo>
                <a:lnTo>
                  <a:pt x="9526" y="5323"/>
                </a:lnTo>
                <a:lnTo>
                  <a:pt x="9181" y="5966"/>
                </a:lnTo>
                <a:lnTo>
                  <a:pt x="8692" y="6537"/>
                </a:lnTo>
                <a:lnTo>
                  <a:pt x="8085" y="7025"/>
                </a:lnTo>
                <a:lnTo>
                  <a:pt x="7359" y="7406"/>
                </a:lnTo>
                <a:lnTo>
                  <a:pt x="6549" y="7680"/>
                </a:lnTo>
                <a:lnTo>
                  <a:pt x="5668" y="7823"/>
                </a:lnTo>
                <a:lnTo>
                  <a:pt x="5204" y="7835"/>
                </a:lnTo>
                <a:lnTo>
                  <a:pt x="4763" y="7823"/>
                </a:lnTo>
                <a:lnTo>
                  <a:pt x="3918" y="7692"/>
                </a:lnTo>
                <a:lnTo>
                  <a:pt x="3501" y="7573"/>
                </a:lnTo>
                <a:lnTo>
                  <a:pt x="3358" y="7537"/>
                </a:lnTo>
                <a:lnTo>
                  <a:pt x="3061" y="7585"/>
                </a:lnTo>
                <a:lnTo>
                  <a:pt x="2930" y="7668"/>
                </a:lnTo>
                <a:lnTo>
                  <a:pt x="2751" y="7788"/>
                </a:lnTo>
                <a:lnTo>
                  <a:pt x="2310" y="8038"/>
                </a:lnTo>
                <a:lnTo>
                  <a:pt x="1787" y="8264"/>
                </a:lnTo>
                <a:lnTo>
                  <a:pt x="1179" y="8430"/>
                </a:lnTo>
                <a:lnTo>
                  <a:pt x="846" y="8466"/>
                </a:lnTo>
                <a:lnTo>
                  <a:pt x="1036" y="8216"/>
                </a:lnTo>
                <a:lnTo>
                  <a:pt x="1489" y="7490"/>
                </a:lnTo>
                <a:lnTo>
                  <a:pt x="1667" y="7049"/>
                </a:lnTo>
                <a:lnTo>
                  <a:pt x="1679" y="7049"/>
                </a:lnTo>
                <a:lnTo>
                  <a:pt x="1727" y="6871"/>
                </a:lnTo>
                <a:lnTo>
                  <a:pt x="1656" y="6537"/>
                </a:lnTo>
                <a:lnTo>
                  <a:pt x="1548" y="6383"/>
                </a:lnTo>
                <a:lnTo>
                  <a:pt x="1334" y="6132"/>
                </a:lnTo>
                <a:lnTo>
                  <a:pt x="989" y="5632"/>
                </a:lnTo>
                <a:lnTo>
                  <a:pt x="763" y="5097"/>
                </a:lnTo>
                <a:lnTo>
                  <a:pt x="655" y="4537"/>
                </a:lnTo>
                <a:lnTo>
                  <a:pt x="643" y="4251"/>
                </a:lnTo>
                <a:lnTo>
                  <a:pt x="655" y="3882"/>
                </a:lnTo>
                <a:lnTo>
                  <a:pt x="834" y="3192"/>
                </a:lnTo>
                <a:lnTo>
                  <a:pt x="1179" y="2549"/>
                </a:lnTo>
                <a:lnTo>
                  <a:pt x="1679" y="1977"/>
                </a:lnTo>
                <a:lnTo>
                  <a:pt x="2299" y="1489"/>
                </a:lnTo>
                <a:lnTo>
                  <a:pt x="3013" y="1096"/>
                </a:lnTo>
                <a:lnTo>
                  <a:pt x="3834" y="822"/>
                </a:lnTo>
                <a:lnTo>
                  <a:pt x="4716" y="679"/>
                </a:lnTo>
                <a:lnTo>
                  <a:pt x="5180" y="667"/>
                </a:lnTo>
                <a:close/>
                <a:moveTo>
                  <a:pt x="5192" y="0"/>
                </a:moveTo>
                <a:lnTo>
                  <a:pt x="4656" y="12"/>
                </a:lnTo>
                <a:lnTo>
                  <a:pt x="3644" y="179"/>
                </a:lnTo>
                <a:lnTo>
                  <a:pt x="2715" y="501"/>
                </a:lnTo>
                <a:lnTo>
                  <a:pt x="1882" y="965"/>
                </a:lnTo>
                <a:lnTo>
                  <a:pt x="1179" y="1536"/>
                </a:lnTo>
                <a:lnTo>
                  <a:pt x="620" y="2215"/>
                </a:lnTo>
                <a:lnTo>
                  <a:pt x="227" y="2977"/>
                </a:lnTo>
                <a:lnTo>
                  <a:pt x="24" y="3799"/>
                </a:lnTo>
                <a:lnTo>
                  <a:pt x="1" y="4239"/>
                </a:lnTo>
                <a:lnTo>
                  <a:pt x="12" y="4596"/>
                </a:lnTo>
                <a:lnTo>
                  <a:pt x="167" y="5287"/>
                </a:lnTo>
                <a:lnTo>
                  <a:pt x="441" y="5930"/>
                </a:lnTo>
                <a:lnTo>
                  <a:pt x="834" y="6525"/>
                </a:lnTo>
                <a:lnTo>
                  <a:pt x="1084" y="6799"/>
                </a:lnTo>
                <a:lnTo>
                  <a:pt x="953" y="7097"/>
                </a:lnTo>
                <a:lnTo>
                  <a:pt x="655" y="7633"/>
                </a:lnTo>
                <a:lnTo>
                  <a:pt x="227" y="8204"/>
                </a:lnTo>
                <a:lnTo>
                  <a:pt x="143" y="8288"/>
                </a:lnTo>
                <a:lnTo>
                  <a:pt x="48" y="8407"/>
                </a:lnTo>
                <a:lnTo>
                  <a:pt x="1" y="8681"/>
                </a:lnTo>
                <a:lnTo>
                  <a:pt x="48" y="8823"/>
                </a:lnTo>
                <a:lnTo>
                  <a:pt x="108" y="8954"/>
                </a:lnTo>
                <a:lnTo>
                  <a:pt x="334" y="9121"/>
                </a:lnTo>
                <a:lnTo>
                  <a:pt x="477" y="9133"/>
                </a:lnTo>
                <a:lnTo>
                  <a:pt x="941" y="9121"/>
                </a:lnTo>
                <a:lnTo>
                  <a:pt x="1763" y="8954"/>
                </a:lnTo>
                <a:lnTo>
                  <a:pt x="2477" y="8681"/>
                </a:lnTo>
                <a:lnTo>
                  <a:pt x="3061" y="8359"/>
                </a:lnTo>
                <a:lnTo>
                  <a:pt x="3311" y="8192"/>
                </a:lnTo>
                <a:lnTo>
                  <a:pt x="3739" y="8323"/>
                </a:lnTo>
                <a:lnTo>
                  <a:pt x="4704" y="8466"/>
                </a:lnTo>
                <a:lnTo>
                  <a:pt x="5192" y="8490"/>
                </a:lnTo>
                <a:lnTo>
                  <a:pt x="5728" y="8466"/>
                </a:lnTo>
                <a:lnTo>
                  <a:pt x="6752" y="8299"/>
                </a:lnTo>
                <a:lnTo>
                  <a:pt x="7680" y="7978"/>
                </a:lnTo>
                <a:lnTo>
                  <a:pt x="8514" y="7526"/>
                </a:lnTo>
                <a:lnTo>
                  <a:pt x="9216" y="6954"/>
                </a:lnTo>
                <a:lnTo>
                  <a:pt x="9776" y="6275"/>
                </a:lnTo>
                <a:lnTo>
                  <a:pt x="10169" y="5525"/>
                </a:lnTo>
                <a:lnTo>
                  <a:pt x="10371" y="4704"/>
                </a:lnTo>
                <a:lnTo>
                  <a:pt x="10383" y="4275"/>
                </a:lnTo>
                <a:lnTo>
                  <a:pt x="10371" y="3834"/>
                </a:lnTo>
                <a:lnTo>
                  <a:pt x="10169" y="3013"/>
                </a:lnTo>
                <a:lnTo>
                  <a:pt x="9776" y="2251"/>
                </a:lnTo>
                <a:lnTo>
                  <a:pt x="9216" y="1560"/>
                </a:lnTo>
                <a:lnTo>
                  <a:pt x="8514" y="977"/>
                </a:lnTo>
                <a:lnTo>
                  <a:pt x="7680" y="512"/>
                </a:lnTo>
                <a:lnTo>
                  <a:pt x="6752" y="191"/>
                </a:lnTo>
                <a:lnTo>
                  <a:pt x="5728" y="12"/>
                </a:lnTo>
                <a:lnTo>
                  <a:pt x="5192"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6" name="Google Shape;3206;p175"/>
          <p:cNvSpPr/>
          <p:nvPr/>
        </p:nvSpPr>
        <p:spPr>
          <a:xfrm>
            <a:off x="11145764" y="4375785"/>
            <a:ext cx="523457" cy="460395"/>
          </a:xfrm>
          <a:custGeom>
            <a:rect b="b" l="l" r="r" t="t"/>
            <a:pathLst>
              <a:path extrusionOk="0" h="9133" w="10384">
                <a:moveTo>
                  <a:pt x="5192" y="1644"/>
                </a:moveTo>
                <a:lnTo>
                  <a:pt x="5061" y="1667"/>
                </a:lnTo>
                <a:lnTo>
                  <a:pt x="4894" y="1846"/>
                </a:lnTo>
                <a:lnTo>
                  <a:pt x="4871" y="1977"/>
                </a:lnTo>
                <a:lnTo>
                  <a:pt x="4871" y="4906"/>
                </a:lnTo>
                <a:lnTo>
                  <a:pt x="4894" y="5025"/>
                </a:lnTo>
                <a:lnTo>
                  <a:pt x="5061" y="5192"/>
                </a:lnTo>
                <a:lnTo>
                  <a:pt x="5180" y="5216"/>
                </a:lnTo>
                <a:lnTo>
                  <a:pt x="5323" y="5192"/>
                </a:lnTo>
                <a:lnTo>
                  <a:pt x="5502" y="5025"/>
                </a:lnTo>
                <a:lnTo>
                  <a:pt x="5525" y="4906"/>
                </a:lnTo>
                <a:lnTo>
                  <a:pt x="5525" y="1977"/>
                </a:lnTo>
                <a:lnTo>
                  <a:pt x="5502" y="1846"/>
                </a:lnTo>
                <a:lnTo>
                  <a:pt x="5323" y="1667"/>
                </a:lnTo>
                <a:lnTo>
                  <a:pt x="5192" y="1644"/>
                </a:lnTo>
                <a:close/>
                <a:moveTo>
                  <a:pt x="5192" y="5716"/>
                </a:moveTo>
                <a:lnTo>
                  <a:pt x="5097" y="5728"/>
                </a:lnTo>
                <a:lnTo>
                  <a:pt x="4918" y="5799"/>
                </a:lnTo>
                <a:lnTo>
                  <a:pt x="4787" y="5930"/>
                </a:lnTo>
                <a:lnTo>
                  <a:pt x="4716" y="6109"/>
                </a:lnTo>
                <a:lnTo>
                  <a:pt x="4704" y="6204"/>
                </a:lnTo>
                <a:lnTo>
                  <a:pt x="4716" y="6299"/>
                </a:lnTo>
                <a:lnTo>
                  <a:pt x="4787" y="6478"/>
                </a:lnTo>
                <a:lnTo>
                  <a:pt x="4918" y="6609"/>
                </a:lnTo>
                <a:lnTo>
                  <a:pt x="5097" y="6692"/>
                </a:lnTo>
                <a:lnTo>
                  <a:pt x="5299" y="6692"/>
                </a:lnTo>
                <a:lnTo>
                  <a:pt x="5466" y="6609"/>
                </a:lnTo>
                <a:lnTo>
                  <a:pt x="5609" y="6478"/>
                </a:lnTo>
                <a:lnTo>
                  <a:pt x="5680" y="6299"/>
                </a:lnTo>
                <a:lnTo>
                  <a:pt x="5680" y="6204"/>
                </a:lnTo>
                <a:lnTo>
                  <a:pt x="5680" y="6109"/>
                </a:lnTo>
                <a:lnTo>
                  <a:pt x="5609" y="5930"/>
                </a:lnTo>
                <a:lnTo>
                  <a:pt x="5466" y="5799"/>
                </a:lnTo>
                <a:lnTo>
                  <a:pt x="5299" y="5728"/>
                </a:lnTo>
                <a:lnTo>
                  <a:pt x="5192" y="5716"/>
                </a:lnTo>
                <a:close/>
                <a:moveTo>
                  <a:pt x="5180" y="667"/>
                </a:moveTo>
                <a:lnTo>
                  <a:pt x="5645" y="679"/>
                </a:lnTo>
                <a:lnTo>
                  <a:pt x="6538" y="822"/>
                </a:lnTo>
                <a:lnTo>
                  <a:pt x="7347" y="1096"/>
                </a:lnTo>
                <a:lnTo>
                  <a:pt x="8074" y="1489"/>
                </a:lnTo>
                <a:lnTo>
                  <a:pt x="8693" y="1977"/>
                </a:lnTo>
                <a:lnTo>
                  <a:pt x="9181" y="2549"/>
                </a:lnTo>
                <a:lnTo>
                  <a:pt x="9526" y="3192"/>
                </a:lnTo>
                <a:lnTo>
                  <a:pt x="9705" y="3882"/>
                </a:lnTo>
                <a:lnTo>
                  <a:pt x="9717" y="4251"/>
                </a:lnTo>
                <a:lnTo>
                  <a:pt x="9705" y="4620"/>
                </a:lnTo>
                <a:lnTo>
                  <a:pt x="9526" y="5323"/>
                </a:lnTo>
                <a:lnTo>
                  <a:pt x="9181" y="5966"/>
                </a:lnTo>
                <a:lnTo>
                  <a:pt x="8693" y="6537"/>
                </a:lnTo>
                <a:lnTo>
                  <a:pt x="8085" y="7025"/>
                </a:lnTo>
                <a:lnTo>
                  <a:pt x="7359" y="7406"/>
                </a:lnTo>
                <a:lnTo>
                  <a:pt x="6549" y="7680"/>
                </a:lnTo>
                <a:lnTo>
                  <a:pt x="5668" y="7823"/>
                </a:lnTo>
                <a:lnTo>
                  <a:pt x="5204" y="7835"/>
                </a:lnTo>
                <a:lnTo>
                  <a:pt x="4763" y="7823"/>
                </a:lnTo>
                <a:lnTo>
                  <a:pt x="3918" y="7692"/>
                </a:lnTo>
                <a:lnTo>
                  <a:pt x="3501" y="7573"/>
                </a:lnTo>
                <a:lnTo>
                  <a:pt x="3358" y="7537"/>
                </a:lnTo>
                <a:lnTo>
                  <a:pt x="3061" y="7585"/>
                </a:lnTo>
                <a:lnTo>
                  <a:pt x="2930" y="7668"/>
                </a:lnTo>
                <a:lnTo>
                  <a:pt x="2751" y="7788"/>
                </a:lnTo>
                <a:lnTo>
                  <a:pt x="2311" y="8038"/>
                </a:lnTo>
                <a:lnTo>
                  <a:pt x="1787" y="8264"/>
                </a:lnTo>
                <a:lnTo>
                  <a:pt x="1180" y="8430"/>
                </a:lnTo>
                <a:lnTo>
                  <a:pt x="846" y="8466"/>
                </a:lnTo>
                <a:lnTo>
                  <a:pt x="1037" y="8216"/>
                </a:lnTo>
                <a:lnTo>
                  <a:pt x="1489" y="7490"/>
                </a:lnTo>
                <a:lnTo>
                  <a:pt x="1668" y="7049"/>
                </a:lnTo>
                <a:lnTo>
                  <a:pt x="1680" y="7049"/>
                </a:lnTo>
                <a:lnTo>
                  <a:pt x="1727" y="6871"/>
                </a:lnTo>
                <a:lnTo>
                  <a:pt x="1656" y="6537"/>
                </a:lnTo>
                <a:lnTo>
                  <a:pt x="1549" y="6383"/>
                </a:lnTo>
                <a:lnTo>
                  <a:pt x="1334" y="6132"/>
                </a:lnTo>
                <a:lnTo>
                  <a:pt x="989" y="5632"/>
                </a:lnTo>
                <a:lnTo>
                  <a:pt x="763" y="5097"/>
                </a:lnTo>
                <a:lnTo>
                  <a:pt x="656" y="4537"/>
                </a:lnTo>
                <a:lnTo>
                  <a:pt x="644" y="4251"/>
                </a:lnTo>
                <a:lnTo>
                  <a:pt x="656" y="3882"/>
                </a:lnTo>
                <a:lnTo>
                  <a:pt x="834" y="3192"/>
                </a:lnTo>
                <a:lnTo>
                  <a:pt x="1180" y="2549"/>
                </a:lnTo>
                <a:lnTo>
                  <a:pt x="1668" y="1977"/>
                </a:lnTo>
                <a:lnTo>
                  <a:pt x="2287" y="1489"/>
                </a:lnTo>
                <a:lnTo>
                  <a:pt x="3013" y="1096"/>
                </a:lnTo>
                <a:lnTo>
                  <a:pt x="3823" y="822"/>
                </a:lnTo>
                <a:lnTo>
                  <a:pt x="4716" y="679"/>
                </a:lnTo>
                <a:lnTo>
                  <a:pt x="5180" y="667"/>
                </a:lnTo>
                <a:close/>
                <a:moveTo>
                  <a:pt x="5192" y="0"/>
                </a:moveTo>
                <a:lnTo>
                  <a:pt x="4656" y="12"/>
                </a:lnTo>
                <a:lnTo>
                  <a:pt x="3644" y="179"/>
                </a:lnTo>
                <a:lnTo>
                  <a:pt x="2715" y="501"/>
                </a:lnTo>
                <a:lnTo>
                  <a:pt x="1882" y="965"/>
                </a:lnTo>
                <a:lnTo>
                  <a:pt x="1180" y="1536"/>
                </a:lnTo>
                <a:lnTo>
                  <a:pt x="620" y="2215"/>
                </a:lnTo>
                <a:lnTo>
                  <a:pt x="227" y="2977"/>
                </a:lnTo>
                <a:lnTo>
                  <a:pt x="25" y="3799"/>
                </a:lnTo>
                <a:lnTo>
                  <a:pt x="1" y="4239"/>
                </a:lnTo>
                <a:lnTo>
                  <a:pt x="13" y="4596"/>
                </a:lnTo>
                <a:lnTo>
                  <a:pt x="167" y="5287"/>
                </a:lnTo>
                <a:lnTo>
                  <a:pt x="441" y="5930"/>
                </a:lnTo>
                <a:lnTo>
                  <a:pt x="834" y="6525"/>
                </a:lnTo>
                <a:lnTo>
                  <a:pt x="1084" y="6799"/>
                </a:lnTo>
                <a:lnTo>
                  <a:pt x="953" y="7097"/>
                </a:lnTo>
                <a:lnTo>
                  <a:pt x="656" y="7633"/>
                </a:lnTo>
                <a:lnTo>
                  <a:pt x="227" y="8204"/>
                </a:lnTo>
                <a:lnTo>
                  <a:pt x="144" y="8288"/>
                </a:lnTo>
                <a:lnTo>
                  <a:pt x="48" y="8407"/>
                </a:lnTo>
                <a:lnTo>
                  <a:pt x="1" y="8681"/>
                </a:lnTo>
                <a:lnTo>
                  <a:pt x="48" y="8823"/>
                </a:lnTo>
                <a:lnTo>
                  <a:pt x="108" y="8954"/>
                </a:lnTo>
                <a:lnTo>
                  <a:pt x="334" y="9121"/>
                </a:lnTo>
                <a:lnTo>
                  <a:pt x="477" y="9133"/>
                </a:lnTo>
                <a:lnTo>
                  <a:pt x="941" y="9121"/>
                </a:lnTo>
                <a:lnTo>
                  <a:pt x="1763" y="8954"/>
                </a:lnTo>
                <a:lnTo>
                  <a:pt x="2477" y="8681"/>
                </a:lnTo>
                <a:lnTo>
                  <a:pt x="3061" y="8359"/>
                </a:lnTo>
                <a:lnTo>
                  <a:pt x="3311" y="8192"/>
                </a:lnTo>
                <a:lnTo>
                  <a:pt x="3739" y="8323"/>
                </a:lnTo>
                <a:lnTo>
                  <a:pt x="4704" y="8466"/>
                </a:lnTo>
                <a:lnTo>
                  <a:pt x="5192" y="8490"/>
                </a:lnTo>
                <a:lnTo>
                  <a:pt x="5728" y="8466"/>
                </a:lnTo>
                <a:lnTo>
                  <a:pt x="6752" y="8299"/>
                </a:lnTo>
                <a:lnTo>
                  <a:pt x="7681" y="7978"/>
                </a:lnTo>
                <a:lnTo>
                  <a:pt x="8514" y="7526"/>
                </a:lnTo>
                <a:lnTo>
                  <a:pt x="9217" y="6954"/>
                </a:lnTo>
                <a:lnTo>
                  <a:pt x="9776" y="6275"/>
                </a:lnTo>
                <a:lnTo>
                  <a:pt x="10169" y="5525"/>
                </a:lnTo>
                <a:lnTo>
                  <a:pt x="10372" y="4704"/>
                </a:lnTo>
                <a:lnTo>
                  <a:pt x="10383" y="4275"/>
                </a:lnTo>
                <a:lnTo>
                  <a:pt x="10372" y="3834"/>
                </a:lnTo>
                <a:lnTo>
                  <a:pt x="10169" y="3013"/>
                </a:lnTo>
                <a:lnTo>
                  <a:pt x="9776" y="2251"/>
                </a:lnTo>
                <a:lnTo>
                  <a:pt x="9217" y="1560"/>
                </a:lnTo>
                <a:lnTo>
                  <a:pt x="8514" y="977"/>
                </a:lnTo>
                <a:lnTo>
                  <a:pt x="7681" y="512"/>
                </a:lnTo>
                <a:lnTo>
                  <a:pt x="6752" y="191"/>
                </a:lnTo>
                <a:lnTo>
                  <a:pt x="5728" y="12"/>
                </a:lnTo>
                <a:lnTo>
                  <a:pt x="5192"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7" name="Google Shape;3207;p175"/>
          <p:cNvSpPr/>
          <p:nvPr/>
        </p:nvSpPr>
        <p:spPr>
          <a:xfrm>
            <a:off x="12154714" y="4375785"/>
            <a:ext cx="523457" cy="460395"/>
          </a:xfrm>
          <a:custGeom>
            <a:rect b="b" l="l" r="r" t="t"/>
            <a:pathLst>
              <a:path extrusionOk="0" h="9133" w="10384">
                <a:moveTo>
                  <a:pt x="2918" y="2953"/>
                </a:moveTo>
                <a:lnTo>
                  <a:pt x="2787" y="2965"/>
                </a:lnTo>
                <a:lnTo>
                  <a:pt x="2609" y="3144"/>
                </a:lnTo>
                <a:lnTo>
                  <a:pt x="2597" y="3263"/>
                </a:lnTo>
                <a:lnTo>
                  <a:pt x="2597" y="3334"/>
                </a:lnTo>
                <a:lnTo>
                  <a:pt x="2644" y="3453"/>
                </a:lnTo>
                <a:lnTo>
                  <a:pt x="2787" y="3584"/>
                </a:lnTo>
                <a:lnTo>
                  <a:pt x="2918" y="3608"/>
                </a:lnTo>
                <a:lnTo>
                  <a:pt x="7478" y="3608"/>
                </a:lnTo>
                <a:lnTo>
                  <a:pt x="7598" y="3584"/>
                </a:lnTo>
                <a:lnTo>
                  <a:pt x="7764" y="3406"/>
                </a:lnTo>
                <a:lnTo>
                  <a:pt x="7788" y="3275"/>
                </a:lnTo>
                <a:lnTo>
                  <a:pt x="7764" y="3144"/>
                </a:lnTo>
                <a:lnTo>
                  <a:pt x="7598" y="2965"/>
                </a:lnTo>
                <a:lnTo>
                  <a:pt x="7478" y="2953"/>
                </a:lnTo>
                <a:close/>
                <a:moveTo>
                  <a:pt x="2918" y="4906"/>
                </a:moveTo>
                <a:lnTo>
                  <a:pt x="2787" y="4918"/>
                </a:lnTo>
                <a:lnTo>
                  <a:pt x="2609" y="5097"/>
                </a:lnTo>
                <a:lnTo>
                  <a:pt x="2597" y="5216"/>
                </a:lnTo>
                <a:lnTo>
                  <a:pt x="2597" y="5287"/>
                </a:lnTo>
                <a:lnTo>
                  <a:pt x="2644" y="5406"/>
                </a:lnTo>
                <a:lnTo>
                  <a:pt x="2787" y="5537"/>
                </a:lnTo>
                <a:lnTo>
                  <a:pt x="2918" y="5561"/>
                </a:lnTo>
                <a:lnTo>
                  <a:pt x="5526" y="5561"/>
                </a:lnTo>
                <a:lnTo>
                  <a:pt x="5645" y="5537"/>
                </a:lnTo>
                <a:lnTo>
                  <a:pt x="5811" y="5359"/>
                </a:lnTo>
                <a:lnTo>
                  <a:pt x="5835" y="5228"/>
                </a:lnTo>
                <a:lnTo>
                  <a:pt x="5811" y="5097"/>
                </a:lnTo>
                <a:lnTo>
                  <a:pt x="5645" y="4918"/>
                </a:lnTo>
                <a:lnTo>
                  <a:pt x="5526" y="4906"/>
                </a:lnTo>
                <a:close/>
                <a:moveTo>
                  <a:pt x="5180" y="667"/>
                </a:moveTo>
                <a:lnTo>
                  <a:pt x="5645" y="679"/>
                </a:lnTo>
                <a:lnTo>
                  <a:pt x="6538" y="822"/>
                </a:lnTo>
                <a:lnTo>
                  <a:pt x="7347" y="1096"/>
                </a:lnTo>
                <a:lnTo>
                  <a:pt x="8074" y="1489"/>
                </a:lnTo>
                <a:lnTo>
                  <a:pt x="8693" y="1977"/>
                </a:lnTo>
                <a:lnTo>
                  <a:pt x="9181" y="2549"/>
                </a:lnTo>
                <a:lnTo>
                  <a:pt x="9526" y="3192"/>
                </a:lnTo>
                <a:lnTo>
                  <a:pt x="9705" y="3882"/>
                </a:lnTo>
                <a:lnTo>
                  <a:pt x="9717" y="4251"/>
                </a:lnTo>
                <a:lnTo>
                  <a:pt x="9705" y="4620"/>
                </a:lnTo>
                <a:lnTo>
                  <a:pt x="9526" y="5323"/>
                </a:lnTo>
                <a:lnTo>
                  <a:pt x="9181" y="5966"/>
                </a:lnTo>
                <a:lnTo>
                  <a:pt x="8693" y="6537"/>
                </a:lnTo>
                <a:lnTo>
                  <a:pt x="8086" y="7025"/>
                </a:lnTo>
                <a:lnTo>
                  <a:pt x="7359" y="7406"/>
                </a:lnTo>
                <a:lnTo>
                  <a:pt x="6550" y="7680"/>
                </a:lnTo>
                <a:lnTo>
                  <a:pt x="5669" y="7823"/>
                </a:lnTo>
                <a:lnTo>
                  <a:pt x="5192" y="7835"/>
                </a:lnTo>
                <a:lnTo>
                  <a:pt x="4764" y="7823"/>
                </a:lnTo>
                <a:lnTo>
                  <a:pt x="3918" y="7692"/>
                </a:lnTo>
                <a:lnTo>
                  <a:pt x="3502" y="7573"/>
                </a:lnTo>
                <a:lnTo>
                  <a:pt x="3359" y="7537"/>
                </a:lnTo>
                <a:lnTo>
                  <a:pt x="3061" y="7585"/>
                </a:lnTo>
                <a:lnTo>
                  <a:pt x="2930" y="7668"/>
                </a:lnTo>
                <a:lnTo>
                  <a:pt x="2751" y="7788"/>
                </a:lnTo>
                <a:lnTo>
                  <a:pt x="2311" y="8038"/>
                </a:lnTo>
                <a:lnTo>
                  <a:pt x="1787" y="8264"/>
                </a:lnTo>
                <a:lnTo>
                  <a:pt x="1180" y="8430"/>
                </a:lnTo>
                <a:lnTo>
                  <a:pt x="846" y="8466"/>
                </a:lnTo>
                <a:lnTo>
                  <a:pt x="1025" y="8216"/>
                </a:lnTo>
                <a:lnTo>
                  <a:pt x="1489" y="7490"/>
                </a:lnTo>
                <a:lnTo>
                  <a:pt x="1668" y="7049"/>
                </a:lnTo>
                <a:lnTo>
                  <a:pt x="1680" y="7049"/>
                </a:lnTo>
                <a:lnTo>
                  <a:pt x="1727" y="6871"/>
                </a:lnTo>
                <a:lnTo>
                  <a:pt x="1656" y="6537"/>
                </a:lnTo>
                <a:lnTo>
                  <a:pt x="1549" y="6383"/>
                </a:lnTo>
                <a:lnTo>
                  <a:pt x="1335" y="6132"/>
                </a:lnTo>
                <a:lnTo>
                  <a:pt x="989" y="5632"/>
                </a:lnTo>
                <a:lnTo>
                  <a:pt x="763" y="5097"/>
                </a:lnTo>
                <a:lnTo>
                  <a:pt x="644" y="4537"/>
                </a:lnTo>
                <a:lnTo>
                  <a:pt x="644" y="4251"/>
                </a:lnTo>
                <a:lnTo>
                  <a:pt x="656" y="3882"/>
                </a:lnTo>
                <a:lnTo>
                  <a:pt x="834" y="3192"/>
                </a:lnTo>
                <a:lnTo>
                  <a:pt x="1180" y="2549"/>
                </a:lnTo>
                <a:lnTo>
                  <a:pt x="1668" y="1977"/>
                </a:lnTo>
                <a:lnTo>
                  <a:pt x="2287" y="1489"/>
                </a:lnTo>
                <a:lnTo>
                  <a:pt x="3013" y="1096"/>
                </a:lnTo>
                <a:lnTo>
                  <a:pt x="3823" y="822"/>
                </a:lnTo>
                <a:lnTo>
                  <a:pt x="4716" y="679"/>
                </a:lnTo>
                <a:lnTo>
                  <a:pt x="5180" y="667"/>
                </a:lnTo>
                <a:close/>
                <a:moveTo>
                  <a:pt x="5192" y="0"/>
                </a:moveTo>
                <a:lnTo>
                  <a:pt x="4657" y="12"/>
                </a:lnTo>
                <a:lnTo>
                  <a:pt x="3644" y="179"/>
                </a:lnTo>
                <a:lnTo>
                  <a:pt x="2716" y="501"/>
                </a:lnTo>
                <a:lnTo>
                  <a:pt x="1882" y="965"/>
                </a:lnTo>
                <a:lnTo>
                  <a:pt x="1180" y="1536"/>
                </a:lnTo>
                <a:lnTo>
                  <a:pt x="620" y="2215"/>
                </a:lnTo>
                <a:lnTo>
                  <a:pt x="227" y="2977"/>
                </a:lnTo>
                <a:lnTo>
                  <a:pt x="25" y="3799"/>
                </a:lnTo>
                <a:lnTo>
                  <a:pt x="1" y="4239"/>
                </a:lnTo>
                <a:lnTo>
                  <a:pt x="13" y="4596"/>
                </a:lnTo>
                <a:lnTo>
                  <a:pt x="168" y="5287"/>
                </a:lnTo>
                <a:lnTo>
                  <a:pt x="442" y="5930"/>
                </a:lnTo>
                <a:lnTo>
                  <a:pt x="834" y="6525"/>
                </a:lnTo>
                <a:lnTo>
                  <a:pt x="1085" y="6799"/>
                </a:lnTo>
                <a:lnTo>
                  <a:pt x="954" y="7097"/>
                </a:lnTo>
                <a:lnTo>
                  <a:pt x="656" y="7633"/>
                </a:lnTo>
                <a:lnTo>
                  <a:pt x="227" y="8204"/>
                </a:lnTo>
                <a:lnTo>
                  <a:pt x="132" y="8288"/>
                </a:lnTo>
                <a:lnTo>
                  <a:pt x="49" y="8407"/>
                </a:lnTo>
                <a:lnTo>
                  <a:pt x="1" y="8681"/>
                </a:lnTo>
                <a:lnTo>
                  <a:pt x="49" y="8823"/>
                </a:lnTo>
                <a:lnTo>
                  <a:pt x="108" y="8954"/>
                </a:lnTo>
                <a:lnTo>
                  <a:pt x="334" y="9121"/>
                </a:lnTo>
                <a:lnTo>
                  <a:pt x="477" y="9133"/>
                </a:lnTo>
                <a:lnTo>
                  <a:pt x="930" y="9121"/>
                </a:lnTo>
                <a:lnTo>
                  <a:pt x="1763" y="8954"/>
                </a:lnTo>
                <a:lnTo>
                  <a:pt x="2478" y="8681"/>
                </a:lnTo>
                <a:lnTo>
                  <a:pt x="3061" y="8359"/>
                </a:lnTo>
                <a:lnTo>
                  <a:pt x="3311" y="8192"/>
                </a:lnTo>
                <a:lnTo>
                  <a:pt x="3740" y="8323"/>
                </a:lnTo>
                <a:lnTo>
                  <a:pt x="4692" y="8466"/>
                </a:lnTo>
                <a:lnTo>
                  <a:pt x="5192" y="8490"/>
                </a:lnTo>
                <a:lnTo>
                  <a:pt x="5728" y="8466"/>
                </a:lnTo>
                <a:lnTo>
                  <a:pt x="6752" y="8299"/>
                </a:lnTo>
                <a:lnTo>
                  <a:pt x="7681" y="7978"/>
                </a:lnTo>
                <a:lnTo>
                  <a:pt x="8502" y="7526"/>
                </a:lnTo>
                <a:lnTo>
                  <a:pt x="9217" y="6954"/>
                </a:lnTo>
                <a:lnTo>
                  <a:pt x="9765" y="6275"/>
                </a:lnTo>
                <a:lnTo>
                  <a:pt x="10157" y="5525"/>
                </a:lnTo>
                <a:lnTo>
                  <a:pt x="10372" y="4704"/>
                </a:lnTo>
                <a:lnTo>
                  <a:pt x="10384" y="4275"/>
                </a:lnTo>
                <a:lnTo>
                  <a:pt x="10372" y="3834"/>
                </a:lnTo>
                <a:lnTo>
                  <a:pt x="10157" y="3013"/>
                </a:lnTo>
                <a:lnTo>
                  <a:pt x="9765" y="2251"/>
                </a:lnTo>
                <a:lnTo>
                  <a:pt x="9217" y="1560"/>
                </a:lnTo>
                <a:lnTo>
                  <a:pt x="8502" y="977"/>
                </a:lnTo>
                <a:lnTo>
                  <a:pt x="7681" y="512"/>
                </a:lnTo>
                <a:lnTo>
                  <a:pt x="6752" y="191"/>
                </a:lnTo>
                <a:lnTo>
                  <a:pt x="5728" y="12"/>
                </a:lnTo>
                <a:lnTo>
                  <a:pt x="5192"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8" name="Google Shape;3208;p175"/>
          <p:cNvSpPr/>
          <p:nvPr/>
        </p:nvSpPr>
        <p:spPr>
          <a:xfrm>
            <a:off x="13162504" y="4376994"/>
            <a:ext cx="524617" cy="459185"/>
          </a:xfrm>
          <a:custGeom>
            <a:rect b="b" l="l" r="r" t="t"/>
            <a:pathLst>
              <a:path extrusionOk="0" h="9109" w="10407">
                <a:moveTo>
                  <a:pt x="5216" y="2274"/>
                </a:moveTo>
                <a:lnTo>
                  <a:pt x="5085" y="2298"/>
                </a:lnTo>
                <a:lnTo>
                  <a:pt x="4906" y="2465"/>
                </a:lnTo>
                <a:lnTo>
                  <a:pt x="4894" y="2584"/>
                </a:lnTo>
                <a:lnTo>
                  <a:pt x="4894" y="3906"/>
                </a:lnTo>
                <a:lnTo>
                  <a:pt x="3584" y="3906"/>
                </a:lnTo>
                <a:lnTo>
                  <a:pt x="3453" y="3918"/>
                </a:lnTo>
                <a:lnTo>
                  <a:pt x="3287" y="4096"/>
                </a:lnTo>
                <a:lnTo>
                  <a:pt x="3263" y="4227"/>
                </a:lnTo>
                <a:lnTo>
                  <a:pt x="3287" y="4358"/>
                </a:lnTo>
                <a:lnTo>
                  <a:pt x="3453" y="4525"/>
                </a:lnTo>
                <a:lnTo>
                  <a:pt x="3584" y="4537"/>
                </a:lnTo>
                <a:lnTo>
                  <a:pt x="4894" y="4537"/>
                </a:lnTo>
                <a:lnTo>
                  <a:pt x="4894" y="5835"/>
                </a:lnTo>
                <a:lnTo>
                  <a:pt x="4906" y="5977"/>
                </a:lnTo>
                <a:lnTo>
                  <a:pt x="5085" y="6168"/>
                </a:lnTo>
                <a:lnTo>
                  <a:pt x="5216" y="6180"/>
                </a:lnTo>
                <a:lnTo>
                  <a:pt x="5347" y="6168"/>
                </a:lnTo>
                <a:lnTo>
                  <a:pt x="5525" y="5989"/>
                </a:lnTo>
                <a:lnTo>
                  <a:pt x="5549" y="5870"/>
                </a:lnTo>
                <a:lnTo>
                  <a:pt x="5549" y="4537"/>
                </a:lnTo>
                <a:lnTo>
                  <a:pt x="6847" y="4537"/>
                </a:lnTo>
                <a:lnTo>
                  <a:pt x="6978" y="4513"/>
                </a:lnTo>
                <a:lnTo>
                  <a:pt x="7156" y="4346"/>
                </a:lnTo>
                <a:lnTo>
                  <a:pt x="7168" y="4227"/>
                </a:lnTo>
                <a:lnTo>
                  <a:pt x="7156" y="4108"/>
                </a:lnTo>
                <a:lnTo>
                  <a:pt x="6978" y="3918"/>
                </a:lnTo>
                <a:lnTo>
                  <a:pt x="6847" y="3906"/>
                </a:lnTo>
                <a:lnTo>
                  <a:pt x="5549" y="3906"/>
                </a:lnTo>
                <a:lnTo>
                  <a:pt x="5549" y="2584"/>
                </a:lnTo>
                <a:lnTo>
                  <a:pt x="5525" y="2465"/>
                </a:lnTo>
                <a:lnTo>
                  <a:pt x="5347" y="2298"/>
                </a:lnTo>
                <a:lnTo>
                  <a:pt x="5216" y="2274"/>
                </a:lnTo>
                <a:close/>
                <a:moveTo>
                  <a:pt x="5204" y="643"/>
                </a:moveTo>
                <a:lnTo>
                  <a:pt x="5668" y="655"/>
                </a:lnTo>
                <a:lnTo>
                  <a:pt x="6561" y="798"/>
                </a:lnTo>
                <a:lnTo>
                  <a:pt x="7371" y="1072"/>
                </a:lnTo>
                <a:lnTo>
                  <a:pt x="8097" y="1465"/>
                </a:lnTo>
                <a:lnTo>
                  <a:pt x="8716" y="1953"/>
                </a:lnTo>
                <a:lnTo>
                  <a:pt x="9204" y="2525"/>
                </a:lnTo>
                <a:lnTo>
                  <a:pt x="9538" y="3168"/>
                </a:lnTo>
                <a:lnTo>
                  <a:pt x="9728" y="3858"/>
                </a:lnTo>
                <a:lnTo>
                  <a:pt x="9740" y="4227"/>
                </a:lnTo>
                <a:lnTo>
                  <a:pt x="9728" y="4596"/>
                </a:lnTo>
                <a:lnTo>
                  <a:pt x="9550" y="5299"/>
                </a:lnTo>
                <a:lnTo>
                  <a:pt x="9204" y="5942"/>
                </a:lnTo>
                <a:lnTo>
                  <a:pt x="8716" y="6513"/>
                </a:lnTo>
                <a:lnTo>
                  <a:pt x="8109" y="7001"/>
                </a:lnTo>
                <a:lnTo>
                  <a:pt x="7383" y="7382"/>
                </a:lnTo>
                <a:lnTo>
                  <a:pt x="6573" y="7656"/>
                </a:lnTo>
                <a:lnTo>
                  <a:pt x="5680" y="7799"/>
                </a:lnTo>
                <a:lnTo>
                  <a:pt x="5216" y="7811"/>
                </a:lnTo>
                <a:lnTo>
                  <a:pt x="4787" y="7799"/>
                </a:lnTo>
                <a:lnTo>
                  <a:pt x="3942" y="7668"/>
                </a:lnTo>
                <a:lnTo>
                  <a:pt x="3525" y="7549"/>
                </a:lnTo>
                <a:lnTo>
                  <a:pt x="3382" y="7513"/>
                </a:lnTo>
                <a:lnTo>
                  <a:pt x="3084" y="7561"/>
                </a:lnTo>
                <a:lnTo>
                  <a:pt x="2953" y="7644"/>
                </a:lnTo>
                <a:lnTo>
                  <a:pt x="2572" y="7894"/>
                </a:lnTo>
                <a:lnTo>
                  <a:pt x="1798" y="8240"/>
                </a:lnTo>
                <a:lnTo>
                  <a:pt x="1191" y="8406"/>
                </a:lnTo>
                <a:lnTo>
                  <a:pt x="870" y="8442"/>
                </a:lnTo>
                <a:lnTo>
                  <a:pt x="1060" y="8192"/>
                </a:lnTo>
                <a:lnTo>
                  <a:pt x="1513" y="7466"/>
                </a:lnTo>
                <a:lnTo>
                  <a:pt x="1691" y="7025"/>
                </a:lnTo>
                <a:lnTo>
                  <a:pt x="1739" y="6847"/>
                </a:lnTo>
                <a:lnTo>
                  <a:pt x="1679" y="6513"/>
                </a:lnTo>
                <a:lnTo>
                  <a:pt x="1560" y="6359"/>
                </a:lnTo>
                <a:lnTo>
                  <a:pt x="1358" y="6108"/>
                </a:lnTo>
                <a:lnTo>
                  <a:pt x="1012" y="5608"/>
                </a:lnTo>
                <a:lnTo>
                  <a:pt x="786" y="5073"/>
                </a:lnTo>
                <a:lnTo>
                  <a:pt x="667" y="4513"/>
                </a:lnTo>
                <a:lnTo>
                  <a:pt x="667" y="4227"/>
                </a:lnTo>
                <a:lnTo>
                  <a:pt x="679" y="3858"/>
                </a:lnTo>
                <a:lnTo>
                  <a:pt x="858" y="3168"/>
                </a:lnTo>
                <a:lnTo>
                  <a:pt x="1203" y="2525"/>
                </a:lnTo>
                <a:lnTo>
                  <a:pt x="1691" y="1953"/>
                </a:lnTo>
                <a:lnTo>
                  <a:pt x="2310" y="1465"/>
                </a:lnTo>
                <a:lnTo>
                  <a:pt x="3037" y="1072"/>
                </a:lnTo>
                <a:lnTo>
                  <a:pt x="3846" y="798"/>
                </a:lnTo>
                <a:lnTo>
                  <a:pt x="4739" y="655"/>
                </a:lnTo>
                <a:lnTo>
                  <a:pt x="5204" y="643"/>
                </a:lnTo>
                <a:close/>
                <a:moveTo>
                  <a:pt x="5216" y="0"/>
                </a:moveTo>
                <a:lnTo>
                  <a:pt x="4680" y="12"/>
                </a:lnTo>
                <a:lnTo>
                  <a:pt x="3668" y="179"/>
                </a:lnTo>
                <a:lnTo>
                  <a:pt x="2727" y="500"/>
                </a:lnTo>
                <a:lnTo>
                  <a:pt x="1894" y="953"/>
                </a:lnTo>
                <a:lnTo>
                  <a:pt x="1191" y="1536"/>
                </a:lnTo>
                <a:lnTo>
                  <a:pt x="631" y="2203"/>
                </a:lnTo>
                <a:lnTo>
                  <a:pt x="239" y="2965"/>
                </a:lnTo>
                <a:lnTo>
                  <a:pt x="24" y="3799"/>
                </a:lnTo>
                <a:lnTo>
                  <a:pt x="12" y="4227"/>
                </a:lnTo>
                <a:lnTo>
                  <a:pt x="24" y="4584"/>
                </a:lnTo>
                <a:lnTo>
                  <a:pt x="167" y="5287"/>
                </a:lnTo>
                <a:lnTo>
                  <a:pt x="441" y="5930"/>
                </a:lnTo>
                <a:lnTo>
                  <a:pt x="846" y="6525"/>
                </a:lnTo>
                <a:lnTo>
                  <a:pt x="1084" y="6799"/>
                </a:lnTo>
                <a:lnTo>
                  <a:pt x="965" y="7097"/>
                </a:lnTo>
                <a:lnTo>
                  <a:pt x="655" y="7633"/>
                </a:lnTo>
                <a:lnTo>
                  <a:pt x="227" y="8204"/>
                </a:lnTo>
                <a:lnTo>
                  <a:pt x="143" y="8287"/>
                </a:lnTo>
                <a:lnTo>
                  <a:pt x="48" y="8406"/>
                </a:lnTo>
                <a:lnTo>
                  <a:pt x="0" y="8680"/>
                </a:lnTo>
                <a:lnTo>
                  <a:pt x="48" y="8823"/>
                </a:lnTo>
                <a:lnTo>
                  <a:pt x="119" y="8942"/>
                </a:lnTo>
                <a:lnTo>
                  <a:pt x="346" y="9097"/>
                </a:lnTo>
                <a:lnTo>
                  <a:pt x="501" y="9109"/>
                </a:lnTo>
                <a:lnTo>
                  <a:pt x="953" y="9097"/>
                </a:lnTo>
                <a:lnTo>
                  <a:pt x="1786" y="8930"/>
                </a:lnTo>
                <a:lnTo>
                  <a:pt x="2501" y="8657"/>
                </a:lnTo>
                <a:lnTo>
                  <a:pt x="3084" y="8335"/>
                </a:lnTo>
                <a:lnTo>
                  <a:pt x="3322" y="8168"/>
                </a:lnTo>
                <a:lnTo>
                  <a:pt x="3775" y="8299"/>
                </a:lnTo>
                <a:lnTo>
                  <a:pt x="4727" y="8454"/>
                </a:lnTo>
                <a:lnTo>
                  <a:pt x="5216" y="8466"/>
                </a:lnTo>
                <a:lnTo>
                  <a:pt x="5751" y="8442"/>
                </a:lnTo>
                <a:lnTo>
                  <a:pt x="6763" y="8275"/>
                </a:lnTo>
                <a:lnTo>
                  <a:pt x="7704" y="7954"/>
                </a:lnTo>
                <a:lnTo>
                  <a:pt x="8526" y="7502"/>
                </a:lnTo>
                <a:lnTo>
                  <a:pt x="9228" y="6930"/>
                </a:lnTo>
                <a:lnTo>
                  <a:pt x="9788" y="6251"/>
                </a:lnTo>
                <a:lnTo>
                  <a:pt x="10181" y="5489"/>
                </a:lnTo>
                <a:lnTo>
                  <a:pt x="10395" y="4668"/>
                </a:lnTo>
                <a:lnTo>
                  <a:pt x="10407" y="4227"/>
                </a:lnTo>
                <a:lnTo>
                  <a:pt x="10395" y="3799"/>
                </a:lnTo>
                <a:lnTo>
                  <a:pt x="10181" y="2965"/>
                </a:lnTo>
                <a:lnTo>
                  <a:pt x="9788" y="2203"/>
                </a:lnTo>
                <a:lnTo>
                  <a:pt x="9228" y="1536"/>
                </a:lnTo>
                <a:lnTo>
                  <a:pt x="8526" y="953"/>
                </a:lnTo>
                <a:lnTo>
                  <a:pt x="7704" y="500"/>
                </a:lnTo>
                <a:lnTo>
                  <a:pt x="6763" y="179"/>
                </a:lnTo>
                <a:lnTo>
                  <a:pt x="5751" y="12"/>
                </a:lnTo>
                <a:lnTo>
                  <a:pt x="5216"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09" name="Google Shape;3209;p175"/>
          <p:cNvSpPr/>
          <p:nvPr/>
        </p:nvSpPr>
        <p:spPr>
          <a:xfrm>
            <a:off x="14172664" y="4375785"/>
            <a:ext cx="523457" cy="460395"/>
          </a:xfrm>
          <a:custGeom>
            <a:rect b="b" l="l" r="r" t="t"/>
            <a:pathLst>
              <a:path extrusionOk="0" h="9133" w="10384">
                <a:moveTo>
                  <a:pt x="4656" y="1977"/>
                </a:moveTo>
                <a:lnTo>
                  <a:pt x="4430" y="1989"/>
                </a:lnTo>
                <a:lnTo>
                  <a:pt x="4037" y="2156"/>
                </a:lnTo>
                <a:lnTo>
                  <a:pt x="3739" y="2453"/>
                </a:lnTo>
                <a:lnTo>
                  <a:pt x="3584" y="2846"/>
                </a:lnTo>
                <a:lnTo>
                  <a:pt x="3561" y="3061"/>
                </a:lnTo>
                <a:lnTo>
                  <a:pt x="3584" y="3192"/>
                </a:lnTo>
                <a:lnTo>
                  <a:pt x="3763" y="3370"/>
                </a:lnTo>
                <a:lnTo>
                  <a:pt x="3894" y="3394"/>
                </a:lnTo>
                <a:lnTo>
                  <a:pt x="4025" y="3370"/>
                </a:lnTo>
                <a:lnTo>
                  <a:pt x="4192" y="3192"/>
                </a:lnTo>
                <a:lnTo>
                  <a:pt x="4215" y="3061"/>
                </a:lnTo>
                <a:lnTo>
                  <a:pt x="4227" y="2977"/>
                </a:lnTo>
                <a:lnTo>
                  <a:pt x="4287" y="2822"/>
                </a:lnTo>
                <a:lnTo>
                  <a:pt x="4406" y="2703"/>
                </a:lnTo>
                <a:lnTo>
                  <a:pt x="4573" y="2632"/>
                </a:lnTo>
                <a:lnTo>
                  <a:pt x="4656" y="2620"/>
                </a:lnTo>
                <a:lnTo>
                  <a:pt x="5644" y="2620"/>
                </a:lnTo>
                <a:lnTo>
                  <a:pt x="5751" y="2632"/>
                </a:lnTo>
                <a:lnTo>
                  <a:pt x="5942" y="2715"/>
                </a:lnTo>
                <a:lnTo>
                  <a:pt x="6085" y="2858"/>
                </a:lnTo>
                <a:lnTo>
                  <a:pt x="6168" y="3049"/>
                </a:lnTo>
                <a:lnTo>
                  <a:pt x="6168" y="3156"/>
                </a:lnTo>
                <a:lnTo>
                  <a:pt x="6156" y="3299"/>
                </a:lnTo>
                <a:lnTo>
                  <a:pt x="6001" y="3549"/>
                </a:lnTo>
                <a:lnTo>
                  <a:pt x="5871" y="3620"/>
                </a:lnTo>
                <a:lnTo>
                  <a:pt x="5037" y="4061"/>
                </a:lnTo>
                <a:lnTo>
                  <a:pt x="4966" y="4108"/>
                </a:lnTo>
                <a:lnTo>
                  <a:pt x="4870" y="4251"/>
                </a:lnTo>
                <a:lnTo>
                  <a:pt x="4870" y="4346"/>
                </a:lnTo>
                <a:lnTo>
                  <a:pt x="4870" y="4906"/>
                </a:lnTo>
                <a:lnTo>
                  <a:pt x="4882" y="5037"/>
                </a:lnTo>
                <a:lnTo>
                  <a:pt x="5061" y="5216"/>
                </a:lnTo>
                <a:lnTo>
                  <a:pt x="5192" y="5228"/>
                </a:lnTo>
                <a:lnTo>
                  <a:pt x="5323" y="5216"/>
                </a:lnTo>
                <a:lnTo>
                  <a:pt x="5501" y="5037"/>
                </a:lnTo>
                <a:lnTo>
                  <a:pt x="5513" y="4906"/>
                </a:lnTo>
                <a:lnTo>
                  <a:pt x="5513" y="4549"/>
                </a:lnTo>
                <a:lnTo>
                  <a:pt x="6168" y="4204"/>
                </a:lnTo>
                <a:lnTo>
                  <a:pt x="6311" y="4120"/>
                </a:lnTo>
                <a:lnTo>
                  <a:pt x="6561" y="3906"/>
                </a:lnTo>
                <a:lnTo>
                  <a:pt x="6728" y="3632"/>
                </a:lnTo>
                <a:lnTo>
                  <a:pt x="6811" y="3322"/>
                </a:lnTo>
                <a:lnTo>
                  <a:pt x="6823" y="3156"/>
                </a:lnTo>
                <a:lnTo>
                  <a:pt x="6799" y="2906"/>
                </a:lnTo>
                <a:lnTo>
                  <a:pt x="6621" y="2489"/>
                </a:lnTo>
                <a:lnTo>
                  <a:pt x="6299" y="2168"/>
                </a:lnTo>
                <a:lnTo>
                  <a:pt x="5882" y="1989"/>
                </a:lnTo>
                <a:lnTo>
                  <a:pt x="5644" y="1977"/>
                </a:lnTo>
                <a:close/>
                <a:moveTo>
                  <a:pt x="5192" y="5716"/>
                </a:moveTo>
                <a:lnTo>
                  <a:pt x="5108" y="5728"/>
                </a:lnTo>
                <a:lnTo>
                  <a:pt x="4966" y="5787"/>
                </a:lnTo>
                <a:lnTo>
                  <a:pt x="4858" y="5894"/>
                </a:lnTo>
                <a:lnTo>
                  <a:pt x="4799" y="6037"/>
                </a:lnTo>
                <a:lnTo>
                  <a:pt x="4787" y="6121"/>
                </a:lnTo>
                <a:lnTo>
                  <a:pt x="4799" y="6204"/>
                </a:lnTo>
                <a:lnTo>
                  <a:pt x="4847" y="6359"/>
                </a:lnTo>
                <a:lnTo>
                  <a:pt x="4954" y="6466"/>
                </a:lnTo>
                <a:lnTo>
                  <a:pt x="5108" y="6525"/>
                </a:lnTo>
                <a:lnTo>
                  <a:pt x="5192" y="6537"/>
                </a:lnTo>
                <a:lnTo>
                  <a:pt x="5287" y="6525"/>
                </a:lnTo>
                <a:lnTo>
                  <a:pt x="5430" y="6466"/>
                </a:lnTo>
                <a:lnTo>
                  <a:pt x="5537" y="6359"/>
                </a:lnTo>
                <a:lnTo>
                  <a:pt x="5597" y="6204"/>
                </a:lnTo>
                <a:lnTo>
                  <a:pt x="5597" y="6121"/>
                </a:lnTo>
                <a:lnTo>
                  <a:pt x="5597" y="6037"/>
                </a:lnTo>
                <a:lnTo>
                  <a:pt x="5537" y="5894"/>
                </a:lnTo>
                <a:lnTo>
                  <a:pt x="5418" y="5787"/>
                </a:lnTo>
                <a:lnTo>
                  <a:pt x="5275" y="5728"/>
                </a:lnTo>
                <a:lnTo>
                  <a:pt x="5192" y="5716"/>
                </a:lnTo>
                <a:close/>
                <a:moveTo>
                  <a:pt x="5180" y="667"/>
                </a:moveTo>
                <a:lnTo>
                  <a:pt x="5644" y="679"/>
                </a:lnTo>
                <a:lnTo>
                  <a:pt x="6537" y="822"/>
                </a:lnTo>
                <a:lnTo>
                  <a:pt x="7347" y="1096"/>
                </a:lnTo>
                <a:lnTo>
                  <a:pt x="8073" y="1489"/>
                </a:lnTo>
                <a:lnTo>
                  <a:pt x="8692" y="1977"/>
                </a:lnTo>
                <a:lnTo>
                  <a:pt x="9181" y="2549"/>
                </a:lnTo>
                <a:lnTo>
                  <a:pt x="9514" y="3192"/>
                </a:lnTo>
                <a:lnTo>
                  <a:pt x="9704" y="3882"/>
                </a:lnTo>
                <a:lnTo>
                  <a:pt x="9716" y="4251"/>
                </a:lnTo>
                <a:lnTo>
                  <a:pt x="9704" y="4620"/>
                </a:lnTo>
                <a:lnTo>
                  <a:pt x="9526" y="5323"/>
                </a:lnTo>
                <a:lnTo>
                  <a:pt x="9181" y="5966"/>
                </a:lnTo>
                <a:lnTo>
                  <a:pt x="8692" y="6537"/>
                </a:lnTo>
                <a:lnTo>
                  <a:pt x="8085" y="7025"/>
                </a:lnTo>
                <a:lnTo>
                  <a:pt x="7359" y="7406"/>
                </a:lnTo>
                <a:lnTo>
                  <a:pt x="6549" y="7680"/>
                </a:lnTo>
                <a:lnTo>
                  <a:pt x="5656" y="7823"/>
                </a:lnTo>
                <a:lnTo>
                  <a:pt x="5192" y="7835"/>
                </a:lnTo>
                <a:lnTo>
                  <a:pt x="4763" y="7823"/>
                </a:lnTo>
                <a:lnTo>
                  <a:pt x="3918" y="7692"/>
                </a:lnTo>
                <a:lnTo>
                  <a:pt x="3501" y="7573"/>
                </a:lnTo>
                <a:lnTo>
                  <a:pt x="3358" y="7537"/>
                </a:lnTo>
                <a:lnTo>
                  <a:pt x="3061" y="7585"/>
                </a:lnTo>
                <a:lnTo>
                  <a:pt x="2930" y="7668"/>
                </a:lnTo>
                <a:lnTo>
                  <a:pt x="2751" y="7788"/>
                </a:lnTo>
                <a:lnTo>
                  <a:pt x="2310" y="8038"/>
                </a:lnTo>
                <a:lnTo>
                  <a:pt x="1786" y="8264"/>
                </a:lnTo>
                <a:lnTo>
                  <a:pt x="1167" y="8430"/>
                </a:lnTo>
                <a:lnTo>
                  <a:pt x="846" y="8466"/>
                </a:lnTo>
                <a:lnTo>
                  <a:pt x="1024" y="8216"/>
                </a:lnTo>
                <a:lnTo>
                  <a:pt x="1477" y="7490"/>
                </a:lnTo>
                <a:lnTo>
                  <a:pt x="1667" y="7049"/>
                </a:lnTo>
                <a:lnTo>
                  <a:pt x="1715" y="6871"/>
                </a:lnTo>
                <a:lnTo>
                  <a:pt x="1656" y="6537"/>
                </a:lnTo>
                <a:lnTo>
                  <a:pt x="1536" y="6383"/>
                </a:lnTo>
                <a:lnTo>
                  <a:pt x="1334" y="6132"/>
                </a:lnTo>
                <a:lnTo>
                  <a:pt x="989" y="5632"/>
                </a:lnTo>
                <a:lnTo>
                  <a:pt x="763" y="5097"/>
                </a:lnTo>
                <a:lnTo>
                  <a:pt x="643" y="4537"/>
                </a:lnTo>
                <a:lnTo>
                  <a:pt x="643" y="4251"/>
                </a:lnTo>
                <a:lnTo>
                  <a:pt x="655" y="3882"/>
                </a:lnTo>
                <a:lnTo>
                  <a:pt x="834" y="3192"/>
                </a:lnTo>
                <a:lnTo>
                  <a:pt x="1179" y="2549"/>
                </a:lnTo>
                <a:lnTo>
                  <a:pt x="1667" y="1977"/>
                </a:lnTo>
                <a:lnTo>
                  <a:pt x="2287" y="1489"/>
                </a:lnTo>
                <a:lnTo>
                  <a:pt x="3013" y="1096"/>
                </a:lnTo>
                <a:lnTo>
                  <a:pt x="3823" y="822"/>
                </a:lnTo>
                <a:lnTo>
                  <a:pt x="4716" y="679"/>
                </a:lnTo>
                <a:lnTo>
                  <a:pt x="5180" y="667"/>
                </a:lnTo>
                <a:close/>
                <a:moveTo>
                  <a:pt x="5192" y="0"/>
                </a:moveTo>
                <a:lnTo>
                  <a:pt x="4656" y="12"/>
                </a:lnTo>
                <a:lnTo>
                  <a:pt x="3644" y="191"/>
                </a:lnTo>
                <a:lnTo>
                  <a:pt x="2715" y="512"/>
                </a:lnTo>
                <a:lnTo>
                  <a:pt x="1882" y="965"/>
                </a:lnTo>
                <a:lnTo>
                  <a:pt x="1179" y="1536"/>
                </a:lnTo>
                <a:lnTo>
                  <a:pt x="620" y="2215"/>
                </a:lnTo>
                <a:lnTo>
                  <a:pt x="227" y="2977"/>
                </a:lnTo>
                <a:lnTo>
                  <a:pt x="24" y="3799"/>
                </a:lnTo>
                <a:lnTo>
                  <a:pt x="0" y="4239"/>
                </a:lnTo>
                <a:lnTo>
                  <a:pt x="12" y="4596"/>
                </a:lnTo>
                <a:lnTo>
                  <a:pt x="155" y="5287"/>
                </a:lnTo>
                <a:lnTo>
                  <a:pt x="441" y="5942"/>
                </a:lnTo>
                <a:lnTo>
                  <a:pt x="834" y="6537"/>
                </a:lnTo>
                <a:lnTo>
                  <a:pt x="1072" y="6811"/>
                </a:lnTo>
                <a:lnTo>
                  <a:pt x="953" y="7097"/>
                </a:lnTo>
                <a:lnTo>
                  <a:pt x="643" y="7633"/>
                </a:lnTo>
                <a:lnTo>
                  <a:pt x="215" y="8204"/>
                </a:lnTo>
                <a:lnTo>
                  <a:pt x="131" y="8299"/>
                </a:lnTo>
                <a:lnTo>
                  <a:pt x="48" y="8407"/>
                </a:lnTo>
                <a:lnTo>
                  <a:pt x="0" y="8681"/>
                </a:lnTo>
                <a:lnTo>
                  <a:pt x="36" y="8823"/>
                </a:lnTo>
                <a:lnTo>
                  <a:pt x="96" y="8966"/>
                </a:lnTo>
                <a:lnTo>
                  <a:pt x="322" y="9121"/>
                </a:lnTo>
                <a:lnTo>
                  <a:pt x="477" y="9133"/>
                </a:lnTo>
                <a:lnTo>
                  <a:pt x="929" y="9121"/>
                </a:lnTo>
                <a:lnTo>
                  <a:pt x="1763" y="8954"/>
                </a:lnTo>
                <a:lnTo>
                  <a:pt x="2477" y="8681"/>
                </a:lnTo>
                <a:lnTo>
                  <a:pt x="3061" y="8359"/>
                </a:lnTo>
                <a:lnTo>
                  <a:pt x="3299" y="8192"/>
                </a:lnTo>
                <a:lnTo>
                  <a:pt x="3739" y="8323"/>
                </a:lnTo>
                <a:lnTo>
                  <a:pt x="4692" y="8478"/>
                </a:lnTo>
                <a:lnTo>
                  <a:pt x="5192" y="8490"/>
                </a:lnTo>
                <a:lnTo>
                  <a:pt x="5728" y="8466"/>
                </a:lnTo>
                <a:lnTo>
                  <a:pt x="6740" y="8299"/>
                </a:lnTo>
                <a:lnTo>
                  <a:pt x="7680" y="7978"/>
                </a:lnTo>
                <a:lnTo>
                  <a:pt x="8502" y="7526"/>
                </a:lnTo>
                <a:lnTo>
                  <a:pt x="9204" y="6954"/>
                </a:lnTo>
                <a:lnTo>
                  <a:pt x="9764" y="6275"/>
                </a:lnTo>
                <a:lnTo>
                  <a:pt x="10157" y="5513"/>
                </a:lnTo>
                <a:lnTo>
                  <a:pt x="10371" y="4692"/>
                </a:lnTo>
                <a:lnTo>
                  <a:pt x="10383" y="4251"/>
                </a:lnTo>
                <a:lnTo>
                  <a:pt x="10371" y="3823"/>
                </a:lnTo>
                <a:lnTo>
                  <a:pt x="10157" y="2989"/>
                </a:lnTo>
                <a:lnTo>
                  <a:pt x="9764" y="2227"/>
                </a:lnTo>
                <a:lnTo>
                  <a:pt x="9204" y="1548"/>
                </a:lnTo>
                <a:lnTo>
                  <a:pt x="8502" y="977"/>
                </a:lnTo>
                <a:lnTo>
                  <a:pt x="7680" y="512"/>
                </a:lnTo>
                <a:lnTo>
                  <a:pt x="6740" y="191"/>
                </a:lnTo>
                <a:lnTo>
                  <a:pt x="5728" y="12"/>
                </a:lnTo>
                <a:lnTo>
                  <a:pt x="5192"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0" name="Google Shape;3210;p175"/>
          <p:cNvSpPr/>
          <p:nvPr/>
        </p:nvSpPr>
        <p:spPr>
          <a:xfrm>
            <a:off x="8196342" y="5476580"/>
            <a:ext cx="459790" cy="459790"/>
          </a:xfrm>
          <a:custGeom>
            <a:rect b="b" l="l" r="r" t="t"/>
            <a:pathLst>
              <a:path extrusionOk="0" h="9121" w="9121">
                <a:moveTo>
                  <a:pt x="2941" y="0"/>
                </a:moveTo>
                <a:lnTo>
                  <a:pt x="2810" y="24"/>
                </a:lnTo>
                <a:lnTo>
                  <a:pt x="2631" y="191"/>
                </a:lnTo>
                <a:lnTo>
                  <a:pt x="2608" y="322"/>
                </a:lnTo>
                <a:lnTo>
                  <a:pt x="2608" y="2608"/>
                </a:lnTo>
                <a:lnTo>
                  <a:pt x="333" y="2608"/>
                </a:lnTo>
                <a:lnTo>
                  <a:pt x="202" y="2620"/>
                </a:lnTo>
                <a:lnTo>
                  <a:pt x="24" y="2799"/>
                </a:lnTo>
                <a:lnTo>
                  <a:pt x="0" y="2930"/>
                </a:lnTo>
                <a:lnTo>
                  <a:pt x="24" y="3060"/>
                </a:lnTo>
                <a:lnTo>
                  <a:pt x="202" y="3239"/>
                </a:lnTo>
                <a:lnTo>
                  <a:pt x="333" y="3263"/>
                </a:lnTo>
                <a:lnTo>
                  <a:pt x="2941" y="3263"/>
                </a:lnTo>
                <a:lnTo>
                  <a:pt x="3060" y="3239"/>
                </a:lnTo>
                <a:lnTo>
                  <a:pt x="3239" y="3060"/>
                </a:lnTo>
                <a:lnTo>
                  <a:pt x="3262" y="2930"/>
                </a:lnTo>
                <a:lnTo>
                  <a:pt x="3262" y="322"/>
                </a:lnTo>
                <a:lnTo>
                  <a:pt x="3239" y="191"/>
                </a:lnTo>
                <a:lnTo>
                  <a:pt x="3060" y="24"/>
                </a:lnTo>
                <a:lnTo>
                  <a:pt x="2941" y="0"/>
                </a:lnTo>
                <a:close/>
                <a:moveTo>
                  <a:pt x="6192" y="0"/>
                </a:moveTo>
                <a:lnTo>
                  <a:pt x="6061" y="24"/>
                </a:lnTo>
                <a:lnTo>
                  <a:pt x="5882" y="191"/>
                </a:lnTo>
                <a:lnTo>
                  <a:pt x="5870" y="322"/>
                </a:lnTo>
                <a:lnTo>
                  <a:pt x="5870" y="2930"/>
                </a:lnTo>
                <a:lnTo>
                  <a:pt x="5882" y="3060"/>
                </a:lnTo>
                <a:lnTo>
                  <a:pt x="6061" y="3239"/>
                </a:lnTo>
                <a:lnTo>
                  <a:pt x="6192" y="3263"/>
                </a:lnTo>
                <a:lnTo>
                  <a:pt x="8799" y="3263"/>
                </a:lnTo>
                <a:lnTo>
                  <a:pt x="8930" y="3239"/>
                </a:lnTo>
                <a:lnTo>
                  <a:pt x="9109" y="3060"/>
                </a:lnTo>
                <a:lnTo>
                  <a:pt x="9121" y="2930"/>
                </a:lnTo>
                <a:lnTo>
                  <a:pt x="9109" y="2799"/>
                </a:lnTo>
                <a:lnTo>
                  <a:pt x="8930" y="2620"/>
                </a:lnTo>
                <a:lnTo>
                  <a:pt x="8799" y="2608"/>
                </a:lnTo>
                <a:lnTo>
                  <a:pt x="6513" y="2608"/>
                </a:lnTo>
                <a:lnTo>
                  <a:pt x="6513" y="322"/>
                </a:lnTo>
                <a:lnTo>
                  <a:pt x="6501" y="191"/>
                </a:lnTo>
                <a:lnTo>
                  <a:pt x="6322" y="24"/>
                </a:lnTo>
                <a:lnTo>
                  <a:pt x="6192" y="0"/>
                </a:lnTo>
                <a:close/>
                <a:moveTo>
                  <a:pt x="333" y="5859"/>
                </a:moveTo>
                <a:lnTo>
                  <a:pt x="202" y="5882"/>
                </a:lnTo>
                <a:lnTo>
                  <a:pt x="24" y="6061"/>
                </a:lnTo>
                <a:lnTo>
                  <a:pt x="0" y="6192"/>
                </a:lnTo>
                <a:lnTo>
                  <a:pt x="24" y="6323"/>
                </a:lnTo>
                <a:lnTo>
                  <a:pt x="202" y="6490"/>
                </a:lnTo>
                <a:lnTo>
                  <a:pt x="333" y="6513"/>
                </a:lnTo>
                <a:lnTo>
                  <a:pt x="2608" y="6513"/>
                </a:lnTo>
                <a:lnTo>
                  <a:pt x="2608" y="8788"/>
                </a:lnTo>
                <a:lnTo>
                  <a:pt x="2631" y="8919"/>
                </a:lnTo>
                <a:lnTo>
                  <a:pt x="2810" y="9097"/>
                </a:lnTo>
                <a:lnTo>
                  <a:pt x="2941" y="9121"/>
                </a:lnTo>
                <a:lnTo>
                  <a:pt x="3060" y="9097"/>
                </a:lnTo>
                <a:lnTo>
                  <a:pt x="3239" y="8919"/>
                </a:lnTo>
                <a:lnTo>
                  <a:pt x="3262" y="8788"/>
                </a:lnTo>
                <a:lnTo>
                  <a:pt x="3262" y="6192"/>
                </a:lnTo>
                <a:lnTo>
                  <a:pt x="3239" y="6061"/>
                </a:lnTo>
                <a:lnTo>
                  <a:pt x="3060" y="5882"/>
                </a:lnTo>
                <a:lnTo>
                  <a:pt x="2941" y="5859"/>
                </a:lnTo>
                <a:close/>
                <a:moveTo>
                  <a:pt x="6192" y="5859"/>
                </a:moveTo>
                <a:lnTo>
                  <a:pt x="6061" y="5882"/>
                </a:lnTo>
                <a:lnTo>
                  <a:pt x="5882" y="6061"/>
                </a:lnTo>
                <a:lnTo>
                  <a:pt x="5870" y="6192"/>
                </a:lnTo>
                <a:lnTo>
                  <a:pt x="5870" y="8788"/>
                </a:lnTo>
                <a:lnTo>
                  <a:pt x="5882" y="8919"/>
                </a:lnTo>
                <a:lnTo>
                  <a:pt x="6061" y="9097"/>
                </a:lnTo>
                <a:lnTo>
                  <a:pt x="6192" y="9121"/>
                </a:lnTo>
                <a:lnTo>
                  <a:pt x="6322" y="9097"/>
                </a:lnTo>
                <a:lnTo>
                  <a:pt x="6501" y="8919"/>
                </a:lnTo>
                <a:lnTo>
                  <a:pt x="6513" y="8788"/>
                </a:lnTo>
                <a:lnTo>
                  <a:pt x="6513" y="6513"/>
                </a:lnTo>
                <a:lnTo>
                  <a:pt x="8799" y="6513"/>
                </a:lnTo>
                <a:lnTo>
                  <a:pt x="8930" y="6490"/>
                </a:lnTo>
                <a:lnTo>
                  <a:pt x="9109" y="6323"/>
                </a:lnTo>
                <a:lnTo>
                  <a:pt x="9121" y="6192"/>
                </a:lnTo>
                <a:lnTo>
                  <a:pt x="9109" y="6061"/>
                </a:lnTo>
                <a:lnTo>
                  <a:pt x="8930" y="5882"/>
                </a:lnTo>
                <a:lnTo>
                  <a:pt x="8799" y="5859"/>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1" name="Google Shape;3211;p175"/>
          <p:cNvSpPr/>
          <p:nvPr/>
        </p:nvSpPr>
        <p:spPr>
          <a:xfrm>
            <a:off x="2156353" y="5475370"/>
            <a:ext cx="523457" cy="460999"/>
          </a:xfrm>
          <a:custGeom>
            <a:rect b="b" l="l" r="r" t="t"/>
            <a:pathLst>
              <a:path extrusionOk="0" h="9145" w="10384">
                <a:moveTo>
                  <a:pt x="3799" y="2799"/>
                </a:moveTo>
                <a:lnTo>
                  <a:pt x="3620" y="2870"/>
                </a:lnTo>
                <a:lnTo>
                  <a:pt x="3489" y="3001"/>
                </a:lnTo>
                <a:lnTo>
                  <a:pt x="3418" y="3180"/>
                </a:lnTo>
                <a:lnTo>
                  <a:pt x="3406" y="3287"/>
                </a:lnTo>
                <a:lnTo>
                  <a:pt x="3418" y="3382"/>
                </a:lnTo>
                <a:lnTo>
                  <a:pt x="3489" y="3561"/>
                </a:lnTo>
                <a:lnTo>
                  <a:pt x="3620" y="3692"/>
                </a:lnTo>
                <a:lnTo>
                  <a:pt x="3799" y="3763"/>
                </a:lnTo>
                <a:lnTo>
                  <a:pt x="3894" y="3775"/>
                </a:lnTo>
                <a:lnTo>
                  <a:pt x="3989" y="3763"/>
                </a:lnTo>
                <a:lnTo>
                  <a:pt x="4168" y="3692"/>
                </a:lnTo>
                <a:lnTo>
                  <a:pt x="4299" y="3561"/>
                </a:lnTo>
                <a:lnTo>
                  <a:pt x="4370" y="3382"/>
                </a:lnTo>
                <a:lnTo>
                  <a:pt x="4382" y="3287"/>
                </a:lnTo>
                <a:lnTo>
                  <a:pt x="4370" y="3180"/>
                </a:lnTo>
                <a:lnTo>
                  <a:pt x="4299" y="3001"/>
                </a:lnTo>
                <a:lnTo>
                  <a:pt x="4168" y="2870"/>
                </a:lnTo>
                <a:lnTo>
                  <a:pt x="3989" y="2799"/>
                </a:lnTo>
                <a:close/>
                <a:moveTo>
                  <a:pt x="6394" y="2799"/>
                </a:moveTo>
                <a:lnTo>
                  <a:pt x="6228" y="2870"/>
                </a:lnTo>
                <a:lnTo>
                  <a:pt x="6097" y="3001"/>
                </a:lnTo>
                <a:lnTo>
                  <a:pt x="6013" y="3180"/>
                </a:lnTo>
                <a:lnTo>
                  <a:pt x="6013" y="3287"/>
                </a:lnTo>
                <a:lnTo>
                  <a:pt x="6013" y="3382"/>
                </a:lnTo>
                <a:lnTo>
                  <a:pt x="6097" y="3561"/>
                </a:lnTo>
                <a:lnTo>
                  <a:pt x="6228" y="3692"/>
                </a:lnTo>
                <a:lnTo>
                  <a:pt x="6394" y="3763"/>
                </a:lnTo>
                <a:lnTo>
                  <a:pt x="6502" y="3775"/>
                </a:lnTo>
                <a:lnTo>
                  <a:pt x="6597" y="3763"/>
                </a:lnTo>
                <a:lnTo>
                  <a:pt x="6775" y="3692"/>
                </a:lnTo>
                <a:lnTo>
                  <a:pt x="6906" y="3561"/>
                </a:lnTo>
                <a:lnTo>
                  <a:pt x="6978" y="3382"/>
                </a:lnTo>
                <a:lnTo>
                  <a:pt x="6990" y="3287"/>
                </a:lnTo>
                <a:lnTo>
                  <a:pt x="6978" y="3180"/>
                </a:lnTo>
                <a:lnTo>
                  <a:pt x="6906" y="3001"/>
                </a:lnTo>
                <a:lnTo>
                  <a:pt x="6775" y="2870"/>
                </a:lnTo>
                <a:lnTo>
                  <a:pt x="6597" y="2799"/>
                </a:lnTo>
                <a:close/>
                <a:moveTo>
                  <a:pt x="3310" y="5073"/>
                </a:moveTo>
                <a:lnTo>
                  <a:pt x="3203" y="5144"/>
                </a:lnTo>
                <a:lnTo>
                  <a:pt x="3108" y="5240"/>
                </a:lnTo>
                <a:lnTo>
                  <a:pt x="3084" y="5490"/>
                </a:lnTo>
                <a:lnTo>
                  <a:pt x="3156" y="5609"/>
                </a:lnTo>
                <a:lnTo>
                  <a:pt x="3358" y="5823"/>
                </a:lnTo>
                <a:lnTo>
                  <a:pt x="3822" y="6168"/>
                </a:lnTo>
                <a:lnTo>
                  <a:pt x="4334" y="6406"/>
                </a:lnTo>
                <a:lnTo>
                  <a:pt x="4906" y="6526"/>
                </a:lnTo>
                <a:lnTo>
                  <a:pt x="5192" y="6537"/>
                </a:lnTo>
                <a:lnTo>
                  <a:pt x="5489" y="6526"/>
                </a:lnTo>
                <a:lnTo>
                  <a:pt x="6061" y="6406"/>
                </a:lnTo>
                <a:lnTo>
                  <a:pt x="6585" y="6168"/>
                </a:lnTo>
                <a:lnTo>
                  <a:pt x="7037" y="5811"/>
                </a:lnTo>
                <a:lnTo>
                  <a:pt x="7240" y="5609"/>
                </a:lnTo>
                <a:lnTo>
                  <a:pt x="7311" y="5490"/>
                </a:lnTo>
                <a:lnTo>
                  <a:pt x="7287" y="5240"/>
                </a:lnTo>
                <a:lnTo>
                  <a:pt x="7204" y="5144"/>
                </a:lnTo>
                <a:lnTo>
                  <a:pt x="7085" y="5073"/>
                </a:lnTo>
                <a:lnTo>
                  <a:pt x="6835" y="5097"/>
                </a:lnTo>
                <a:lnTo>
                  <a:pt x="6740" y="5180"/>
                </a:lnTo>
                <a:lnTo>
                  <a:pt x="6585" y="5347"/>
                </a:lnTo>
                <a:lnTo>
                  <a:pt x="6240" y="5609"/>
                </a:lnTo>
                <a:lnTo>
                  <a:pt x="5847" y="5787"/>
                </a:lnTo>
                <a:lnTo>
                  <a:pt x="5418" y="5883"/>
                </a:lnTo>
                <a:lnTo>
                  <a:pt x="4977" y="5883"/>
                </a:lnTo>
                <a:lnTo>
                  <a:pt x="4549" y="5787"/>
                </a:lnTo>
                <a:lnTo>
                  <a:pt x="4156" y="5609"/>
                </a:lnTo>
                <a:lnTo>
                  <a:pt x="3811" y="5347"/>
                </a:lnTo>
                <a:lnTo>
                  <a:pt x="3656" y="5180"/>
                </a:lnTo>
                <a:lnTo>
                  <a:pt x="3561" y="5097"/>
                </a:lnTo>
                <a:lnTo>
                  <a:pt x="3310" y="5073"/>
                </a:lnTo>
                <a:close/>
                <a:moveTo>
                  <a:pt x="5180" y="679"/>
                </a:moveTo>
                <a:lnTo>
                  <a:pt x="5644" y="691"/>
                </a:lnTo>
                <a:lnTo>
                  <a:pt x="6537" y="834"/>
                </a:lnTo>
                <a:lnTo>
                  <a:pt x="7347" y="1108"/>
                </a:lnTo>
                <a:lnTo>
                  <a:pt x="8073" y="1489"/>
                </a:lnTo>
                <a:lnTo>
                  <a:pt x="8692" y="1977"/>
                </a:lnTo>
                <a:lnTo>
                  <a:pt x="9181" y="2549"/>
                </a:lnTo>
                <a:lnTo>
                  <a:pt x="9526" y="3192"/>
                </a:lnTo>
                <a:lnTo>
                  <a:pt x="9704" y="3894"/>
                </a:lnTo>
                <a:lnTo>
                  <a:pt x="9716" y="4263"/>
                </a:lnTo>
                <a:lnTo>
                  <a:pt x="9704" y="4632"/>
                </a:lnTo>
                <a:lnTo>
                  <a:pt x="9526" y="5323"/>
                </a:lnTo>
                <a:lnTo>
                  <a:pt x="9181" y="5966"/>
                </a:lnTo>
                <a:lnTo>
                  <a:pt x="8692" y="6537"/>
                </a:lnTo>
                <a:lnTo>
                  <a:pt x="8085" y="7026"/>
                </a:lnTo>
                <a:lnTo>
                  <a:pt x="7359" y="7419"/>
                </a:lnTo>
                <a:lnTo>
                  <a:pt x="6549" y="7680"/>
                </a:lnTo>
                <a:lnTo>
                  <a:pt x="5668" y="7823"/>
                </a:lnTo>
                <a:lnTo>
                  <a:pt x="5192" y="7835"/>
                </a:lnTo>
                <a:lnTo>
                  <a:pt x="4763" y="7835"/>
                </a:lnTo>
                <a:lnTo>
                  <a:pt x="3918" y="7704"/>
                </a:lnTo>
                <a:lnTo>
                  <a:pt x="3501" y="7585"/>
                </a:lnTo>
                <a:lnTo>
                  <a:pt x="3358" y="7550"/>
                </a:lnTo>
                <a:lnTo>
                  <a:pt x="3060" y="7597"/>
                </a:lnTo>
                <a:lnTo>
                  <a:pt x="2929" y="7669"/>
                </a:lnTo>
                <a:lnTo>
                  <a:pt x="2751" y="7800"/>
                </a:lnTo>
                <a:lnTo>
                  <a:pt x="2310" y="8050"/>
                </a:lnTo>
                <a:lnTo>
                  <a:pt x="1786" y="8276"/>
                </a:lnTo>
                <a:lnTo>
                  <a:pt x="1179" y="8431"/>
                </a:lnTo>
                <a:lnTo>
                  <a:pt x="846" y="8478"/>
                </a:lnTo>
                <a:lnTo>
                  <a:pt x="846" y="8478"/>
                </a:lnTo>
                <a:lnTo>
                  <a:pt x="1036" y="8216"/>
                </a:lnTo>
                <a:lnTo>
                  <a:pt x="1489" y="7490"/>
                </a:lnTo>
                <a:lnTo>
                  <a:pt x="1667" y="7061"/>
                </a:lnTo>
                <a:lnTo>
                  <a:pt x="1679" y="7049"/>
                </a:lnTo>
                <a:lnTo>
                  <a:pt x="1727" y="6883"/>
                </a:lnTo>
                <a:lnTo>
                  <a:pt x="1655" y="6537"/>
                </a:lnTo>
                <a:lnTo>
                  <a:pt x="1548" y="6383"/>
                </a:lnTo>
                <a:lnTo>
                  <a:pt x="1334" y="6145"/>
                </a:lnTo>
                <a:lnTo>
                  <a:pt x="989" y="5633"/>
                </a:lnTo>
                <a:lnTo>
                  <a:pt x="762" y="5097"/>
                </a:lnTo>
                <a:lnTo>
                  <a:pt x="655" y="4549"/>
                </a:lnTo>
                <a:lnTo>
                  <a:pt x="643" y="4263"/>
                </a:lnTo>
                <a:lnTo>
                  <a:pt x="655" y="3894"/>
                </a:lnTo>
                <a:lnTo>
                  <a:pt x="834" y="3192"/>
                </a:lnTo>
                <a:lnTo>
                  <a:pt x="1179" y="2549"/>
                </a:lnTo>
                <a:lnTo>
                  <a:pt x="1667" y="1977"/>
                </a:lnTo>
                <a:lnTo>
                  <a:pt x="2287" y="1489"/>
                </a:lnTo>
                <a:lnTo>
                  <a:pt x="3013" y="1108"/>
                </a:lnTo>
                <a:lnTo>
                  <a:pt x="3822" y="834"/>
                </a:lnTo>
                <a:lnTo>
                  <a:pt x="4715" y="691"/>
                </a:lnTo>
                <a:lnTo>
                  <a:pt x="5180" y="679"/>
                </a:lnTo>
                <a:close/>
                <a:moveTo>
                  <a:pt x="5192" y="1"/>
                </a:moveTo>
                <a:lnTo>
                  <a:pt x="4656" y="24"/>
                </a:lnTo>
                <a:lnTo>
                  <a:pt x="3644" y="191"/>
                </a:lnTo>
                <a:lnTo>
                  <a:pt x="2715" y="513"/>
                </a:lnTo>
                <a:lnTo>
                  <a:pt x="1882" y="965"/>
                </a:lnTo>
                <a:lnTo>
                  <a:pt x="1179" y="1537"/>
                </a:lnTo>
                <a:lnTo>
                  <a:pt x="620" y="2215"/>
                </a:lnTo>
                <a:lnTo>
                  <a:pt x="227" y="2977"/>
                </a:lnTo>
                <a:lnTo>
                  <a:pt x="24" y="3799"/>
                </a:lnTo>
                <a:lnTo>
                  <a:pt x="0" y="4239"/>
                </a:lnTo>
                <a:lnTo>
                  <a:pt x="12" y="4597"/>
                </a:lnTo>
                <a:lnTo>
                  <a:pt x="167" y="5287"/>
                </a:lnTo>
                <a:lnTo>
                  <a:pt x="441" y="5942"/>
                </a:lnTo>
                <a:lnTo>
                  <a:pt x="834" y="6537"/>
                </a:lnTo>
                <a:lnTo>
                  <a:pt x="1084" y="6811"/>
                </a:lnTo>
                <a:lnTo>
                  <a:pt x="953" y="7109"/>
                </a:lnTo>
                <a:lnTo>
                  <a:pt x="655" y="7633"/>
                </a:lnTo>
                <a:lnTo>
                  <a:pt x="227" y="8204"/>
                </a:lnTo>
                <a:lnTo>
                  <a:pt x="143" y="8300"/>
                </a:lnTo>
                <a:lnTo>
                  <a:pt x="48" y="8419"/>
                </a:lnTo>
                <a:lnTo>
                  <a:pt x="0" y="8693"/>
                </a:lnTo>
                <a:lnTo>
                  <a:pt x="48" y="8824"/>
                </a:lnTo>
                <a:lnTo>
                  <a:pt x="108" y="8966"/>
                </a:lnTo>
                <a:lnTo>
                  <a:pt x="334" y="9121"/>
                </a:lnTo>
                <a:lnTo>
                  <a:pt x="477" y="9145"/>
                </a:lnTo>
                <a:lnTo>
                  <a:pt x="941" y="9121"/>
                </a:lnTo>
                <a:lnTo>
                  <a:pt x="1763" y="8954"/>
                </a:lnTo>
                <a:lnTo>
                  <a:pt x="2477" y="8681"/>
                </a:lnTo>
                <a:lnTo>
                  <a:pt x="3060" y="8359"/>
                </a:lnTo>
                <a:lnTo>
                  <a:pt x="3310" y="8204"/>
                </a:lnTo>
                <a:lnTo>
                  <a:pt x="3739" y="8323"/>
                </a:lnTo>
                <a:lnTo>
                  <a:pt x="4704" y="8478"/>
                </a:lnTo>
                <a:lnTo>
                  <a:pt x="5192" y="8490"/>
                </a:lnTo>
                <a:lnTo>
                  <a:pt x="5728" y="8478"/>
                </a:lnTo>
                <a:lnTo>
                  <a:pt x="6752" y="8312"/>
                </a:lnTo>
                <a:lnTo>
                  <a:pt x="7680" y="7990"/>
                </a:lnTo>
                <a:lnTo>
                  <a:pt x="8514" y="7526"/>
                </a:lnTo>
                <a:lnTo>
                  <a:pt x="9216" y="6954"/>
                </a:lnTo>
                <a:lnTo>
                  <a:pt x="9776" y="6287"/>
                </a:lnTo>
                <a:lnTo>
                  <a:pt x="10169" y="5525"/>
                </a:lnTo>
                <a:lnTo>
                  <a:pt x="10371" y="4704"/>
                </a:lnTo>
                <a:lnTo>
                  <a:pt x="10383" y="4275"/>
                </a:lnTo>
                <a:lnTo>
                  <a:pt x="10371" y="3847"/>
                </a:lnTo>
                <a:lnTo>
                  <a:pt x="10169" y="3013"/>
                </a:lnTo>
                <a:lnTo>
                  <a:pt x="9776" y="2251"/>
                </a:lnTo>
                <a:lnTo>
                  <a:pt x="9216" y="1572"/>
                </a:lnTo>
                <a:lnTo>
                  <a:pt x="8514" y="989"/>
                </a:lnTo>
                <a:lnTo>
                  <a:pt x="7680" y="525"/>
                </a:lnTo>
                <a:lnTo>
                  <a:pt x="6752" y="191"/>
                </a:lnTo>
                <a:lnTo>
                  <a:pt x="5728" y="24"/>
                </a:lnTo>
                <a:lnTo>
                  <a:pt x="5192"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2" name="Google Shape;3212;p175"/>
          <p:cNvSpPr/>
          <p:nvPr/>
        </p:nvSpPr>
        <p:spPr>
          <a:xfrm>
            <a:off x="3157490" y="5475975"/>
            <a:ext cx="524062" cy="460395"/>
          </a:xfrm>
          <a:custGeom>
            <a:rect b="b" l="l" r="r" t="t"/>
            <a:pathLst>
              <a:path extrusionOk="0" h="9133" w="10396">
                <a:moveTo>
                  <a:pt x="3775" y="2632"/>
                </a:moveTo>
                <a:lnTo>
                  <a:pt x="3668" y="2715"/>
                </a:lnTo>
                <a:lnTo>
                  <a:pt x="3597" y="2822"/>
                </a:lnTo>
                <a:lnTo>
                  <a:pt x="3597" y="3072"/>
                </a:lnTo>
                <a:lnTo>
                  <a:pt x="3668" y="3168"/>
                </a:lnTo>
                <a:lnTo>
                  <a:pt x="4752" y="4251"/>
                </a:lnTo>
                <a:lnTo>
                  <a:pt x="3668" y="5323"/>
                </a:lnTo>
                <a:lnTo>
                  <a:pt x="3597" y="5418"/>
                </a:lnTo>
                <a:lnTo>
                  <a:pt x="3597" y="5668"/>
                </a:lnTo>
                <a:lnTo>
                  <a:pt x="3668" y="5775"/>
                </a:lnTo>
                <a:lnTo>
                  <a:pt x="3775" y="5859"/>
                </a:lnTo>
                <a:lnTo>
                  <a:pt x="4025" y="5859"/>
                </a:lnTo>
                <a:lnTo>
                  <a:pt x="4133" y="5775"/>
                </a:lnTo>
                <a:lnTo>
                  <a:pt x="5204" y="4704"/>
                </a:lnTo>
                <a:lnTo>
                  <a:pt x="6276" y="5775"/>
                </a:lnTo>
                <a:lnTo>
                  <a:pt x="6383" y="5859"/>
                </a:lnTo>
                <a:lnTo>
                  <a:pt x="6633" y="5859"/>
                </a:lnTo>
                <a:lnTo>
                  <a:pt x="6740" y="5775"/>
                </a:lnTo>
                <a:lnTo>
                  <a:pt x="6812" y="5668"/>
                </a:lnTo>
                <a:lnTo>
                  <a:pt x="6812" y="5418"/>
                </a:lnTo>
                <a:lnTo>
                  <a:pt x="6740" y="5323"/>
                </a:lnTo>
                <a:lnTo>
                  <a:pt x="5668" y="4251"/>
                </a:lnTo>
                <a:lnTo>
                  <a:pt x="6740" y="3168"/>
                </a:lnTo>
                <a:lnTo>
                  <a:pt x="6812" y="3072"/>
                </a:lnTo>
                <a:lnTo>
                  <a:pt x="6812" y="2822"/>
                </a:lnTo>
                <a:lnTo>
                  <a:pt x="6740" y="2715"/>
                </a:lnTo>
                <a:lnTo>
                  <a:pt x="6633" y="2632"/>
                </a:lnTo>
                <a:lnTo>
                  <a:pt x="6383" y="2632"/>
                </a:lnTo>
                <a:lnTo>
                  <a:pt x="6276" y="2715"/>
                </a:lnTo>
                <a:lnTo>
                  <a:pt x="5204" y="3787"/>
                </a:lnTo>
                <a:lnTo>
                  <a:pt x="4133" y="2715"/>
                </a:lnTo>
                <a:lnTo>
                  <a:pt x="4025" y="2632"/>
                </a:lnTo>
                <a:close/>
                <a:moveTo>
                  <a:pt x="5180" y="667"/>
                </a:moveTo>
                <a:lnTo>
                  <a:pt x="5657" y="679"/>
                </a:lnTo>
                <a:lnTo>
                  <a:pt x="6538" y="822"/>
                </a:lnTo>
                <a:lnTo>
                  <a:pt x="7359" y="1096"/>
                </a:lnTo>
                <a:lnTo>
                  <a:pt x="8074" y="1477"/>
                </a:lnTo>
                <a:lnTo>
                  <a:pt x="8693" y="1965"/>
                </a:lnTo>
                <a:lnTo>
                  <a:pt x="9181" y="2537"/>
                </a:lnTo>
                <a:lnTo>
                  <a:pt x="9526" y="3180"/>
                </a:lnTo>
                <a:lnTo>
                  <a:pt x="9705" y="3882"/>
                </a:lnTo>
                <a:lnTo>
                  <a:pt x="9729" y="4251"/>
                </a:lnTo>
                <a:lnTo>
                  <a:pt x="9705" y="4608"/>
                </a:lnTo>
                <a:lnTo>
                  <a:pt x="9526" y="5311"/>
                </a:lnTo>
                <a:lnTo>
                  <a:pt x="9193" y="5954"/>
                </a:lnTo>
                <a:lnTo>
                  <a:pt x="8705" y="6525"/>
                </a:lnTo>
                <a:lnTo>
                  <a:pt x="8086" y="7014"/>
                </a:lnTo>
                <a:lnTo>
                  <a:pt x="7371" y="7395"/>
                </a:lnTo>
                <a:lnTo>
                  <a:pt x="6561" y="7668"/>
                </a:lnTo>
                <a:lnTo>
                  <a:pt x="5668" y="7811"/>
                </a:lnTo>
                <a:lnTo>
                  <a:pt x="5204" y="7823"/>
                </a:lnTo>
                <a:lnTo>
                  <a:pt x="4775" y="7811"/>
                </a:lnTo>
                <a:lnTo>
                  <a:pt x="3918" y="7692"/>
                </a:lnTo>
                <a:lnTo>
                  <a:pt x="3513" y="7573"/>
                </a:lnTo>
                <a:lnTo>
                  <a:pt x="3359" y="7538"/>
                </a:lnTo>
                <a:lnTo>
                  <a:pt x="3073" y="7573"/>
                </a:lnTo>
                <a:lnTo>
                  <a:pt x="2942" y="7657"/>
                </a:lnTo>
                <a:lnTo>
                  <a:pt x="2763" y="7788"/>
                </a:lnTo>
                <a:lnTo>
                  <a:pt x="2323" y="8038"/>
                </a:lnTo>
                <a:lnTo>
                  <a:pt x="1787" y="8264"/>
                </a:lnTo>
                <a:lnTo>
                  <a:pt x="1180" y="8419"/>
                </a:lnTo>
                <a:lnTo>
                  <a:pt x="846" y="8466"/>
                </a:lnTo>
                <a:lnTo>
                  <a:pt x="846" y="8466"/>
                </a:lnTo>
                <a:lnTo>
                  <a:pt x="1037" y="8204"/>
                </a:lnTo>
                <a:lnTo>
                  <a:pt x="1489" y="7478"/>
                </a:lnTo>
                <a:lnTo>
                  <a:pt x="1680" y="7049"/>
                </a:lnTo>
                <a:lnTo>
                  <a:pt x="1680" y="7037"/>
                </a:lnTo>
                <a:lnTo>
                  <a:pt x="1727" y="6871"/>
                </a:lnTo>
                <a:lnTo>
                  <a:pt x="1656" y="6525"/>
                </a:lnTo>
                <a:lnTo>
                  <a:pt x="1549" y="6371"/>
                </a:lnTo>
                <a:lnTo>
                  <a:pt x="1334" y="6133"/>
                </a:lnTo>
                <a:lnTo>
                  <a:pt x="1001" y="5621"/>
                </a:lnTo>
                <a:lnTo>
                  <a:pt x="775" y="5085"/>
                </a:lnTo>
                <a:lnTo>
                  <a:pt x="656" y="4525"/>
                </a:lnTo>
                <a:lnTo>
                  <a:pt x="644" y="4251"/>
                </a:lnTo>
                <a:lnTo>
                  <a:pt x="656" y="3882"/>
                </a:lnTo>
                <a:lnTo>
                  <a:pt x="846" y="3180"/>
                </a:lnTo>
                <a:lnTo>
                  <a:pt x="1192" y="2537"/>
                </a:lnTo>
                <a:lnTo>
                  <a:pt x="1680" y="1965"/>
                </a:lnTo>
                <a:lnTo>
                  <a:pt x="2287" y="1477"/>
                </a:lnTo>
                <a:lnTo>
                  <a:pt x="3013" y="1096"/>
                </a:lnTo>
                <a:lnTo>
                  <a:pt x="3835" y="822"/>
                </a:lnTo>
                <a:lnTo>
                  <a:pt x="4716" y="679"/>
                </a:lnTo>
                <a:lnTo>
                  <a:pt x="5180" y="667"/>
                </a:lnTo>
                <a:close/>
                <a:moveTo>
                  <a:pt x="5204" y="1"/>
                </a:moveTo>
                <a:lnTo>
                  <a:pt x="4668" y="12"/>
                </a:lnTo>
                <a:lnTo>
                  <a:pt x="3644" y="179"/>
                </a:lnTo>
                <a:lnTo>
                  <a:pt x="2716" y="501"/>
                </a:lnTo>
                <a:lnTo>
                  <a:pt x="1894" y="953"/>
                </a:lnTo>
                <a:lnTo>
                  <a:pt x="1180" y="1525"/>
                </a:lnTo>
                <a:lnTo>
                  <a:pt x="632" y="2203"/>
                </a:lnTo>
                <a:lnTo>
                  <a:pt x="239" y="2965"/>
                </a:lnTo>
                <a:lnTo>
                  <a:pt x="25" y="3787"/>
                </a:lnTo>
                <a:lnTo>
                  <a:pt x="13" y="4227"/>
                </a:lnTo>
                <a:lnTo>
                  <a:pt x="25" y="4585"/>
                </a:lnTo>
                <a:lnTo>
                  <a:pt x="168" y="5275"/>
                </a:lnTo>
                <a:lnTo>
                  <a:pt x="441" y="5930"/>
                </a:lnTo>
                <a:lnTo>
                  <a:pt x="846" y="6525"/>
                </a:lnTo>
                <a:lnTo>
                  <a:pt x="1084" y="6799"/>
                </a:lnTo>
                <a:lnTo>
                  <a:pt x="965" y="7097"/>
                </a:lnTo>
                <a:lnTo>
                  <a:pt x="656" y="7621"/>
                </a:lnTo>
                <a:lnTo>
                  <a:pt x="227" y="8192"/>
                </a:lnTo>
                <a:lnTo>
                  <a:pt x="144" y="8288"/>
                </a:lnTo>
                <a:lnTo>
                  <a:pt x="48" y="8407"/>
                </a:lnTo>
                <a:lnTo>
                  <a:pt x="1" y="8681"/>
                </a:lnTo>
                <a:lnTo>
                  <a:pt x="48" y="8812"/>
                </a:lnTo>
                <a:lnTo>
                  <a:pt x="108" y="8954"/>
                </a:lnTo>
                <a:lnTo>
                  <a:pt x="334" y="9109"/>
                </a:lnTo>
                <a:lnTo>
                  <a:pt x="477" y="9133"/>
                </a:lnTo>
                <a:lnTo>
                  <a:pt x="942" y="9109"/>
                </a:lnTo>
                <a:lnTo>
                  <a:pt x="1775" y="8942"/>
                </a:lnTo>
                <a:lnTo>
                  <a:pt x="2477" y="8669"/>
                </a:lnTo>
                <a:lnTo>
                  <a:pt x="3073" y="8347"/>
                </a:lnTo>
                <a:lnTo>
                  <a:pt x="3311" y="8192"/>
                </a:lnTo>
                <a:lnTo>
                  <a:pt x="3751" y="8311"/>
                </a:lnTo>
                <a:lnTo>
                  <a:pt x="4704" y="8466"/>
                </a:lnTo>
                <a:lnTo>
                  <a:pt x="5204" y="8478"/>
                </a:lnTo>
                <a:lnTo>
                  <a:pt x="5740" y="8466"/>
                </a:lnTo>
                <a:lnTo>
                  <a:pt x="6752" y="8300"/>
                </a:lnTo>
                <a:lnTo>
                  <a:pt x="7681" y="7978"/>
                </a:lnTo>
                <a:lnTo>
                  <a:pt x="8514" y="7514"/>
                </a:lnTo>
                <a:lnTo>
                  <a:pt x="9217" y="6942"/>
                </a:lnTo>
                <a:lnTo>
                  <a:pt x="9776" y="6263"/>
                </a:lnTo>
                <a:lnTo>
                  <a:pt x="10169" y="5501"/>
                </a:lnTo>
                <a:lnTo>
                  <a:pt x="10372" y="4680"/>
                </a:lnTo>
                <a:lnTo>
                  <a:pt x="10395" y="4251"/>
                </a:lnTo>
                <a:lnTo>
                  <a:pt x="10372" y="3811"/>
                </a:lnTo>
                <a:lnTo>
                  <a:pt x="10169" y="2977"/>
                </a:lnTo>
                <a:lnTo>
                  <a:pt x="9776" y="2215"/>
                </a:lnTo>
                <a:lnTo>
                  <a:pt x="9217" y="1537"/>
                </a:lnTo>
                <a:lnTo>
                  <a:pt x="8514" y="965"/>
                </a:lnTo>
                <a:lnTo>
                  <a:pt x="7681" y="501"/>
                </a:lnTo>
                <a:lnTo>
                  <a:pt x="6752" y="179"/>
                </a:lnTo>
                <a:lnTo>
                  <a:pt x="5740" y="12"/>
                </a:lnTo>
                <a:lnTo>
                  <a:pt x="520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3" name="Google Shape;3213;p175"/>
          <p:cNvSpPr/>
          <p:nvPr/>
        </p:nvSpPr>
        <p:spPr>
          <a:xfrm>
            <a:off x="4092640" y="5444167"/>
            <a:ext cx="656691" cy="525222"/>
          </a:xfrm>
          <a:custGeom>
            <a:rect b="b" l="l" r="r" t="t"/>
            <a:pathLst>
              <a:path extrusionOk="0" h="10419" w="13027">
                <a:moveTo>
                  <a:pt x="4239" y="643"/>
                </a:moveTo>
                <a:lnTo>
                  <a:pt x="4608" y="655"/>
                </a:lnTo>
                <a:lnTo>
                  <a:pt x="5311" y="774"/>
                </a:lnTo>
                <a:lnTo>
                  <a:pt x="5954" y="1001"/>
                </a:lnTo>
                <a:lnTo>
                  <a:pt x="6525" y="1310"/>
                </a:lnTo>
                <a:lnTo>
                  <a:pt x="7002" y="1715"/>
                </a:lnTo>
                <a:lnTo>
                  <a:pt x="7395" y="2179"/>
                </a:lnTo>
                <a:lnTo>
                  <a:pt x="7657" y="2703"/>
                </a:lnTo>
                <a:lnTo>
                  <a:pt x="7800" y="3275"/>
                </a:lnTo>
                <a:lnTo>
                  <a:pt x="7811" y="3573"/>
                </a:lnTo>
                <a:lnTo>
                  <a:pt x="7800" y="3870"/>
                </a:lnTo>
                <a:lnTo>
                  <a:pt x="7657" y="4442"/>
                </a:lnTo>
                <a:lnTo>
                  <a:pt x="7383" y="4977"/>
                </a:lnTo>
                <a:lnTo>
                  <a:pt x="7002" y="5442"/>
                </a:lnTo>
                <a:lnTo>
                  <a:pt x="6514" y="5835"/>
                </a:lnTo>
                <a:lnTo>
                  <a:pt x="5942" y="6156"/>
                </a:lnTo>
                <a:lnTo>
                  <a:pt x="5299" y="6382"/>
                </a:lnTo>
                <a:lnTo>
                  <a:pt x="4597" y="6490"/>
                </a:lnTo>
                <a:lnTo>
                  <a:pt x="4239" y="6502"/>
                </a:lnTo>
                <a:lnTo>
                  <a:pt x="3977" y="6502"/>
                </a:lnTo>
                <a:lnTo>
                  <a:pt x="3454" y="6430"/>
                </a:lnTo>
                <a:lnTo>
                  <a:pt x="3203" y="6382"/>
                </a:lnTo>
                <a:lnTo>
                  <a:pt x="2930" y="6311"/>
                </a:lnTo>
                <a:lnTo>
                  <a:pt x="2692" y="6466"/>
                </a:lnTo>
                <a:lnTo>
                  <a:pt x="2346" y="6680"/>
                </a:lnTo>
                <a:lnTo>
                  <a:pt x="1679" y="6966"/>
                </a:lnTo>
                <a:lnTo>
                  <a:pt x="1144" y="7097"/>
                </a:lnTo>
                <a:lnTo>
                  <a:pt x="858" y="7133"/>
                </a:lnTo>
                <a:lnTo>
                  <a:pt x="858" y="7133"/>
                </a:lnTo>
                <a:lnTo>
                  <a:pt x="1013" y="6942"/>
                </a:lnTo>
                <a:lnTo>
                  <a:pt x="1358" y="6394"/>
                </a:lnTo>
                <a:lnTo>
                  <a:pt x="1513" y="6085"/>
                </a:lnTo>
                <a:lnTo>
                  <a:pt x="1703" y="5680"/>
                </a:lnTo>
                <a:lnTo>
                  <a:pt x="1406" y="5359"/>
                </a:lnTo>
                <a:lnTo>
                  <a:pt x="1227" y="5168"/>
                </a:lnTo>
                <a:lnTo>
                  <a:pt x="941" y="4739"/>
                </a:lnTo>
                <a:lnTo>
                  <a:pt x="763" y="4287"/>
                </a:lnTo>
                <a:lnTo>
                  <a:pt x="667" y="3823"/>
                </a:lnTo>
                <a:lnTo>
                  <a:pt x="655" y="3573"/>
                </a:lnTo>
                <a:lnTo>
                  <a:pt x="667" y="3275"/>
                </a:lnTo>
                <a:lnTo>
                  <a:pt x="810" y="2703"/>
                </a:lnTo>
                <a:lnTo>
                  <a:pt x="1084" y="2179"/>
                </a:lnTo>
                <a:lnTo>
                  <a:pt x="1465" y="1715"/>
                </a:lnTo>
                <a:lnTo>
                  <a:pt x="1953" y="1310"/>
                </a:lnTo>
                <a:lnTo>
                  <a:pt x="2525" y="1001"/>
                </a:lnTo>
                <a:lnTo>
                  <a:pt x="3168" y="774"/>
                </a:lnTo>
                <a:lnTo>
                  <a:pt x="3870" y="655"/>
                </a:lnTo>
                <a:lnTo>
                  <a:pt x="4239" y="643"/>
                </a:lnTo>
                <a:close/>
                <a:moveTo>
                  <a:pt x="4239" y="0"/>
                </a:moveTo>
                <a:lnTo>
                  <a:pt x="3799" y="12"/>
                </a:lnTo>
                <a:lnTo>
                  <a:pt x="2977" y="155"/>
                </a:lnTo>
                <a:lnTo>
                  <a:pt x="2215" y="429"/>
                </a:lnTo>
                <a:lnTo>
                  <a:pt x="1537" y="810"/>
                </a:lnTo>
                <a:lnTo>
                  <a:pt x="965" y="1298"/>
                </a:lnTo>
                <a:lnTo>
                  <a:pt x="513" y="1870"/>
                </a:lnTo>
                <a:lnTo>
                  <a:pt x="191" y="2513"/>
                </a:lnTo>
                <a:lnTo>
                  <a:pt x="12" y="3203"/>
                </a:lnTo>
                <a:lnTo>
                  <a:pt x="1" y="3573"/>
                </a:lnTo>
                <a:lnTo>
                  <a:pt x="12" y="3894"/>
                </a:lnTo>
                <a:lnTo>
                  <a:pt x="143" y="4489"/>
                </a:lnTo>
                <a:lnTo>
                  <a:pt x="382" y="5061"/>
                </a:lnTo>
                <a:lnTo>
                  <a:pt x="715" y="5573"/>
                </a:lnTo>
                <a:lnTo>
                  <a:pt x="929" y="5811"/>
                </a:lnTo>
                <a:lnTo>
                  <a:pt x="679" y="6287"/>
                </a:lnTo>
                <a:lnTo>
                  <a:pt x="203" y="6930"/>
                </a:lnTo>
                <a:lnTo>
                  <a:pt x="132" y="6990"/>
                </a:lnTo>
                <a:lnTo>
                  <a:pt x="48" y="7109"/>
                </a:lnTo>
                <a:lnTo>
                  <a:pt x="1" y="7383"/>
                </a:lnTo>
                <a:lnTo>
                  <a:pt x="48" y="7514"/>
                </a:lnTo>
                <a:lnTo>
                  <a:pt x="108" y="7645"/>
                </a:lnTo>
                <a:lnTo>
                  <a:pt x="346" y="7799"/>
                </a:lnTo>
                <a:lnTo>
                  <a:pt x="489" y="7811"/>
                </a:lnTo>
                <a:lnTo>
                  <a:pt x="894" y="7799"/>
                </a:lnTo>
                <a:lnTo>
                  <a:pt x="1632" y="7657"/>
                </a:lnTo>
                <a:lnTo>
                  <a:pt x="2275" y="7430"/>
                </a:lnTo>
                <a:lnTo>
                  <a:pt x="2822" y="7156"/>
                </a:lnTo>
                <a:lnTo>
                  <a:pt x="3049" y="7014"/>
                </a:lnTo>
                <a:lnTo>
                  <a:pt x="3334" y="7073"/>
                </a:lnTo>
                <a:lnTo>
                  <a:pt x="3930" y="7145"/>
                </a:lnTo>
                <a:lnTo>
                  <a:pt x="4239" y="7156"/>
                </a:lnTo>
                <a:lnTo>
                  <a:pt x="4668" y="7145"/>
                </a:lnTo>
                <a:lnTo>
                  <a:pt x="5501" y="7002"/>
                </a:lnTo>
                <a:lnTo>
                  <a:pt x="6264" y="6728"/>
                </a:lnTo>
                <a:lnTo>
                  <a:pt x="6930" y="6347"/>
                </a:lnTo>
                <a:lnTo>
                  <a:pt x="7502" y="5859"/>
                </a:lnTo>
                <a:lnTo>
                  <a:pt x="7966" y="5287"/>
                </a:lnTo>
                <a:lnTo>
                  <a:pt x="8288" y="4644"/>
                </a:lnTo>
                <a:lnTo>
                  <a:pt x="8454" y="3942"/>
                </a:lnTo>
                <a:lnTo>
                  <a:pt x="8466" y="3573"/>
                </a:lnTo>
                <a:lnTo>
                  <a:pt x="8454" y="3203"/>
                </a:lnTo>
                <a:lnTo>
                  <a:pt x="8288" y="2513"/>
                </a:lnTo>
                <a:lnTo>
                  <a:pt x="7966" y="1870"/>
                </a:lnTo>
                <a:lnTo>
                  <a:pt x="7502" y="1298"/>
                </a:lnTo>
                <a:lnTo>
                  <a:pt x="6930" y="810"/>
                </a:lnTo>
                <a:lnTo>
                  <a:pt x="6264" y="429"/>
                </a:lnTo>
                <a:lnTo>
                  <a:pt x="5501" y="155"/>
                </a:lnTo>
                <a:lnTo>
                  <a:pt x="4668" y="12"/>
                </a:lnTo>
                <a:lnTo>
                  <a:pt x="4239" y="0"/>
                </a:lnTo>
                <a:close/>
                <a:moveTo>
                  <a:pt x="9097" y="3251"/>
                </a:moveTo>
                <a:lnTo>
                  <a:pt x="9121" y="3406"/>
                </a:lnTo>
                <a:lnTo>
                  <a:pt x="9121" y="3573"/>
                </a:lnTo>
                <a:lnTo>
                  <a:pt x="9121" y="3739"/>
                </a:lnTo>
                <a:lnTo>
                  <a:pt x="9097" y="3906"/>
                </a:lnTo>
                <a:lnTo>
                  <a:pt x="9455" y="3906"/>
                </a:lnTo>
                <a:lnTo>
                  <a:pt x="10086" y="4025"/>
                </a:lnTo>
                <a:lnTo>
                  <a:pt x="10681" y="4251"/>
                </a:lnTo>
                <a:lnTo>
                  <a:pt x="11193" y="4561"/>
                </a:lnTo>
                <a:lnTo>
                  <a:pt x="11633" y="4966"/>
                </a:lnTo>
                <a:lnTo>
                  <a:pt x="11991" y="5430"/>
                </a:lnTo>
                <a:lnTo>
                  <a:pt x="12241" y="5954"/>
                </a:lnTo>
                <a:lnTo>
                  <a:pt x="12372" y="6525"/>
                </a:lnTo>
                <a:lnTo>
                  <a:pt x="12372" y="6835"/>
                </a:lnTo>
                <a:lnTo>
                  <a:pt x="12372" y="7049"/>
                </a:lnTo>
                <a:lnTo>
                  <a:pt x="12300" y="7478"/>
                </a:lnTo>
                <a:lnTo>
                  <a:pt x="12157" y="7895"/>
                </a:lnTo>
                <a:lnTo>
                  <a:pt x="11955" y="8276"/>
                </a:lnTo>
                <a:lnTo>
                  <a:pt x="11824" y="8466"/>
                </a:lnTo>
                <a:lnTo>
                  <a:pt x="11550" y="8823"/>
                </a:lnTo>
                <a:lnTo>
                  <a:pt x="11788" y="9192"/>
                </a:lnTo>
                <a:lnTo>
                  <a:pt x="11991" y="9502"/>
                </a:lnTo>
                <a:lnTo>
                  <a:pt x="12169" y="9740"/>
                </a:lnTo>
                <a:lnTo>
                  <a:pt x="11895" y="9704"/>
                </a:lnTo>
                <a:lnTo>
                  <a:pt x="11336" y="9562"/>
                </a:lnTo>
                <a:lnTo>
                  <a:pt x="11062" y="9454"/>
                </a:lnTo>
                <a:lnTo>
                  <a:pt x="10800" y="9347"/>
                </a:lnTo>
                <a:lnTo>
                  <a:pt x="10550" y="9466"/>
                </a:lnTo>
                <a:lnTo>
                  <a:pt x="10205" y="9597"/>
                </a:lnTo>
                <a:lnTo>
                  <a:pt x="9490" y="9752"/>
                </a:lnTo>
                <a:lnTo>
                  <a:pt x="9121" y="9764"/>
                </a:lnTo>
                <a:lnTo>
                  <a:pt x="8835" y="9752"/>
                </a:lnTo>
                <a:lnTo>
                  <a:pt x="8288" y="9669"/>
                </a:lnTo>
                <a:lnTo>
                  <a:pt x="7776" y="9502"/>
                </a:lnTo>
                <a:lnTo>
                  <a:pt x="7311" y="9264"/>
                </a:lnTo>
                <a:lnTo>
                  <a:pt x="6895" y="8966"/>
                </a:lnTo>
                <a:lnTo>
                  <a:pt x="6537" y="8621"/>
                </a:lnTo>
                <a:lnTo>
                  <a:pt x="6252" y="8216"/>
                </a:lnTo>
                <a:lnTo>
                  <a:pt x="6037" y="7764"/>
                </a:lnTo>
                <a:lnTo>
                  <a:pt x="5966" y="7526"/>
                </a:lnTo>
                <a:lnTo>
                  <a:pt x="5656" y="7633"/>
                </a:lnTo>
                <a:lnTo>
                  <a:pt x="5335" y="7704"/>
                </a:lnTo>
                <a:lnTo>
                  <a:pt x="5418" y="7990"/>
                </a:lnTo>
                <a:lnTo>
                  <a:pt x="5680" y="8526"/>
                </a:lnTo>
                <a:lnTo>
                  <a:pt x="6025" y="9026"/>
                </a:lnTo>
                <a:lnTo>
                  <a:pt x="6442" y="9454"/>
                </a:lnTo>
                <a:lnTo>
                  <a:pt x="6942" y="9812"/>
                </a:lnTo>
                <a:lnTo>
                  <a:pt x="7502" y="10097"/>
                </a:lnTo>
                <a:lnTo>
                  <a:pt x="8121" y="10300"/>
                </a:lnTo>
                <a:lnTo>
                  <a:pt x="8776" y="10407"/>
                </a:lnTo>
                <a:lnTo>
                  <a:pt x="9121" y="10419"/>
                </a:lnTo>
                <a:lnTo>
                  <a:pt x="9574" y="10395"/>
                </a:lnTo>
                <a:lnTo>
                  <a:pt x="10419" y="10216"/>
                </a:lnTo>
                <a:lnTo>
                  <a:pt x="10812" y="10062"/>
                </a:lnTo>
                <a:lnTo>
                  <a:pt x="11181" y="10205"/>
                </a:lnTo>
                <a:lnTo>
                  <a:pt x="12050" y="10395"/>
                </a:lnTo>
                <a:lnTo>
                  <a:pt x="12538" y="10419"/>
                </a:lnTo>
                <a:lnTo>
                  <a:pt x="12681" y="10395"/>
                </a:lnTo>
                <a:lnTo>
                  <a:pt x="12919" y="10252"/>
                </a:lnTo>
                <a:lnTo>
                  <a:pt x="12991" y="10121"/>
                </a:lnTo>
                <a:lnTo>
                  <a:pt x="13027" y="9978"/>
                </a:lnTo>
                <a:lnTo>
                  <a:pt x="12979" y="9716"/>
                </a:lnTo>
                <a:lnTo>
                  <a:pt x="12896" y="9597"/>
                </a:lnTo>
                <a:lnTo>
                  <a:pt x="12753" y="9443"/>
                </a:lnTo>
                <a:lnTo>
                  <a:pt x="12348" y="8859"/>
                </a:lnTo>
                <a:lnTo>
                  <a:pt x="12503" y="8633"/>
                </a:lnTo>
                <a:lnTo>
                  <a:pt x="12753" y="8157"/>
                </a:lnTo>
                <a:lnTo>
                  <a:pt x="12931" y="7645"/>
                </a:lnTo>
                <a:lnTo>
                  <a:pt x="13015" y="7109"/>
                </a:lnTo>
                <a:lnTo>
                  <a:pt x="13027" y="6835"/>
                </a:lnTo>
                <a:lnTo>
                  <a:pt x="13015" y="6466"/>
                </a:lnTo>
                <a:lnTo>
                  <a:pt x="12860" y="5763"/>
                </a:lnTo>
                <a:lnTo>
                  <a:pt x="12562" y="5120"/>
                </a:lnTo>
                <a:lnTo>
                  <a:pt x="12145" y="4549"/>
                </a:lnTo>
                <a:lnTo>
                  <a:pt x="11610" y="4061"/>
                </a:lnTo>
                <a:lnTo>
                  <a:pt x="10991" y="3680"/>
                </a:lnTo>
                <a:lnTo>
                  <a:pt x="10288" y="3406"/>
                </a:lnTo>
                <a:lnTo>
                  <a:pt x="9526" y="3263"/>
                </a:lnTo>
                <a:lnTo>
                  <a:pt x="9121" y="325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4" name="Google Shape;3214;p175"/>
          <p:cNvSpPr/>
          <p:nvPr/>
        </p:nvSpPr>
        <p:spPr>
          <a:xfrm>
            <a:off x="5093827" y="5444167"/>
            <a:ext cx="657246" cy="525222"/>
          </a:xfrm>
          <a:custGeom>
            <a:rect b="b" l="l" r="r" t="t"/>
            <a:pathLst>
              <a:path extrusionOk="0" h="10419" w="13038">
                <a:moveTo>
                  <a:pt x="4239" y="1453"/>
                </a:moveTo>
                <a:lnTo>
                  <a:pt x="4108" y="1477"/>
                </a:lnTo>
                <a:lnTo>
                  <a:pt x="3929" y="1656"/>
                </a:lnTo>
                <a:lnTo>
                  <a:pt x="3905" y="1786"/>
                </a:lnTo>
                <a:lnTo>
                  <a:pt x="3905" y="1977"/>
                </a:lnTo>
                <a:lnTo>
                  <a:pt x="3739" y="2013"/>
                </a:lnTo>
                <a:lnTo>
                  <a:pt x="3453" y="2132"/>
                </a:lnTo>
                <a:lnTo>
                  <a:pt x="3239" y="2322"/>
                </a:lnTo>
                <a:lnTo>
                  <a:pt x="3096" y="2584"/>
                </a:lnTo>
                <a:lnTo>
                  <a:pt x="3060" y="2727"/>
                </a:lnTo>
                <a:lnTo>
                  <a:pt x="3036" y="2870"/>
                </a:lnTo>
                <a:lnTo>
                  <a:pt x="3072" y="3120"/>
                </a:lnTo>
                <a:lnTo>
                  <a:pt x="3215" y="3418"/>
                </a:lnTo>
                <a:lnTo>
                  <a:pt x="3536" y="3668"/>
                </a:lnTo>
                <a:lnTo>
                  <a:pt x="3894" y="3811"/>
                </a:lnTo>
                <a:lnTo>
                  <a:pt x="4025" y="3858"/>
                </a:lnTo>
                <a:lnTo>
                  <a:pt x="4144" y="3894"/>
                </a:lnTo>
                <a:lnTo>
                  <a:pt x="4525" y="4001"/>
                </a:lnTo>
                <a:lnTo>
                  <a:pt x="4751" y="4144"/>
                </a:lnTo>
                <a:lnTo>
                  <a:pt x="4787" y="4251"/>
                </a:lnTo>
                <a:lnTo>
                  <a:pt x="4775" y="4311"/>
                </a:lnTo>
                <a:lnTo>
                  <a:pt x="4751" y="4394"/>
                </a:lnTo>
                <a:lnTo>
                  <a:pt x="4620" y="4489"/>
                </a:lnTo>
                <a:lnTo>
                  <a:pt x="4310" y="4561"/>
                </a:lnTo>
                <a:lnTo>
                  <a:pt x="4060" y="4537"/>
                </a:lnTo>
                <a:lnTo>
                  <a:pt x="3822" y="4466"/>
                </a:lnTo>
                <a:lnTo>
                  <a:pt x="3572" y="4382"/>
                </a:lnTo>
                <a:lnTo>
                  <a:pt x="3477" y="4358"/>
                </a:lnTo>
                <a:lnTo>
                  <a:pt x="3346" y="4323"/>
                </a:lnTo>
                <a:lnTo>
                  <a:pt x="3120" y="4430"/>
                </a:lnTo>
                <a:lnTo>
                  <a:pt x="3060" y="4549"/>
                </a:lnTo>
                <a:lnTo>
                  <a:pt x="3036" y="4680"/>
                </a:lnTo>
                <a:lnTo>
                  <a:pt x="3143" y="4906"/>
                </a:lnTo>
                <a:lnTo>
                  <a:pt x="3239" y="4966"/>
                </a:lnTo>
                <a:lnTo>
                  <a:pt x="3334" y="5001"/>
                </a:lnTo>
                <a:lnTo>
                  <a:pt x="3596" y="5097"/>
                </a:lnTo>
                <a:lnTo>
                  <a:pt x="3894" y="5168"/>
                </a:lnTo>
                <a:lnTo>
                  <a:pt x="3894" y="5370"/>
                </a:lnTo>
                <a:lnTo>
                  <a:pt x="3917" y="5501"/>
                </a:lnTo>
                <a:lnTo>
                  <a:pt x="4084" y="5668"/>
                </a:lnTo>
                <a:lnTo>
                  <a:pt x="4215" y="5692"/>
                </a:lnTo>
                <a:lnTo>
                  <a:pt x="4346" y="5668"/>
                </a:lnTo>
                <a:lnTo>
                  <a:pt x="4525" y="5501"/>
                </a:lnTo>
                <a:lnTo>
                  <a:pt x="4548" y="5370"/>
                </a:lnTo>
                <a:lnTo>
                  <a:pt x="4548" y="5168"/>
                </a:lnTo>
                <a:lnTo>
                  <a:pt x="4715" y="5132"/>
                </a:lnTo>
                <a:lnTo>
                  <a:pt x="5001" y="5013"/>
                </a:lnTo>
                <a:lnTo>
                  <a:pt x="5215" y="4823"/>
                </a:lnTo>
                <a:lnTo>
                  <a:pt x="5358" y="4573"/>
                </a:lnTo>
                <a:lnTo>
                  <a:pt x="5394" y="4418"/>
                </a:lnTo>
                <a:lnTo>
                  <a:pt x="5406" y="4418"/>
                </a:lnTo>
                <a:lnTo>
                  <a:pt x="5418" y="4275"/>
                </a:lnTo>
                <a:lnTo>
                  <a:pt x="5394" y="4025"/>
                </a:lnTo>
                <a:lnTo>
                  <a:pt x="5310" y="3823"/>
                </a:lnTo>
                <a:lnTo>
                  <a:pt x="5179" y="3656"/>
                </a:lnTo>
                <a:lnTo>
                  <a:pt x="4906" y="3465"/>
                </a:lnTo>
                <a:lnTo>
                  <a:pt x="4501" y="3311"/>
                </a:lnTo>
                <a:lnTo>
                  <a:pt x="4334" y="3263"/>
                </a:lnTo>
                <a:lnTo>
                  <a:pt x="4215" y="3227"/>
                </a:lnTo>
                <a:lnTo>
                  <a:pt x="3870" y="3108"/>
                </a:lnTo>
                <a:lnTo>
                  <a:pt x="3691" y="2930"/>
                </a:lnTo>
                <a:lnTo>
                  <a:pt x="3703" y="2834"/>
                </a:lnTo>
                <a:lnTo>
                  <a:pt x="3727" y="2763"/>
                </a:lnTo>
                <a:lnTo>
                  <a:pt x="3858" y="2656"/>
                </a:lnTo>
                <a:lnTo>
                  <a:pt x="4167" y="2596"/>
                </a:lnTo>
                <a:lnTo>
                  <a:pt x="4406" y="2620"/>
                </a:lnTo>
                <a:lnTo>
                  <a:pt x="4596" y="2656"/>
                </a:lnTo>
                <a:lnTo>
                  <a:pt x="4787" y="2715"/>
                </a:lnTo>
                <a:lnTo>
                  <a:pt x="4906" y="2739"/>
                </a:lnTo>
                <a:lnTo>
                  <a:pt x="5132" y="2632"/>
                </a:lnTo>
                <a:lnTo>
                  <a:pt x="5191" y="2513"/>
                </a:lnTo>
                <a:lnTo>
                  <a:pt x="5227" y="2394"/>
                </a:lnTo>
                <a:lnTo>
                  <a:pt x="5108" y="2168"/>
                </a:lnTo>
                <a:lnTo>
                  <a:pt x="4989" y="2108"/>
                </a:lnTo>
                <a:lnTo>
                  <a:pt x="4751" y="2025"/>
                </a:lnTo>
                <a:lnTo>
                  <a:pt x="4560" y="1989"/>
                </a:lnTo>
                <a:lnTo>
                  <a:pt x="4560" y="1786"/>
                </a:lnTo>
                <a:lnTo>
                  <a:pt x="4548" y="1656"/>
                </a:lnTo>
                <a:lnTo>
                  <a:pt x="4370" y="1477"/>
                </a:lnTo>
                <a:lnTo>
                  <a:pt x="4239" y="1453"/>
                </a:lnTo>
                <a:close/>
                <a:moveTo>
                  <a:pt x="4239" y="643"/>
                </a:moveTo>
                <a:lnTo>
                  <a:pt x="4608" y="655"/>
                </a:lnTo>
                <a:lnTo>
                  <a:pt x="5310" y="774"/>
                </a:lnTo>
                <a:lnTo>
                  <a:pt x="5953" y="1001"/>
                </a:lnTo>
                <a:lnTo>
                  <a:pt x="6525" y="1310"/>
                </a:lnTo>
                <a:lnTo>
                  <a:pt x="7013" y="1715"/>
                </a:lnTo>
                <a:lnTo>
                  <a:pt x="7394" y="2179"/>
                </a:lnTo>
                <a:lnTo>
                  <a:pt x="7668" y="2703"/>
                </a:lnTo>
                <a:lnTo>
                  <a:pt x="7811" y="3275"/>
                </a:lnTo>
                <a:lnTo>
                  <a:pt x="7823" y="3573"/>
                </a:lnTo>
                <a:lnTo>
                  <a:pt x="7811" y="3870"/>
                </a:lnTo>
                <a:lnTo>
                  <a:pt x="7668" y="4442"/>
                </a:lnTo>
                <a:lnTo>
                  <a:pt x="7394" y="4977"/>
                </a:lnTo>
                <a:lnTo>
                  <a:pt x="7001" y="5442"/>
                </a:lnTo>
                <a:lnTo>
                  <a:pt x="6513" y="5835"/>
                </a:lnTo>
                <a:lnTo>
                  <a:pt x="5942" y="6156"/>
                </a:lnTo>
                <a:lnTo>
                  <a:pt x="5310" y="6382"/>
                </a:lnTo>
                <a:lnTo>
                  <a:pt x="4608" y="6490"/>
                </a:lnTo>
                <a:lnTo>
                  <a:pt x="4239" y="6502"/>
                </a:lnTo>
                <a:lnTo>
                  <a:pt x="3977" y="6502"/>
                </a:lnTo>
                <a:lnTo>
                  <a:pt x="3465" y="6430"/>
                </a:lnTo>
                <a:lnTo>
                  <a:pt x="3203" y="6382"/>
                </a:lnTo>
                <a:lnTo>
                  <a:pt x="2929" y="6311"/>
                </a:lnTo>
                <a:lnTo>
                  <a:pt x="2691" y="6466"/>
                </a:lnTo>
                <a:lnTo>
                  <a:pt x="2358" y="6680"/>
                </a:lnTo>
                <a:lnTo>
                  <a:pt x="1679" y="6966"/>
                </a:lnTo>
                <a:lnTo>
                  <a:pt x="1155" y="7097"/>
                </a:lnTo>
                <a:lnTo>
                  <a:pt x="869" y="7133"/>
                </a:lnTo>
                <a:lnTo>
                  <a:pt x="1012" y="6942"/>
                </a:lnTo>
                <a:lnTo>
                  <a:pt x="1357" y="6394"/>
                </a:lnTo>
                <a:lnTo>
                  <a:pt x="1524" y="6085"/>
                </a:lnTo>
                <a:lnTo>
                  <a:pt x="1715" y="5680"/>
                </a:lnTo>
                <a:lnTo>
                  <a:pt x="1405" y="5359"/>
                </a:lnTo>
                <a:lnTo>
                  <a:pt x="1226" y="5168"/>
                </a:lnTo>
                <a:lnTo>
                  <a:pt x="953" y="4739"/>
                </a:lnTo>
                <a:lnTo>
                  <a:pt x="762" y="4287"/>
                </a:lnTo>
                <a:lnTo>
                  <a:pt x="667" y="3823"/>
                </a:lnTo>
                <a:lnTo>
                  <a:pt x="655" y="3573"/>
                </a:lnTo>
                <a:lnTo>
                  <a:pt x="667" y="3275"/>
                </a:lnTo>
                <a:lnTo>
                  <a:pt x="810" y="2703"/>
                </a:lnTo>
                <a:lnTo>
                  <a:pt x="1084" y="2179"/>
                </a:lnTo>
                <a:lnTo>
                  <a:pt x="1465" y="1715"/>
                </a:lnTo>
                <a:lnTo>
                  <a:pt x="1953" y="1310"/>
                </a:lnTo>
                <a:lnTo>
                  <a:pt x="2524" y="1001"/>
                </a:lnTo>
                <a:lnTo>
                  <a:pt x="3167" y="774"/>
                </a:lnTo>
                <a:lnTo>
                  <a:pt x="3870" y="655"/>
                </a:lnTo>
                <a:lnTo>
                  <a:pt x="4239" y="643"/>
                </a:lnTo>
                <a:close/>
                <a:moveTo>
                  <a:pt x="4239" y="0"/>
                </a:moveTo>
                <a:lnTo>
                  <a:pt x="3810" y="12"/>
                </a:lnTo>
                <a:lnTo>
                  <a:pt x="2977" y="155"/>
                </a:lnTo>
                <a:lnTo>
                  <a:pt x="2215" y="429"/>
                </a:lnTo>
                <a:lnTo>
                  <a:pt x="1548" y="810"/>
                </a:lnTo>
                <a:lnTo>
                  <a:pt x="964" y="1298"/>
                </a:lnTo>
                <a:lnTo>
                  <a:pt x="512" y="1870"/>
                </a:lnTo>
                <a:lnTo>
                  <a:pt x="191" y="2513"/>
                </a:lnTo>
                <a:lnTo>
                  <a:pt x="24" y="3203"/>
                </a:lnTo>
                <a:lnTo>
                  <a:pt x="12" y="3573"/>
                </a:lnTo>
                <a:lnTo>
                  <a:pt x="24" y="3894"/>
                </a:lnTo>
                <a:lnTo>
                  <a:pt x="143" y="4489"/>
                </a:lnTo>
                <a:lnTo>
                  <a:pt x="381" y="5061"/>
                </a:lnTo>
                <a:lnTo>
                  <a:pt x="726" y="5573"/>
                </a:lnTo>
                <a:lnTo>
                  <a:pt x="929" y="5811"/>
                </a:lnTo>
                <a:lnTo>
                  <a:pt x="679" y="6287"/>
                </a:lnTo>
                <a:lnTo>
                  <a:pt x="202" y="6930"/>
                </a:lnTo>
                <a:lnTo>
                  <a:pt x="143" y="6990"/>
                </a:lnTo>
                <a:lnTo>
                  <a:pt x="48" y="7109"/>
                </a:lnTo>
                <a:lnTo>
                  <a:pt x="0" y="7383"/>
                </a:lnTo>
                <a:lnTo>
                  <a:pt x="48" y="7514"/>
                </a:lnTo>
                <a:lnTo>
                  <a:pt x="119" y="7645"/>
                </a:lnTo>
                <a:lnTo>
                  <a:pt x="345" y="7799"/>
                </a:lnTo>
                <a:lnTo>
                  <a:pt x="488" y="7811"/>
                </a:lnTo>
                <a:lnTo>
                  <a:pt x="893" y="7799"/>
                </a:lnTo>
                <a:lnTo>
                  <a:pt x="1631" y="7657"/>
                </a:lnTo>
                <a:lnTo>
                  <a:pt x="2286" y="7430"/>
                </a:lnTo>
                <a:lnTo>
                  <a:pt x="2822" y="7156"/>
                </a:lnTo>
                <a:lnTo>
                  <a:pt x="3048" y="7014"/>
                </a:lnTo>
                <a:lnTo>
                  <a:pt x="3334" y="7073"/>
                </a:lnTo>
                <a:lnTo>
                  <a:pt x="3929" y="7145"/>
                </a:lnTo>
                <a:lnTo>
                  <a:pt x="4239" y="7156"/>
                </a:lnTo>
                <a:lnTo>
                  <a:pt x="4679" y="7145"/>
                </a:lnTo>
                <a:lnTo>
                  <a:pt x="5501" y="7002"/>
                </a:lnTo>
                <a:lnTo>
                  <a:pt x="6263" y="6728"/>
                </a:lnTo>
                <a:lnTo>
                  <a:pt x="6942" y="6347"/>
                </a:lnTo>
                <a:lnTo>
                  <a:pt x="7513" y="5859"/>
                </a:lnTo>
                <a:lnTo>
                  <a:pt x="7966" y="5287"/>
                </a:lnTo>
                <a:lnTo>
                  <a:pt x="8287" y="4644"/>
                </a:lnTo>
                <a:lnTo>
                  <a:pt x="8454" y="3942"/>
                </a:lnTo>
                <a:lnTo>
                  <a:pt x="8478" y="3573"/>
                </a:lnTo>
                <a:lnTo>
                  <a:pt x="8454" y="3203"/>
                </a:lnTo>
                <a:lnTo>
                  <a:pt x="8287" y="2513"/>
                </a:lnTo>
                <a:lnTo>
                  <a:pt x="7966" y="1870"/>
                </a:lnTo>
                <a:lnTo>
                  <a:pt x="7513" y="1298"/>
                </a:lnTo>
                <a:lnTo>
                  <a:pt x="6942" y="810"/>
                </a:lnTo>
                <a:lnTo>
                  <a:pt x="6263" y="429"/>
                </a:lnTo>
                <a:lnTo>
                  <a:pt x="5501" y="155"/>
                </a:lnTo>
                <a:lnTo>
                  <a:pt x="4679" y="12"/>
                </a:lnTo>
                <a:lnTo>
                  <a:pt x="4239" y="0"/>
                </a:lnTo>
                <a:close/>
                <a:moveTo>
                  <a:pt x="9109" y="3251"/>
                </a:moveTo>
                <a:lnTo>
                  <a:pt x="9121" y="3406"/>
                </a:lnTo>
                <a:lnTo>
                  <a:pt x="9121" y="3573"/>
                </a:lnTo>
                <a:lnTo>
                  <a:pt x="9121" y="3739"/>
                </a:lnTo>
                <a:lnTo>
                  <a:pt x="9109" y="3906"/>
                </a:lnTo>
                <a:lnTo>
                  <a:pt x="9454" y="3906"/>
                </a:lnTo>
                <a:lnTo>
                  <a:pt x="10097" y="4025"/>
                </a:lnTo>
                <a:lnTo>
                  <a:pt x="10680" y="4251"/>
                </a:lnTo>
                <a:lnTo>
                  <a:pt x="11204" y="4561"/>
                </a:lnTo>
                <a:lnTo>
                  <a:pt x="11645" y="4966"/>
                </a:lnTo>
                <a:lnTo>
                  <a:pt x="11990" y="5430"/>
                </a:lnTo>
                <a:lnTo>
                  <a:pt x="12240" y="5954"/>
                </a:lnTo>
                <a:lnTo>
                  <a:pt x="12371" y="6525"/>
                </a:lnTo>
                <a:lnTo>
                  <a:pt x="12383" y="6835"/>
                </a:lnTo>
                <a:lnTo>
                  <a:pt x="12371" y="7049"/>
                </a:lnTo>
                <a:lnTo>
                  <a:pt x="12300" y="7478"/>
                </a:lnTo>
                <a:lnTo>
                  <a:pt x="12169" y="7895"/>
                </a:lnTo>
                <a:lnTo>
                  <a:pt x="11954" y="8276"/>
                </a:lnTo>
                <a:lnTo>
                  <a:pt x="11823" y="8466"/>
                </a:lnTo>
                <a:lnTo>
                  <a:pt x="11561" y="8823"/>
                </a:lnTo>
                <a:lnTo>
                  <a:pt x="11788" y="9192"/>
                </a:lnTo>
                <a:lnTo>
                  <a:pt x="11990" y="9502"/>
                </a:lnTo>
                <a:lnTo>
                  <a:pt x="12169" y="9740"/>
                </a:lnTo>
                <a:lnTo>
                  <a:pt x="12169" y="9740"/>
                </a:lnTo>
                <a:lnTo>
                  <a:pt x="11895" y="9704"/>
                </a:lnTo>
                <a:lnTo>
                  <a:pt x="11335" y="9562"/>
                </a:lnTo>
                <a:lnTo>
                  <a:pt x="11061" y="9454"/>
                </a:lnTo>
                <a:lnTo>
                  <a:pt x="10811" y="9347"/>
                </a:lnTo>
                <a:lnTo>
                  <a:pt x="10549" y="9466"/>
                </a:lnTo>
                <a:lnTo>
                  <a:pt x="10204" y="9597"/>
                </a:lnTo>
                <a:lnTo>
                  <a:pt x="9490" y="9752"/>
                </a:lnTo>
                <a:lnTo>
                  <a:pt x="9121" y="9764"/>
                </a:lnTo>
                <a:lnTo>
                  <a:pt x="8835" y="9752"/>
                </a:lnTo>
                <a:lnTo>
                  <a:pt x="8299" y="9669"/>
                </a:lnTo>
                <a:lnTo>
                  <a:pt x="7787" y="9502"/>
                </a:lnTo>
                <a:lnTo>
                  <a:pt x="7323" y="9264"/>
                </a:lnTo>
                <a:lnTo>
                  <a:pt x="6906" y="8966"/>
                </a:lnTo>
                <a:lnTo>
                  <a:pt x="6549" y="8621"/>
                </a:lnTo>
                <a:lnTo>
                  <a:pt x="6263" y="8216"/>
                </a:lnTo>
                <a:lnTo>
                  <a:pt x="6049" y="7764"/>
                </a:lnTo>
                <a:lnTo>
                  <a:pt x="5965" y="7526"/>
                </a:lnTo>
                <a:lnTo>
                  <a:pt x="5656" y="7633"/>
                </a:lnTo>
                <a:lnTo>
                  <a:pt x="5334" y="7704"/>
                </a:lnTo>
                <a:lnTo>
                  <a:pt x="5418" y="7990"/>
                </a:lnTo>
                <a:lnTo>
                  <a:pt x="5680" y="8526"/>
                </a:lnTo>
                <a:lnTo>
                  <a:pt x="6025" y="9026"/>
                </a:lnTo>
                <a:lnTo>
                  <a:pt x="6453" y="9454"/>
                </a:lnTo>
                <a:lnTo>
                  <a:pt x="6954" y="9812"/>
                </a:lnTo>
                <a:lnTo>
                  <a:pt x="7501" y="10097"/>
                </a:lnTo>
                <a:lnTo>
                  <a:pt x="8120" y="10300"/>
                </a:lnTo>
                <a:lnTo>
                  <a:pt x="8775" y="10407"/>
                </a:lnTo>
                <a:lnTo>
                  <a:pt x="9121" y="10419"/>
                </a:lnTo>
                <a:lnTo>
                  <a:pt x="9573" y="10395"/>
                </a:lnTo>
                <a:lnTo>
                  <a:pt x="10418" y="10216"/>
                </a:lnTo>
                <a:lnTo>
                  <a:pt x="10811" y="10062"/>
                </a:lnTo>
                <a:lnTo>
                  <a:pt x="11192" y="10205"/>
                </a:lnTo>
                <a:lnTo>
                  <a:pt x="12062" y="10395"/>
                </a:lnTo>
                <a:lnTo>
                  <a:pt x="12550" y="10419"/>
                </a:lnTo>
                <a:lnTo>
                  <a:pt x="12693" y="10395"/>
                </a:lnTo>
                <a:lnTo>
                  <a:pt x="12919" y="10252"/>
                </a:lnTo>
                <a:lnTo>
                  <a:pt x="12990" y="10121"/>
                </a:lnTo>
                <a:lnTo>
                  <a:pt x="13038" y="9978"/>
                </a:lnTo>
                <a:lnTo>
                  <a:pt x="12978" y="9716"/>
                </a:lnTo>
                <a:lnTo>
                  <a:pt x="12895" y="9597"/>
                </a:lnTo>
                <a:lnTo>
                  <a:pt x="12752" y="9443"/>
                </a:lnTo>
                <a:lnTo>
                  <a:pt x="12347" y="8859"/>
                </a:lnTo>
                <a:lnTo>
                  <a:pt x="12502" y="8633"/>
                </a:lnTo>
                <a:lnTo>
                  <a:pt x="12752" y="8157"/>
                </a:lnTo>
                <a:lnTo>
                  <a:pt x="12931" y="7645"/>
                </a:lnTo>
                <a:lnTo>
                  <a:pt x="13026" y="7109"/>
                </a:lnTo>
                <a:lnTo>
                  <a:pt x="13026" y="6835"/>
                </a:lnTo>
                <a:lnTo>
                  <a:pt x="13014" y="6466"/>
                </a:lnTo>
                <a:lnTo>
                  <a:pt x="12859" y="5763"/>
                </a:lnTo>
                <a:lnTo>
                  <a:pt x="12562" y="5120"/>
                </a:lnTo>
                <a:lnTo>
                  <a:pt x="12145" y="4549"/>
                </a:lnTo>
                <a:lnTo>
                  <a:pt x="11609" y="4061"/>
                </a:lnTo>
                <a:lnTo>
                  <a:pt x="10990" y="3680"/>
                </a:lnTo>
                <a:lnTo>
                  <a:pt x="10287" y="3406"/>
                </a:lnTo>
                <a:lnTo>
                  <a:pt x="9525" y="3263"/>
                </a:lnTo>
                <a:lnTo>
                  <a:pt x="9121" y="325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5" name="Google Shape;3215;p175"/>
          <p:cNvSpPr/>
          <p:nvPr/>
        </p:nvSpPr>
        <p:spPr>
          <a:xfrm>
            <a:off x="6095569" y="5444167"/>
            <a:ext cx="656691" cy="525222"/>
          </a:xfrm>
          <a:custGeom>
            <a:rect b="b" l="l" r="r" t="t"/>
            <a:pathLst>
              <a:path extrusionOk="0" h="10419" w="13027">
                <a:moveTo>
                  <a:pt x="3822" y="1620"/>
                </a:moveTo>
                <a:lnTo>
                  <a:pt x="3644" y="1632"/>
                </a:lnTo>
                <a:lnTo>
                  <a:pt x="3322" y="1775"/>
                </a:lnTo>
                <a:lnTo>
                  <a:pt x="3072" y="2013"/>
                </a:lnTo>
                <a:lnTo>
                  <a:pt x="2941" y="2334"/>
                </a:lnTo>
                <a:lnTo>
                  <a:pt x="2929" y="2525"/>
                </a:lnTo>
                <a:lnTo>
                  <a:pt x="2941" y="2656"/>
                </a:lnTo>
                <a:lnTo>
                  <a:pt x="3120" y="2822"/>
                </a:lnTo>
                <a:lnTo>
                  <a:pt x="3251" y="2846"/>
                </a:lnTo>
                <a:lnTo>
                  <a:pt x="3382" y="2822"/>
                </a:lnTo>
                <a:lnTo>
                  <a:pt x="3561" y="2656"/>
                </a:lnTo>
                <a:lnTo>
                  <a:pt x="3572" y="2525"/>
                </a:lnTo>
                <a:lnTo>
                  <a:pt x="3596" y="2418"/>
                </a:lnTo>
                <a:lnTo>
                  <a:pt x="3727" y="2287"/>
                </a:lnTo>
                <a:lnTo>
                  <a:pt x="3822" y="2275"/>
                </a:lnTo>
                <a:lnTo>
                  <a:pt x="4561" y="2275"/>
                </a:lnTo>
                <a:lnTo>
                  <a:pt x="4692" y="2287"/>
                </a:lnTo>
                <a:lnTo>
                  <a:pt x="4858" y="2465"/>
                </a:lnTo>
                <a:lnTo>
                  <a:pt x="4882" y="2584"/>
                </a:lnTo>
                <a:lnTo>
                  <a:pt x="4870" y="2679"/>
                </a:lnTo>
                <a:lnTo>
                  <a:pt x="4787" y="2822"/>
                </a:lnTo>
                <a:lnTo>
                  <a:pt x="4704" y="2870"/>
                </a:lnTo>
                <a:lnTo>
                  <a:pt x="4084" y="3191"/>
                </a:lnTo>
                <a:lnTo>
                  <a:pt x="4001" y="3227"/>
                </a:lnTo>
                <a:lnTo>
                  <a:pt x="3918" y="3394"/>
                </a:lnTo>
                <a:lnTo>
                  <a:pt x="3906" y="3477"/>
                </a:lnTo>
                <a:lnTo>
                  <a:pt x="3906" y="3906"/>
                </a:lnTo>
                <a:lnTo>
                  <a:pt x="3918" y="4037"/>
                </a:lnTo>
                <a:lnTo>
                  <a:pt x="4096" y="4204"/>
                </a:lnTo>
                <a:lnTo>
                  <a:pt x="4227" y="4227"/>
                </a:lnTo>
                <a:lnTo>
                  <a:pt x="4358" y="4204"/>
                </a:lnTo>
                <a:lnTo>
                  <a:pt x="4537" y="4037"/>
                </a:lnTo>
                <a:lnTo>
                  <a:pt x="4561" y="3906"/>
                </a:lnTo>
                <a:lnTo>
                  <a:pt x="4561" y="3680"/>
                </a:lnTo>
                <a:lnTo>
                  <a:pt x="5001" y="3453"/>
                </a:lnTo>
                <a:lnTo>
                  <a:pt x="5108" y="3382"/>
                </a:lnTo>
                <a:lnTo>
                  <a:pt x="5311" y="3203"/>
                </a:lnTo>
                <a:lnTo>
                  <a:pt x="5454" y="2977"/>
                </a:lnTo>
                <a:lnTo>
                  <a:pt x="5525" y="2727"/>
                </a:lnTo>
                <a:lnTo>
                  <a:pt x="5537" y="2584"/>
                </a:lnTo>
                <a:lnTo>
                  <a:pt x="5525" y="2584"/>
                </a:lnTo>
                <a:lnTo>
                  <a:pt x="5513" y="2394"/>
                </a:lnTo>
                <a:lnTo>
                  <a:pt x="5370" y="2048"/>
                </a:lnTo>
                <a:lnTo>
                  <a:pt x="5108" y="1786"/>
                </a:lnTo>
                <a:lnTo>
                  <a:pt x="4763" y="1632"/>
                </a:lnTo>
                <a:lnTo>
                  <a:pt x="4561" y="1620"/>
                </a:lnTo>
                <a:close/>
                <a:moveTo>
                  <a:pt x="4227" y="4549"/>
                </a:moveTo>
                <a:lnTo>
                  <a:pt x="4144" y="4561"/>
                </a:lnTo>
                <a:lnTo>
                  <a:pt x="3989" y="4620"/>
                </a:lnTo>
                <a:lnTo>
                  <a:pt x="3882" y="4727"/>
                </a:lnTo>
                <a:lnTo>
                  <a:pt x="3834" y="4870"/>
                </a:lnTo>
                <a:lnTo>
                  <a:pt x="3822" y="4966"/>
                </a:lnTo>
                <a:lnTo>
                  <a:pt x="3834" y="5037"/>
                </a:lnTo>
                <a:lnTo>
                  <a:pt x="3894" y="5192"/>
                </a:lnTo>
                <a:lnTo>
                  <a:pt x="4001" y="5299"/>
                </a:lnTo>
                <a:lnTo>
                  <a:pt x="4144" y="5359"/>
                </a:lnTo>
                <a:lnTo>
                  <a:pt x="4227" y="5370"/>
                </a:lnTo>
                <a:lnTo>
                  <a:pt x="4311" y="5359"/>
                </a:lnTo>
                <a:lnTo>
                  <a:pt x="4454" y="5299"/>
                </a:lnTo>
                <a:lnTo>
                  <a:pt x="4573" y="5192"/>
                </a:lnTo>
                <a:lnTo>
                  <a:pt x="4632" y="5037"/>
                </a:lnTo>
                <a:lnTo>
                  <a:pt x="4632" y="4966"/>
                </a:lnTo>
                <a:lnTo>
                  <a:pt x="4632" y="4870"/>
                </a:lnTo>
                <a:lnTo>
                  <a:pt x="4573" y="4727"/>
                </a:lnTo>
                <a:lnTo>
                  <a:pt x="4454" y="4620"/>
                </a:lnTo>
                <a:lnTo>
                  <a:pt x="4311" y="4561"/>
                </a:lnTo>
                <a:lnTo>
                  <a:pt x="4227" y="4549"/>
                </a:lnTo>
                <a:close/>
                <a:moveTo>
                  <a:pt x="4227" y="643"/>
                </a:moveTo>
                <a:lnTo>
                  <a:pt x="4596" y="655"/>
                </a:lnTo>
                <a:lnTo>
                  <a:pt x="5299" y="774"/>
                </a:lnTo>
                <a:lnTo>
                  <a:pt x="5942" y="1001"/>
                </a:lnTo>
                <a:lnTo>
                  <a:pt x="6513" y="1310"/>
                </a:lnTo>
                <a:lnTo>
                  <a:pt x="7002" y="1715"/>
                </a:lnTo>
                <a:lnTo>
                  <a:pt x="7383" y="2179"/>
                </a:lnTo>
                <a:lnTo>
                  <a:pt x="7656" y="2703"/>
                </a:lnTo>
                <a:lnTo>
                  <a:pt x="7799" y="3275"/>
                </a:lnTo>
                <a:lnTo>
                  <a:pt x="7811" y="3573"/>
                </a:lnTo>
                <a:lnTo>
                  <a:pt x="7799" y="3870"/>
                </a:lnTo>
                <a:lnTo>
                  <a:pt x="7656" y="4442"/>
                </a:lnTo>
                <a:lnTo>
                  <a:pt x="7383" y="4977"/>
                </a:lnTo>
                <a:lnTo>
                  <a:pt x="7002" y="5442"/>
                </a:lnTo>
                <a:lnTo>
                  <a:pt x="6513" y="5835"/>
                </a:lnTo>
                <a:lnTo>
                  <a:pt x="5942" y="6156"/>
                </a:lnTo>
                <a:lnTo>
                  <a:pt x="5299" y="6382"/>
                </a:lnTo>
                <a:lnTo>
                  <a:pt x="4596" y="6490"/>
                </a:lnTo>
                <a:lnTo>
                  <a:pt x="4227" y="6502"/>
                </a:lnTo>
                <a:lnTo>
                  <a:pt x="3965" y="6502"/>
                </a:lnTo>
                <a:lnTo>
                  <a:pt x="3453" y="6430"/>
                </a:lnTo>
                <a:lnTo>
                  <a:pt x="3203" y="6382"/>
                </a:lnTo>
                <a:lnTo>
                  <a:pt x="2918" y="6311"/>
                </a:lnTo>
                <a:lnTo>
                  <a:pt x="2679" y="6466"/>
                </a:lnTo>
                <a:lnTo>
                  <a:pt x="2346" y="6680"/>
                </a:lnTo>
                <a:lnTo>
                  <a:pt x="1667" y="6966"/>
                </a:lnTo>
                <a:lnTo>
                  <a:pt x="1143" y="7097"/>
                </a:lnTo>
                <a:lnTo>
                  <a:pt x="858" y="7133"/>
                </a:lnTo>
                <a:lnTo>
                  <a:pt x="858" y="7133"/>
                </a:lnTo>
                <a:lnTo>
                  <a:pt x="1012" y="6942"/>
                </a:lnTo>
                <a:lnTo>
                  <a:pt x="1358" y="6394"/>
                </a:lnTo>
                <a:lnTo>
                  <a:pt x="1513" y="6085"/>
                </a:lnTo>
                <a:lnTo>
                  <a:pt x="1703" y="5680"/>
                </a:lnTo>
                <a:lnTo>
                  <a:pt x="1393" y="5359"/>
                </a:lnTo>
                <a:lnTo>
                  <a:pt x="1215" y="5168"/>
                </a:lnTo>
                <a:lnTo>
                  <a:pt x="941" y="4739"/>
                </a:lnTo>
                <a:lnTo>
                  <a:pt x="751" y="4287"/>
                </a:lnTo>
                <a:lnTo>
                  <a:pt x="655" y="3823"/>
                </a:lnTo>
                <a:lnTo>
                  <a:pt x="655" y="3573"/>
                </a:lnTo>
                <a:lnTo>
                  <a:pt x="667" y="3275"/>
                </a:lnTo>
                <a:lnTo>
                  <a:pt x="798" y="2703"/>
                </a:lnTo>
                <a:lnTo>
                  <a:pt x="1072" y="2179"/>
                </a:lnTo>
                <a:lnTo>
                  <a:pt x="1453" y="1715"/>
                </a:lnTo>
                <a:lnTo>
                  <a:pt x="1941" y="1310"/>
                </a:lnTo>
                <a:lnTo>
                  <a:pt x="2513" y="1001"/>
                </a:lnTo>
                <a:lnTo>
                  <a:pt x="3156" y="774"/>
                </a:lnTo>
                <a:lnTo>
                  <a:pt x="3858" y="655"/>
                </a:lnTo>
                <a:lnTo>
                  <a:pt x="4227" y="643"/>
                </a:lnTo>
                <a:close/>
                <a:moveTo>
                  <a:pt x="4227" y="0"/>
                </a:moveTo>
                <a:lnTo>
                  <a:pt x="3799" y="12"/>
                </a:lnTo>
                <a:lnTo>
                  <a:pt x="2965" y="155"/>
                </a:lnTo>
                <a:lnTo>
                  <a:pt x="2215" y="429"/>
                </a:lnTo>
                <a:lnTo>
                  <a:pt x="1536" y="810"/>
                </a:lnTo>
                <a:lnTo>
                  <a:pt x="965" y="1298"/>
                </a:lnTo>
                <a:lnTo>
                  <a:pt x="500" y="1870"/>
                </a:lnTo>
                <a:lnTo>
                  <a:pt x="179" y="2513"/>
                </a:lnTo>
                <a:lnTo>
                  <a:pt x="12" y="3203"/>
                </a:lnTo>
                <a:lnTo>
                  <a:pt x="0" y="3573"/>
                </a:lnTo>
                <a:lnTo>
                  <a:pt x="12" y="3894"/>
                </a:lnTo>
                <a:lnTo>
                  <a:pt x="131" y="4489"/>
                </a:lnTo>
                <a:lnTo>
                  <a:pt x="370" y="5061"/>
                </a:lnTo>
                <a:lnTo>
                  <a:pt x="715" y="5573"/>
                </a:lnTo>
                <a:lnTo>
                  <a:pt x="929" y="5811"/>
                </a:lnTo>
                <a:lnTo>
                  <a:pt x="667" y="6287"/>
                </a:lnTo>
                <a:lnTo>
                  <a:pt x="191" y="6930"/>
                </a:lnTo>
                <a:lnTo>
                  <a:pt x="131" y="6990"/>
                </a:lnTo>
                <a:lnTo>
                  <a:pt x="48" y="7109"/>
                </a:lnTo>
                <a:lnTo>
                  <a:pt x="0" y="7383"/>
                </a:lnTo>
                <a:lnTo>
                  <a:pt x="36" y="7514"/>
                </a:lnTo>
                <a:lnTo>
                  <a:pt x="108" y="7645"/>
                </a:lnTo>
                <a:lnTo>
                  <a:pt x="334" y="7799"/>
                </a:lnTo>
                <a:lnTo>
                  <a:pt x="477" y="7811"/>
                </a:lnTo>
                <a:lnTo>
                  <a:pt x="881" y="7799"/>
                </a:lnTo>
                <a:lnTo>
                  <a:pt x="1632" y="7657"/>
                </a:lnTo>
                <a:lnTo>
                  <a:pt x="2275" y="7430"/>
                </a:lnTo>
                <a:lnTo>
                  <a:pt x="2822" y="7156"/>
                </a:lnTo>
                <a:lnTo>
                  <a:pt x="3037" y="7014"/>
                </a:lnTo>
                <a:lnTo>
                  <a:pt x="3322" y="7073"/>
                </a:lnTo>
                <a:lnTo>
                  <a:pt x="3918" y="7145"/>
                </a:lnTo>
                <a:lnTo>
                  <a:pt x="4227" y="7156"/>
                </a:lnTo>
                <a:lnTo>
                  <a:pt x="4668" y="7145"/>
                </a:lnTo>
                <a:lnTo>
                  <a:pt x="5489" y="7002"/>
                </a:lnTo>
                <a:lnTo>
                  <a:pt x="6251" y="6728"/>
                </a:lnTo>
                <a:lnTo>
                  <a:pt x="6930" y="6347"/>
                </a:lnTo>
                <a:lnTo>
                  <a:pt x="7502" y="5859"/>
                </a:lnTo>
                <a:lnTo>
                  <a:pt x="7954" y="5287"/>
                </a:lnTo>
                <a:lnTo>
                  <a:pt x="8276" y="4644"/>
                </a:lnTo>
                <a:lnTo>
                  <a:pt x="8454" y="3942"/>
                </a:lnTo>
                <a:lnTo>
                  <a:pt x="8466" y="3573"/>
                </a:lnTo>
                <a:lnTo>
                  <a:pt x="8454" y="3203"/>
                </a:lnTo>
                <a:lnTo>
                  <a:pt x="8276" y="2513"/>
                </a:lnTo>
                <a:lnTo>
                  <a:pt x="7954" y="1870"/>
                </a:lnTo>
                <a:lnTo>
                  <a:pt x="7502" y="1298"/>
                </a:lnTo>
                <a:lnTo>
                  <a:pt x="6930" y="810"/>
                </a:lnTo>
                <a:lnTo>
                  <a:pt x="6251" y="429"/>
                </a:lnTo>
                <a:lnTo>
                  <a:pt x="5489" y="155"/>
                </a:lnTo>
                <a:lnTo>
                  <a:pt x="4668" y="12"/>
                </a:lnTo>
                <a:lnTo>
                  <a:pt x="4227" y="0"/>
                </a:lnTo>
                <a:close/>
                <a:moveTo>
                  <a:pt x="10455" y="5871"/>
                </a:moveTo>
                <a:lnTo>
                  <a:pt x="10347" y="5954"/>
                </a:lnTo>
                <a:lnTo>
                  <a:pt x="8895" y="7406"/>
                </a:lnTo>
                <a:lnTo>
                  <a:pt x="8371" y="6871"/>
                </a:lnTo>
                <a:lnTo>
                  <a:pt x="8264" y="6787"/>
                </a:lnTo>
                <a:lnTo>
                  <a:pt x="8014" y="6787"/>
                </a:lnTo>
                <a:lnTo>
                  <a:pt x="7906" y="6871"/>
                </a:lnTo>
                <a:lnTo>
                  <a:pt x="7823" y="6978"/>
                </a:lnTo>
                <a:lnTo>
                  <a:pt x="7823" y="7228"/>
                </a:lnTo>
                <a:lnTo>
                  <a:pt x="7906" y="7335"/>
                </a:lnTo>
                <a:lnTo>
                  <a:pt x="8669" y="8097"/>
                </a:lnTo>
                <a:lnTo>
                  <a:pt x="8764" y="8169"/>
                </a:lnTo>
                <a:lnTo>
                  <a:pt x="8895" y="8192"/>
                </a:lnTo>
                <a:lnTo>
                  <a:pt x="9026" y="8169"/>
                </a:lnTo>
                <a:lnTo>
                  <a:pt x="9121" y="8097"/>
                </a:lnTo>
                <a:lnTo>
                  <a:pt x="10812" y="6406"/>
                </a:lnTo>
                <a:lnTo>
                  <a:pt x="10883" y="6299"/>
                </a:lnTo>
                <a:lnTo>
                  <a:pt x="10883" y="6049"/>
                </a:lnTo>
                <a:lnTo>
                  <a:pt x="10812" y="5954"/>
                </a:lnTo>
                <a:lnTo>
                  <a:pt x="10705" y="5871"/>
                </a:lnTo>
                <a:close/>
                <a:moveTo>
                  <a:pt x="9097" y="3251"/>
                </a:moveTo>
                <a:lnTo>
                  <a:pt x="9109" y="3406"/>
                </a:lnTo>
                <a:lnTo>
                  <a:pt x="9109" y="3573"/>
                </a:lnTo>
                <a:lnTo>
                  <a:pt x="9109" y="3739"/>
                </a:lnTo>
                <a:lnTo>
                  <a:pt x="9097" y="3906"/>
                </a:lnTo>
                <a:lnTo>
                  <a:pt x="9454" y="3906"/>
                </a:lnTo>
                <a:lnTo>
                  <a:pt x="10085" y="4025"/>
                </a:lnTo>
                <a:lnTo>
                  <a:pt x="10669" y="4251"/>
                </a:lnTo>
                <a:lnTo>
                  <a:pt x="11193" y="4561"/>
                </a:lnTo>
                <a:lnTo>
                  <a:pt x="11633" y="4966"/>
                </a:lnTo>
                <a:lnTo>
                  <a:pt x="11979" y="5430"/>
                </a:lnTo>
                <a:lnTo>
                  <a:pt x="12229" y="5954"/>
                </a:lnTo>
                <a:lnTo>
                  <a:pt x="12360" y="6525"/>
                </a:lnTo>
                <a:lnTo>
                  <a:pt x="12372" y="6835"/>
                </a:lnTo>
                <a:lnTo>
                  <a:pt x="12360" y="7049"/>
                </a:lnTo>
                <a:lnTo>
                  <a:pt x="12300" y="7478"/>
                </a:lnTo>
                <a:lnTo>
                  <a:pt x="12157" y="7895"/>
                </a:lnTo>
                <a:lnTo>
                  <a:pt x="11943" y="8276"/>
                </a:lnTo>
                <a:lnTo>
                  <a:pt x="11812" y="8466"/>
                </a:lnTo>
                <a:lnTo>
                  <a:pt x="11550" y="8823"/>
                </a:lnTo>
                <a:lnTo>
                  <a:pt x="11788" y="9192"/>
                </a:lnTo>
                <a:lnTo>
                  <a:pt x="11979" y="9502"/>
                </a:lnTo>
                <a:lnTo>
                  <a:pt x="12157" y="9740"/>
                </a:lnTo>
                <a:lnTo>
                  <a:pt x="11883" y="9704"/>
                </a:lnTo>
                <a:lnTo>
                  <a:pt x="11336" y="9562"/>
                </a:lnTo>
                <a:lnTo>
                  <a:pt x="11062" y="9454"/>
                </a:lnTo>
                <a:lnTo>
                  <a:pt x="10800" y="9347"/>
                </a:lnTo>
                <a:lnTo>
                  <a:pt x="10538" y="9466"/>
                </a:lnTo>
                <a:lnTo>
                  <a:pt x="10193" y="9597"/>
                </a:lnTo>
                <a:lnTo>
                  <a:pt x="9478" y="9752"/>
                </a:lnTo>
                <a:lnTo>
                  <a:pt x="9109" y="9764"/>
                </a:lnTo>
                <a:lnTo>
                  <a:pt x="8823" y="9752"/>
                </a:lnTo>
                <a:lnTo>
                  <a:pt x="8287" y="9669"/>
                </a:lnTo>
                <a:lnTo>
                  <a:pt x="7775" y="9502"/>
                </a:lnTo>
                <a:lnTo>
                  <a:pt x="7311" y="9264"/>
                </a:lnTo>
                <a:lnTo>
                  <a:pt x="6894" y="8966"/>
                </a:lnTo>
                <a:lnTo>
                  <a:pt x="6537" y="8621"/>
                </a:lnTo>
                <a:lnTo>
                  <a:pt x="6251" y="8216"/>
                </a:lnTo>
                <a:lnTo>
                  <a:pt x="6037" y="7764"/>
                </a:lnTo>
                <a:lnTo>
                  <a:pt x="5966" y="7526"/>
                </a:lnTo>
                <a:lnTo>
                  <a:pt x="5644" y="7633"/>
                </a:lnTo>
                <a:lnTo>
                  <a:pt x="5323" y="7704"/>
                </a:lnTo>
                <a:lnTo>
                  <a:pt x="5418" y="7990"/>
                </a:lnTo>
                <a:lnTo>
                  <a:pt x="5668" y="8526"/>
                </a:lnTo>
                <a:lnTo>
                  <a:pt x="6013" y="9026"/>
                </a:lnTo>
                <a:lnTo>
                  <a:pt x="6442" y="9454"/>
                </a:lnTo>
                <a:lnTo>
                  <a:pt x="6942" y="9812"/>
                </a:lnTo>
                <a:lnTo>
                  <a:pt x="7502" y="10097"/>
                </a:lnTo>
                <a:lnTo>
                  <a:pt x="8109" y="10300"/>
                </a:lnTo>
                <a:lnTo>
                  <a:pt x="8764" y="10407"/>
                </a:lnTo>
                <a:lnTo>
                  <a:pt x="9109" y="10419"/>
                </a:lnTo>
                <a:lnTo>
                  <a:pt x="9562" y="10395"/>
                </a:lnTo>
                <a:lnTo>
                  <a:pt x="10407" y="10216"/>
                </a:lnTo>
                <a:lnTo>
                  <a:pt x="10800" y="10062"/>
                </a:lnTo>
                <a:lnTo>
                  <a:pt x="11181" y="10205"/>
                </a:lnTo>
                <a:lnTo>
                  <a:pt x="12050" y="10395"/>
                </a:lnTo>
                <a:lnTo>
                  <a:pt x="12538" y="10419"/>
                </a:lnTo>
                <a:lnTo>
                  <a:pt x="12681" y="10395"/>
                </a:lnTo>
                <a:lnTo>
                  <a:pt x="12907" y="10252"/>
                </a:lnTo>
                <a:lnTo>
                  <a:pt x="12979" y="10121"/>
                </a:lnTo>
                <a:lnTo>
                  <a:pt x="13026" y="9978"/>
                </a:lnTo>
                <a:lnTo>
                  <a:pt x="12979" y="9716"/>
                </a:lnTo>
                <a:lnTo>
                  <a:pt x="12883" y="9597"/>
                </a:lnTo>
                <a:lnTo>
                  <a:pt x="12741" y="9443"/>
                </a:lnTo>
                <a:lnTo>
                  <a:pt x="12336" y="8859"/>
                </a:lnTo>
                <a:lnTo>
                  <a:pt x="12491" y="8633"/>
                </a:lnTo>
                <a:lnTo>
                  <a:pt x="12753" y="8157"/>
                </a:lnTo>
                <a:lnTo>
                  <a:pt x="12919" y="7645"/>
                </a:lnTo>
                <a:lnTo>
                  <a:pt x="13014" y="7109"/>
                </a:lnTo>
                <a:lnTo>
                  <a:pt x="13026" y="6835"/>
                </a:lnTo>
                <a:lnTo>
                  <a:pt x="13003" y="6466"/>
                </a:lnTo>
                <a:lnTo>
                  <a:pt x="12848" y="5763"/>
                </a:lnTo>
                <a:lnTo>
                  <a:pt x="12550" y="5120"/>
                </a:lnTo>
                <a:lnTo>
                  <a:pt x="12133" y="4549"/>
                </a:lnTo>
                <a:lnTo>
                  <a:pt x="11609" y="4061"/>
                </a:lnTo>
                <a:lnTo>
                  <a:pt x="10978" y="3680"/>
                </a:lnTo>
                <a:lnTo>
                  <a:pt x="10276" y="3406"/>
                </a:lnTo>
                <a:lnTo>
                  <a:pt x="9514" y="3263"/>
                </a:lnTo>
                <a:lnTo>
                  <a:pt x="9109" y="325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6" name="Google Shape;3216;p175"/>
          <p:cNvSpPr/>
          <p:nvPr/>
        </p:nvSpPr>
        <p:spPr>
          <a:xfrm>
            <a:off x="7162742" y="5443562"/>
            <a:ext cx="525222" cy="525222"/>
          </a:xfrm>
          <a:custGeom>
            <a:rect b="b" l="l" r="r" t="t"/>
            <a:pathLst>
              <a:path extrusionOk="0" h="10419" w="10419">
                <a:moveTo>
                  <a:pt x="5109" y="4728"/>
                </a:moveTo>
                <a:lnTo>
                  <a:pt x="4930" y="4811"/>
                </a:lnTo>
                <a:lnTo>
                  <a:pt x="4799" y="4942"/>
                </a:lnTo>
                <a:lnTo>
                  <a:pt x="4728" y="5109"/>
                </a:lnTo>
                <a:lnTo>
                  <a:pt x="4716" y="5216"/>
                </a:lnTo>
                <a:lnTo>
                  <a:pt x="4728" y="5311"/>
                </a:lnTo>
                <a:lnTo>
                  <a:pt x="4799" y="5490"/>
                </a:lnTo>
                <a:lnTo>
                  <a:pt x="4930" y="5621"/>
                </a:lnTo>
                <a:lnTo>
                  <a:pt x="5109" y="5692"/>
                </a:lnTo>
                <a:lnTo>
                  <a:pt x="5204" y="5704"/>
                </a:lnTo>
                <a:lnTo>
                  <a:pt x="5299" y="5692"/>
                </a:lnTo>
                <a:lnTo>
                  <a:pt x="5478" y="5621"/>
                </a:lnTo>
                <a:lnTo>
                  <a:pt x="5609" y="5490"/>
                </a:lnTo>
                <a:lnTo>
                  <a:pt x="5680" y="5311"/>
                </a:lnTo>
                <a:lnTo>
                  <a:pt x="5692" y="5216"/>
                </a:lnTo>
                <a:lnTo>
                  <a:pt x="5680" y="5109"/>
                </a:lnTo>
                <a:lnTo>
                  <a:pt x="5609" y="4942"/>
                </a:lnTo>
                <a:lnTo>
                  <a:pt x="5478" y="4811"/>
                </a:lnTo>
                <a:lnTo>
                  <a:pt x="5299" y="4728"/>
                </a:lnTo>
                <a:close/>
                <a:moveTo>
                  <a:pt x="7299" y="3120"/>
                </a:moveTo>
                <a:lnTo>
                  <a:pt x="6299" y="6109"/>
                </a:lnTo>
                <a:lnTo>
                  <a:pt x="6275" y="6180"/>
                </a:lnTo>
                <a:lnTo>
                  <a:pt x="6168" y="6275"/>
                </a:lnTo>
                <a:lnTo>
                  <a:pt x="6097" y="6311"/>
                </a:lnTo>
                <a:lnTo>
                  <a:pt x="3120" y="7299"/>
                </a:lnTo>
                <a:lnTo>
                  <a:pt x="3120" y="7299"/>
                </a:lnTo>
                <a:lnTo>
                  <a:pt x="4108" y="4323"/>
                </a:lnTo>
                <a:lnTo>
                  <a:pt x="4132" y="4251"/>
                </a:lnTo>
                <a:lnTo>
                  <a:pt x="4239" y="4144"/>
                </a:lnTo>
                <a:lnTo>
                  <a:pt x="4311" y="4120"/>
                </a:lnTo>
                <a:lnTo>
                  <a:pt x="7299" y="3120"/>
                </a:lnTo>
                <a:close/>
                <a:moveTo>
                  <a:pt x="7276" y="2465"/>
                </a:moveTo>
                <a:lnTo>
                  <a:pt x="7085" y="2501"/>
                </a:lnTo>
                <a:lnTo>
                  <a:pt x="4108" y="3501"/>
                </a:lnTo>
                <a:lnTo>
                  <a:pt x="3894" y="3585"/>
                </a:lnTo>
                <a:lnTo>
                  <a:pt x="3585" y="3906"/>
                </a:lnTo>
                <a:lnTo>
                  <a:pt x="3489" y="4120"/>
                </a:lnTo>
                <a:lnTo>
                  <a:pt x="2501" y="7097"/>
                </a:lnTo>
                <a:lnTo>
                  <a:pt x="2453" y="7287"/>
                </a:lnTo>
                <a:lnTo>
                  <a:pt x="2537" y="7633"/>
                </a:lnTo>
                <a:lnTo>
                  <a:pt x="2787" y="7871"/>
                </a:lnTo>
                <a:lnTo>
                  <a:pt x="3132" y="7966"/>
                </a:lnTo>
                <a:lnTo>
                  <a:pt x="3323" y="7919"/>
                </a:lnTo>
                <a:lnTo>
                  <a:pt x="6299" y="6930"/>
                </a:lnTo>
                <a:lnTo>
                  <a:pt x="6514" y="6835"/>
                </a:lnTo>
                <a:lnTo>
                  <a:pt x="6823" y="6525"/>
                </a:lnTo>
                <a:lnTo>
                  <a:pt x="6918" y="6311"/>
                </a:lnTo>
                <a:lnTo>
                  <a:pt x="7919" y="3334"/>
                </a:lnTo>
                <a:lnTo>
                  <a:pt x="7954" y="3144"/>
                </a:lnTo>
                <a:lnTo>
                  <a:pt x="7871" y="2799"/>
                </a:lnTo>
                <a:lnTo>
                  <a:pt x="7621" y="2549"/>
                </a:lnTo>
                <a:lnTo>
                  <a:pt x="7276" y="2465"/>
                </a:lnTo>
                <a:close/>
                <a:moveTo>
                  <a:pt x="5204" y="655"/>
                </a:moveTo>
                <a:lnTo>
                  <a:pt x="5668" y="667"/>
                </a:lnTo>
                <a:lnTo>
                  <a:pt x="6561" y="858"/>
                </a:lnTo>
                <a:lnTo>
                  <a:pt x="7383" y="1203"/>
                </a:lnTo>
                <a:lnTo>
                  <a:pt x="8109" y="1691"/>
                </a:lnTo>
                <a:lnTo>
                  <a:pt x="8728" y="2310"/>
                </a:lnTo>
                <a:lnTo>
                  <a:pt x="9216" y="3037"/>
                </a:lnTo>
                <a:lnTo>
                  <a:pt x="9562" y="3858"/>
                </a:lnTo>
                <a:lnTo>
                  <a:pt x="9740" y="4751"/>
                </a:lnTo>
                <a:lnTo>
                  <a:pt x="9764" y="5216"/>
                </a:lnTo>
                <a:lnTo>
                  <a:pt x="9740" y="5680"/>
                </a:lnTo>
                <a:lnTo>
                  <a:pt x="9562" y="6573"/>
                </a:lnTo>
                <a:lnTo>
                  <a:pt x="9216" y="7395"/>
                </a:lnTo>
                <a:lnTo>
                  <a:pt x="8728" y="8121"/>
                </a:lnTo>
                <a:lnTo>
                  <a:pt x="8109" y="8740"/>
                </a:lnTo>
                <a:lnTo>
                  <a:pt x="7383" y="9228"/>
                </a:lnTo>
                <a:lnTo>
                  <a:pt x="6561" y="9574"/>
                </a:lnTo>
                <a:lnTo>
                  <a:pt x="5668" y="9752"/>
                </a:lnTo>
                <a:lnTo>
                  <a:pt x="5204" y="9776"/>
                </a:lnTo>
                <a:lnTo>
                  <a:pt x="4739" y="9752"/>
                </a:lnTo>
                <a:lnTo>
                  <a:pt x="3846" y="9574"/>
                </a:lnTo>
                <a:lnTo>
                  <a:pt x="3025" y="9228"/>
                </a:lnTo>
                <a:lnTo>
                  <a:pt x="2299" y="8740"/>
                </a:lnTo>
                <a:lnTo>
                  <a:pt x="1679" y="8121"/>
                </a:lnTo>
                <a:lnTo>
                  <a:pt x="1191" y="7395"/>
                </a:lnTo>
                <a:lnTo>
                  <a:pt x="846" y="6573"/>
                </a:lnTo>
                <a:lnTo>
                  <a:pt x="667" y="5680"/>
                </a:lnTo>
                <a:lnTo>
                  <a:pt x="644" y="5216"/>
                </a:lnTo>
                <a:lnTo>
                  <a:pt x="667" y="4751"/>
                </a:lnTo>
                <a:lnTo>
                  <a:pt x="846" y="3858"/>
                </a:lnTo>
                <a:lnTo>
                  <a:pt x="1191" y="3037"/>
                </a:lnTo>
                <a:lnTo>
                  <a:pt x="1679" y="2310"/>
                </a:lnTo>
                <a:lnTo>
                  <a:pt x="2299" y="1691"/>
                </a:lnTo>
                <a:lnTo>
                  <a:pt x="3025" y="1203"/>
                </a:lnTo>
                <a:lnTo>
                  <a:pt x="3846" y="858"/>
                </a:lnTo>
                <a:lnTo>
                  <a:pt x="4739" y="667"/>
                </a:lnTo>
                <a:lnTo>
                  <a:pt x="5204" y="655"/>
                </a:lnTo>
                <a:close/>
                <a:moveTo>
                  <a:pt x="5204" y="1"/>
                </a:moveTo>
                <a:lnTo>
                  <a:pt x="4668" y="24"/>
                </a:lnTo>
                <a:lnTo>
                  <a:pt x="3656" y="227"/>
                </a:lnTo>
                <a:lnTo>
                  <a:pt x="2715" y="632"/>
                </a:lnTo>
                <a:lnTo>
                  <a:pt x="1882" y="1191"/>
                </a:lnTo>
                <a:lnTo>
                  <a:pt x="1179" y="1894"/>
                </a:lnTo>
                <a:lnTo>
                  <a:pt x="620" y="2727"/>
                </a:lnTo>
                <a:lnTo>
                  <a:pt x="227" y="3656"/>
                </a:lnTo>
                <a:lnTo>
                  <a:pt x="12" y="4680"/>
                </a:lnTo>
                <a:lnTo>
                  <a:pt x="1" y="5216"/>
                </a:lnTo>
                <a:lnTo>
                  <a:pt x="12" y="5752"/>
                </a:lnTo>
                <a:lnTo>
                  <a:pt x="227" y="6764"/>
                </a:lnTo>
                <a:lnTo>
                  <a:pt x="620" y="7704"/>
                </a:lnTo>
                <a:lnTo>
                  <a:pt x="1179" y="8538"/>
                </a:lnTo>
                <a:lnTo>
                  <a:pt x="1882" y="9240"/>
                </a:lnTo>
                <a:lnTo>
                  <a:pt x="2715" y="9800"/>
                </a:lnTo>
                <a:lnTo>
                  <a:pt x="3656" y="10193"/>
                </a:lnTo>
                <a:lnTo>
                  <a:pt x="4668" y="10407"/>
                </a:lnTo>
                <a:lnTo>
                  <a:pt x="5204" y="10419"/>
                </a:lnTo>
                <a:lnTo>
                  <a:pt x="5740" y="10407"/>
                </a:lnTo>
                <a:lnTo>
                  <a:pt x="6752" y="10193"/>
                </a:lnTo>
                <a:lnTo>
                  <a:pt x="7692" y="9800"/>
                </a:lnTo>
                <a:lnTo>
                  <a:pt x="8526" y="9240"/>
                </a:lnTo>
                <a:lnTo>
                  <a:pt x="9228" y="8538"/>
                </a:lnTo>
                <a:lnTo>
                  <a:pt x="9788" y="7704"/>
                </a:lnTo>
                <a:lnTo>
                  <a:pt x="10181" y="6764"/>
                </a:lnTo>
                <a:lnTo>
                  <a:pt x="10395" y="5752"/>
                </a:lnTo>
                <a:lnTo>
                  <a:pt x="10419" y="5216"/>
                </a:lnTo>
                <a:lnTo>
                  <a:pt x="10395" y="4680"/>
                </a:lnTo>
                <a:lnTo>
                  <a:pt x="10181" y="3656"/>
                </a:lnTo>
                <a:lnTo>
                  <a:pt x="9788" y="2727"/>
                </a:lnTo>
                <a:lnTo>
                  <a:pt x="9228" y="1894"/>
                </a:lnTo>
                <a:lnTo>
                  <a:pt x="8526" y="1191"/>
                </a:lnTo>
                <a:lnTo>
                  <a:pt x="7692" y="632"/>
                </a:lnTo>
                <a:lnTo>
                  <a:pt x="6752" y="227"/>
                </a:lnTo>
                <a:lnTo>
                  <a:pt x="5740" y="24"/>
                </a:lnTo>
                <a:lnTo>
                  <a:pt x="520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7" name="Google Shape;3217;p175"/>
          <p:cNvSpPr/>
          <p:nvPr/>
        </p:nvSpPr>
        <p:spPr>
          <a:xfrm>
            <a:off x="1089180" y="5444167"/>
            <a:ext cx="656086" cy="524617"/>
          </a:xfrm>
          <a:custGeom>
            <a:rect b="b" l="l" r="r" t="t"/>
            <a:pathLst>
              <a:path extrusionOk="0" h="10407" w="13015">
                <a:moveTo>
                  <a:pt x="6132" y="667"/>
                </a:moveTo>
                <a:lnTo>
                  <a:pt x="5382" y="763"/>
                </a:lnTo>
                <a:lnTo>
                  <a:pt x="4680" y="929"/>
                </a:lnTo>
                <a:lnTo>
                  <a:pt x="4013" y="1179"/>
                </a:lnTo>
                <a:lnTo>
                  <a:pt x="3703" y="1334"/>
                </a:lnTo>
                <a:lnTo>
                  <a:pt x="4275" y="1786"/>
                </a:lnTo>
                <a:lnTo>
                  <a:pt x="4513" y="1667"/>
                </a:lnTo>
                <a:lnTo>
                  <a:pt x="5049" y="1489"/>
                </a:lnTo>
                <a:lnTo>
                  <a:pt x="5608" y="1358"/>
                </a:lnTo>
                <a:lnTo>
                  <a:pt x="6192" y="1298"/>
                </a:lnTo>
                <a:lnTo>
                  <a:pt x="6501" y="1298"/>
                </a:lnTo>
                <a:lnTo>
                  <a:pt x="6966" y="1310"/>
                </a:lnTo>
                <a:lnTo>
                  <a:pt x="7859" y="1453"/>
                </a:lnTo>
                <a:lnTo>
                  <a:pt x="8668" y="1727"/>
                </a:lnTo>
                <a:lnTo>
                  <a:pt x="9395" y="2108"/>
                </a:lnTo>
                <a:lnTo>
                  <a:pt x="10014" y="2596"/>
                </a:lnTo>
                <a:lnTo>
                  <a:pt x="10502" y="3168"/>
                </a:lnTo>
                <a:lnTo>
                  <a:pt x="10847" y="3811"/>
                </a:lnTo>
                <a:lnTo>
                  <a:pt x="11026" y="4513"/>
                </a:lnTo>
                <a:lnTo>
                  <a:pt x="11038" y="4870"/>
                </a:lnTo>
                <a:lnTo>
                  <a:pt x="11038" y="5120"/>
                </a:lnTo>
                <a:lnTo>
                  <a:pt x="10954" y="5585"/>
                </a:lnTo>
                <a:lnTo>
                  <a:pt x="10800" y="6037"/>
                </a:lnTo>
                <a:lnTo>
                  <a:pt x="10573" y="6454"/>
                </a:lnTo>
                <a:lnTo>
                  <a:pt x="10431" y="6656"/>
                </a:lnTo>
                <a:lnTo>
                  <a:pt x="10943" y="7061"/>
                </a:lnTo>
                <a:lnTo>
                  <a:pt x="11121" y="6811"/>
                </a:lnTo>
                <a:lnTo>
                  <a:pt x="11407" y="6287"/>
                </a:lnTo>
                <a:lnTo>
                  <a:pt x="11609" y="5751"/>
                </a:lnTo>
                <a:lnTo>
                  <a:pt x="11705" y="5168"/>
                </a:lnTo>
                <a:lnTo>
                  <a:pt x="11716" y="4882"/>
                </a:lnTo>
                <a:lnTo>
                  <a:pt x="11693" y="4442"/>
                </a:lnTo>
                <a:lnTo>
                  <a:pt x="11490" y="3620"/>
                </a:lnTo>
                <a:lnTo>
                  <a:pt x="11097" y="2858"/>
                </a:lnTo>
                <a:lnTo>
                  <a:pt x="10526" y="2191"/>
                </a:lnTo>
                <a:lnTo>
                  <a:pt x="9823" y="1620"/>
                </a:lnTo>
                <a:lnTo>
                  <a:pt x="9002" y="1167"/>
                </a:lnTo>
                <a:lnTo>
                  <a:pt x="8061" y="846"/>
                </a:lnTo>
                <a:lnTo>
                  <a:pt x="7049" y="679"/>
                </a:lnTo>
                <a:lnTo>
                  <a:pt x="6525" y="667"/>
                </a:lnTo>
                <a:close/>
                <a:moveTo>
                  <a:pt x="1762" y="3120"/>
                </a:moveTo>
                <a:lnTo>
                  <a:pt x="1560" y="3525"/>
                </a:lnTo>
                <a:lnTo>
                  <a:pt x="1358" y="4180"/>
                </a:lnTo>
                <a:lnTo>
                  <a:pt x="1298" y="4644"/>
                </a:lnTo>
                <a:lnTo>
                  <a:pt x="1298" y="4870"/>
                </a:lnTo>
                <a:lnTo>
                  <a:pt x="1310" y="5239"/>
                </a:lnTo>
                <a:lnTo>
                  <a:pt x="1453" y="5930"/>
                </a:lnTo>
                <a:lnTo>
                  <a:pt x="1727" y="6573"/>
                </a:lnTo>
                <a:lnTo>
                  <a:pt x="2132" y="7168"/>
                </a:lnTo>
                <a:lnTo>
                  <a:pt x="2370" y="7442"/>
                </a:lnTo>
                <a:lnTo>
                  <a:pt x="2251" y="7740"/>
                </a:lnTo>
                <a:lnTo>
                  <a:pt x="1941" y="8276"/>
                </a:lnTo>
                <a:lnTo>
                  <a:pt x="1512" y="8847"/>
                </a:lnTo>
                <a:lnTo>
                  <a:pt x="1429" y="8931"/>
                </a:lnTo>
                <a:lnTo>
                  <a:pt x="1334" y="9050"/>
                </a:lnTo>
                <a:lnTo>
                  <a:pt x="1286" y="9323"/>
                </a:lnTo>
                <a:lnTo>
                  <a:pt x="1334" y="9466"/>
                </a:lnTo>
                <a:lnTo>
                  <a:pt x="1405" y="9585"/>
                </a:lnTo>
                <a:lnTo>
                  <a:pt x="1631" y="9740"/>
                </a:lnTo>
                <a:lnTo>
                  <a:pt x="1786" y="9752"/>
                </a:lnTo>
                <a:lnTo>
                  <a:pt x="2239" y="9740"/>
                </a:lnTo>
                <a:lnTo>
                  <a:pt x="3072" y="9573"/>
                </a:lnTo>
                <a:lnTo>
                  <a:pt x="3787" y="9300"/>
                </a:lnTo>
                <a:lnTo>
                  <a:pt x="4370" y="8978"/>
                </a:lnTo>
                <a:lnTo>
                  <a:pt x="4608" y="8811"/>
                </a:lnTo>
                <a:lnTo>
                  <a:pt x="5049" y="8942"/>
                </a:lnTo>
                <a:lnTo>
                  <a:pt x="6001" y="9097"/>
                </a:lnTo>
                <a:lnTo>
                  <a:pt x="6501" y="9109"/>
                </a:lnTo>
                <a:lnTo>
                  <a:pt x="6811" y="9097"/>
                </a:lnTo>
                <a:lnTo>
                  <a:pt x="7406" y="9050"/>
                </a:lnTo>
                <a:lnTo>
                  <a:pt x="8264" y="8859"/>
                </a:lnTo>
                <a:lnTo>
                  <a:pt x="8799" y="8669"/>
                </a:lnTo>
                <a:lnTo>
                  <a:pt x="8192" y="8204"/>
                </a:lnTo>
                <a:lnTo>
                  <a:pt x="7799" y="8311"/>
                </a:lnTo>
                <a:lnTo>
                  <a:pt x="6942" y="8442"/>
                </a:lnTo>
                <a:lnTo>
                  <a:pt x="6501" y="8454"/>
                </a:lnTo>
                <a:lnTo>
                  <a:pt x="6073" y="8442"/>
                </a:lnTo>
                <a:lnTo>
                  <a:pt x="5227" y="8311"/>
                </a:lnTo>
                <a:lnTo>
                  <a:pt x="4811" y="8192"/>
                </a:lnTo>
                <a:lnTo>
                  <a:pt x="4656" y="8169"/>
                </a:lnTo>
                <a:lnTo>
                  <a:pt x="4370" y="8204"/>
                </a:lnTo>
                <a:lnTo>
                  <a:pt x="4239" y="8288"/>
                </a:lnTo>
                <a:lnTo>
                  <a:pt x="4060" y="8407"/>
                </a:lnTo>
                <a:lnTo>
                  <a:pt x="3620" y="8669"/>
                </a:lnTo>
                <a:lnTo>
                  <a:pt x="3084" y="8883"/>
                </a:lnTo>
                <a:lnTo>
                  <a:pt x="2477" y="9050"/>
                </a:lnTo>
                <a:lnTo>
                  <a:pt x="2143" y="9097"/>
                </a:lnTo>
                <a:lnTo>
                  <a:pt x="2334" y="8835"/>
                </a:lnTo>
                <a:lnTo>
                  <a:pt x="2786" y="8109"/>
                </a:lnTo>
                <a:lnTo>
                  <a:pt x="2977" y="7680"/>
                </a:lnTo>
                <a:lnTo>
                  <a:pt x="2977" y="7668"/>
                </a:lnTo>
                <a:lnTo>
                  <a:pt x="3025" y="7490"/>
                </a:lnTo>
                <a:lnTo>
                  <a:pt x="2965" y="7156"/>
                </a:lnTo>
                <a:lnTo>
                  <a:pt x="2846" y="7002"/>
                </a:lnTo>
                <a:lnTo>
                  <a:pt x="2632" y="6764"/>
                </a:lnTo>
                <a:lnTo>
                  <a:pt x="2298" y="6252"/>
                </a:lnTo>
                <a:lnTo>
                  <a:pt x="2072" y="5716"/>
                </a:lnTo>
                <a:lnTo>
                  <a:pt x="1953" y="5156"/>
                </a:lnTo>
                <a:lnTo>
                  <a:pt x="1941" y="4870"/>
                </a:lnTo>
                <a:lnTo>
                  <a:pt x="1965" y="4525"/>
                </a:lnTo>
                <a:lnTo>
                  <a:pt x="2132" y="3846"/>
                </a:lnTo>
                <a:lnTo>
                  <a:pt x="2286" y="3525"/>
                </a:lnTo>
                <a:lnTo>
                  <a:pt x="1762" y="3120"/>
                </a:lnTo>
                <a:close/>
                <a:moveTo>
                  <a:pt x="393" y="0"/>
                </a:moveTo>
                <a:lnTo>
                  <a:pt x="155" y="24"/>
                </a:lnTo>
                <a:lnTo>
                  <a:pt x="60" y="120"/>
                </a:lnTo>
                <a:lnTo>
                  <a:pt x="0" y="227"/>
                </a:lnTo>
                <a:lnTo>
                  <a:pt x="24" y="477"/>
                </a:lnTo>
                <a:lnTo>
                  <a:pt x="119" y="572"/>
                </a:lnTo>
                <a:lnTo>
                  <a:pt x="12490" y="10347"/>
                </a:lnTo>
                <a:lnTo>
                  <a:pt x="12586" y="10395"/>
                </a:lnTo>
                <a:lnTo>
                  <a:pt x="12693" y="10407"/>
                </a:lnTo>
                <a:lnTo>
                  <a:pt x="12764" y="10407"/>
                </a:lnTo>
                <a:lnTo>
                  <a:pt x="12895" y="10347"/>
                </a:lnTo>
                <a:lnTo>
                  <a:pt x="12943" y="10288"/>
                </a:lnTo>
                <a:lnTo>
                  <a:pt x="13014" y="10169"/>
                </a:lnTo>
                <a:lnTo>
                  <a:pt x="12979" y="9919"/>
                </a:lnTo>
                <a:lnTo>
                  <a:pt x="12895" y="9835"/>
                </a:lnTo>
                <a:lnTo>
                  <a:pt x="524" y="60"/>
                </a:lnTo>
                <a:lnTo>
                  <a:pt x="393"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8" name="Google Shape;3218;p175"/>
          <p:cNvSpPr/>
          <p:nvPr/>
        </p:nvSpPr>
        <p:spPr>
          <a:xfrm>
            <a:off x="9099634" y="5476580"/>
            <a:ext cx="656086" cy="459790"/>
          </a:xfrm>
          <a:custGeom>
            <a:rect b="b" l="l" r="r" t="t"/>
            <a:pathLst>
              <a:path extrusionOk="0" h="9121" w="13015">
                <a:moveTo>
                  <a:pt x="12038" y="655"/>
                </a:moveTo>
                <a:lnTo>
                  <a:pt x="12169" y="667"/>
                </a:lnTo>
                <a:lnTo>
                  <a:pt x="12348" y="846"/>
                </a:lnTo>
                <a:lnTo>
                  <a:pt x="12372" y="977"/>
                </a:lnTo>
                <a:lnTo>
                  <a:pt x="12372" y="1953"/>
                </a:lnTo>
                <a:lnTo>
                  <a:pt x="10419" y="1953"/>
                </a:lnTo>
                <a:lnTo>
                  <a:pt x="10419" y="977"/>
                </a:lnTo>
                <a:lnTo>
                  <a:pt x="10431" y="846"/>
                </a:lnTo>
                <a:lnTo>
                  <a:pt x="10610" y="667"/>
                </a:lnTo>
                <a:lnTo>
                  <a:pt x="10741" y="655"/>
                </a:lnTo>
                <a:close/>
                <a:moveTo>
                  <a:pt x="12372" y="2608"/>
                </a:moveTo>
                <a:lnTo>
                  <a:pt x="12372" y="3263"/>
                </a:lnTo>
                <a:lnTo>
                  <a:pt x="10419" y="3263"/>
                </a:lnTo>
                <a:lnTo>
                  <a:pt x="10419" y="2608"/>
                </a:lnTo>
                <a:close/>
                <a:moveTo>
                  <a:pt x="7811" y="655"/>
                </a:moveTo>
                <a:lnTo>
                  <a:pt x="7942" y="667"/>
                </a:lnTo>
                <a:lnTo>
                  <a:pt x="8181" y="762"/>
                </a:lnTo>
                <a:lnTo>
                  <a:pt x="8359" y="941"/>
                </a:lnTo>
                <a:lnTo>
                  <a:pt x="8454" y="1167"/>
                </a:lnTo>
                <a:lnTo>
                  <a:pt x="8466" y="1310"/>
                </a:lnTo>
                <a:lnTo>
                  <a:pt x="8466" y="5859"/>
                </a:lnTo>
                <a:lnTo>
                  <a:pt x="8454" y="5990"/>
                </a:lnTo>
                <a:lnTo>
                  <a:pt x="8359" y="6228"/>
                </a:lnTo>
                <a:lnTo>
                  <a:pt x="8181" y="6406"/>
                </a:lnTo>
                <a:lnTo>
                  <a:pt x="7942" y="6502"/>
                </a:lnTo>
                <a:lnTo>
                  <a:pt x="7811" y="6513"/>
                </a:lnTo>
                <a:lnTo>
                  <a:pt x="1298" y="6513"/>
                </a:lnTo>
                <a:lnTo>
                  <a:pt x="1168" y="6502"/>
                </a:lnTo>
                <a:lnTo>
                  <a:pt x="929" y="6406"/>
                </a:lnTo>
                <a:lnTo>
                  <a:pt x="751" y="6228"/>
                </a:lnTo>
                <a:lnTo>
                  <a:pt x="656" y="5990"/>
                </a:lnTo>
                <a:lnTo>
                  <a:pt x="644" y="5859"/>
                </a:lnTo>
                <a:lnTo>
                  <a:pt x="644" y="1310"/>
                </a:lnTo>
                <a:lnTo>
                  <a:pt x="656" y="1167"/>
                </a:lnTo>
                <a:lnTo>
                  <a:pt x="751" y="941"/>
                </a:lnTo>
                <a:lnTo>
                  <a:pt x="929" y="762"/>
                </a:lnTo>
                <a:lnTo>
                  <a:pt x="1168" y="667"/>
                </a:lnTo>
                <a:lnTo>
                  <a:pt x="1298" y="655"/>
                </a:lnTo>
                <a:close/>
                <a:moveTo>
                  <a:pt x="11288" y="5704"/>
                </a:moveTo>
                <a:lnTo>
                  <a:pt x="11122" y="5787"/>
                </a:lnTo>
                <a:lnTo>
                  <a:pt x="10991" y="5918"/>
                </a:lnTo>
                <a:lnTo>
                  <a:pt x="10907" y="6085"/>
                </a:lnTo>
                <a:lnTo>
                  <a:pt x="10907" y="6192"/>
                </a:lnTo>
                <a:lnTo>
                  <a:pt x="10907" y="6287"/>
                </a:lnTo>
                <a:lnTo>
                  <a:pt x="10991" y="6466"/>
                </a:lnTo>
                <a:lnTo>
                  <a:pt x="11122" y="6597"/>
                </a:lnTo>
                <a:lnTo>
                  <a:pt x="11288" y="6668"/>
                </a:lnTo>
                <a:lnTo>
                  <a:pt x="11395" y="6680"/>
                </a:lnTo>
                <a:lnTo>
                  <a:pt x="11491" y="6668"/>
                </a:lnTo>
                <a:lnTo>
                  <a:pt x="11669" y="6597"/>
                </a:lnTo>
                <a:lnTo>
                  <a:pt x="11800" y="6466"/>
                </a:lnTo>
                <a:lnTo>
                  <a:pt x="11872" y="6287"/>
                </a:lnTo>
                <a:lnTo>
                  <a:pt x="11884" y="6192"/>
                </a:lnTo>
                <a:lnTo>
                  <a:pt x="11872" y="6085"/>
                </a:lnTo>
                <a:lnTo>
                  <a:pt x="11800" y="5918"/>
                </a:lnTo>
                <a:lnTo>
                  <a:pt x="11669" y="5787"/>
                </a:lnTo>
                <a:lnTo>
                  <a:pt x="11491" y="5704"/>
                </a:lnTo>
                <a:close/>
                <a:moveTo>
                  <a:pt x="5132" y="7168"/>
                </a:moveTo>
                <a:lnTo>
                  <a:pt x="5573" y="8466"/>
                </a:lnTo>
                <a:lnTo>
                  <a:pt x="3549" y="8466"/>
                </a:lnTo>
                <a:lnTo>
                  <a:pt x="3978" y="7168"/>
                </a:lnTo>
                <a:close/>
                <a:moveTo>
                  <a:pt x="12372" y="3906"/>
                </a:moveTo>
                <a:lnTo>
                  <a:pt x="12372" y="8145"/>
                </a:lnTo>
                <a:lnTo>
                  <a:pt x="12348" y="8276"/>
                </a:lnTo>
                <a:lnTo>
                  <a:pt x="12169" y="8454"/>
                </a:lnTo>
                <a:lnTo>
                  <a:pt x="12050" y="8466"/>
                </a:lnTo>
                <a:lnTo>
                  <a:pt x="10741" y="8466"/>
                </a:lnTo>
                <a:lnTo>
                  <a:pt x="10610" y="8454"/>
                </a:lnTo>
                <a:lnTo>
                  <a:pt x="10431" y="8276"/>
                </a:lnTo>
                <a:lnTo>
                  <a:pt x="10419" y="8145"/>
                </a:lnTo>
                <a:lnTo>
                  <a:pt x="10419" y="3906"/>
                </a:lnTo>
                <a:close/>
                <a:moveTo>
                  <a:pt x="1298" y="0"/>
                </a:moveTo>
                <a:lnTo>
                  <a:pt x="1037" y="24"/>
                </a:lnTo>
                <a:lnTo>
                  <a:pt x="572" y="215"/>
                </a:lnTo>
                <a:lnTo>
                  <a:pt x="215" y="572"/>
                </a:lnTo>
                <a:lnTo>
                  <a:pt x="13" y="1036"/>
                </a:lnTo>
                <a:lnTo>
                  <a:pt x="1" y="1310"/>
                </a:lnTo>
                <a:lnTo>
                  <a:pt x="1" y="5859"/>
                </a:lnTo>
                <a:lnTo>
                  <a:pt x="13" y="6132"/>
                </a:lnTo>
                <a:lnTo>
                  <a:pt x="215" y="6597"/>
                </a:lnTo>
                <a:lnTo>
                  <a:pt x="560" y="6942"/>
                </a:lnTo>
                <a:lnTo>
                  <a:pt x="1037" y="7144"/>
                </a:lnTo>
                <a:lnTo>
                  <a:pt x="1298" y="7168"/>
                </a:lnTo>
                <a:lnTo>
                  <a:pt x="3287" y="7168"/>
                </a:lnTo>
                <a:lnTo>
                  <a:pt x="2858" y="8466"/>
                </a:lnTo>
                <a:lnTo>
                  <a:pt x="1620" y="8466"/>
                </a:lnTo>
                <a:lnTo>
                  <a:pt x="1489" y="8490"/>
                </a:lnTo>
                <a:lnTo>
                  <a:pt x="1322" y="8657"/>
                </a:lnTo>
                <a:lnTo>
                  <a:pt x="1298" y="8788"/>
                </a:lnTo>
                <a:lnTo>
                  <a:pt x="1322" y="8919"/>
                </a:lnTo>
                <a:lnTo>
                  <a:pt x="1489" y="9097"/>
                </a:lnTo>
                <a:lnTo>
                  <a:pt x="1620" y="9121"/>
                </a:lnTo>
                <a:lnTo>
                  <a:pt x="7490" y="9121"/>
                </a:lnTo>
                <a:lnTo>
                  <a:pt x="7621" y="9097"/>
                </a:lnTo>
                <a:lnTo>
                  <a:pt x="7788" y="8919"/>
                </a:lnTo>
                <a:lnTo>
                  <a:pt x="7811" y="8788"/>
                </a:lnTo>
                <a:lnTo>
                  <a:pt x="7788" y="8657"/>
                </a:lnTo>
                <a:lnTo>
                  <a:pt x="7621" y="8490"/>
                </a:lnTo>
                <a:lnTo>
                  <a:pt x="7490" y="8466"/>
                </a:lnTo>
                <a:lnTo>
                  <a:pt x="6252" y="8466"/>
                </a:lnTo>
                <a:lnTo>
                  <a:pt x="5823" y="7168"/>
                </a:lnTo>
                <a:lnTo>
                  <a:pt x="7811" y="7168"/>
                </a:lnTo>
                <a:lnTo>
                  <a:pt x="8073" y="7144"/>
                </a:lnTo>
                <a:lnTo>
                  <a:pt x="8550" y="6942"/>
                </a:lnTo>
                <a:lnTo>
                  <a:pt x="8895" y="6597"/>
                </a:lnTo>
                <a:lnTo>
                  <a:pt x="9097" y="6132"/>
                </a:lnTo>
                <a:lnTo>
                  <a:pt x="9109" y="5859"/>
                </a:lnTo>
                <a:lnTo>
                  <a:pt x="9109" y="1310"/>
                </a:lnTo>
                <a:lnTo>
                  <a:pt x="9097" y="1036"/>
                </a:lnTo>
                <a:lnTo>
                  <a:pt x="8895" y="572"/>
                </a:lnTo>
                <a:lnTo>
                  <a:pt x="8550" y="215"/>
                </a:lnTo>
                <a:lnTo>
                  <a:pt x="8073" y="24"/>
                </a:lnTo>
                <a:lnTo>
                  <a:pt x="7811" y="0"/>
                </a:lnTo>
                <a:close/>
                <a:moveTo>
                  <a:pt x="10741" y="0"/>
                </a:moveTo>
                <a:lnTo>
                  <a:pt x="10538" y="12"/>
                </a:lnTo>
                <a:lnTo>
                  <a:pt x="10193" y="167"/>
                </a:lnTo>
                <a:lnTo>
                  <a:pt x="9931" y="429"/>
                </a:lnTo>
                <a:lnTo>
                  <a:pt x="9776" y="774"/>
                </a:lnTo>
                <a:lnTo>
                  <a:pt x="9764" y="977"/>
                </a:lnTo>
                <a:lnTo>
                  <a:pt x="9764" y="8145"/>
                </a:lnTo>
                <a:lnTo>
                  <a:pt x="9776" y="8335"/>
                </a:lnTo>
                <a:lnTo>
                  <a:pt x="9931" y="8692"/>
                </a:lnTo>
                <a:lnTo>
                  <a:pt x="10193" y="8954"/>
                </a:lnTo>
                <a:lnTo>
                  <a:pt x="10538" y="9097"/>
                </a:lnTo>
                <a:lnTo>
                  <a:pt x="10741" y="9121"/>
                </a:lnTo>
                <a:lnTo>
                  <a:pt x="12038" y="9121"/>
                </a:lnTo>
                <a:lnTo>
                  <a:pt x="12241" y="9097"/>
                </a:lnTo>
                <a:lnTo>
                  <a:pt x="12598" y="8954"/>
                </a:lnTo>
                <a:lnTo>
                  <a:pt x="12860" y="8692"/>
                </a:lnTo>
                <a:lnTo>
                  <a:pt x="13003" y="8335"/>
                </a:lnTo>
                <a:lnTo>
                  <a:pt x="13015" y="8145"/>
                </a:lnTo>
                <a:lnTo>
                  <a:pt x="13015" y="977"/>
                </a:lnTo>
                <a:lnTo>
                  <a:pt x="13003" y="774"/>
                </a:lnTo>
                <a:lnTo>
                  <a:pt x="12860" y="429"/>
                </a:lnTo>
                <a:lnTo>
                  <a:pt x="12598" y="167"/>
                </a:lnTo>
                <a:lnTo>
                  <a:pt x="12241" y="12"/>
                </a:lnTo>
                <a:lnTo>
                  <a:pt x="12038"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19" name="Google Shape;3219;p175"/>
          <p:cNvSpPr/>
          <p:nvPr/>
        </p:nvSpPr>
        <p:spPr>
          <a:xfrm>
            <a:off x="10100821" y="5443562"/>
            <a:ext cx="656691" cy="525222"/>
          </a:xfrm>
          <a:custGeom>
            <a:rect b="b" l="l" r="r" t="t"/>
            <a:pathLst>
              <a:path extrusionOk="0" h="10419" w="13027">
                <a:moveTo>
                  <a:pt x="5858" y="655"/>
                </a:moveTo>
                <a:lnTo>
                  <a:pt x="5989" y="667"/>
                </a:lnTo>
                <a:lnTo>
                  <a:pt x="6227" y="763"/>
                </a:lnTo>
                <a:lnTo>
                  <a:pt x="6406" y="941"/>
                </a:lnTo>
                <a:lnTo>
                  <a:pt x="6501" y="1179"/>
                </a:lnTo>
                <a:lnTo>
                  <a:pt x="6513" y="1310"/>
                </a:lnTo>
                <a:lnTo>
                  <a:pt x="6513" y="4561"/>
                </a:lnTo>
                <a:lnTo>
                  <a:pt x="6501" y="4692"/>
                </a:lnTo>
                <a:lnTo>
                  <a:pt x="6406" y="4930"/>
                </a:lnTo>
                <a:lnTo>
                  <a:pt x="6227" y="5109"/>
                </a:lnTo>
                <a:lnTo>
                  <a:pt x="5989" y="5204"/>
                </a:lnTo>
                <a:lnTo>
                  <a:pt x="5858" y="5216"/>
                </a:lnTo>
                <a:lnTo>
                  <a:pt x="2608" y="5216"/>
                </a:lnTo>
                <a:lnTo>
                  <a:pt x="2477" y="5204"/>
                </a:lnTo>
                <a:lnTo>
                  <a:pt x="2239" y="5109"/>
                </a:lnTo>
                <a:lnTo>
                  <a:pt x="2060" y="4930"/>
                </a:lnTo>
                <a:lnTo>
                  <a:pt x="1965" y="4692"/>
                </a:lnTo>
                <a:lnTo>
                  <a:pt x="1953" y="4561"/>
                </a:lnTo>
                <a:lnTo>
                  <a:pt x="1953" y="1310"/>
                </a:lnTo>
                <a:lnTo>
                  <a:pt x="1965" y="1179"/>
                </a:lnTo>
                <a:lnTo>
                  <a:pt x="2060" y="941"/>
                </a:lnTo>
                <a:lnTo>
                  <a:pt x="2239" y="763"/>
                </a:lnTo>
                <a:lnTo>
                  <a:pt x="2477" y="667"/>
                </a:lnTo>
                <a:lnTo>
                  <a:pt x="2608" y="655"/>
                </a:lnTo>
                <a:close/>
                <a:moveTo>
                  <a:pt x="10549" y="1965"/>
                </a:moveTo>
                <a:lnTo>
                  <a:pt x="10788" y="2072"/>
                </a:lnTo>
                <a:lnTo>
                  <a:pt x="10966" y="2239"/>
                </a:lnTo>
                <a:lnTo>
                  <a:pt x="11061" y="2477"/>
                </a:lnTo>
                <a:lnTo>
                  <a:pt x="11073" y="2608"/>
                </a:lnTo>
                <a:lnTo>
                  <a:pt x="11073" y="4561"/>
                </a:lnTo>
                <a:lnTo>
                  <a:pt x="11061" y="4692"/>
                </a:lnTo>
                <a:lnTo>
                  <a:pt x="10966" y="4930"/>
                </a:lnTo>
                <a:lnTo>
                  <a:pt x="10788" y="5109"/>
                </a:lnTo>
                <a:lnTo>
                  <a:pt x="10549" y="5204"/>
                </a:lnTo>
                <a:lnTo>
                  <a:pt x="10419" y="5216"/>
                </a:lnTo>
                <a:lnTo>
                  <a:pt x="9121" y="5216"/>
                </a:lnTo>
                <a:lnTo>
                  <a:pt x="8990" y="5204"/>
                </a:lnTo>
                <a:lnTo>
                  <a:pt x="8752" y="5109"/>
                </a:lnTo>
                <a:lnTo>
                  <a:pt x="8573" y="4930"/>
                </a:lnTo>
                <a:lnTo>
                  <a:pt x="8478" y="4692"/>
                </a:lnTo>
                <a:lnTo>
                  <a:pt x="8466" y="4561"/>
                </a:lnTo>
                <a:lnTo>
                  <a:pt x="8466" y="2608"/>
                </a:lnTo>
                <a:lnTo>
                  <a:pt x="8478" y="2477"/>
                </a:lnTo>
                <a:lnTo>
                  <a:pt x="8573" y="2239"/>
                </a:lnTo>
                <a:lnTo>
                  <a:pt x="8752" y="2072"/>
                </a:lnTo>
                <a:lnTo>
                  <a:pt x="8990" y="1965"/>
                </a:lnTo>
                <a:close/>
                <a:moveTo>
                  <a:pt x="2608" y="1"/>
                </a:moveTo>
                <a:lnTo>
                  <a:pt x="2334" y="24"/>
                </a:lnTo>
                <a:lnTo>
                  <a:pt x="1869" y="227"/>
                </a:lnTo>
                <a:lnTo>
                  <a:pt x="1512" y="572"/>
                </a:lnTo>
                <a:lnTo>
                  <a:pt x="1322" y="1036"/>
                </a:lnTo>
                <a:lnTo>
                  <a:pt x="1298" y="1310"/>
                </a:lnTo>
                <a:lnTo>
                  <a:pt x="1298" y="4561"/>
                </a:lnTo>
                <a:lnTo>
                  <a:pt x="1322" y="4835"/>
                </a:lnTo>
                <a:lnTo>
                  <a:pt x="1512" y="5299"/>
                </a:lnTo>
                <a:lnTo>
                  <a:pt x="1869" y="5644"/>
                </a:lnTo>
                <a:lnTo>
                  <a:pt x="2334" y="5847"/>
                </a:lnTo>
                <a:lnTo>
                  <a:pt x="2608" y="5871"/>
                </a:lnTo>
                <a:lnTo>
                  <a:pt x="5858" y="5871"/>
                </a:lnTo>
                <a:lnTo>
                  <a:pt x="6120" y="5847"/>
                </a:lnTo>
                <a:lnTo>
                  <a:pt x="6596" y="5644"/>
                </a:lnTo>
                <a:lnTo>
                  <a:pt x="6942" y="5299"/>
                </a:lnTo>
                <a:lnTo>
                  <a:pt x="7144" y="4835"/>
                </a:lnTo>
                <a:lnTo>
                  <a:pt x="7168" y="4561"/>
                </a:lnTo>
                <a:lnTo>
                  <a:pt x="7168" y="1310"/>
                </a:lnTo>
                <a:lnTo>
                  <a:pt x="7144" y="1036"/>
                </a:lnTo>
                <a:lnTo>
                  <a:pt x="6942" y="572"/>
                </a:lnTo>
                <a:lnTo>
                  <a:pt x="6596" y="227"/>
                </a:lnTo>
                <a:lnTo>
                  <a:pt x="6120" y="24"/>
                </a:lnTo>
                <a:lnTo>
                  <a:pt x="5858" y="1"/>
                </a:lnTo>
                <a:close/>
                <a:moveTo>
                  <a:pt x="9121" y="1310"/>
                </a:moveTo>
                <a:lnTo>
                  <a:pt x="8847" y="1322"/>
                </a:lnTo>
                <a:lnTo>
                  <a:pt x="8382" y="1525"/>
                </a:lnTo>
                <a:lnTo>
                  <a:pt x="8025" y="1882"/>
                </a:lnTo>
                <a:lnTo>
                  <a:pt x="7835" y="2346"/>
                </a:lnTo>
                <a:lnTo>
                  <a:pt x="7811" y="2608"/>
                </a:lnTo>
                <a:lnTo>
                  <a:pt x="7811" y="4561"/>
                </a:lnTo>
                <a:lnTo>
                  <a:pt x="7835" y="4835"/>
                </a:lnTo>
                <a:lnTo>
                  <a:pt x="8025" y="5299"/>
                </a:lnTo>
                <a:lnTo>
                  <a:pt x="8382" y="5644"/>
                </a:lnTo>
                <a:lnTo>
                  <a:pt x="8847" y="5847"/>
                </a:lnTo>
                <a:lnTo>
                  <a:pt x="9121" y="5871"/>
                </a:lnTo>
                <a:lnTo>
                  <a:pt x="10419" y="5871"/>
                </a:lnTo>
                <a:lnTo>
                  <a:pt x="10680" y="5847"/>
                </a:lnTo>
                <a:lnTo>
                  <a:pt x="11157" y="5644"/>
                </a:lnTo>
                <a:lnTo>
                  <a:pt x="11502" y="5299"/>
                </a:lnTo>
                <a:lnTo>
                  <a:pt x="11704" y="4835"/>
                </a:lnTo>
                <a:lnTo>
                  <a:pt x="11716" y="4561"/>
                </a:lnTo>
                <a:lnTo>
                  <a:pt x="11716" y="2608"/>
                </a:lnTo>
                <a:lnTo>
                  <a:pt x="11704" y="2346"/>
                </a:lnTo>
                <a:lnTo>
                  <a:pt x="11502" y="1882"/>
                </a:lnTo>
                <a:lnTo>
                  <a:pt x="11157" y="1525"/>
                </a:lnTo>
                <a:lnTo>
                  <a:pt x="10680" y="1322"/>
                </a:lnTo>
                <a:lnTo>
                  <a:pt x="10419" y="1310"/>
                </a:lnTo>
                <a:close/>
                <a:moveTo>
                  <a:pt x="2608" y="7978"/>
                </a:moveTo>
                <a:lnTo>
                  <a:pt x="2501" y="7990"/>
                </a:lnTo>
                <a:lnTo>
                  <a:pt x="2334" y="8061"/>
                </a:lnTo>
                <a:lnTo>
                  <a:pt x="2203" y="8192"/>
                </a:lnTo>
                <a:lnTo>
                  <a:pt x="2120" y="8371"/>
                </a:lnTo>
                <a:lnTo>
                  <a:pt x="2120" y="8466"/>
                </a:lnTo>
                <a:lnTo>
                  <a:pt x="2120" y="8573"/>
                </a:lnTo>
                <a:lnTo>
                  <a:pt x="2203" y="8740"/>
                </a:lnTo>
                <a:lnTo>
                  <a:pt x="2334" y="8883"/>
                </a:lnTo>
                <a:lnTo>
                  <a:pt x="2501" y="8954"/>
                </a:lnTo>
                <a:lnTo>
                  <a:pt x="2703" y="8954"/>
                </a:lnTo>
                <a:lnTo>
                  <a:pt x="2882" y="8883"/>
                </a:lnTo>
                <a:lnTo>
                  <a:pt x="3013" y="8740"/>
                </a:lnTo>
                <a:lnTo>
                  <a:pt x="3084" y="8573"/>
                </a:lnTo>
                <a:lnTo>
                  <a:pt x="3096" y="8466"/>
                </a:lnTo>
                <a:lnTo>
                  <a:pt x="3084" y="8371"/>
                </a:lnTo>
                <a:lnTo>
                  <a:pt x="3013" y="8192"/>
                </a:lnTo>
                <a:lnTo>
                  <a:pt x="2882" y="8061"/>
                </a:lnTo>
                <a:lnTo>
                  <a:pt x="2703" y="7990"/>
                </a:lnTo>
                <a:lnTo>
                  <a:pt x="2608" y="7978"/>
                </a:lnTo>
                <a:close/>
                <a:moveTo>
                  <a:pt x="6513" y="7978"/>
                </a:moveTo>
                <a:lnTo>
                  <a:pt x="6418" y="7990"/>
                </a:lnTo>
                <a:lnTo>
                  <a:pt x="6239" y="8061"/>
                </a:lnTo>
                <a:lnTo>
                  <a:pt x="6108" y="8192"/>
                </a:lnTo>
                <a:lnTo>
                  <a:pt x="6025" y="8371"/>
                </a:lnTo>
                <a:lnTo>
                  <a:pt x="6025" y="8466"/>
                </a:lnTo>
                <a:lnTo>
                  <a:pt x="6025" y="8573"/>
                </a:lnTo>
                <a:lnTo>
                  <a:pt x="6108" y="8740"/>
                </a:lnTo>
                <a:lnTo>
                  <a:pt x="6239" y="8883"/>
                </a:lnTo>
                <a:lnTo>
                  <a:pt x="6418" y="8954"/>
                </a:lnTo>
                <a:lnTo>
                  <a:pt x="6608" y="8954"/>
                </a:lnTo>
                <a:lnTo>
                  <a:pt x="6787" y="8883"/>
                </a:lnTo>
                <a:lnTo>
                  <a:pt x="6918" y="8740"/>
                </a:lnTo>
                <a:lnTo>
                  <a:pt x="6989" y="8573"/>
                </a:lnTo>
                <a:lnTo>
                  <a:pt x="7001" y="8466"/>
                </a:lnTo>
                <a:lnTo>
                  <a:pt x="6989" y="8371"/>
                </a:lnTo>
                <a:lnTo>
                  <a:pt x="6918" y="8192"/>
                </a:lnTo>
                <a:lnTo>
                  <a:pt x="6787" y="8061"/>
                </a:lnTo>
                <a:lnTo>
                  <a:pt x="6608" y="7990"/>
                </a:lnTo>
                <a:lnTo>
                  <a:pt x="6513" y="7978"/>
                </a:lnTo>
                <a:close/>
                <a:moveTo>
                  <a:pt x="10419" y="7978"/>
                </a:moveTo>
                <a:lnTo>
                  <a:pt x="10323" y="7990"/>
                </a:lnTo>
                <a:lnTo>
                  <a:pt x="10145" y="8061"/>
                </a:lnTo>
                <a:lnTo>
                  <a:pt x="10014" y="8192"/>
                </a:lnTo>
                <a:lnTo>
                  <a:pt x="9942" y="8371"/>
                </a:lnTo>
                <a:lnTo>
                  <a:pt x="9930" y="8466"/>
                </a:lnTo>
                <a:lnTo>
                  <a:pt x="9942" y="8573"/>
                </a:lnTo>
                <a:lnTo>
                  <a:pt x="10014" y="8740"/>
                </a:lnTo>
                <a:lnTo>
                  <a:pt x="10145" y="8883"/>
                </a:lnTo>
                <a:lnTo>
                  <a:pt x="10323" y="8954"/>
                </a:lnTo>
                <a:lnTo>
                  <a:pt x="10514" y="8954"/>
                </a:lnTo>
                <a:lnTo>
                  <a:pt x="10692" y="8883"/>
                </a:lnTo>
                <a:lnTo>
                  <a:pt x="10823" y="8740"/>
                </a:lnTo>
                <a:lnTo>
                  <a:pt x="10907" y="8573"/>
                </a:lnTo>
                <a:lnTo>
                  <a:pt x="10907" y="8466"/>
                </a:lnTo>
                <a:lnTo>
                  <a:pt x="10907" y="8371"/>
                </a:lnTo>
                <a:lnTo>
                  <a:pt x="10823" y="8192"/>
                </a:lnTo>
                <a:lnTo>
                  <a:pt x="10692" y="8061"/>
                </a:lnTo>
                <a:lnTo>
                  <a:pt x="10514" y="7990"/>
                </a:lnTo>
                <a:lnTo>
                  <a:pt x="10419" y="7978"/>
                </a:lnTo>
                <a:close/>
                <a:moveTo>
                  <a:pt x="11073" y="7168"/>
                </a:moveTo>
                <a:lnTo>
                  <a:pt x="11335" y="7192"/>
                </a:lnTo>
                <a:lnTo>
                  <a:pt x="11800" y="7383"/>
                </a:lnTo>
                <a:lnTo>
                  <a:pt x="12157" y="7740"/>
                </a:lnTo>
                <a:lnTo>
                  <a:pt x="12347" y="8204"/>
                </a:lnTo>
                <a:lnTo>
                  <a:pt x="12371" y="8466"/>
                </a:lnTo>
                <a:lnTo>
                  <a:pt x="12347" y="8740"/>
                </a:lnTo>
                <a:lnTo>
                  <a:pt x="12157" y="9204"/>
                </a:lnTo>
                <a:lnTo>
                  <a:pt x="11800" y="9562"/>
                </a:lnTo>
                <a:lnTo>
                  <a:pt x="11335" y="9752"/>
                </a:lnTo>
                <a:lnTo>
                  <a:pt x="11073" y="9776"/>
                </a:lnTo>
                <a:lnTo>
                  <a:pt x="1953" y="9776"/>
                </a:lnTo>
                <a:lnTo>
                  <a:pt x="1691" y="9752"/>
                </a:lnTo>
                <a:lnTo>
                  <a:pt x="1227" y="9562"/>
                </a:lnTo>
                <a:lnTo>
                  <a:pt x="869" y="9204"/>
                </a:lnTo>
                <a:lnTo>
                  <a:pt x="667" y="8740"/>
                </a:lnTo>
                <a:lnTo>
                  <a:pt x="655" y="8466"/>
                </a:lnTo>
                <a:lnTo>
                  <a:pt x="667" y="8204"/>
                </a:lnTo>
                <a:lnTo>
                  <a:pt x="869" y="7740"/>
                </a:lnTo>
                <a:lnTo>
                  <a:pt x="1227" y="7383"/>
                </a:lnTo>
                <a:lnTo>
                  <a:pt x="1691" y="7192"/>
                </a:lnTo>
                <a:lnTo>
                  <a:pt x="1953" y="7168"/>
                </a:lnTo>
                <a:close/>
                <a:moveTo>
                  <a:pt x="1953" y="6514"/>
                </a:moveTo>
                <a:lnTo>
                  <a:pt x="1750" y="6525"/>
                </a:lnTo>
                <a:lnTo>
                  <a:pt x="1369" y="6609"/>
                </a:lnTo>
                <a:lnTo>
                  <a:pt x="1024" y="6752"/>
                </a:lnTo>
                <a:lnTo>
                  <a:pt x="715" y="6966"/>
                </a:lnTo>
                <a:lnTo>
                  <a:pt x="441" y="7228"/>
                </a:lnTo>
                <a:lnTo>
                  <a:pt x="238" y="7538"/>
                </a:lnTo>
                <a:lnTo>
                  <a:pt x="83" y="7895"/>
                </a:lnTo>
                <a:lnTo>
                  <a:pt x="12" y="8276"/>
                </a:lnTo>
                <a:lnTo>
                  <a:pt x="0" y="8466"/>
                </a:lnTo>
                <a:lnTo>
                  <a:pt x="12" y="8669"/>
                </a:lnTo>
                <a:lnTo>
                  <a:pt x="83" y="9050"/>
                </a:lnTo>
                <a:lnTo>
                  <a:pt x="238" y="9407"/>
                </a:lnTo>
                <a:lnTo>
                  <a:pt x="441" y="9716"/>
                </a:lnTo>
                <a:lnTo>
                  <a:pt x="715" y="9978"/>
                </a:lnTo>
                <a:lnTo>
                  <a:pt x="1024" y="10193"/>
                </a:lnTo>
                <a:lnTo>
                  <a:pt x="1369" y="10336"/>
                </a:lnTo>
                <a:lnTo>
                  <a:pt x="1750" y="10419"/>
                </a:lnTo>
                <a:lnTo>
                  <a:pt x="11276" y="10419"/>
                </a:lnTo>
                <a:lnTo>
                  <a:pt x="11657" y="10336"/>
                </a:lnTo>
                <a:lnTo>
                  <a:pt x="12002" y="10193"/>
                </a:lnTo>
                <a:lnTo>
                  <a:pt x="12312" y="9978"/>
                </a:lnTo>
                <a:lnTo>
                  <a:pt x="12574" y="9716"/>
                </a:lnTo>
                <a:lnTo>
                  <a:pt x="12788" y="9407"/>
                </a:lnTo>
                <a:lnTo>
                  <a:pt x="12943" y="9050"/>
                </a:lnTo>
                <a:lnTo>
                  <a:pt x="13014" y="8669"/>
                </a:lnTo>
                <a:lnTo>
                  <a:pt x="13026" y="8466"/>
                </a:lnTo>
                <a:lnTo>
                  <a:pt x="13014" y="8276"/>
                </a:lnTo>
                <a:lnTo>
                  <a:pt x="12943" y="7895"/>
                </a:lnTo>
                <a:lnTo>
                  <a:pt x="12788" y="7538"/>
                </a:lnTo>
                <a:lnTo>
                  <a:pt x="12586" y="7228"/>
                </a:lnTo>
                <a:lnTo>
                  <a:pt x="12312" y="6966"/>
                </a:lnTo>
                <a:lnTo>
                  <a:pt x="12002" y="6752"/>
                </a:lnTo>
                <a:lnTo>
                  <a:pt x="11657" y="6609"/>
                </a:lnTo>
                <a:lnTo>
                  <a:pt x="11276" y="6525"/>
                </a:lnTo>
                <a:lnTo>
                  <a:pt x="11073" y="6514"/>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0" name="Google Shape;3220;p175"/>
          <p:cNvSpPr/>
          <p:nvPr/>
        </p:nvSpPr>
        <p:spPr>
          <a:xfrm>
            <a:off x="11184781" y="5460348"/>
            <a:ext cx="491649" cy="492254"/>
          </a:xfrm>
          <a:custGeom>
            <a:rect b="b" l="l" r="r" t="t"/>
            <a:pathLst>
              <a:path extrusionOk="0" h="9765" w="9753">
                <a:moveTo>
                  <a:pt x="6156" y="1787"/>
                </a:moveTo>
                <a:lnTo>
                  <a:pt x="6061" y="1799"/>
                </a:lnTo>
                <a:lnTo>
                  <a:pt x="5883" y="1870"/>
                </a:lnTo>
                <a:lnTo>
                  <a:pt x="5752" y="2001"/>
                </a:lnTo>
                <a:lnTo>
                  <a:pt x="5680" y="2180"/>
                </a:lnTo>
                <a:lnTo>
                  <a:pt x="5668" y="2275"/>
                </a:lnTo>
                <a:lnTo>
                  <a:pt x="5680" y="2370"/>
                </a:lnTo>
                <a:lnTo>
                  <a:pt x="5752" y="2549"/>
                </a:lnTo>
                <a:lnTo>
                  <a:pt x="5883" y="2680"/>
                </a:lnTo>
                <a:lnTo>
                  <a:pt x="6061" y="2763"/>
                </a:lnTo>
                <a:lnTo>
                  <a:pt x="6252" y="2763"/>
                </a:lnTo>
                <a:lnTo>
                  <a:pt x="6430" y="2680"/>
                </a:lnTo>
                <a:lnTo>
                  <a:pt x="6561" y="2549"/>
                </a:lnTo>
                <a:lnTo>
                  <a:pt x="6633" y="2370"/>
                </a:lnTo>
                <a:lnTo>
                  <a:pt x="6645" y="2275"/>
                </a:lnTo>
                <a:lnTo>
                  <a:pt x="6633" y="2180"/>
                </a:lnTo>
                <a:lnTo>
                  <a:pt x="6561" y="2001"/>
                </a:lnTo>
                <a:lnTo>
                  <a:pt x="6430" y="1870"/>
                </a:lnTo>
                <a:lnTo>
                  <a:pt x="6252" y="1799"/>
                </a:lnTo>
                <a:lnTo>
                  <a:pt x="6156" y="1787"/>
                </a:lnTo>
                <a:close/>
                <a:moveTo>
                  <a:pt x="2799" y="3097"/>
                </a:moveTo>
                <a:lnTo>
                  <a:pt x="2632" y="3168"/>
                </a:lnTo>
                <a:lnTo>
                  <a:pt x="2489" y="3299"/>
                </a:lnTo>
                <a:lnTo>
                  <a:pt x="2418" y="3478"/>
                </a:lnTo>
                <a:lnTo>
                  <a:pt x="2418" y="3573"/>
                </a:lnTo>
                <a:lnTo>
                  <a:pt x="2418" y="3680"/>
                </a:lnTo>
                <a:lnTo>
                  <a:pt x="2489" y="3859"/>
                </a:lnTo>
                <a:lnTo>
                  <a:pt x="2632" y="3990"/>
                </a:lnTo>
                <a:lnTo>
                  <a:pt x="2799" y="4061"/>
                </a:lnTo>
                <a:lnTo>
                  <a:pt x="3001" y="4061"/>
                </a:lnTo>
                <a:lnTo>
                  <a:pt x="3180" y="3990"/>
                </a:lnTo>
                <a:lnTo>
                  <a:pt x="3311" y="3859"/>
                </a:lnTo>
                <a:lnTo>
                  <a:pt x="3382" y="3680"/>
                </a:lnTo>
                <a:lnTo>
                  <a:pt x="3394" y="3573"/>
                </a:lnTo>
                <a:lnTo>
                  <a:pt x="3382" y="3478"/>
                </a:lnTo>
                <a:lnTo>
                  <a:pt x="3311" y="3299"/>
                </a:lnTo>
                <a:lnTo>
                  <a:pt x="3180" y="3168"/>
                </a:lnTo>
                <a:lnTo>
                  <a:pt x="3001" y="3097"/>
                </a:lnTo>
                <a:close/>
                <a:moveTo>
                  <a:pt x="5406" y="4395"/>
                </a:moveTo>
                <a:lnTo>
                  <a:pt x="5228" y="4478"/>
                </a:lnTo>
                <a:lnTo>
                  <a:pt x="5097" y="4609"/>
                </a:lnTo>
                <a:lnTo>
                  <a:pt x="5025" y="4787"/>
                </a:lnTo>
                <a:lnTo>
                  <a:pt x="5013" y="4883"/>
                </a:lnTo>
                <a:lnTo>
                  <a:pt x="5025" y="4978"/>
                </a:lnTo>
                <a:lnTo>
                  <a:pt x="5097" y="5157"/>
                </a:lnTo>
                <a:lnTo>
                  <a:pt x="5228" y="5288"/>
                </a:lnTo>
                <a:lnTo>
                  <a:pt x="5406" y="5359"/>
                </a:lnTo>
                <a:lnTo>
                  <a:pt x="5502" y="5371"/>
                </a:lnTo>
                <a:lnTo>
                  <a:pt x="5609" y="5359"/>
                </a:lnTo>
                <a:lnTo>
                  <a:pt x="5775" y="5288"/>
                </a:lnTo>
                <a:lnTo>
                  <a:pt x="5918" y="5157"/>
                </a:lnTo>
                <a:lnTo>
                  <a:pt x="5990" y="4978"/>
                </a:lnTo>
                <a:lnTo>
                  <a:pt x="5990" y="4883"/>
                </a:lnTo>
                <a:lnTo>
                  <a:pt x="5990" y="4787"/>
                </a:lnTo>
                <a:lnTo>
                  <a:pt x="5918" y="4609"/>
                </a:lnTo>
                <a:lnTo>
                  <a:pt x="5787" y="4478"/>
                </a:lnTo>
                <a:lnTo>
                  <a:pt x="5609" y="4395"/>
                </a:lnTo>
                <a:close/>
                <a:moveTo>
                  <a:pt x="3454" y="6347"/>
                </a:moveTo>
                <a:lnTo>
                  <a:pt x="3275" y="6431"/>
                </a:lnTo>
                <a:lnTo>
                  <a:pt x="3144" y="6562"/>
                </a:lnTo>
                <a:lnTo>
                  <a:pt x="3073" y="6740"/>
                </a:lnTo>
                <a:lnTo>
                  <a:pt x="3061" y="6835"/>
                </a:lnTo>
                <a:lnTo>
                  <a:pt x="3073" y="6931"/>
                </a:lnTo>
                <a:lnTo>
                  <a:pt x="3144" y="7109"/>
                </a:lnTo>
                <a:lnTo>
                  <a:pt x="3275" y="7240"/>
                </a:lnTo>
                <a:lnTo>
                  <a:pt x="3454" y="7312"/>
                </a:lnTo>
                <a:lnTo>
                  <a:pt x="3549" y="7324"/>
                </a:lnTo>
                <a:lnTo>
                  <a:pt x="3656" y="7312"/>
                </a:lnTo>
                <a:lnTo>
                  <a:pt x="3823" y="7240"/>
                </a:lnTo>
                <a:lnTo>
                  <a:pt x="3966" y="7109"/>
                </a:lnTo>
                <a:lnTo>
                  <a:pt x="4037" y="6931"/>
                </a:lnTo>
                <a:lnTo>
                  <a:pt x="4037" y="6835"/>
                </a:lnTo>
                <a:lnTo>
                  <a:pt x="4037" y="6740"/>
                </a:lnTo>
                <a:lnTo>
                  <a:pt x="3966" y="6562"/>
                </a:lnTo>
                <a:lnTo>
                  <a:pt x="3835" y="6431"/>
                </a:lnTo>
                <a:lnTo>
                  <a:pt x="3656" y="6347"/>
                </a:lnTo>
                <a:close/>
                <a:moveTo>
                  <a:pt x="6704" y="6347"/>
                </a:moveTo>
                <a:lnTo>
                  <a:pt x="6538" y="6431"/>
                </a:lnTo>
                <a:lnTo>
                  <a:pt x="6407" y="6562"/>
                </a:lnTo>
                <a:lnTo>
                  <a:pt x="6323" y="6740"/>
                </a:lnTo>
                <a:lnTo>
                  <a:pt x="6323" y="6835"/>
                </a:lnTo>
                <a:lnTo>
                  <a:pt x="6323" y="6931"/>
                </a:lnTo>
                <a:lnTo>
                  <a:pt x="6407" y="7109"/>
                </a:lnTo>
                <a:lnTo>
                  <a:pt x="6538" y="7240"/>
                </a:lnTo>
                <a:lnTo>
                  <a:pt x="6704" y="7312"/>
                </a:lnTo>
                <a:lnTo>
                  <a:pt x="6811" y="7324"/>
                </a:lnTo>
                <a:lnTo>
                  <a:pt x="6907" y="7312"/>
                </a:lnTo>
                <a:lnTo>
                  <a:pt x="7085" y="7240"/>
                </a:lnTo>
                <a:lnTo>
                  <a:pt x="7216" y="7109"/>
                </a:lnTo>
                <a:lnTo>
                  <a:pt x="7288" y="6931"/>
                </a:lnTo>
                <a:lnTo>
                  <a:pt x="7300" y="6835"/>
                </a:lnTo>
                <a:lnTo>
                  <a:pt x="7288" y="6740"/>
                </a:lnTo>
                <a:lnTo>
                  <a:pt x="7216" y="6562"/>
                </a:lnTo>
                <a:lnTo>
                  <a:pt x="7085" y="6431"/>
                </a:lnTo>
                <a:lnTo>
                  <a:pt x="6919" y="6347"/>
                </a:lnTo>
                <a:close/>
                <a:moveTo>
                  <a:pt x="4644" y="656"/>
                </a:moveTo>
                <a:lnTo>
                  <a:pt x="4787" y="668"/>
                </a:lnTo>
                <a:lnTo>
                  <a:pt x="6252" y="906"/>
                </a:lnTo>
                <a:lnTo>
                  <a:pt x="6538" y="965"/>
                </a:lnTo>
                <a:lnTo>
                  <a:pt x="7061" y="1227"/>
                </a:lnTo>
                <a:lnTo>
                  <a:pt x="7288" y="1430"/>
                </a:lnTo>
                <a:lnTo>
                  <a:pt x="8324" y="2478"/>
                </a:lnTo>
                <a:lnTo>
                  <a:pt x="8526" y="2692"/>
                </a:lnTo>
                <a:lnTo>
                  <a:pt x="8788" y="3216"/>
                </a:lnTo>
                <a:lnTo>
                  <a:pt x="8847" y="3502"/>
                </a:lnTo>
                <a:lnTo>
                  <a:pt x="9086" y="4954"/>
                </a:lnTo>
                <a:lnTo>
                  <a:pt x="9086" y="4966"/>
                </a:lnTo>
                <a:lnTo>
                  <a:pt x="9109" y="5252"/>
                </a:lnTo>
                <a:lnTo>
                  <a:pt x="9026" y="5835"/>
                </a:lnTo>
                <a:lnTo>
                  <a:pt x="8895" y="6109"/>
                </a:lnTo>
                <a:lnTo>
                  <a:pt x="8228" y="7419"/>
                </a:lnTo>
                <a:lnTo>
                  <a:pt x="8085" y="7681"/>
                </a:lnTo>
                <a:lnTo>
                  <a:pt x="7669" y="8086"/>
                </a:lnTo>
                <a:lnTo>
                  <a:pt x="7419" y="8240"/>
                </a:lnTo>
                <a:lnTo>
                  <a:pt x="6097" y="8907"/>
                </a:lnTo>
                <a:lnTo>
                  <a:pt x="5895" y="9002"/>
                </a:lnTo>
                <a:lnTo>
                  <a:pt x="5466" y="9110"/>
                </a:lnTo>
                <a:lnTo>
                  <a:pt x="5097" y="9110"/>
                </a:lnTo>
                <a:lnTo>
                  <a:pt x="4954" y="9098"/>
                </a:lnTo>
                <a:lnTo>
                  <a:pt x="3489" y="8860"/>
                </a:lnTo>
                <a:lnTo>
                  <a:pt x="3204" y="8800"/>
                </a:lnTo>
                <a:lnTo>
                  <a:pt x="2680" y="8538"/>
                </a:lnTo>
                <a:lnTo>
                  <a:pt x="2465" y="8336"/>
                </a:lnTo>
                <a:lnTo>
                  <a:pt x="1418" y="7288"/>
                </a:lnTo>
                <a:lnTo>
                  <a:pt x="1215" y="7074"/>
                </a:lnTo>
                <a:lnTo>
                  <a:pt x="953" y="6550"/>
                </a:lnTo>
                <a:lnTo>
                  <a:pt x="894" y="6264"/>
                </a:lnTo>
                <a:lnTo>
                  <a:pt x="667" y="4799"/>
                </a:lnTo>
                <a:lnTo>
                  <a:pt x="632" y="4514"/>
                </a:lnTo>
                <a:lnTo>
                  <a:pt x="727" y="3930"/>
                </a:lnTo>
                <a:lnTo>
                  <a:pt x="846" y="3656"/>
                </a:lnTo>
                <a:lnTo>
                  <a:pt x="1513" y="2347"/>
                </a:lnTo>
                <a:lnTo>
                  <a:pt x="1668" y="2085"/>
                </a:lnTo>
                <a:lnTo>
                  <a:pt x="2072" y="1668"/>
                </a:lnTo>
                <a:lnTo>
                  <a:pt x="2334" y="1525"/>
                </a:lnTo>
                <a:lnTo>
                  <a:pt x="3656" y="858"/>
                </a:lnTo>
                <a:lnTo>
                  <a:pt x="3847" y="763"/>
                </a:lnTo>
                <a:lnTo>
                  <a:pt x="4275" y="656"/>
                </a:lnTo>
                <a:close/>
                <a:moveTo>
                  <a:pt x="4501" y="1"/>
                </a:moveTo>
                <a:lnTo>
                  <a:pt x="4204" y="13"/>
                </a:lnTo>
                <a:lnTo>
                  <a:pt x="3632" y="144"/>
                </a:lnTo>
                <a:lnTo>
                  <a:pt x="3358" y="275"/>
                </a:lnTo>
                <a:lnTo>
                  <a:pt x="2037" y="942"/>
                </a:lnTo>
                <a:lnTo>
                  <a:pt x="1870" y="1037"/>
                </a:lnTo>
                <a:lnTo>
                  <a:pt x="1549" y="1275"/>
                </a:lnTo>
                <a:lnTo>
                  <a:pt x="1263" y="1549"/>
                </a:lnTo>
                <a:lnTo>
                  <a:pt x="1037" y="1870"/>
                </a:lnTo>
                <a:lnTo>
                  <a:pt x="941" y="2049"/>
                </a:lnTo>
                <a:lnTo>
                  <a:pt x="263" y="3359"/>
                </a:lnTo>
                <a:lnTo>
                  <a:pt x="179" y="3537"/>
                </a:lnTo>
                <a:lnTo>
                  <a:pt x="60" y="3918"/>
                </a:lnTo>
                <a:lnTo>
                  <a:pt x="1" y="4311"/>
                </a:lnTo>
                <a:lnTo>
                  <a:pt x="1" y="4704"/>
                </a:lnTo>
                <a:lnTo>
                  <a:pt x="25" y="4907"/>
                </a:lnTo>
                <a:lnTo>
                  <a:pt x="251" y="6359"/>
                </a:lnTo>
                <a:lnTo>
                  <a:pt x="286" y="6562"/>
                </a:lnTo>
                <a:lnTo>
                  <a:pt x="406" y="6931"/>
                </a:lnTo>
                <a:lnTo>
                  <a:pt x="584" y="7288"/>
                </a:lnTo>
                <a:lnTo>
                  <a:pt x="822" y="7609"/>
                </a:lnTo>
                <a:lnTo>
                  <a:pt x="965" y="7752"/>
                </a:lnTo>
                <a:lnTo>
                  <a:pt x="2001" y="8800"/>
                </a:lnTo>
                <a:lnTo>
                  <a:pt x="2156" y="8931"/>
                </a:lnTo>
                <a:lnTo>
                  <a:pt x="2465" y="9169"/>
                </a:lnTo>
                <a:lnTo>
                  <a:pt x="2823" y="9348"/>
                </a:lnTo>
                <a:lnTo>
                  <a:pt x="3192" y="9467"/>
                </a:lnTo>
                <a:lnTo>
                  <a:pt x="3394" y="9503"/>
                </a:lnTo>
                <a:lnTo>
                  <a:pt x="4859" y="9729"/>
                </a:lnTo>
                <a:lnTo>
                  <a:pt x="5037" y="9764"/>
                </a:lnTo>
                <a:lnTo>
                  <a:pt x="5252" y="9764"/>
                </a:lnTo>
                <a:lnTo>
                  <a:pt x="5549" y="9753"/>
                </a:lnTo>
                <a:lnTo>
                  <a:pt x="6121" y="9622"/>
                </a:lnTo>
                <a:lnTo>
                  <a:pt x="6395" y="9491"/>
                </a:lnTo>
                <a:lnTo>
                  <a:pt x="7704" y="8824"/>
                </a:lnTo>
                <a:lnTo>
                  <a:pt x="7883" y="8729"/>
                </a:lnTo>
                <a:lnTo>
                  <a:pt x="8204" y="8490"/>
                </a:lnTo>
                <a:lnTo>
                  <a:pt x="8478" y="8217"/>
                </a:lnTo>
                <a:lnTo>
                  <a:pt x="8716" y="7895"/>
                </a:lnTo>
                <a:lnTo>
                  <a:pt x="8812" y="7717"/>
                </a:lnTo>
                <a:lnTo>
                  <a:pt x="9478" y="6407"/>
                </a:lnTo>
                <a:lnTo>
                  <a:pt x="9574" y="6228"/>
                </a:lnTo>
                <a:lnTo>
                  <a:pt x="9693" y="5847"/>
                </a:lnTo>
                <a:lnTo>
                  <a:pt x="9752" y="5454"/>
                </a:lnTo>
                <a:lnTo>
                  <a:pt x="9752" y="5061"/>
                </a:lnTo>
                <a:lnTo>
                  <a:pt x="9729" y="4859"/>
                </a:lnTo>
                <a:lnTo>
                  <a:pt x="9502" y="3406"/>
                </a:lnTo>
                <a:lnTo>
                  <a:pt x="9455" y="3204"/>
                </a:lnTo>
                <a:lnTo>
                  <a:pt x="9336" y="2835"/>
                </a:lnTo>
                <a:lnTo>
                  <a:pt x="9157" y="2478"/>
                </a:lnTo>
                <a:lnTo>
                  <a:pt x="8931" y="2156"/>
                </a:lnTo>
                <a:lnTo>
                  <a:pt x="8788" y="2013"/>
                </a:lnTo>
                <a:lnTo>
                  <a:pt x="7740" y="965"/>
                </a:lnTo>
                <a:lnTo>
                  <a:pt x="7597" y="834"/>
                </a:lnTo>
                <a:lnTo>
                  <a:pt x="7276" y="596"/>
                </a:lnTo>
                <a:lnTo>
                  <a:pt x="6930" y="418"/>
                </a:lnTo>
                <a:lnTo>
                  <a:pt x="6549" y="299"/>
                </a:lnTo>
                <a:lnTo>
                  <a:pt x="6359" y="263"/>
                </a:lnTo>
                <a:lnTo>
                  <a:pt x="4894" y="37"/>
                </a:lnTo>
                <a:lnTo>
                  <a:pt x="4692"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1" name="Google Shape;3221;p175"/>
          <p:cNvSpPr/>
          <p:nvPr/>
        </p:nvSpPr>
        <p:spPr>
          <a:xfrm>
            <a:off x="12169131" y="5443562"/>
            <a:ext cx="525272" cy="525222"/>
          </a:xfrm>
          <a:custGeom>
            <a:rect b="b" l="l" r="r" t="t"/>
            <a:pathLst>
              <a:path extrusionOk="0" h="10419" w="10420">
                <a:moveTo>
                  <a:pt x="8466" y="929"/>
                </a:moveTo>
                <a:lnTo>
                  <a:pt x="9502" y="1953"/>
                </a:lnTo>
                <a:lnTo>
                  <a:pt x="8466" y="1953"/>
                </a:lnTo>
                <a:lnTo>
                  <a:pt x="8466" y="929"/>
                </a:lnTo>
                <a:close/>
                <a:moveTo>
                  <a:pt x="7812" y="655"/>
                </a:moveTo>
                <a:lnTo>
                  <a:pt x="7812" y="1953"/>
                </a:lnTo>
                <a:lnTo>
                  <a:pt x="7823" y="2096"/>
                </a:lnTo>
                <a:lnTo>
                  <a:pt x="7919" y="2322"/>
                </a:lnTo>
                <a:lnTo>
                  <a:pt x="8097" y="2501"/>
                </a:lnTo>
                <a:lnTo>
                  <a:pt x="8335" y="2596"/>
                </a:lnTo>
                <a:lnTo>
                  <a:pt x="8466" y="2608"/>
                </a:lnTo>
                <a:lnTo>
                  <a:pt x="9764" y="2608"/>
                </a:lnTo>
                <a:lnTo>
                  <a:pt x="9764" y="6514"/>
                </a:lnTo>
                <a:lnTo>
                  <a:pt x="9764" y="6645"/>
                </a:lnTo>
                <a:lnTo>
                  <a:pt x="9657" y="6883"/>
                </a:lnTo>
                <a:lnTo>
                  <a:pt x="9479" y="7061"/>
                </a:lnTo>
                <a:lnTo>
                  <a:pt x="9252" y="7157"/>
                </a:lnTo>
                <a:lnTo>
                  <a:pt x="9121" y="7168"/>
                </a:lnTo>
                <a:lnTo>
                  <a:pt x="5859" y="7168"/>
                </a:lnTo>
                <a:lnTo>
                  <a:pt x="5728" y="7157"/>
                </a:lnTo>
                <a:lnTo>
                  <a:pt x="5490" y="7061"/>
                </a:lnTo>
                <a:lnTo>
                  <a:pt x="5311" y="6883"/>
                </a:lnTo>
                <a:lnTo>
                  <a:pt x="5216" y="6645"/>
                </a:lnTo>
                <a:lnTo>
                  <a:pt x="5204" y="6514"/>
                </a:lnTo>
                <a:lnTo>
                  <a:pt x="5204" y="1310"/>
                </a:lnTo>
                <a:lnTo>
                  <a:pt x="5216" y="1179"/>
                </a:lnTo>
                <a:lnTo>
                  <a:pt x="5311" y="941"/>
                </a:lnTo>
                <a:lnTo>
                  <a:pt x="5490" y="763"/>
                </a:lnTo>
                <a:lnTo>
                  <a:pt x="5728" y="667"/>
                </a:lnTo>
                <a:lnTo>
                  <a:pt x="5859" y="655"/>
                </a:lnTo>
                <a:close/>
                <a:moveTo>
                  <a:pt x="5859" y="1"/>
                </a:moveTo>
                <a:lnTo>
                  <a:pt x="5597" y="24"/>
                </a:lnTo>
                <a:lnTo>
                  <a:pt x="5133" y="227"/>
                </a:lnTo>
                <a:lnTo>
                  <a:pt x="4775" y="572"/>
                </a:lnTo>
                <a:lnTo>
                  <a:pt x="4573" y="1036"/>
                </a:lnTo>
                <a:lnTo>
                  <a:pt x="4561" y="1310"/>
                </a:lnTo>
                <a:lnTo>
                  <a:pt x="4561" y="6514"/>
                </a:lnTo>
                <a:lnTo>
                  <a:pt x="4573" y="6787"/>
                </a:lnTo>
                <a:lnTo>
                  <a:pt x="4775" y="7252"/>
                </a:lnTo>
                <a:lnTo>
                  <a:pt x="5133" y="7597"/>
                </a:lnTo>
                <a:lnTo>
                  <a:pt x="5597" y="7799"/>
                </a:lnTo>
                <a:lnTo>
                  <a:pt x="5859" y="7823"/>
                </a:lnTo>
                <a:lnTo>
                  <a:pt x="9121" y="7823"/>
                </a:lnTo>
                <a:lnTo>
                  <a:pt x="9383" y="7799"/>
                </a:lnTo>
                <a:lnTo>
                  <a:pt x="9848" y="7597"/>
                </a:lnTo>
                <a:lnTo>
                  <a:pt x="10205" y="7252"/>
                </a:lnTo>
                <a:lnTo>
                  <a:pt x="10395" y="6787"/>
                </a:lnTo>
                <a:lnTo>
                  <a:pt x="10419" y="6514"/>
                </a:lnTo>
                <a:lnTo>
                  <a:pt x="10419" y="2227"/>
                </a:lnTo>
                <a:lnTo>
                  <a:pt x="10407" y="2096"/>
                </a:lnTo>
                <a:lnTo>
                  <a:pt x="10312" y="1870"/>
                </a:lnTo>
                <a:lnTo>
                  <a:pt x="10229" y="1763"/>
                </a:lnTo>
                <a:lnTo>
                  <a:pt x="8657" y="191"/>
                </a:lnTo>
                <a:lnTo>
                  <a:pt x="8562" y="108"/>
                </a:lnTo>
                <a:lnTo>
                  <a:pt x="8324" y="12"/>
                </a:lnTo>
                <a:lnTo>
                  <a:pt x="8193" y="1"/>
                </a:lnTo>
                <a:close/>
                <a:moveTo>
                  <a:pt x="1299" y="2608"/>
                </a:moveTo>
                <a:lnTo>
                  <a:pt x="1037" y="2632"/>
                </a:lnTo>
                <a:lnTo>
                  <a:pt x="572" y="2822"/>
                </a:lnTo>
                <a:lnTo>
                  <a:pt x="215" y="3180"/>
                </a:lnTo>
                <a:lnTo>
                  <a:pt x="25" y="3644"/>
                </a:lnTo>
                <a:lnTo>
                  <a:pt x="1" y="3918"/>
                </a:lnTo>
                <a:lnTo>
                  <a:pt x="1" y="9121"/>
                </a:lnTo>
                <a:lnTo>
                  <a:pt x="25" y="9383"/>
                </a:lnTo>
                <a:lnTo>
                  <a:pt x="215" y="9859"/>
                </a:lnTo>
                <a:lnTo>
                  <a:pt x="572" y="10205"/>
                </a:lnTo>
                <a:lnTo>
                  <a:pt x="1037" y="10407"/>
                </a:lnTo>
                <a:lnTo>
                  <a:pt x="1299" y="10419"/>
                </a:lnTo>
                <a:lnTo>
                  <a:pt x="4561" y="10419"/>
                </a:lnTo>
                <a:lnTo>
                  <a:pt x="4823" y="10407"/>
                </a:lnTo>
                <a:lnTo>
                  <a:pt x="5287" y="10205"/>
                </a:lnTo>
                <a:lnTo>
                  <a:pt x="5645" y="9859"/>
                </a:lnTo>
                <a:lnTo>
                  <a:pt x="5847" y="9383"/>
                </a:lnTo>
                <a:lnTo>
                  <a:pt x="5859" y="9121"/>
                </a:lnTo>
                <a:lnTo>
                  <a:pt x="5859" y="8800"/>
                </a:lnTo>
                <a:lnTo>
                  <a:pt x="5847" y="8669"/>
                </a:lnTo>
                <a:lnTo>
                  <a:pt x="5668" y="8490"/>
                </a:lnTo>
                <a:lnTo>
                  <a:pt x="5537" y="8466"/>
                </a:lnTo>
                <a:lnTo>
                  <a:pt x="5406" y="8490"/>
                </a:lnTo>
                <a:lnTo>
                  <a:pt x="5228" y="8669"/>
                </a:lnTo>
                <a:lnTo>
                  <a:pt x="5216" y="8800"/>
                </a:lnTo>
                <a:lnTo>
                  <a:pt x="5216" y="9121"/>
                </a:lnTo>
                <a:lnTo>
                  <a:pt x="5204" y="9252"/>
                </a:lnTo>
                <a:lnTo>
                  <a:pt x="5109" y="9490"/>
                </a:lnTo>
                <a:lnTo>
                  <a:pt x="4930" y="9669"/>
                </a:lnTo>
                <a:lnTo>
                  <a:pt x="4692" y="9764"/>
                </a:lnTo>
                <a:lnTo>
                  <a:pt x="4561" y="9776"/>
                </a:lnTo>
                <a:lnTo>
                  <a:pt x="1299" y="9776"/>
                </a:lnTo>
                <a:lnTo>
                  <a:pt x="1168" y="9764"/>
                </a:lnTo>
                <a:lnTo>
                  <a:pt x="941" y="9669"/>
                </a:lnTo>
                <a:lnTo>
                  <a:pt x="763" y="9490"/>
                </a:lnTo>
                <a:lnTo>
                  <a:pt x="656" y="9252"/>
                </a:lnTo>
                <a:lnTo>
                  <a:pt x="656" y="9121"/>
                </a:lnTo>
                <a:lnTo>
                  <a:pt x="656" y="3918"/>
                </a:lnTo>
                <a:lnTo>
                  <a:pt x="656" y="3775"/>
                </a:lnTo>
                <a:lnTo>
                  <a:pt x="763" y="3549"/>
                </a:lnTo>
                <a:lnTo>
                  <a:pt x="941" y="3370"/>
                </a:lnTo>
                <a:lnTo>
                  <a:pt x="1168" y="3275"/>
                </a:lnTo>
                <a:lnTo>
                  <a:pt x="1299" y="3263"/>
                </a:lnTo>
                <a:lnTo>
                  <a:pt x="3585" y="3263"/>
                </a:lnTo>
                <a:lnTo>
                  <a:pt x="3716" y="3239"/>
                </a:lnTo>
                <a:lnTo>
                  <a:pt x="3894" y="3061"/>
                </a:lnTo>
                <a:lnTo>
                  <a:pt x="3906" y="2942"/>
                </a:lnTo>
                <a:lnTo>
                  <a:pt x="3894" y="2811"/>
                </a:lnTo>
                <a:lnTo>
                  <a:pt x="3716" y="2632"/>
                </a:lnTo>
                <a:lnTo>
                  <a:pt x="3585" y="260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2" name="Google Shape;3222;p175"/>
          <p:cNvSpPr/>
          <p:nvPr/>
        </p:nvSpPr>
        <p:spPr>
          <a:xfrm>
            <a:off x="13169713" y="5443562"/>
            <a:ext cx="526432" cy="525827"/>
          </a:xfrm>
          <a:custGeom>
            <a:rect b="b" l="l" r="r" t="t"/>
            <a:pathLst>
              <a:path extrusionOk="0" h="10431" w="10443">
                <a:moveTo>
                  <a:pt x="6275" y="4561"/>
                </a:moveTo>
                <a:lnTo>
                  <a:pt x="6489" y="4573"/>
                </a:lnTo>
                <a:lnTo>
                  <a:pt x="6882" y="4656"/>
                </a:lnTo>
                <a:lnTo>
                  <a:pt x="7240" y="4811"/>
                </a:lnTo>
                <a:lnTo>
                  <a:pt x="7561" y="5025"/>
                </a:lnTo>
                <a:lnTo>
                  <a:pt x="7835" y="5299"/>
                </a:lnTo>
                <a:lnTo>
                  <a:pt x="8049" y="5621"/>
                </a:lnTo>
                <a:lnTo>
                  <a:pt x="8204" y="5978"/>
                </a:lnTo>
                <a:lnTo>
                  <a:pt x="8287" y="6371"/>
                </a:lnTo>
                <a:lnTo>
                  <a:pt x="8299" y="6585"/>
                </a:lnTo>
                <a:lnTo>
                  <a:pt x="8287" y="6621"/>
                </a:lnTo>
                <a:lnTo>
                  <a:pt x="8264" y="6645"/>
                </a:lnTo>
                <a:lnTo>
                  <a:pt x="6466" y="8442"/>
                </a:lnTo>
                <a:lnTo>
                  <a:pt x="6442" y="8466"/>
                </a:lnTo>
                <a:lnTo>
                  <a:pt x="4013" y="8466"/>
                </a:lnTo>
                <a:lnTo>
                  <a:pt x="3977" y="8442"/>
                </a:lnTo>
                <a:lnTo>
                  <a:pt x="2179" y="6645"/>
                </a:lnTo>
                <a:lnTo>
                  <a:pt x="2155" y="6621"/>
                </a:lnTo>
                <a:lnTo>
                  <a:pt x="2155" y="6585"/>
                </a:lnTo>
                <a:lnTo>
                  <a:pt x="2167" y="6371"/>
                </a:lnTo>
                <a:lnTo>
                  <a:pt x="2239" y="5978"/>
                </a:lnTo>
                <a:lnTo>
                  <a:pt x="2394" y="5621"/>
                </a:lnTo>
                <a:lnTo>
                  <a:pt x="2620" y="5299"/>
                </a:lnTo>
                <a:lnTo>
                  <a:pt x="2894" y="5025"/>
                </a:lnTo>
                <a:lnTo>
                  <a:pt x="3215" y="4811"/>
                </a:lnTo>
                <a:lnTo>
                  <a:pt x="3572" y="4656"/>
                </a:lnTo>
                <a:lnTo>
                  <a:pt x="3965" y="4573"/>
                </a:lnTo>
                <a:lnTo>
                  <a:pt x="4168" y="4561"/>
                </a:lnTo>
                <a:close/>
                <a:moveTo>
                  <a:pt x="2286" y="1"/>
                </a:moveTo>
                <a:lnTo>
                  <a:pt x="2048" y="12"/>
                </a:lnTo>
                <a:lnTo>
                  <a:pt x="1608" y="108"/>
                </a:lnTo>
                <a:lnTo>
                  <a:pt x="1203" y="274"/>
                </a:lnTo>
                <a:lnTo>
                  <a:pt x="834" y="524"/>
                </a:lnTo>
                <a:lnTo>
                  <a:pt x="524" y="834"/>
                </a:lnTo>
                <a:lnTo>
                  <a:pt x="286" y="1191"/>
                </a:lnTo>
                <a:lnTo>
                  <a:pt x="107" y="1608"/>
                </a:lnTo>
                <a:lnTo>
                  <a:pt x="12" y="2049"/>
                </a:lnTo>
                <a:lnTo>
                  <a:pt x="12" y="2287"/>
                </a:lnTo>
                <a:lnTo>
                  <a:pt x="12" y="3203"/>
                </a:lnTo>
                <a:lnTo>
                  <a:pt x="12" y="3334"/>
                </a:lnTo>
                <a:lnTo>
                  <a:pt x="84" y="3585"/>
                </a:lnTo>
                <a:lnTo>
                  <a:pt x="215" y="3811"/>
                </a:lnTo>
                <a:lnTo>
                  <a:pt x="405" y="3989"/>
                </a:lnTo>
                <a:lnTo>
                  <a:pt x="512" y="4061"/>
                </a:lnTo>
                <a:lnTo>
                  <a:pt x="2084" y="4930"/>
                </a:lnTo>
                <a:lnTo>
                  <a:pt x="1870" y="5216"/>
                </a:lnTo>
                <a:lnTo>
                  <a:pt x="1703" y="5537"/>
                </a:lnTo>
                <a:lnTo>
                  <a:pt x="1060" y="5537"/>
                </a:lnTo>
                <a:lnTo>
                  <a:pt x="477" y="5251"/>
                </a:lnTo>
                <a:lnTo>
                  <a:pt x="358" y="5204"/>
                </a:lnTo>
                <a:lnTo>
                  <a:pt x="119" y="5287"/>
                </a:lnTo>
                <a:lnTo>
                  <a:pt x="48" y="5394"/>
                </a:lnTo>
                <a:lnTo>
                  <a:pt x="0" y="5525"/>
                </a:lnTo>
                <a:lnTo>
                  <a:pt x="84" y="5763"/>
                </a:lnTo>
                <a:lnTo>
                  <a:pt x="191" y="5835"/>
                </a:lnTo>
                <a:lnTo>
                  <a:pt x="846" y="6156"/>
                </a:lnTo>
                <a:lnTo>
                  <a:pt x="905" y="6192"/>
                </a:lnTo>
                <a:lnTo>
                  <a:pt x="1536" y="6192"/>
                </a:lnTo>
                <a:lnTo>
                  <a:pt x="1512" y="6383"/>
                </a:lnTo>
                <a:lnTo>
                  <a:pt x="1501" y="6585"/>
                </a:lnTo>
                <a:lnTo>
                  <a:pt x="1512" y="6668"/>
                </a:lnTo>
                <a:lnTo>
                  <a:pt x="1536" y="6752"/>
                </a:lnTo>
                <a:lnTo>
                  <a:pt x="1215" y="6859"/>
                </a:lnTo>
                <a:lnTo>
                  <a:pt x="1143" y="6895"/>
                </a:lnTo>
                <a:lnTo>
                  <a:pt x="1084" y="6942"/>
                </a:lnTo>
                <a:lnTo>
                  <a:pt x="429" y="7597"/>
                </a:lnTo>
                <a:lnTo>
                  <a:pt x="358" y="7692"/>
                </a:lnTo>
                <a:lnTo>
                  <a:pt x="358" y="7942"/>
                </a:lnTo>
                <a:lnTo>
                  <a:pt x="429" y="8050"/>
                </a:lnTo>
                <a:lnTo>
                  <a:pt x="536" y="8133"/>
                </a:lnTo>
                <a:lnTo>
                  <a:pt x="667" y="8145"/>
                </a:lnTo>
                <a:lnTo>
                  <a:pt x="786" y="8133"/>
                </a:lnTo>
                <a:lnTo>
                  <a:pt x="893" y="8050"/>
                </a:lnTo>
                <a:lnTo>
                  <a:pt x="1489" y="7454"/>
                </a:lnTo>
                <a:lnTo>
                  <a:pt x="1917" y="7311"/>
                </a:lnTo>
                <a:lnTo>
                  <a:pt x="2548" y="7942"/>
                </a:lnTo>
                <a:lnTo>
                  <a:pt x="1858" y="8169"/>
                </a:lnTo>
                <a:lnTo>
                  <a:pt x="1798" y="8192"/>
                </a:lnTo>
                <a:lnTo>
                  <a:pt x="1739" y="8240"/>
                </a:lnTo>
                <a:lnTo>
                  <a:pt x="1084" y="8895"/>
                </a:lnTo>
                <a:lnTo>
                  <a:pt x="1000" y="9002"/>
                </a:lnTo>
                <a:lnTo>
                  <a:pt x="1000" y="9252"/>
                </a:lnTo>
                <a:lnTo>
                  <a:pt x="1084" y="9359"/>
                </a:lnTo>
                <a:lnTo>
                  <a:pt x="1191" y="9431"/>
                </a:lnTo>
                <a:lnTo>
                  <a:pt x="1310" y="9455"/>
                </a:lnTo>
                <a:lnTo>
                  <a:pt x="1441" y="9431"/>
                </a:lnTo>
                <a:lnTo>
                  <a:pt x="1548" y="9359"/>
                </a:lnTo>
                <a:lnTo>
                  <a:pt x="2144" y="8764"/>
                </a:lnTo>
                <a:lnTo>
                  <a:pt x="3060" y="8454"/>
                </a:lnTo>
                <a:lnTo>
                  <a:pt x="3406" y="8800"/>
                </a:lnTo>
                <a:lnTo>
                  <a:pt x="2775" y="9169"/>
                </a:lnTo>
                <a:lnTo>
                  <a:pt x="2703" y="9216"/>
                </a:lnTo>
                <a:lnTo>
                  <a:pt x="2620" y="9371"/>
                </a:lnTo>
                <a:lnTo>
                  <a:pt x="2620" y="9455"/>
                </a:lnTo>
                <a:lnTo>
                  <a:pt x="2620" y="10097"/>
                </a:lnTo>
                <a:lnTo>
                  <a:pt x="2632" y="10228"/>
                </a:lnTo>
                <a:lnTo>
                  <a:pt x="2810" y="10407"/>
                </a:lnTo>
                <a:lnTo>
                  <a:pt x="2941" y="10431"/>
                </a:lnTo>
                <a:lnTo>
                  <a:pt x="3072" y="10407"/>
                </a:lnTo>
                <a:lnTo>
                  <a:pt x="3251" y="10228"/>
                </a:lnTo>
                <a:lnTo>
                  <a:pt x="3263" y="10097"/>
                </a:lnTo>
                <a:lnTo>
                  <a:pt x="3263" y="9633"/>
                </a:lnTo>
                <a:lnTo>
                  <a:pt x="4120" y="9121"/>
                </a:lnTo>
                <a:lnTo>
                  <a:pt x="6323" y="9121"/>
                </a:lnTo>
                <a:lnTo>
                  <a:pt x="7168" y="9633"/>
                </a:lnTo>
                <a:lnTo>
                  <a:pt x="7168" y="10097"/>
                </a:lnTo>
                <a:lnTo>
                  <a:pt x="7192" y="10228"/>
                </a:lnTo>
                <a:lnTo>
                  <a:pt x="7371" y="10407"/>
                </a:lnTo>
                <a:lnTo>
                  <a:pt x="7502" y="10431"/>
                </a:lnTo>
                <a:lnTo>
                  <a:pt x="7633" y="10407"/>
                </a:lnTo>
                <a:lnTo>
                  <a:pt x="7811" y="10228"/>
                </a:lnTo>
                <a:lnTo>
                  <a:pt x="7823" y="10097"/>
                </a:lnTo>
                <a:lnTo>
                  <a:pt x="7823" y="9455"/>
                </a:lnTo>
                <a:lnTo>
                  <a:pt x="7823" y="9359"/>
                </a:lnTo>
                <a:lnTo>
                  <a:pt x="7740" y="9216"/>
                </a:lnTo>
                <a:lnTo>
                  <a:pt x="7668" y="9169"/>
                </a:lnTo>
                <a:lnTo>
                  <a:pt x="7037" y="8788"/>
                </a:lnTo>
                <a:lnTo>
                  <a:pt x="7382" y="8454"/>
                </a:lnTo>
                <a:lnTo>
                  <a:pt x="8299" y="8752"/>
                </a:lnTo>
                <a:lnTo>
                  <a:pt x="8895" y="9359"/>
                </a:lnTo>
                <a:lnTo>
                  <a:pt x="9002" y="9431"/>
                </a:lnTo>
                <a:lnTo>
                  <a:pt x="9133" y="9455"/>
                </a:lnTo>
                <a:lnTo>
                  <a:pt x="9252" y="9431"/>
                </a:lnTo>
                <a:lnTo>
                  <a:pt x="9359" y="9359"/>
                </a:lnTo>
                <a:lnTo>
                  <a:pt x="9442" y="9252"/>
                </a:lnTo>
                <a:lnTo>
                  <a:pt x="9442" y="9002"/>
                </a:lnTo>
                <a:lnTo>
                  <a:pt x="9359" y="8895"/>
                </a:lnTo>
                <a:lnTo>
                  <a:pt x="8704" y="8240"/>
                </a:lnTo>
                <a:lnTo>
                  <a:pt x="8645" y="8192"/>
                </a:lnTo>
                <a:lnTo>
                  <a:pt x="8585" y="8169"/>
                </a:lnTo>
                <a:lnTo>
                  <a:pt x="7894" y="7930"/>
                </a:lnTo>
                <a:lnTo>
                  <a:pt x="8526" y="7311"/>
                </a:lnTo>
                <a:lnTo>
                  <a:pt x="8954" y="7454"/>
                </a:lnTo>
                <a:lnTo>
                  <a:pt x="9550" y="8050"/>
                </a:lnTo>
                <a:lnTo>
                  <a:pt x="9657" y="8133"/>
                </a:lnTo>
                <a:lnTo>
                  <a:pt x="9776" y="8145"/>
                </a:lnTo>
                <a:lnTo>
                  <a:pt x="9907" y="8133"/>
                </a:lnTo>
                <a:lnTo>
                  <a:pt x="10014" y="8050"/>
                </a:lnTo>
                <a:lnTo>
                  <a:pt x="10085" y="7942"/>
                </a:lnTo>
                <a:lnTo>
                  <a:pt x="10085" y="7692"/>
                </a:lnTo>
                <a:lnTo>
                  <a:pt x="10014" y="7585"/>
                </a:lnTo>
                <a:lnTo>
                  <a:pt x="9359" y="6942"/>
                </a:lnTo>
                <a:lnTo>
                  <a:pt x="9299" y="6895"/>
                </a:lnTo>
                <a:lnTo>
                  <a:pt x="9228" y="6859"/>
                </a:lnTo>
                <a:lnTo>
                  <a:pt x="8907" y="6752"/>
                </a:lnTo>
                <a:lnTo>
                  <a:pt x="8930" y="6668"/>
                </a:lnTo>
                <a:lnTo>
                  <a:pt x="8942" y="6585"/>
                </a:lnTo>
                <a:lnTo>
                  <a:pt x="8930" y="6383"/>
                </a:lnTo>
                <a:lnTo>
                  <a:pt x="8907" y="6192"/>
                </a:lnTo>
                <a:lnTo>
                  <a:pt x="9454" y="6192"/>
                </a:lnTo>
                <a:lnTo>
                  <a:pt x="9526" y="6180"/>
                </a:lnTo>
                <a:lnTo>
                  <a:pt x="9597" y="6156"/>
                </a:lnTo>
                <a:lnTo>
                  <a:pt x="10252" y="5835"/>
                </a:lnTo>
                <a:lnTo>
                  <a:pt x="10359" y="5752"/>
                </a:lnTo>
                <a:lnTo>
                  <a:pt x="10443" y="5513"/>
                </a:lnTo>
                <a:lnTo>
                  <a:pt x="10395" y="5394"/>
                </a:lnTo>
                <a:lnTo>
                  <a:pt x="10323" y="5287"/>
                </a:lnTo>
                <a:lnTo>
                  <a:pt x="10085" y="5204"/>
                </a:lnTo>
                <a:lnTo>
                  <a:pt x="9966" y="5251"/>
                </a:lnTo>
                <a:lnTo>
                  <a:pt x="9383" y="5537"/>
                </a:lnTo>
                <a:lnTo>
                  <a:pt x="8740" y="5537"/>
                </a:lnTo>
                <a:lnTo>
                  <a:pt x="8573" y="5216"/>
                </a:lnTo>
                <a:lnTo>
                  <a:pt x="8359" y="4930"/>
                </a:lnTo>
                <a:lnTo>
                  <a:pt x="9931" y="4061"/>
                </a:lnTo>
                <a:lnTo>
                  <a:pt x="10038" y="3989"/>
                </a:lnTo>
                <a:lnTo>
                  <a:pt x="10228" y="3811"/>
                </a:lnTo>
                <a:lnTo>
                  <a:pt x="10359" y="3585"/>
                </a:lnTo>
                <a:lnTo>
                  <a:pt x="10419" y="3334"/>
                </a:lnTo>
                <a:lnTo>
                  <a:pt x="10431" y="3203"/>
                </a:lnTo>
                <a:lnTo>
                  <a:pt x="10431" y="2287"/>
                </a:lnTo>
                <a:lnTo>
                  <a:pt x="10419" y="2049"/>
                </a:lnTo>
                <a:lnTo>
                  <a:pt x="10335" y="1608"/>
                </a:lnTo>
                <a:lnTo>
                  <a:pt x="10157" y="1191"/>
                </a:lnTo>
                <a:lnTo>
                  <a:pt x="9907" y="834"/>
                </a:lnTo>
                <a:lnTo>
                  <a:pt x="9609" y="524"/>
                </a:lnTo>
                <a:lnTo>
                  <a:pt x="9240" y="274"/>
                </a:lnTo>
                <a:lnTo>
                  <a:pt x="8835" y="108"/>
                </a:lnTo>
                <a:lnTo>
                  <a:pt x="8383" y="12"/>
                </a:lnTo>
                <a:lnTo>
                  <a:pt x="8156" y="1"/>
                </a:lnTo>
                <a:lnTo>
                  <a:pt x="6847" y="1"/>
                </a:lnTo>
                <a:lnTo>
                  <a:pt x="6751" y="12"/>
                </a:lnTo>
                <a:lnTo>
                  <a:pt x="6585" y="132"/>
                </a:lnTo>
                <a:lnTo>
                  <a:pt x="6537" y="227"/>
                </a:lnTo>
                <a:lnTo>
                  <a:pt x="6513" y="334"/>
                </a:lnTo>
                <a:lnTo>
                  <a:pt x="6573" y="524"/>
                </a:lnTo>
                <a:lnTo>
                  <a:pt x="6656" y="596"/>
                </a:lnTo>
                <a:lnTo>
                  <a:pt x="7954" y="1572"/>
                </a:lnTo>
                <a:lnTo>
                  <a:pt x="8073" y="1632"/>
                </a:lnTo>
                <a:lnTo>
                  <a:pt x="8323" y="1596"/>
                </a:lnTo>
                <a:lnTo>
                  <a:pt x="8406" y="1501"/>
                </a:lnTo>
                <a:lnTo>
                  <a:pt x="8478" y="1382"/>
                </a:lnTo>
                <a:lnTo>
                  <a:pt x="8442" y="1144"/>
                </a:lnTo>
                <a:lnTo>
                  <a:pt x="8347" y="1048"/>
                </a:lnTo>
                <a:lnTo>
                  <a:pt x="7823" y="655"/>
                </a:lnTo>
                <a:lnTo>
                  <a:pt x="8156" y="655"/>
                </a:lnTo>
                <a:lnTo>
                  <a:pt x="8442" y="667"/>
                </a:lnTo>
                <a:lnTo>
                  <a:pt x="8966" y="870"/>
                </a:lnTo>
                <a:lnTo>
                  <a:pt x="9383" y="1215"/>
                </a:lnTo>
                <a:lnTo>
                  <a:pt x="9669" y="1679"/>
                </a:lnTo>
                <a:lnTo>
                  <a:pt x="9752" y="1953"/>
                </a:lnTo>
                <a:lnTo>
                  <a:pt x="7692" y="1953"/>
                </a:lnTo>
                <a:lnTo>
                  <a:pt x="7442" y="1834"/>
                </a:lnTo>
                <a:lnTo>
                  <a:pt x="7335" y="1739"/>
                </a:lnTo>
                <a:lnTo>
                  <a:pt x="7240" y="1656"/>
                </a:lnTo>
                <a:lnTo>
                  <a:pt x="6990" y="1644"/>
                </a:lnTo>
                <a:lnTo>
                  <a:pt x="6882" y="1715"/>
                </a:lnTo>
                <a:lnTo>
                  <a:pt x="6799" y="1810"/>
                </a:lnTo>
                <a:lnTo>
                  <a:pt x="6775" y="2060"/>
                </a:lnTo>
                <a:lnTo>
                  <a:pt x="6847" y="2180"/>
                </a:lnTo>
                <a:lnTo>
                  <a:pt x="6954" y="2275"/>
                </a:lnTo>
                <a:lnTo>
                  <a:pt x="7168" y="2441"/>
                </a:lnTo>
                <a:lnTo>
                  <a:pt x="7418" y="2549"/>
                </a:lnTo>
                <a:lnTo>
                  <a:pt x="7668" y="2608"/>
                </a:lnTo>
                <a:lnTo>
                  <a:pt x="9776" y="2608"/>
                </a:lnTo>
                <a:lnTo>
                  <a:pt x="9776" y="3203"/>
                </a:lnTo>
                <a:lnTo>
                  <a:pt x="9764" y="3287"/>
                </a:lnTo>
                <a:lnTo>
                  <a:pt x="9680" y="3442"/>
                </a:lnTo>
                <a:lnTo>
                  <a:pt x="9609" y="3489"/>
                </a:lnTo>
                <a:lnTo>
                  <a:pt x="7871" y="4454"/>
                </a:lnTo>
                <a:lnTo>
                  <a:pt x="7573" y="4251"/>
                </a:lnTo>
                <a:lnTo>
                  <a:pt x="6894" y="3989"/>
                </a:lnTo>
                <a:lnTo>
                  <a:pt x="6525" y="3942"/>
                </a:lnTo>
                <a:lnTo>
                  <a:pt x="6525" y="2942"/>
                </a:lnTo>
                <a:lnTo>
                  <a:pt x="6501" y="2811"/>
                </a:lnTo>
                <a:lnTo>
                  <a:pt x="6323" y="2632"/>
                </a:lnTo>
                <a:lnTo>
                  <a:pt x="6192" y="2608"/>
                </a:lnTo>
                <a:lnTo>
                  <a:pt x="6061" y="2632"/>
                </a:lnTo>
                <a:lnTo>
                  <a:pt x="5894" y="2811"/>
                </a:lnTo>
                <a:lnTo>
                  <a:pt x="5870" y="2942"/>
                </a:lnTo>
                <a:lnTo>
                  <a:pt x="5870" y="3906"/>
                </a:lnTo>
                <a:lnTo>
                  <a:pt x="4573" y="3906"/>
                </a:lnTo>
                <a:lnTo>
                  <a:pt x="4573" y="2942"/>
                </a:lnTo>
                <a:lnTo>
                  <a:pt x="4549" y="2811"/>
                </a:lnTo>
                <a:lnTo>
                  <a:pt x="4370" y="2632"/>
                </a:lnTo>
                <a:lnTo>
                  <a:pt x="4239" y="2608"/>
                </a:lnTo>
                <a:lnTo>
                  <a:pt x="4108" y="2632"/>
                </a:lnTo>
                <a:lnTo>
                  <a:pt x="3930" y="2811"/>
                </a:lnTo>
                <a:lnTo>
                  <a:pt x="3918" y="2942"/>
                </a:lnTo>
                <a:lnTo>
                  <a:pt x="3918" y="3942"/>
                </a:lnTo>
                <a:lnTo>
                  <a:pt x="3549" y="3989"/>
                </a:lnTo>
                <a:lnTo>
                  <a:pt x="2870" y="4251"/>
                </a:lnTo>
                <a:lnTo>
                  <a:pt x="2572" y="4454"/>
                </a:lnTo>
                <a:lnTo>
                  <a:pt x="822" y="3489"/>
                </a:lnTo>
                <a:lnTo>
                  <a:pt x="750" y="3442"/>
                </a:lnTo>
                <a:lnTo>
                  <a:pt x="667" y="3287"/>
                </a:lnTo>
                <a:lnTo>
                  <a:pt x="655" y="3203"/>
                </a:lnTo>
                <a:lnTo>
                  <a:pt x="655" y="2608"/>
                </a:lnTo>
                <a:lnTo>
                  <a:pt x="2751" y="2608"/>
                </a:lnTo>
                <a:lnTo>
                  <a:pt x="3013" y="2549"/>
                </a:lnTo>
                <a:lnTo>
                  <a:pt x="3263" y="2441"/>
                </a:lnTo>
                <a:lnTo>
                  <a:pt x="3489" y="2275"/>
                </a:lnTo>
                <a:lnTo>
                  <a:pt x="3584" y="2180"/>
                </a:lnTo>
                <a:lnTo>
                  <a:pt x="3656" y="2072"/>
                </a:lnTo>
                <a:lnTo>
                  <a:pt x="3644" y="1822"/>
                </a:lnTo>
                <a:lnTo>
                  <a:pt x="3560" y="1715"/>
                </a:lnTo>
                <a:lnTo>
                  <a:pt x="3453" y="1644"/>
                </a:lnTo>
                <a:lnTo>
                  <a:pt x="3203" y="1656"/>
                </a:lnTo>
                <a:lnTo>
                  <a:pt x="3096" y="1739"/>
                </a:lnTo>
                <a:lnTo>
                  <a:pt x="3001" y="1834"/>
                </a:lnTo>
                <a:lnTo>
                  <a:pt x="2751" y="1953"/>
                </a:lnTo>
                <a:lnTo>
                  <a:pt x="2608" y="1965"/>
                </a:lnTo>
                <a:lnTo>
                  <a:pt x="691" y="1965"/>
                </a:lnTo>
                <a:lnTo>
                  <a:pt x="762" y="1691"/>
                </a:lnTo>
                <a:lnTo>
                  <a:pt x="1048" y="1215"/>
                </a:lnTo>
                <a:lnTo>
                  <a:pt x="1477" y="870"/>
                </a:lnTo>
                <a:lnTo>
                  <a:pt x="2001" y="679"/>
                </a:lnTo>
                <a:lnTo>
                  <a:pt x="2286" y="655"/>
                </a:lnTo>
                <a:lnTo>
                  <a:pt x="2608" y="655"/>
                </a:lnTo>
                <a:lnTo>
                  <a:pt x="2096" y="1048"/>
                </a:lnTo>
                <a:lnTo>
                  <a:pt x="2001" y="1144"/>
                </a:lnTo>
                <a:lnTo>
                  <a:pt x="1965" y="1382"/>
                </a:lnTo>
                <a:lnTo>
                  <a:pt x="2024" y="1501"/>
                </a:lnTo>
                <a:lnTo>
                  <a:pt x="2120" y="1596"/>
                </a:lnTo>
                <a:lnTo>
                  <a:pt x="2370" y="1632"/>
                </a:lnTo>
                <a:lnTo>
                  <a:pt x="2477" y="1572"/>
                </a:lnTo>
                <a:lnTo>
                  <a:pt x="3787" y="596"/>
                </a:lnTo>
                <a:lnTo>
                  <a:pt x="3858" y="524"/>
                </a:lnTo>
                <a:lnTo>
                  <a:pt x="3918" y="334"/>
                </a:lnTo>
                <a:lnTo>
                  <a:pt x="3894" y="227"/>
                </a:lnTo>
                <a:lnTo>
                  <a:pt x="3858" y="132"/>
                </a:lnTo>
                <a:lnTo>
                  <a:pt x="3691" y="12"/>
                </a:lnTo>
                <a:lnTo>
                  <a:pt x="358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3" name="Google Shape;3223;p175"/>
          <p:cNvSpPr/>
          <p:nvPr/>
        </p:nvSpPr>
        <p:spPr>
          <a:xfrm>
            <a:off x="14172059" y="5673430"/>
            <a:ext cx="525222" cy="295352"/>
          </a:xfrm>
          <a:custGeom>
            <a:rect b="b" l="l" r="r" t="t"/>
            <a:pathLst>
              <a:path extrusionOk="0" h="5859" w="10419">
                <a:moveTo>
                  <a:pt x="1620" y="1287"/>
                </a:moveTo>
                <a:lnTo>
                  <a:pt x="1489" y="1299"/>
                </a:lnTo>
                <a:lnTo>
                  <a:pt x="1310" y="1477"/>
                </a:lnTo>
                <a:lnTo>
                  <a:pt x="1298" y="1608"/>
                </a:lnTo>
                <a:lnTo>
                  <a:pt x="1310" y="1739"/>
                </a:lnTo>
                <a:lnTo>
                  <a:pt x="1489" y="1906"/>
                </a:lnTo>
                <a:lnTo>
                  <a:pt x="1620" y="1918"/>
                </a:lnTo>
                <a:lnTo>
                  <a:pt x="1751" y="1906"/>
                </a:lnTo>
                <a:lnTo>
                  <a:pt x="1929" y="1751"/>
                </a:lnTo>
                <a:lnTo>
                  <a:pt x="1953" y="1608"/>
                </a:lnTo>
                <a:lnTo>
                  <a:pt x="1929" y="1465"/>
                </a:lnTo>
                <a:lnTo>
                  <a:pt x="1751" y="1299"/>
                </a:lnTo>
                <a:lnTo>
                  <a:pt x="1620" y="1287"/>
                </a:lnTo>
                <a:close/>
                <a:moveTo>
                  <a:pt x="8788" y="1287"/>
                </a:moveTo>
                <a:lnTo>
                  <a:pt x="8657" y="1299"/>
                </a:lnTo>
                <a:lnTo>
                  <a:pt x="8478" y="1477"/>
                </a:lnTo>
                <a:lnTo>
                  <a:pt x="8454" y="1596"/>
                </a:lnTo>
                <a:lnTo>
                  <a:pt x="8478" y="1715"/>
                </a:lnTo>
                <a:lnTo>
                  <a:pt x="8657" y="1894"/>
                </a:lnTo>
                <a:lnTo>
                  <a:pt x="8788" y="1918"/>
                </a:lnTo>
                <a:lnTo>
                  <a:pt x="8919" y="1906"/>
                </a:lnTo>
                <a:lnTo>
                  <a:pt x="9097" y="1751"/>
                </a:lnTo>
                <a:lnTo>
                  <a:pt x="9109" y="1608"/>
                </a:lnTo>
                <a:lnTo>
                  <a:pt x="9097" y="1465"/>
                </a:lnTo>
                <a:lnTo>
                  <a:pt x="8919" y="1299"/>
                </a:lnTo>
                <a:lnTo>
                  <a:pt x="8788" y="1287"/>
                </a:lnTo>
                <a:close/>
                <a:moveTo>
                  <a:pt x="9443" y="656"/>
                </a:moveTo>
                <a:lnTo>
                  <a:pt x="9562" y="668"/>
                </a:lnTo>
                <a:lnTo>
                  <a:pt x="9740" y="846"/>
                </a:lnTo>
                <a:lnTo>
                  <a:pt x="9764" y="977"/>
                </a:lnTo>
                <a:lnTo>
                  <a:pt x="9764" y="2608"/>
                </a:lnTo>
                <a:lnTo>
                  <a:pt x="644" y="2608"/>
                </a:lnTo>
                <a:lnTo>
                  <a:pt x="644" y="977"/>
                </a:lnTo>
                <a:lnTo>
                  <a:pt x="667" y="846"/>
                </a:lnTo>
                <a:lnTo>
                  <a:pt x="846" y="668"/>
                </a:lnTo>
                <a:lnTo>
                  <a:pt x="965" y="656"/>
                </a:lnTo>
                <a:close/>
                <a:moveTo>
                  <a:pt x="1620" y="3894"/>
                </a:moveTo>
                <a:lnTo>
                  <a:pt x="1489" y="3906"/>
                </a:lnTo>
                <a:lnTo>
                  <a:pt x="1310" y="4097"/>
                </a:lnTo>
                <a:lnTo>
                  <a:pt x="1298" y="4216"/>
                </a:lnTo>
                <a:lnTo>
                  <a:pt x="1310" y="4335"/>
                </a:lnTo>
                <a:lnTo>
                  <a:pt x="1489" y="4525"/>
                </a:lnTo>
                <a:lnTo>
                  <a:pt x="1620" y="4537"/>
                </a:lnTo>
                <a:lnTo>
                  <a:pt x="1751" y="4525"/>
                </a:lnTo>
                <a:lnTo>
                  <a:pt x="1929" y="4347"/>
                </a:lnTo>
                <a:lnTo>
                  <a:pt x="1953" y="4216"/>
                </a:lnTo>
                <a:lnTo>
                  <a:pt x="1929" y="4085"/>
                </a:lnTo>
                <a:lnTo>
                  <a:pt x="1751" y="3906"/>
                </a:lnTo>
                <a:lnTo>
                  <a:pt x="1620" y="3894"/>
                </a:lnTo>
                <a:close/>
                <a:moveTo>
                  <a:pt x="8788" y="3894"/>
                </a:moveTo>
                <a:lnTo>
                  <a:pt x="8657" y="3906"/>
                </a:lnTo>
                <a:lnTo>
                  <a:pt x="8478" y="4097"/>
                </a:lnTo>
                <a:lnTo>
                  <a:pt x="8454" y="4216"/>
                </a:lnTo>
                <a:lnTo>
                  <a:pt x="8478" y="4335"/>
                </a:lnTo>
                <a:lnTo>
                  <a:pt x="8657" y="4525"/>
                </a:lnTo>
                <a:lnTo>
                  <a:pt x="8788" y="4537"/>
                </a:lnTo>
                <a:lnTo>
                  <a:pt x="8919" y="4525"/>
                </a:lnTo>
                <a:lnTo>
                  <a:pt x="9097" y="4347"/>
                </a:lnTo>
                <a:lnTo>
                  <a:pt x="9109" y="4216"/>
                </a:lnTo>
                <a:lnTo>
                  <a:pt x="9097" y="4085"/>
                </a:lnTo>
                <a:lnTo>
                  <a:pt x="8919" y="3906"/>
                </a:lnTo>
                <a:lnTo>
                  <a:pt x="8788" y="3894"/>
                </a:lnTo>
                <a:close/>
                <a:moveTo>
                  <a:pt x="9764" y="3251"/>
                </a:moveTo>
                <a:lnTo>
                  <a:pt x="9764" y="4883"/>
                </a:lnTo>
                <a:lnTo>
                  <a:pt x="9740" y="5014"/>
                </a:lnTo>
                <a:lnTo>
                  <a:pt x="9574" y="5192"/>
                </a:lnTo>
                <a:lnTo>
                  <a:pt x="9443" y="5216"/>
                </a:lnTo>
                <a:lnTo>
                  <a:pt x="977" y="5216"/>
                </a:lnTo>
                <a:lnTo>
                  <a:pt x="846" y="5192"/>
                </a:lnTo>
                <a:lnTo>
                  <a:pt x="667" y="5014"/>
                </a:lnTo>
                <a:lnTo>
                  <a:pt x="644" y="4883"/>
                </a:lnTo>
                <a:lnTo>
                  <a:pt x="644" y="3251"/>
                </a:lnTo>
                <a:close/>
                <a:moveTo>
                  <a:pt x="810" y="1"/>
                </a:moveTo>
                <a:lnTo>
                  <a:pt x="644" y="13"/>
                </a:lnTo>
                <a:lnTo>
                  <a:pt x="358" y="132"/>
                </a:lnTo>
                <a:lnTo>
                  <a:pt x="132" y="358"/>
                </a:lnTo>
                <a:lnTo>
                  <a:pt x="12" y="656"/>
                </a:lnTo>
                <a:lnTo>
                  <a:pt x="1" y="822"/>
                </a:lnTo>
                <a:lnTo>
                  <a:pt x="1" y="5049"/>
                </a:lnTo>
                <a:lnTo>
                  <a:pt x="12" y="5216"/>
                </a:lnTo>
                <a:lnTo>
                  <a:pt x="132" y="5502"/>
                </a:lnTo>
                <a:lnTo>
                  <a:pt x="358" y="5728"/>
                </a:lnTo>
                <a:lnTo>
                  <a:pt x="644" y="5847"/>
                </a:lnTo>
                <a:lnTo>
                  <a:pt x="810" y="5859"/>
                </a:lnTo>
                <a:lnTo>
                  <a:pt x="9597" y="5859"/>
                </a:lnTo>
                <a:lnTo>
                  <a:pt x="9764" y="5847"/>
                </a:lnTo>
                <a:lnTo>
                  <a:pt x="10062" y="5728"/>
                </a:lnTo>
                <a:lnTo>
                  <a:pt x="10276" y="5502"/>
                </a:lnTo>
                <a:lnTo>
                  <a:pt x="10407" y="5216"/>
                </a:lnTo>
                <a:lnTo>
                  <a:pt x="10419" y="5049"/>
                </a:lnTo>
                <a:lnTo>
                  <a:pt x="10419" y="822"/>
                </a:lnTo>
                <a:lnTo>
                  <a:pt x="10407" y="656"/>
                </a:lnTo>
                <a:lnTo>
                  <a:pt x="10276" y="358"/>
                </a:lnTo>
                <a:lnTo>
                  <a:pt x="10062" y="132"/>
                </a:lnTo>
                <a:lnTo>
                  <a:pt x="9764" y="13"/>
                </a:lnTo>
                <a:lnTo>
                  <a:pt x="9597"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4" name="Google Shape;3224;p175"/>
          <p:cNvSpPr/>
          <p:nvPr/>
        </p:nvSpPr>
        <p:spPr>
          <a:xfrm>
            <a:off x="8163929" y="6467552"/>
            <a:ext cx="459185" cy="525272"/>
          </a:xfrm>
          <a:custGeom>
            <a:rect b="b" l="l" r="r" t="t"/>
            <a:pathLst>
              <a:path extrusionOk="0" h="10420" w="9109">
                <a:moveTo>
                  <a:pt x="2929" y="1953"/>
                </a:moveTo>
                <a:lnTo>
                  <a:pt x="2798" y="1965"/>
                </a:lnTo>
                <a:lnTo>
                  <a:pt x="2620" y="2144"/>
                </a:lnTo>
                <a:lnTo>
                  <a:pt x="2596" y="2275"/>
                </a:lnTo>
                <a:lnTo>
                  <a:pt x="2596" y="2596"/>
                </a:lnTo>
                <a:lnTo>
                  <a:pt x="2274" y="2596"/>
                </a:lnTo>
                <a:lnTo>
                  <a:pt x="2143" y="2620"/>
                </a:lnTo>
                <a:lnTo>
                  <a:pt x="1965" y="2799"/>
                </a:lnTo>
                <a:lnTo>
                  <a:pt x="1953" y="2930"/>
                </a:lnTo>
                <a:lnTo>
                  <a:pt x="1965" y="3061"/>
                </a:lnTo>
                <a:lnTo>
                  <a:pt x="2143" y="3239"/>
                </a:lnTo>
                <a:lnTo>
                  <a:pt x="2274" y="3251"/>
                </a:lnTo>
                <a:lnTo>
                  <a:pt x="2596" y="3251"/>
                </a:lnTo>
                <a:lnTo>
                  <a:pt x="2596" y="3585"/>
                </a:lnTo>
                <a:lnTo>
                  <a:pt x="2620" y="3704"/>
                </a:lnTo>
                <a:lnTo>
                  <a:pt x="2798" y="3882"/>
                </a:lnTo>
                <a:lnTo>
                  <a:pt x="2929" y="3906"/>
                </a:lnTo>
                <a:lnTo>
                  <a:pt x="3060" y="3882"/>
                </a:lnTo>
                <a:lnTo>
                  <a:pt x="3239" y="3704"/>
                </a:lnTo>
                <a:lnTo>
                  <a:pt x="3251" y="3585"/>
                </a:lnTo>
                <a:lnTo>
                  <a:pt x="3251" y="3251"/>
                </a:lnTo>
                <a:lnTo>
                  <a:pt x="3584" y="3251"/>
                </a:lnTo>
                <a:lnTo>
                  <a:pt x="3715" y="3239"/>
                </a:lnTo>
                <a:lnTo>
                  <a:pt x="3882" y="3061"/>
                </a:lnTo>
                <a:lnTo>
                  <a:pt x="3905" y="2930"/>
                </a:lnTo>
                <a:lnTo>
                  <a:pt x="3882" y="2799"/>
                </a:lnTo>
                <a:lnTo>
                  <a:pt x="3715" y="2620"/>
                </a:lnTo>
                <a:lnTo>
                  <a:pt x="3584" y="2596"/>
                </a:lnTo>
                <a:lnTo>
                  <a:pt x="3251" y="2596"/>
                </a:lnTo>
                <a:lnTo>
                  <a:pt x="3251" y="2275"/>
                </a:lnTo>
                <a:lnTo>
                  <a:pt x="3239" y="2144"/>
                </a:lnTo>
                <a:lnTo>
                  <a:pt x="3060" y="1965"/>
                </a:lnTo>
                <a:lnTo>
                  <a:pt x="2929" y="1953"/>
                </a:lnTo>
                <a:close/>
                <a:moveTo>
                  <a:pt x="5858" y="2930"/>
                </a:moveTo>
                <a:lnTo>
                  <a:pt x="5727" y="2942"/>
                </a:lnTo>
                <a:lnTo>
                  <a:pt x="5549" y="3120"/>
                </a:lnTo>
                <a:lnTo>
                  <a:pt x="5537" y="3251"/>
                </a:lnTo>
                <a:lnTo>
                  <a:pt x="5537" y="4228"/>
                </a:lnTo>
                <a:lnTo>
                  <a:pt x="4560" y="4228"/>
                </a:lnTo>
                <a:lnTo>
                  <a:pt x="4429" y="4251"/>
                </a:lnTo>
                <a:lnTo>
                  <a:pt x="4251" y="4430"/>
                </a:lnTo>
                <a:lnTo>
                  <a:pt x="4227" y="4561"/>
                </a:lnTo>
                <a:lnTo>
                  <a:pt x="4251" y="4680"/>
                </a:lnTo>
                <a:lnTo>
                  <a:pt x="4429" y="4859"/>
                </a:lnTo>
                <a:lnTo>
                  <a:pt x="4560" y="4882"/>
                </a:lnTo>
                <a:lnTo>
                  <a:pt x="5537" y="4882"/>
                </a:lnTo>
                <a:lnTo>
                  <a:pt x="5537" y="5859"/>
                </a:lnTo>
                <a:lnTo>
                  <a:pt x="5549" y="5990"/>
                </a:lnTo>
                <a:lnTo>
                  <a:pt x="5727" y="6168"/>
                </a:lnTo>
                <a:lnTo>
                  <a:pt x="5858" y="6180"/>
                </a:lnTo>
                <a:lnTo>
                  <a:pt x="5989" y="6168"/>
                </a:lnTo>
                <a:lnTo>
                  <a:pt x="6168" y="5990"/>
                </a:lnTo>
                <a:lnTo>
                  <a:pt x="6180" y="5859"/>
                </a:lnTo>
                <a:lnTo>
                  <a:pt x="6180" y="4882"/>
                </a:lnTo>
                <a:lnTo>
                  <a:pt x="7156" y="4882"/>
                </a:lnTo>
                <a:lnTo>
                  <a:pt x="7287" y="4859"/>
                </a:lnTo>
                <a:lnTo>
                  <a:pt x="7466" y="4680"/>
                </a:lnTo>
                <a:lnTo>
                  <a:pt x="7489" y="4561"/>
                </a:lnTo>
                <a:lnTo>
                  <a:pt x="7466" y="4430"/>
                </a:lnTo>
                <a:lnTo>
                  <a:pt x="7287" y="4251"/>
                </a:lnTo>
                <a:lnTo>
                  <a:pt x="7156" y="4228"/>
                </a:lnTo>
                <a:lnTo>
                  <a:pt x="6180" y="4228"/>
                </a:lnTo>
                <a:lnTo>
                  <a:pt x="6180" y="3251"/>
                </a:lnTo>
                <a:lnTo>
                  <a:pt x="6168" y="3120"/>
                </a:lnTo>
                <a:lnTo>
                  <a:pt x="5989" y="2942"/>
                </a:lnTo>
                <a:lnTo>
                  <a:pt x="5858" y="2930"/>
                </a:lnTo>
                <a:close/>
                <a:moveTo>
                  <a:pt x="4548" y="1"/>
                </a:moveTo>
                <a:lnTo>
                  <a:pt x="4084" y="13"/>
                </a:lnTo>
                <a:lnTo>
                  <a:pt x="3191" y="191"/>
                </a:lnTo>
                <a:lnTo>
                  <a:pt x="2369" y="536"/>
                </a:lnTo>
                <a:lnTo>
                  <a:pt x="1643" y="1025"/>
                </a:lnTo>
                <a:lnTo>
                  <a:pt x="1024" y="1644"/>
                </a:lnTo>
                <a:lnTo>
                  <a:pt x="536" y="2370"/>
                </a:lnTo>
                <a:lnTo>
                  <a:pt x="191" y="3192"/>
                </a:lnTo>
                <a:lnTo>
                  <a:pt x="12" y="4073"/>
                </a:lnTo>
                <a:lnTo>
                  <a:pt x="0" y="4549"/>
                </a:lnTo>
                <a:lnTo>
                  <a:pt x="12" y="4930"/>
                </a:lnTo>
                <a:lnTo>
                  <a:pt x="131" y="5680"/>
                </a:lnTo>
                <a:lnTo>
                  <a:pt x="381" y="6383"/>
                </a:lnTo>
                <a:lnTo>
                  <a:pt x="738" y="7049"/>
                </a:lnTo>
                <a:lnTo>
                  <a:pt x="964" y="7359"/>
                </a:lnTo>
                <a:lnTo>
                  <a:pt x="1060" y="7442"/>
                </a:lnTo>
                <a:lnTo>
                  <a:pt x="1310" y="7478"/>
                </a:lnTo>
                <a:lnTo>
                  <a:pt x="1429" y="7407"/>
                </a:lnTo>
                <a:lnTo>
                  <a:pt x="1512" y="7311"/>
                </a:lnTo>
                <a:lnTo>
                  <a:pt x="1548" y="7073"/>
                </a:lnTo>
                <a:lnTo>
                  <a:pt x="1476" y="6954"/>
                </a:lnTo>
                <a:lnTo>
                  <a:pt x="1286" y="6692"/>
                </a:lnTo>
                <a:lnTo>
                  <a:pt x="976" y="6121"/>
                </a:lnTo>
                <a:lnTo>
                  <a:pt x="762" y="5513"/>
                </a:lnTo>
                <a:lnTo>
                  <a:pt x="667" y="4870"/>
                </a:lnTo>
                <a:lnTo>
                  <a:pt x="655" y="4549"/>
                </a:lnTo>
                <a:lnTo>
                  <a:pt x="667" y="4144"/>
                </a:lnTo>
                <a:lnTo>
                  <a:pt x="822" y="3382"/>
                </a:lnTo>
                <a:lnTo>
                  <a:pt x="1119" y="2680"/>
                </a:lnTo>
                <a:lnTo>
                  <a:pt x="1548" y="2049"/>
                </a:lnTo>
                <a:lnTo>
                  <a:pt x="2072" y="1525"/>
                </a:lnTo>
                <a:lnTo>
                  <a:pt x="2703" y="1096"/>
                </a:lnTo>
                <a:lnTo>
                  <a:pt x="3405" y="798"/>
                </a:lnTo>
                <a:lnTo>
                  <a:pt x="4167" y="644"/>
                </a:lnTo>
                <a:lnTo>
                  <a:pt x="4560" y="632"/>
                </a:lnTo>
                <a:lnTo>
                  <a:pt x="4965" y="644"/>
                </a:lnTo>
                <a:lnTo>
                  <a:pt x="5727" y="798"/>
                </a:lnTo>
                <a:lnTo>
                  <a:pt x="6430" y="1096"/>
                </a:lnTo>
                <a:lnTo>
                  <a:pt x="7061" y="1525"/>
                </a:lnTo>
                <a:lnTo>
                  <a:pt x="7585" y="2049"/>
                </a:lnTo>
                <a:lnTo>
                  <a:pt x="8013" y="2680"/>
                </a:lnTo>
                <a:lnTo>
                  <a:pt x="8311" y="3382"/>
                </a:lnTo>
                <a:lnTo>
                  <a:pt x="8466" y="4144"/>
                </a:lnTo>
                <a:lnTo>
                  <a:pt x="8478" y="4549"/>
                </a:lnTo>
                <a:lnTo>
                  <a:pt x="8466" y="4870"/>
                </a:lnTo>
                <a:lnTo>
                  <a:pt x="8370" y="5513"/>
                </a:lnTo>
                <a:lnTo>
                  <a:pt x="8156" y="6121"/>
                </a:lnTo>
                <a:lnTo>
                  <a:pt x="7847" y="6692"/>
                </a:lnTo>
                <a:lnTo>
                  <a:pt x="7656" y="6954"/>
                </a:lnTo>
                <a:lnTo>
                  <a:pt x="7585" y="7073"/>
                </a:lnTo>
                <a:lnTo>
                  <a:pt x="7620" y="7323"/>
                </a:lnTo>
                <a:lnTo>
                  <a:pt x="7704" y="7419"/>
                </a:lnTo>
                <a:lnTo>
                  <a:pt x="7799" y="7466"/>
                </a:lnTo>
                <a:lnTo>
                  <a:pt x="7894" y="7478"/>
                </a:lnTo>
                <a:lnTo>
                  <a:pt x="7966" y="7478"/>
                </a:lnTo>
                <a:lnTo>
                  <a:pt x="8097" y="7419"/>
                </a:lnTo>
                <a:lnTo>
                  <a:pt x="8144" y="7359"/>
                </a:lnTo>
                <a:lnTo>
                  <a:pt x="8370" y="7049"/>
                </a:lnTo>
                <a:lnTo>
                  <a:pt x="8740" y="6383"/>
                </a:lnTo>
                <a:lnTo>
                  <a:pt x="8978" y="5680"/>
                </a:lnTo>
                <a:lnTo>
                  <a:pt x="9109" y="4930"/>
                </a:lnTo>
                <a:lnTo>
                  <a:pt x="9109" y="4549"/>
                </a:lnTo>
                <a:lnTo>
                  <a:pt x="9097" y="4073"/>
                </a:lnTo>
                <a:lnTo>
                  <a:pt x="8918" y="3192"/>
                </a:lnTo>
                <a:lnTo>
                  <a:pt x="8573" y="2370"/>
                </a:lnTo>
                <a:lnTo>
                  <a:pt x="8073" y="1644"/>
                </a:lnTo>
                <a:lnTo>
                  <a:pt x="7454" y="1025"/>
                </a:lnTo>
                <a:lnTo>
                  <a:pt x="6727" y="536"/>
                </a:lnTo>
                <a:lnTo>
                  <a:pt x="5906" y="191"/>
                </a:lnTo>
                <a:lnTo>
                  <a:pt x="5013" y="13"/>
                </a:lnTo>
                <a:lnTo>
                  <a:pt x="4548" y="1"/>
                </a:lnTo>
                <a:close/>
                <a:moveTo>
                  <a:pt x="7168" y="8454"/>
                </a:moveTo>
                <a:lnTo>
                  <a:pt x="8037" y="9764"/>
                </a:lnTo>
                <a:lnTo>
                  <a:pt x="1095" y="9764"/>
                </a:lnTo>
                <a:lnTo>
                  <a:pt x="1965" y="8454"/>
                </a:lnTo>
                <a:close/>
                <a:moveTo>
                  <a:pt x="1715" y="7811"/>
                </a:moveTo>
                <a:lnTo>
                  <a:pt x="1572" y="7895"/>
                </a:lnTo>
                <a:lnTo>
                  <a:pt x="1524" y="7954"/>
                </a:lnTo>
                <a:lnTo>
                  <a:pt x="214" y="9907"/>
                </a:lnTo>
                <a:lnTo>
                  <a:pt x="179" y="9990"/>
                </a:lnTo>
                <a:lnTo>
                  <a:pt x="167" y="10157"/>
                </a:lnTo>
                <a:lnTo>
                  <a:pt x="202" y="10240"/>
                </a:lnTo>
                <a:lnTo>
                  <a:pt x="250" y="10324"/>
                </a:lnTo>
                <a:lnTo>
                  <a:pt x="393" y="10407"/>
                </a:lnTo>
                <a:lnTo>
                  <a:pt x="488" y="10419"/>
                </a:lnTo>
                <a:lnTo>
                  <a:pt x="8644" y="10419"/>
                </a:lnTo>
                <a:lnTo>
                  <a:pt x="8728" y="10407"/>
                </a:lnTo>
                <a:lnTo>
                  <a:pt x="8882" y="10324"/>
                </a:lnTo>
                <a:lnTo>
                  <a:pt x="8930" y="10240"/>
                </a:lnTo>
                <a:lnTo>
                  <a:pt x="8966" y="10157"/>
                </a:lnTo>
                <a:lnTo>
                  <a:pt x="8954" y="9990"/>
                </a:lnTo>
                <a:lnTo>
                  <a:pt x="8918" y="9907"/>
                </a:lnTo>
                <a:lnTo>
                  <a:pt x="7608" y="7954"/>
                </a:lnTo>
                <a:lnTo>
                  <a:pt x="7561" y="7883"/>
                </a:lnTo>
                <a:lnTo>
                  <a:pt x="7418" y="781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5" name="Google Shape;3225;p175"/>
          <p:cNvSpPr/>
          <p:nvPr/>
        </p:nvSpPr>
        <p:spPr>
          <a:xfrm>
            <a:off x="2090317" y="6500570"/>
            <a:ext cx="590654" cy="459235"/>
          </a:xfrm>
          <a:custGeom>
            <a:rect b="b" l="l" r="r" t="t"/>
            <a:pathLst>
              <a:path extrusionOk="0" h="9110" w="11717">
                <a:moveTo>
                  <a:pt x="9443" y="2275"/>
                </a:moveTo>
                <a:lnTo>
                  <a:pt x="9502" y="2287"/>
                </a:lnTo>
                <a:lnTo>
                  <a:pt x="9586" y="2370"/>
                </a:lnTo>
                <a:lnTo>
                  <a:pt x="9598" y="2441"/>
                </a:lnTo>
                <a:lnTo>
                  <a:pt x="9598" y="3418"/>
                </a:lnTo>
                <a:lnTo>
                  <a:pt x="9586" y="3477"/>
                </a:lnTo>
                <a:lnTo>
                  <a:pt x="9502" y="3561"/>
                </a:lnTo>
                <a:lnTo>
                  <a:pt x="9443" y="3573"/>
                </a:lnTo>
                <a:lnTo>
                  <a:pt x="8133" y="3573"/>
                </a:lnTo>
                <a:lnTo>
                  <a:pt x="8073" y="3561"/>
                </a:lnTo>
                <a:lnTo>
                  <a:pt x="7978" y="3477"/>
                </a:lnTo>
                <a:lnTo>
                  <a:pt x="7978" y="3418"/>
                </a:lnTo>
                <a:lnTo>
                  <a:pt x="7978" y="2441"/>
                </a:lnTo>
                <a:lnTo>
                  <a:pt x="7978" y="2370"/>
                </a:lnTo>
                <a:lnTo>
                  <a:pt x="8073" y="2287"/>
                </a:lnTo>
                <a:lnTo>
                  <a:pt x="8133" y="2275"/>
                </a:lnTo>
                <a:close/>
                <a:moveTo>
                  <a:pt x="8133" y="1620"/>
                </a:moveTo>
                <a:lnTo>
                  <a:pt x="7966" y="1632"/>
                </a:lnTo>
                <a:lnTo>
                  <a:pt x="7681" y="1763"/>
                </a:lnTo>
                <a:lnTo>
                  <a:pt x="7454" y="1977"/>
                </a:lnTo>
                <a:lnTo>
                  <a:pt x="7335" y="2275"/>
                </a:lnTo>
                <a:lnTo>
                  <a:pt x="7323" y="2441"/>
                </a:lnTo>
                <a:lnTo>
                  <a:pt x="7323" y="3418"/>
                </a:lnTo>
                <a:lnTo>
                  <a:pt x="7335" y="3584"/>
                </a:lnTo>
                <a:lnTo>
                  <a:pt x="7454" y="3870"/>
                </a:lnTo>
                <a:lnTo>
                  <a:pt x="7681" y="4096"/>
                </a:lnTo>
                <a:lnTo>
                  <a:pt x="7966" y="4215"/>
                </a:lnTo>
                <a:lnTo>
                  <a:pt x="8133" y="4227"/>
                </a:lnTo>
                <a:lnTo>
                  <a:pt x="9443" y="4227"/>
                </a:lnTo>
                <a:lnTo>
                  <a:pt x="9598" y="4215"/>
                </a:lnTo>
                <a:lnTo>
                  <a:pt x="9895" y="4096"/>
                </a:lnTo>
                <a:lnTo>
                  <a:pt x="10121" y="3870"/>
                </a:lnTo>
                <a:lnTo>
                  <a:pt x="10240" y="3584"/>
                </a:lnTo>
                <a:lnTo>
                  <a:pt x="10252" y="3418"/>
                </a:lnTo>
                <a:lnTo>
                  <a:pt x="10252" y="2441"/>
                </a:lnTo>
                <a:lnTo>
                  <a:pt x="10240" y="2275"/>
                </a:lnTo>
                <a:lnTo>
                  <a:pt x="10121" y="1977"/>
                </a:lnTo>
                <a:lnTo>
                  <a:pt x="9895" y="1763"/>
                </a:lnTo>
                <a:lnTo>
                  <a:pt x="9598" y="1632"/>
                </a:lnTo>
                <a:lnTo>
                  <a:pt x="9443" y="1620"/>
                </a:lnTo>
                <a:close/>
                <a:moveTo>
                  <a:pt x="2275" y="5204"/>
                </a:moveTo>
                <a:lnTo>
                  <a:pt x="2144" y="5228"/>
                </a:lnTo>
                <a:lnTo>
                  <a:pt x="1965" y="5394"/>
                </a:lnTo>
                <a:lnTo>
                  <a:pt x="1953" y="5525"/>
                </a:lnTo>
                <a:lnTo>
                  <a:pt x="1965" y="5656"/>
                </a:lnTo>
                <a:lnTo>
                  <a:pt x="2144" y="5835"/>
                </a:lnTo>
                <a:lnTo>
                  <a:pt x="2275" y="5859"/>
                </a:lnTo>
                <a:lnTo>
                  <a:pt x="9431" y="5859"/>
                </a:lnTo>
                <a:lnTo>
                  <a:pt x="9562" y="5835"/>
                </a:lnTo>
                <a:lnTo>
                  <a:pt x="9740" y="5656"/>
                </a:lnTo>
                <a:lnTo>
                  <a:pt x="9764" y="5525"/>
                </a:lnTo>
                <a:lnTo>
                  <a:pt x="9740" y="5394"/>
                </a:lnTo>
                <a:lnTo>
                  <a:pt x="9562" y="5228"/>
                </a:lnTo>
                <a:lnTo>
                  <a:pt x="9431" y="5204"/>
                </a:lnTo>
                <a:close/>
                <a:moveTo>
                  <a:pt x="2275" y="6502"/>
                </a:moveTo>
                <a:lnTo>
                  <a:pt x="2144" y="6525"/>
                </a:lnTo>
                <a:lnTo>
                  <a:pt x="1965" y="6704"/>
                </a:lnTo>
                <a:lnTo>
                  <a:pt x="1953" y="6835"/>
                </a:lnTo>
                <a:lnTo>
                  <a:pt x="1965" y="6966"/>
                </a:lnTo>
                <a:lnTo>
                  <a:pt x="2144" y="7145"/>
                </a:lnTo>
                <a:lnTo>
                  <a:pt x="2275" y="7156"/>
                </a:lnTo>
                <a:lnTo>
                  <a:pt x="3573" y="7156"/>
                </a:lnTo>
                <a:lnTo>
                  <a:pt x="3704" y="7145"/>
                </a:lnTo>
                <a:lnTo>
                  <a:pt x="3882" y="6966"/>
                </a:lnTo>
                <a:lnTo>
                  <a:pt x="3906" y="6835"/>
                </a:lnTo>
                <a:lnTo>
                  <a:pt x="3882" y="6704"/>
                </a:lnTo>
                <a:lnTo>
                  <a:pt x="3704" y="6525"/>
                </a:lnTo>
                <a:lnTo>
                  <a:pt x="3573" y="6502"/>
                </a:lnTo>
                <a:close/>
                <a:moveTo>
                  <a:pt x="4882" y="6502"/>
                </a:moveTo>
                <a:lnTo>
                  <a:pt x="4751" y="6525"/>
                </a:lnTo>
                <a:lnTo>
                  <a:pt x="4573" y="6704"/>
                </a:lnTo>
                <a:lnTo>
                  <a:pt x="4549" y="6835"/>
                </a:lnTo>
                <a:lnTo>
                  <a:pt x="4573" y="6966"/>
                </a:lnTo>
                <a:lnTo>
                  <a:pt x="4751" y="7145"/>
                </a:lnTo>
                <a:lnTo>
                  <a:pt x="4882" y="7156"/>
                </a:lnTo>
                <a:lnTo>
                  <a:pt x="7478" y="7156"/>
                </a:lnTo>
                <a:lnTo>
                  <a:pt x="7609" y="7145"/>
                </a:lnTo>
                <a:lnTo>
                  <a:pt x="7788" y="6966"/>
                </a:lnTo>
                <a:lnTo>
                  <a:pt x="7812" y="6835"/>
                </a:lnTo>
                <a:lnTo>
                  <a:pt x="7788" y="6704"/>
                </a:lnTo>
                <a:lnTo>
                  <a:pt x="7609" y="6525"/>
                </a:lnTo>
                <a:lnTo>
                  <a:pt x="7478" y="6502"/>
                </a:lnTo>
                <a:close/>
                <a:moveTo>
                  <a:pt x="10419" y="643"/>
                </a:moveTo>
                <a:lnTo>
                  <a:pt x="10550" y="655"/>
                </a:lnTo>
                <a:lnTo>
                  <a:pt x="10776" y="751"/>
                </a:lnTo>
                <a:lnTo>
                  <a:pt x="10955" y="929"/>
                </a:lnTo>
                <a:lnTo>
                  <a:pt x="11050" y="1167"/>
                </a:lnTo>
                <a:lnTo>
                  <a:pt x="11062" y="1298"/>
                </a:lnTo>
                <a:lnTo>
                  <a:pt x="11062" y="7811"/>
                </a:lnTo>
                <a:lnTo>
                  <a:pt x="11050" y="7942"/>
                </a:lnTo>
                <a:lnTo>
                  <a:pt x="10955" y="8180"/>
                </a:lnTo>
                <a:lnTo>
                  <a:pt x="10776" y="8359"/>
                </a:lnTo>
                <a:lnTo>
                  <a:pt x="10550" y="8454"/>
                </a:lnTo>
                <a:lnTo>
                  <a:pt x="10419" y="8466"/>
                </a:lnTo>
                <a:lnTo>
                  <a:pt x="1299" y="8466"/>
                </a:lnTo>
                <a:lnTo>
                  <a:pt x="1168" y="8454"/>
                </a:lnTo>
                <a:lnTo>
                  <a:pt x="929" y="8359"/>
                </a:lnTo>
                <a:lnTo>
                  <a:pt x="751" y="8180"/>
                </a:lnTo>
                <a:lnTo>
                  <a:pt x="656" y="7942"/>
                </a:lnTo>
                <a:lnTo>
                  <a:pt x="644" y="7811"/>
                </a:lnTo>
                <a:lnTo>
                  <a:pt x="644" y="1298"/>
                </a:lnTo>
                <a:lnTo>
                  <a:pt x="656" y="1167"/>
                </a:lnTo>
                <a:lnTo>
                  <a:pt x="751" y="929"/>
                </a:lnTo>
                <a:lnTo>
                  <a:pt x="929" y="751"/>
                </a:lnTo>
                <a:lnTo>
                  <a:pt x="1168" y="655"/>
                </a:lnTo>
                <a:lnTo>
                  <a:pt x="1299" y="643"/>
                </a:lnTo>
                <a:close/>
                <a:moveTo>
                  <a:pt x="1299" y="0"/>
                </a:moveTo>
                <a:lnTo>
                  <a:pt x="1037" y="12"/>
                </a:lnTo>
                <a:lnTo>
                  <a:pt x="560" y="215"/>
                </a:lnTo>
                <a:lnTo>
                  <a:pt x="215" y="560"/>
                </a:lnTo>
                <a:lnTo>
                  <a:pt x="13" y="1036"/>
                </a:lnTo>
                <a:lnTo>
                  <a:pt x="1" y="1298"/>
                </a:lnTo>
                <a:lnTo>
                  <a:pt x="1" y="7811"/>
                </a:lnTo>
                <a:lnTo>
                  <a:pt x="13" y="8073"/>
                </a:lnTo>
                <a:lnTo>
                  <a:pt x="215" y="8538"/>
                </a:lnTo>
                <a:lnTo>
                  <a:pt x="560" y="8895"/>
                </a:lnTo>
                <a:lnTo>
                  <a:pt x="1037" y="9097"/>
                </a:lnTo>
                <a:lnTo>
                  <a:pt x="1299" y="9109"/>
                </a:lnTo>
                <a:lnTo>
                  <a:pt x="10419" y="9109"/>
                </a:lnTo>
                <a:lnTo>
                  <a:pt x="10681" y="9097"/>
                </a:lnTo>
                <a:lnTo>
                  <a:pt x="11145" y="8895"/>
                </a:lnTo>
                <a:lnTo>
                  <a:pt x="11503" y="8538"/>
                </a:lnTo>
                <a:lnTo>
                  <a:pt x="11693" y="8073"/>
                </a:lnTo>
                <a:lnTo>
                  <a:pt x="11717" y="7811"/>
                </a:lnTo>
                <a:lnTo>
                  <a:pt x="11717" y="1298"/>
                </a:lnTo>
                <a:lnTo>
                  <a:pt x="11693" y="1036"/>
                </a:lnTo>
                <a:lnTo>
                  <a:pt x="11503" y="560"/>
                </a:lnTo>
                <a:lnTo>
                  <a:pt x="11145" y="215"/>
                </a:lnTo>
                <a:lnTo>
                  <a:pt x="10681" y="12"/>
                </a:lnTo>
                <a:lnTo>
                  <a:pt x="10419"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6" name="Google Shape;3226;p175"/>
          <p:cNvSpPr/>
          <p:nvPr/>
        </p:nvSpPr>
        <p:spPr>
          <a:xfrm>
            <a:off x="3123917" y="6467552"/>
            <a:ext cx="525827" cy="525272"/>
          </a:xfrm>
          <a:custGeom>
            <a:rect b="b" l="l" r="r" t="t"/>
            <a:pathLst>
              <a:path extrusionOk="0" h="10420" w="10431">
                <a:moveTo>
                  <a:pt x="6084" y="644"/>
                </a:moveTo>
                <a:lnTo>
                  <a:pt x="6394" y="655"/>
                </a:lnTo>
                <a:lnTo>
                  <a:pt x="7013" y="763"/>
                </a:lnTo>
                <a:lnTo>
                  <a:pt x="7597" y="965"/>
                </a:lnTo>
                <a:lnTo>
                  <a:pt x="8156" y="1251"/>
                </a:lnTo>
                <a:lnTo>
                  <a:pt x="8406" y="1441"/>
                </a:lnTo>
                <a:lnTo>
                  <a:pt x="8502" y="1525"/>
                </a:lnTo>
                <a:lnTo>
                  <a:pt x="8621" y="1727"/>
                </a:lnTo>
                <a:lnTo>
                  <a:pt x="8632" y="1953"/>
                </a:lnTo>
                <a:lnTo>
                  <a:pt x="8573" y="2156"/>
                </a:lnTo>
                <a:lnTo>
                  <a:pt x="8513" y="2239"/>
                </a:lnTo>
                <a:lnTo>
                  <a:pt x="6799" y="4394"/>
                </a:lnTo>
                <a:lnTo>
                  <a:pt x="6692" y="4513"/>
                </a:lnTo>
                <a:lnTo>
                  <a:pt x="6596" y="4549"/>
                </a:lnTo>
                <a:lnTo>
                  <a:pt x="5465" y="858"/>
                </a:lnTo>
                <a:lnTo>
                  <a:pt x="5430" y="786"/>
                </a:lnTo>
                <a:lnTo>
                  <a:pt x="5394" y="727"/>
                </a:lnTo>
                <a:lnTo>
                  <a:pt x="5394" y="715"/>
                </a:lnTo>
                <a:lnTo>
                  <a:pt x="5727" y="667"/>
                </a:lnTo>
                <a:lnTo>
                  <a:pt x="6084" y="644"/>
                </a:lnTo>
                <a:close/>
                <a:moveTo>
                  <a:pt x="9025" y="2644"/>
                </a:moveTo>
                <a:lnTo>
                  <a:pt x="9240" y="2906"/>
                </a:lnTo>
                <a:lnTo>
                  <a:pt x="9609" y="3477"/>
                </a:lnTo>
                <a:lnTo>
                  <a:pt x="9740" y="3799"/>
                </a:lnTo>
                <a:lnTo>
                  <a:pt x="9776" y="3954"/>
                </a:lnTo>
                <a:lnTo>
                  <a:pt x="9728" y="4239"/>
                </a:lnTo>
                <a:lnTo>
                  <a:pt x="9549" y="4454"/>
                </a:lnTo>
                <a:lnTo>
                  <a:pt x="9275" y="4561"/>
                </a:lnTo>
                <a:lnTo>
                  <a:pt x="9121" y="4549"/>
                </a:lnTo>
                <a:lnTo>
                  <a:pt x="7716" y="4311"/>
                </a:lnTo>
                <a:lnTo>
                  <a:pt x="9025" y="2644"/>
                </a:lnTo>
                <a:close/>
                <a:moveTo>
                  <a:pt x="4263" y="644"/>
                </a:moveTo>
                <a:lnTo>
                  <a:pt x="4477" y="679"/>
                </a:lnTo>
                <a:lnTo>
                  <a:pt x="4668" y="786"/>
                </a:lnTo>
                <a:lnTo>
                  <a:pt x="4799" y="953"/>
                </a:lnTo>
                <a:lnTo>
                  <a:pt x="4834" y="1048"/>
                </a:lnTo>
                <a:lnTo>
                  <a:pt x="5977" y="4740"/>
                </a:lnTo>
                <a:lnTo>
                  <a:pt x="6013" y="4906"/>
                </a:lnTo>
                <a:lnTo>
                  <a:pt x="5930" y="5204"/>
                </a:lnTo>
                <a:lnTo>
                  <a:pt x="5834" y="5323"/>
                </a:lnTo>
                <a:lnTo>
                  <a:pt x="5334" y="5823"/>
                </a:lnTo>
                <a:lnTo>
                  <a:pt x="5251" y="5894"/>
                </a:lnTo>
                <a:lnTo>
                  <a:pt x="5049" y="5990"/>
                </a:lnTo>
                <a:lnTo>
                  <a:pt x="4858" y="5990"/>
                </a:lnTo>
                <a:lnTo>
                  <a:pt x="4763" y="5966"/>
                </a:lnTo>
                <a:lnTo>
                  <a:pt x="1060" y="4835"/>
                </a:lnTo>
                <a:lnTo>
                  <a:pt x="953" y="4787"/>
                </a:lnTo>
                <a:lnTo>
                  <a:pt x="786" y="4656"/>
                </a:lnTo>
                <a:lnTo>
                  <a:pt x="679" y="4466"/>
                </a:lnTo>
                <a:lnTo>
                  <a:pt x="655" y="4263"/>
                </a:lnTo>
                <a:lnTo>
                  <a:pt x="679" y="4144"/>
                </a:lnTo>
                <a:lnTo>
                  <a:pt x="762" y="3835"/>
                </a:lnTo>
                <a:lnTo>
                  <a:pt x="1000" y="3227"/>
                </a:lnTo>
                <a:lnTo>
                  <a:pt x="1322" y="2668"/>
                </a:lnTo>
                <a:lnTo>
                  <a:pt x="1715" y="2156"/>
                </a:lnTo>
                <a:lnTo>
                  <a:pt x="2167" y="1703"/>
                </a:lnTo>
                <a:lnTo>
                  <a:pt x="2667" y="1310"/>
                </a:lnTo>
                <a:lnTo>
                  <a:pt x="3227" y="1001"/>
                </a:lnTo>
                <a:lnTo>
                  <a:pt x="3834" y="751"/>
                </a:lnTo>
                <a:lnTo>
                  <a:pt x="4156" y="667"/>
                </a:lnTo>
                <a:lnTo>
                  <a:pt x="4263" y="644"/>
                </a:lnTo>
                <a:close/>
                <a:moveTo>
                  <a:pt x="726" y="5394"/>
                </a:moveTo>
                <a:lnTo>
                  <a:pt x="798" y="5430"/>
                </a:lnTo>
                <a:lnTo>
                  <a:pt x="869" y="5454"/>
                </a:lnTo>
                <a:lnTo>
                  <a:pt x="4572" y="6597"/>
                </a:lnTo>
                <a:lnTo>
                  <a:pt x="4537" y="6680"/>
                </a:lnTo>
                <a:lnTo>
                  <a:pt x="4429" y="6799"/>
                </a:lnTo>
                <a:lnTo>
                  <a:pt x="2250" y="8502"/>
                </a:lnTo>
                <a:lnTo>
                  <a:pt x="2143" y="8573"/>
                </a:lnTo>
                <a:lnTo>
                  <a:pt x="1917" y="8621"/>
                </a:lnTo>
                <a:lnTo>
                  <a:pt x="1691" y="8585"/>
                </a:lnTo>
                <a:lnTo>
                  <a:pt x="1512" y="8478"/>
                </a:lnTo>
                <a:lnTo>
                  <a:pt x="1441" y="8407"/>
                </a:lnTo>
                <a:lnTo>
                  <a:pt x="1215" y="8073"/>
                </a:lnTo>
                <a:lnTo>
                  <a:pt x="869" y="7359"/>
                </a:lnTo>
                <a:lnTo>
                  <a:pt x="691" y="6585"/>
                </a:lnTo>
                <a:lnTo>
                  <a:pt x="667" y="5787"/>
                </a:lnTo>
                <a:lnTo>
                  <a:pt x="726" y="5394"/>
                </a:lnTo>
                <a:close/>
                <a:moveTo>
                  <a:pt x="4298" y="7728"/>
                </a:moveTo>
                <a:lnTo>
                  <a:pt x="4537" y="9133"/>
                </a:lnTo>
                <a:lnTo>
                  <a:pt x="4548" y="9276"/>
                </a:lnTo>
                <a:lnTo>
                  <a:pt x="4441" y="9538"/>
                </a:lnTo>
                <a:lnTo>
                  <a:pt x="4227" y="9717"/>
                </a:lnTo>
                <a:lnTo>
                  <a:pt x="3953" y="9764"/>
                </a:lnTo>
                <a:lnTo>
                  <a:pt x="3798" y="9728"/>
                </a:lnTo>
                <a:lnTo>
                  <a:pt x="3477" y="9597"/>
                </a:lnTo>
                <a:lnTo>
                  <a:pt x="2893" y="9240"/>
                </a:lnTo>
                <a:lnTo>
                  <a:pt x="2631" y="9038"/>
                </a:lnTo>
                <a:lnTo>
                  <a:pt x="4298" y="7728"/>
                </a:lnTo>
                <a:close/>
                <a:moveTo>
                  <a:pt x="4144" y="1"/>
                </a:moveTo>
                <a:lnTo>
                  <a:pt x="4001" y="36"/>
                </a:lnTo>
                <a:lnTo>
                  <a:pt x="3632" y="132"/>
                </a:lnTo>
                <a:lnTo>
                  <a:pt x="2953" y="405"/>
                </a:lnTo>
                <a:lnTo>
                  <a:pt x="2310" y="775"/>
                </a:lnTo>
                <a:lnTo>
                  <a:pt x="1738" y="1215"/>
                </a:lnTo>
                <a:lnTo>
                  <a:pt x="1215" y="1727"/>
                </a:lnTo>
                <a:lnTo>
                  <a:pt x="774" y="2299"/>
                </a:lnTo>
                <a:lnTo>
                  <a:pt x="417" y="2942"/>
                </a:lnTo>
                <a:lnTo>
                  <a:pt x="143" y="3632"/>
                </a:lnTo>
                <a:lnTo>
                  <a:pt x="48" y="3989"/>
                </a:lnTo>
                <a:lnTo>
                  <a:pt x="0" y="4228"/>
                </a:lnTo>
                <a:lnTo>
                  <a:pt x="72" y="4692"/>
                </a:lnTo>
                <a:lnTo>
                  <a:pt x="179" y="4906"/>
                </a:lnTo>
                <a:lnTo>
                  <a:pt x="119" y="5156"/>
                </a:lnTo>
                <a:lnTo>
                  <a:pt x="36" y="5656"/>
                </a:lnTo>
                <a:lnTo>
                  <a:pt x="12" y="6168"/>
                </a:lnTo>
                <a:lnTo>
                  <a:pt x="60" y="6668"/>
                </a:lnTo>
                <a:lnTo>
                  <a:pt x="143" y="7168"/>
                </a:lnTo>
                <a:lnTo>
                  <a:pt x="298" y="7657"/>
                </a:lnTo>
                <a:lnTo>
                  <a:pt x="512" y="8121"/>
                </a:lnTo>
                <a:lnTo>
                  <a:pt x="774" y="8573"/>
                </a:lnTo>
                <a:lnTo>
                  <a:pt x="929" y="8788"/>
                </a:lnTo>
                <a:lnTo>
                  <a:pt x="1084" y="8978"/>
                </a:lnTo>
                <a:lnTo>
                  <a:pt x="1500" y="9216"/>
                </a:lnTo>
                <a:lnTo>
                  <a:pt x="1750" y="9264"/>
                </a:lnTo>
                <a:lnTo>
                  <a:pt x="1929" y="9276"/>
                </a:lnTo>
                <a:lnTo>
                  <a:pt x="1977" y="9264"/>
                </a:lnTo>
                <a:lnTo>
                  <a:pt x="2322" y="9597"/>
                </a:lnTo>
                <a:lnTo>
                  <a:pt x="2917" y="10014"/>
                </a:lnTo>
                <a:lnTo>
                  <a:pt x="3346" y="10240"/>
                </a:lnTo>
                <a:lnTo>
                  <a:pt x="3584" y="10336"/>
                </a:lnTo>
                <a:lnTo>
                  <a:pt x="3739" y="10395"/>
                </a:lnTo>
                <a:lnTo>
                  <a:pt x="4060" y="10419"/>
                </a:lnTo>
                <a:lnTo>
                  <a:pt x="4370" y="10371"/>
                </a:lnTo>
                <a:lnTo>
                  <a:pt x="4644" y="10240"/>
                </a:lnTo>
                <a:lnTo>
                  <a:pt x="4882" y="10050"/>
                </a:lnTo>
                <a:lnTo>
                  <a:pt x="5072" y="9800"/>
                </a:lnTo>
                <a:lnTo>
                  <a:pt x="5180" y="9514"/>
                </a:lnTo>
                <a:lnTo>
                  <a:pt x="5215" y="9181"/>
                </a:lnTo>
                <a:lnTo>
                  <a:pt x="5203" y="9014"/>
                </a:lnTo>
                <a:lnTo>
                  <a:pt x="4906" y="7240"/>
                </a:lnTo>
                <a:lnTo>
                  <a:pt x="5037" y="7097"/>
                </a:lnTo>
                <a:lnTo>
                  <a:pt x="5215" y="6776"/>
                </a:lnTo>
                <a:lnTo>
                  <a:pt x="5263" y="6597"/>
                </a:lnTo>
                <a:lnTo>
                  <a:pt x="5406" y="6549"/>
                </a:lnTo>
                <a:lnTo>
                  <a:pt x="5680" y="6395"/>
                </a:lnTo>
                <a:lnTo>
                  <a:pt x="5799" y="6287"/>
                </a:lnTo>
                <a:lnTo>
                  <a:pt x="6299" y="5787"/>
                </a:lnTo>
                <a:lnTo>
                  <a:pt x="6406" y="5668"/>
                </a:lnTo>
                <a:lnTo>
                  <a:pt x="6561" y="5394"/>
                </a:lnTo>
                <a:lnTo>
                  <a:pt x="6608" y="5251"/>
                </a:lnTo>
                <a:lnTo>
                  <a:pt x="6787" y="5204"/>
                </a:lnTo>
                <a:lnTo>
                  <a:pt x="7108" y="5025"/>
                </a:lnTo>
                <a:lnTo>
                  <a:pt x="7239" y="4894"/>
                </a:lnTo>
                <a:lnTo>
                  <a:pt x="9014" y="5192"/>
                </a:lnTo>
                <a:lnTo>
                  <a:pt x="9192" y="5216"/>
                </a:lnTo>
                <a:lnTo>
                  <a:pt x="9514" y="5180"/>
                </a:lnTo>
                <a:lnTo>
                  <a:pt x="9799" y="5061"/>
                </a:lnTo>
                <a:lnTo>
                  <a:pt x="10049" y="4882"/>
                </a:lnTo>
                <a:lnTo>
                  <a:pt x="10240" y="4644"/>
                </a:lnTo>
                <a:lnTo>
                  <a:pt x="10371" y="4358"/>
                </a:lnTo>
                <a:lnTo>
                  <a:pt x="10430" y="4061"/>
                </a:lnTo>
                <a:lnTo>
                  <a:pt x="10395" y="3727"/>
                </a:lnTo>
                <a:lnTo>
                  <a:pt x="10347" y="3573"/>
                </a:lnTo>
                <a:lnTo>
                  <a:pt x="10252" y="3346"/>
                </a:lnTo>
                <a:lnTo>
                  <a:pt x="10026" y="2918"/>
                </a:lnTo>
                <a:lnTo>
                  <a:pt x="9609" y="2322"/>
                </a:lnTo>
                <a:lnTo>
                  <a:pt x="9275" y="1977"/>
                </a:lnTo>
                <a:lnTo>
                  <a:pt x="9287" y="1858"/>
                </a:lnTo>
                <a:lnTo>
                  <a:pt x="9275" y="1739"/>
                </a:lnTo>
                <a:lnTo>
                  <a:pt x="9228" y="1501"/>
                </a:lnTo>
                <a:lnTo>
                  <a:pt x="8990" y="1084"/>
                </a:lnTo>
                <a:lnTo>
                  <a:pt x="8799" y="917"/>
                </a:lnTo>
                <a:lnTo>
                  <a:pt x="8502" y="703"/>
                </a:lnTo>
                <a:lnTo>
                  <a:pt x="7859" y="358"/>
                </a:lnTo>
                <a:lnTo>
                  <a:pt x="7168" y="132"/>
                </a:lnTo>
                <a:lnTo>
                  <a:pt x="6442" y="13"/>
                </a:lnTo>
                <a:lnTo>
                  <a:pt x="6073" y="1"/>
                </a:lnTo>
                <a:lnTo>
                  <a:pt x="5775" y="1"/>
                </a:lnTo>
                <a:lnTo>
                  <a:pt x="5180" y="84"/>
                </a:lnTo>
                <a:lnTo>
                  <a:pt x="4894" y="167"/>
                </a:lnTo>
                <a:lnTo>
                  <a:pt x="4727" y="84"/>
                </a:lnTo>
                <a:lnTo>
                  <a:pt x="439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7" name="Google Shape;3227;p175"/>
          <p:cNvSpPr/>
          <p:nvPr/>
        </p:nvSpPr>
        <p:spPr>
          <a:xfrm>
            <a:off x="4125659" y="6467552"/>
            <a:ext cx="525222" cy="525272"/>
          </a:xfrm>
          <a:custGeom>
            <a:rect b="b" l="l" r="r" t="t"/>
            <a:pathLst>
              <a:path extrusionOk="0" h="10420" w="10419">
                <a:moveTo>
                  <a:pt x="5204" y="4716"/>
                </a:moveTo>
                <a:lnTo>
                  <a:pt x="5108" y="4728"/>
                </a:lnTo>
                <a:lnTo>
                  <a:pt x="4930" y="4799"/>
                </a:lnTo>
                <a:lnTo>
                  <a:pt x="4799" y="4930"/>
                </a:lnTo>
                <a:lnTo>
                  <a:pt x="4727" y="5109"/>
                </a:lnTo>
                <a:lnTo>
                  <a:pt x="4716" y="5204"/>
                </a:lnTo>
                <a:lnTo>
                  <a:pt x="4727" y="5311"/>
                </a:lnTo>
                <a:lnTo>
                  <a:pt x="4799" y="5478"/>
                </a:lnTo>
                <a:lnTo>
                  <a:pt x="4930" y="5621"/>
                </a:lnTo>
                <a:lnTo>
                  <a:pt x="5108" y="5692"/>
                </a:lnTo>
                <a:lnTo>
                  <a:pt x="5311" y="5692"/>
                </a:lnTo>
                <a:lnTo>
                  <a:pt x="5478" y="5621"/>
                </a:lnTo>
                <a:lnTo>
                  <a:pt x="5620" y="5478"/>
                </a:lnTo>
                <a:lnTo>
                  <a:pt x="5692" y="5311"/>
                </a:lnTo>
                <a:lnTo>
                  <a:pt x="5692" y="5204"/>
                </a:lnTo>
                <a:lnTo>
                  <a:pt x="5692" y="5109"/>
                </a:lnTo>
                <a:lnTo>
                  <a:pt x="5620" y="4930"/>
                </a:lnTo>
                <a:lnTo>
                  <a:pt x="5478" y="4799"/>
                </a:lnTo>
                <a:lnTo>
                  <a:pt x="5311" y="4728"/>
                </a:lnTo>
                <a:lnTo>
                  <a:pt x="5204" y="4716"/>
                </a:lnTo>
                <a:close/>
                <a:moveTo>
                  <a:pt x="5537" y="1644"/>
                </a:moveTo>
                <a:lnTo>
                  <a:pt x="5859" y="1679"/>
                </a:lnTo>
                <a:lnTo>
                  <a:pt x="6454" y="1846"/>
                </a:lnTo>
                <a:lnTo>
                  <a:pt x="7014" y="2108"/>
                </a:lnTo>
                <a:lnTo>
                  <a:pt x="7514" y="2465"/>
                </a:lnTo>
                <a:lnTo>
                  <a:pt x="7954" y="2894"/>
                </a:lnTo>
                <a:lnTo>
                  <a:pt x="8299" y="3394"/>
                </a:lnTo>
                <a:lnTo>
                  <a:pt x="8573" y="3954"/>
                </a:lnTo>
                <a:lnTo>
                  <a:pt x="8740" y="4561"/>
                </a:lnTo>
                <a:lnTo>
                  <a:pt x="8776" y="4882"/>
                </a:lnTo>
                <a:lnTo>
                  <a:pt x="7811" y="4882"/>
                </a:lnTo>
                <a:lnTo>
                  <a:pt x="7680" y="4906"/>
                </a:lnTo>
                <a:lnTo>
                  <a:pt x="7502" y="5073"/>
                </a:lnTo>
                <a:lnTo>
                  <a:pt x="7490" y="5204"/>
                </a:lnTo>
                <a:lnTo>
                  <a:pt x="7502" y="5335"/>
                </a:lnTo>
                <a:lnTo>
                  <a:pt x="7680" y="5513"/>
                </a:lnTo>
                <a:lnTo>
                  <a:pt x="7811" y="5537"/>
                </a:lnTo>
                <a:lnTo>
                  <a:pt x="8776" y="5537"/>
                </a:lnTo>
                <a:lnTo>
                  <a:pt x="8740" y="5859"/>
                </a:lnTo>
                <a:lnTo>
                  <a:pt x="8573" y="6454"/>
                </a:lnTo>
                <a:lnTo>
                  <a:pt x="8299" y="7014"/>
                </a:lnTo>
                <a:lnTo>
                  <a:pt x="7954" y="7514"/>
                </a:lnTo>
                <a:lnTo>
                  <a:pt x="7514" y="7954"/>
                </a:lnTo>
                <a:lnTo>
                  <a:pt x="7014" y="8300"/>
                </a:lnTo>
                <a:lnTo>
                  <a:pt x="6454" y="8573"/>
                </a:lnTo>
                <a:lnTo>
                  <a:pt x="5859" y="8740"/>
                </a:lnTo>
                <a:lnTo>
                  <a:pt x="5537" y="8776"/>
                </a:lnTo>
                <a:lnTo>
                  <a:pt x="5537" y="7811"/>
                </a:lnTo>
                <a:lnTo>
                  <a:pt x="5513" y="7680"/>
                </a:lnTo>
                <a:lnTo>
                  <a:pt x="5335" y="7502"/>
                </a:lnTo>
                <a:lnTo>
                  <a:pt x="5204" y="7490"/>
                </a:lnTo>
                <a:lnTo>
                  <a:pt x="5073" y="7502"/>
                </a:lnTo>
                <a:lnTo>
                  <a:pt x="4906" y="7680"/>
                </a:lnTo>
                <a:lnTo>
                  <a:pt x="4882" y="7811"/>
                </a:lnTo>
                <a:lnTo>
                  <a:pt x="4882" y="8776"/>
                </a:lnTo>
                <a:lnTo>
                  <a:pt x="4561" y="8740"/>
                </a:lnTo>
                <a:lnTo>
                  <a:pt x="3953" y="8573"/>
                </a:lnTo>
                <a:lnTo>
                  <a:pt x="3394" y="8300"/>
                </a:lnTo>
                <a:lnTo>
                  <a:pt x="2894" y="7954"/>
                </a:lnTo>
                <a:lnTo>
                  <a:pt x="2465" y="7514"/>
                </a:lnTo>
                <a:lnTo>
                  <a:pt x="2108" y="7014"/>
                </a:lnTo>
                <a:lnTo>
                  <a:pt x="1846" y="6454"/>
                </a:lnTo>
                <a:lnTo>
                  <a:pt x="1679" y="5859"/>
                </a:lnTo>
                <a:lnTo>
                  <a:pt x="1644" y="5537"/>
                </a:lnTo>
                <a:lnTo>
                  <a:pt x="2608" y="5537"/>
                </a:lnTo>
                <a:lnTo>
                  <a:pt x="2727" y="5513"/>
                </a:lnTo>
                <a:lnTo>
                  <a:pt x="2906" y="5335"/>
                </a:lnTo>
                <a:lnTo>
                  <a:pt x="2930" y="5204"/>
                </a:lnTo>
                <a:lnTo>
                  <a:pt x="2906" y="5073"/>
                </a:lnTo>
                <a:lnTo>
                  <a:pt x="2727" y="4906"/>
                </a:lnTo>
                <a:lnTo>
                  <a:pt x="2608" y="4882"/>
                </a:lnTo>
                <a:lnTo>
                  <a:pt x="1644" y="4882"/>
                </a:lnTo>
                <a:lnTo>
                  <a:pt x="1679" y="4561"/>
                </a:lnTo>
                <a:lnTo>
                  <a:pt x="1846" y="3954"/>
                </a:lnTo>
                <a:lnTo>
                  <a:pt x="2108" y="3394"/>
                </a:lnTo>
                <a:lnTo>
                  <a:pt x="2465" y="2894"/>
                </a:lnTo>
                <a:lnTo>
                  <a:pt x="2894" y="2465"/>
                </a:lnTo>
                <a:lnTo>
                  <a:pt x="3394" y="2108"/>
                </a:lnTo>
                <a:lnTo>
                  <a:pt x="3953" y="1846"/>
                </a:lnTo>
                <a:lnTo>
                  <a:pt x="4561" y="1679"/>
                </a:lnTo>
                <a:lnTo>
                  <a:pt x="4882" y="1644"/>
                </a:lnTo>
                <a:lnTo>
                  <a:pt x="4882" y="2608"/>
                </a:lnTo>
                <a:lnTo>
                  <a:pt x="4906" y="2727"/>
                </a:lnTo>
                <a:lnTo>
                  <a:pt x="5073" y="2906"/>
                </a:lnTo>
                <a:lnTo>
                  <a:pt x="5204" y="2930"/>
                </a:lnTo>
                <a:lnTo>
                  <a:pt x="5335" y="2906"/>
                </a:lnTo>
                <a:lnTo>
                  <a:pt x="5513" y="2727"/>
                </a:lnTo>
                <a:lnTo>
                  <a:pt x="5537" y="2608"/>
                </a:lnTo>
                <a:lnTo>
                  <a:pt x="5537" y="1644"/>
                </a:lnTo>
                <a:close/>
                <a:moveTo>
                  <a:pt x="5204" y="1"/>
                </a:moveTo>
                <a:lnTo>
                  <a:pt x="5073" y="13"/>
                </a:lnTo>
                <a:lnTo>
                  <a:pt x="4906" y="191"/>
                </a:lnTo>
                <a:lnTo>
                  <a:pt x="4882" y="322"/>
                </a:lnTo>
                <a:lnTo>
                  <a:pt x="4882" y="989"/>
                </a:lnTo>
                <a:lnTo>
                  <a:pt x="4501" y="1025"/>
                </a:lnTo>
                <a:lnTo>
                  <a:pt x="3763" y="1227"/>
                </a:lnTo>
                <a:lnTo>
                  <a:pt x="3084" y="1537"/>
                </a:lnTo>
                <a:lnTo>
                  <a:pt x="2477" y="1965"/>
                </a:lnTo>
                <a:lnTo>
                  <a:pt x="1965" y="2489"/>
                </a:lnTo>
                <a:lnTo>
                  <a:pt x="1536" y="3084"/>
                </a:lnTo>
                <a:lnTo>
                  <a:pt x="1227" y="3763"/>
                </a:lnTo>
                <a:lnTo>
                  <a:pt x="1024" y="4501"/>
                </a:lnTo>
                <a:lnTo>
                  <a:pt x="989" y="4882"/>
                </a:lnTo>
                <a:lnTo>
                  <a:pt x="322" y="4882"/>
                </a:lnTo>
                <a:lnTo>
                  <a:pt x="191" y="4906"/>
                </a:lnTo>
                <a:lnTo>
                  <a:pt x="12" y="5085"/>
                </a:lnTo>
                <a:lnTo>
                  <a:pt x="0" y="5216"/>
                </a:lnTo>
                <a:lnTo>
                  <a:pt x="12" y="5335"/>
                </a:lnTo>
                <a:lnTo>
                  <a:pt x="191" y="5513"/>
                </a:lnTo>
                <a:lnTo>
                  <a:pt x="322" y="5537"/>
                </a:lnTo>
                <a:lnTo>
                  <a:pt x="989" y="5537"/>
                </a:lnTo>
                <a:lnTo>
                  <a:pt x="1024" y="5918"/>
                </a:lnTo>
                <a:lnTo>
                  <a:pt x="1227" y="6656"/>
                </a:lnTo>
                <a:lnTo>
                  <a:pt x="1536" y="7335"/>
                </a:lnTo>
                <a:lnTo>
                  <a:pt x="1965" y="7931"/>
                </a:lnTo>
                <a:lnTo>
                  <a:pt x="2477" y="8454"/>
                </a:lnTo>
                <a:lnTo>
                  <a:pt x="3084" y="8883"/>
                </a:lnTo>
                <a:lnTo>
                  <a:pt x="3763" y="9193"/>
                </a:lnTo>
                <a:lnTo>
                  <a:pt x="4501" y="9395"/>
                </a:lnTo>
                <a:lnTo>
                  <a:pt x="4882" y="9431"/>
                </a:lnTo>
                <a:lnTo>
                  <a:pt x="4882" y="10098"/>
                </a:lnTo>
                <a:lnTo>
                  <a:pt x="4906" y="10229"/>
                </a:lnTo>
                <a:lnTo>
                  <a:pt x="5073" y="10407"/>
                </a:lnTo>
                <a:lnTo>
                  <a:pt x="5204" y="10419"/>
                </a:lnTo>
                <a:lnTo>
                  <a:pt x="5335" y="10407"/>
                </a:lnTo>
                <a:lnTo>
                  <a:pt x="5513" y="10229"/>
                </a:lnTo>
                <a:lnTo>
                  <a:pt x="5537" y="10098"/>
                </a:lnTo>
                <a:lnTo>
                  <a:pt x="5537" y="9431"/>
                </a:lnTo>
                <a:lnTo>
                  <a:pt x="5918" y="9395"/>
                </a:lnTo>
                <a:lnTo>
                  <a:pt x="6656" y="9193"/>
                </a:lnTo>
                <a:lnTo>
                  <a:pt x="7323" y="8883"/>
                </a:lnTo>
                <a:lnTo>
                  <a:pt x="7930" y="8454"/>
                </a:lnTo>
                <a:lnTo>
                  <a:pt x="8454" y="7931"/>
                </a:lnTo>
                <a:lnTo>
                  <a:pt x="8883" y="7335"/>
                </a:lnTo>
                <a:lnTo>
                  <a:pt x="9192" y="6656"/>
                </a:lnTo>
                <a:lnTo>
                  <a:pt x="9383" y="5918"/>
                </a:lnTo>
                <a:lnTo>
                  <a:pt x="9431" y="5537"/>
                </a:lnTo>
                <a:lnTo>
                  <a:pt x="10097" y="5537"/>
                </a:lnTo>
                <a:lnTo>
                  <a:pt x="10228" y="5513"/>
                </a:lnTo>
                <a:lnTo>
                  <a:pt x="10395" y="5335"/>
                </a:lnTo>
                <a:lnTo>
                  <a:pt x="10419" y="5216"/>
                </a:lnTo>
                <a:lnTo>
                  <a:pt x="10395" y="5085"/>
                </a:lnTo>
                <a:lnTo>
                  <a:pt x="10228" y="4906"/>
                </a:lnTo>
                <a:lnTo>
                  <a:pt x="10097" y="4882"/>
                </a:lnTo>
                <a:lnTo>
                  <a:pt x="9431" y="4882"/>
                </a:lnTo>
                <a:lnTo>
                  <a:pt x="9383" y="4501"/>
                </a:lnTo>
                <a:lnTo>
                  <a:pt x="9192" y="3763"/>
                </a:lnTo>
                <a:lnTo>
                  <a:pt x="8883" y="3084"/>
                </a:lnTo>
                <a:lnTo>
                  <a:pt x="8454" y="2489"/>
                </a:lnTo>
                <a:lnTo>
                  <a:pt x="7930" y="1965"/>
                </a:lnTo>
                <a:lnTo>
                  <a:pt x="7323" y="1537"/>
                </a:lnTo>
                <a:lnTo>
                  <a:pt x="6656" y="1227"/>
                </a:lnTo>
                <a:lnTo>
                  <a:pt x="5918" y="1025"/>
                </a:lnTo>
                <a:lnTo>
                  <a:pt x="5537" y="989"/>
                </a:lnTo>
                <a:lnTo>
                  <a:pt x="5537" y="322"/>
                </a:lnTo>
                <a:lnTo>
                  <a:pt x="5513" y="191"/>
                </a:lnTo>
                <a:lnTo>
                  <a:pt x="5335" y="13"/>
                </a:lnTo>
                <a:lnTo>
                  <a:pt x="520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8" name="Google Shape;3228;p175"/>
          <p:cNvSpPr/>
          <p:nvPr/>
        </p:nvSpPr>
        <p:spPr>
          <a:xfrm>
            <a:off x="5061414" y="6467552"/>
            <a:ext cx="656691" cy="525827"/>
          </a:xfrm>
          <a:custGeom>
            <a:rect b="b" l="l" r="r" t="t"/>
            <a:pathLst>
              <a:path extrusionOk="0" h="10431" w="13027">
                <a:moveTo>
                  <a:pt x="11526" y="1287"/>
                </a:moveTo>
                <a:lnTo>
                  <a:pt x="11776" y="1370"/>
                </a:lnTo>
                <a:lnTo>
                  <a:pt x="11990" y="1501"/>
                </a:lnTo>
                <a:lnTo>
                  <a:pt x="12181" y="1691"/>
                </a:lnTo>
                <a:lnTo>
                  <a:pt x="12240" y="1799"/>
                </a:lnTo>
                <a:lnTo>
                  <a:pt x="10418" y="2263"/>
                </a:lnTo>
                <a:lnTo>
                  <a:pt x="10418" y="1953"/>
                </a:lnTo>
                <a:lnTo>
                  <a:pt x="10395" y="1620"/>
                </a:lnTo>
                <a:lnTo>
                  <a:pt x="10299" y="1287"/>
                </a:lnTo>
                <a:close/>
                <a:moveTo>
                  <a:pt x="8466" y="1465"/>
                </a:moveTo>
                <a:lnTo>
                  <a:pt x="8359" y="1477"/>
                </a:lnTo>
                <a:lnTo>
                  <a:pt x="8192" y="1548"/>
                </a:lnTo>
                <a:lnTo>
                  <a:pt x="8049" y="1679"/>
                </a:lnTo>
                <a:lnTo>
                  <a:pt x="7978" y="1858"/>
                </a:lnTo>
                <a:lnTo>
                  <a:pt x="7978" y="1953"/>
                </a:lnTo>
                <a:lnTo>
                  <a:pt x="7978" y="2049"/>
                </a:lnTo>
                <a:lnTo>
                  <a:pt x="8049" y="2227"/>
                </a:lnTo>
                <a:lnTo>
                  <a:pt x="8192" y="2358"/>
                </a:lnTo>
                <a:lnTo>
                  <a:pt x="8359" y="2430"/>
                </a:lnTo>
                <a:lnTo>
                  <a:pt x="8466" y="2442"/>
                </a:lnTo>
                <a:lnTo>
                  <a:pt x="8561" y="2430"/>
                </a:lnTo>
                <a:lnTo>
                  <a:pt x="8740" y="2358"/>
                </a:lnTo>
                <a:lnTo>
                  <a:pt x="8871" y="2227"/>
                </a:lnTo>
                <a:lnTo>
                  <a:pt x="8942" y="2049"/>
                </a:lnTo>
                <a:lnTo>
                  <a:pt x="8954" y="1953"/>
                </a:lnTo>
                <a:lnTo>
                  <a:pt x="8942" y="1858"/>
                </a:lnTo>
                <a:lnTo>
                  <a:pt x="8871" y="1679"/>
                </a:lnTo>
                <a:lnTo>
                  <a:pt x="8740" y="1548"/>
                </a:lnTo>
                <a:lnTo>
                  <a:pt x="8561" y="1477"/>
                </a:lnTo>
                <a:lnTo>
                  <a:pt x="8466" y="1465"/>
                </a:lnTo>
                <a:close/>
                <a:moveTo>
                  <a:pt x="6501" y="3823"/>
                </a:moveTo>
                <a:lnTo>
                  <a:pt x="6465" y="4049"/>
                </a:lnTo>
                <a:lnTo>
                  <a:pt x="6346" y="4501"/>
                </a:lnTo>
                <a:lnTo>
                  <a:pt x="6168" y="4918"/>
                </a:lnTo>
                <a:lnTo>
                  <a:pt x="5918" y="5311"/>
                </a:lnTo>
                <a:lnTo>
                  <a:pt x="5620" y="5656"/>
                </a:lnTo>
                <a:lnTo>
                  <a:pt x="5263" y="5942"/>
                </a:lnTo>
                <a:lnTo>
                  <a:pt x="4858" y="6180"/>
                </a:lnTo>
                <a:lnTo>
                  <a:pt x="4417" y="6359"/>
                </a:lnTo>
                <a:lnTo>
                  <a:pt x="4191" y="6418"/>
                </a:lnTo>
                <a:lnTo>
                  <a:pt x="2703" y="6728"/>
                </a:lnTo>
                <a:lnTo>
                  <a:pt x="6501" y="3823"/>
                </a:lnTo>
                <a:close/>
                <a:moveTo>
                  <a:pt x="8466" y="655"/>
                </a:moveTo>
                <a:lnTo>
                  <a:pt x="8728" y="667"/>
                </a:lnTo>
                <a:lnTo>
                  <a:pt x="9192" y="870"/>
                </a:lnTo>
                <a:lnTo>
                  <a:pt x="9549" y="1215"/>
                </a:lnTo>
                <a:lnTo>
                  <a:pt x="9740" y="1691"/>
                </a:lnTo>
                <a:lnTo>
                  <a:pt x="9764" y="1953"/>
                </a:lnTo>
                <a:lnTo>
                  <a:pt x="9764" y="3906"/>
                </a:lnTo>
                <a:lnTo>
                  <a:pt x="9752" y="4239"/>
                </a:lnTo>
                <a:lnTo>
                  <a:pt x="9621" y="4882"/>
                </a:lnTo>
                <a:lnTo>
                  <a:pt x="9371" y="5466"/>
                </a:lnTo>
                <a:lnTo>
                  <a:pt x="9025" y="5978"/>
                </a:lnTo>
                <a:lnTo>
                  <a:pt x="8585" y="6418"/>
                </a:lnTo>
                <a:lnTo>
                  <a:pt x="8061" y="6776"/>
                </a:lnTo>
                <a:lnTo>
                  <a:pt x="7478" y="7026"/>
                </a:lnTo>
                <a:lnTo>
                  <a:pt x="6846" y="7157"/>
                </a:lnTo>
                <a:lnTo>
                  <a:pt x="6513" y="7168"/>
                </a:lnTo>
                <a:lnTo>
                  <a:pt x="3798" y="7168"/>
                </a:lnTo>
                <a:lnTo>
                  <a:pt x="4322" y="7049"/>
                </a:lnTo>
                <a:lnTo>
                  <a:pt x="4632" y="6978"/>
                </a:lnTo>
                <a:lnTo>
                  <a:pt x="5203" y="6752"/>
                </a:lnTo>
                <a:lnTo>
                  <a:pt x="5715" y="6430"/>
                </a:lnTo>
                <a:lnTo>
                  <a:pt x="6168" y="6025"/>
                </a:lnTo>
                <a:lnTo>
                  <a:pt x="6537" y="5561"/>
                </a:lnTo>
                <a:lnTo>
                  <a:pt x="6835" y="5037"/>
                </a:lnTo>
                <a:lnTo>
                  <a:pt x="7037" y="4466"/>
                </a:lnTo>
                <a:lnTo>
                  <a:pt x="7144" y="3858"/>
                </a:lnTo>
                <a:lnTo>
                  <a:pt x="7156" y="3549"/>
                </a:lnTo>
                <a:lnTo>
                  <a:pt x="7156" y="1953"/>
                </a:lnTo>
                <a:lnTo>
                  <a:pt x="7180" y="1691"/>
                </a:lnTo>
                <a:lnTo>
                  <a:pt x="7370" y="1215"/>
                </a:lnTo>
                <a:lnTo>
                  <a:pt x="7728" y="870"/>
                </a:lnTo>
                <a:lnTo>
                  <a:pt x="8192" y="667"/>
                </a:lnTo>
                <a:lnTo>
                  <a:pt x="8466" y="655"/>
                </a:lnTo>
                <a:close/>
                <a:moveTo>
                  <a:pt x="8263" y="1"/>
                </a:moveTo>
                <a:lnTo>
                  <a:pt x="7870" y="84"/>
                </a:lnTo>
                <a:lnTo>
                  <a:pt x="7525" y="227"/>
                </a:lnTo>
                <a:lnTo>
                  <a:pt x="7216" y="441"/>
                </a:lnTo>
                <a:lnTo>
                  <a:pt x="6942" y="703"/>
                </a:lnTo>
                <a:lnTo>
                  <a:pt x="6739" y="1025"/>
                </a:lnTo>
                <a:lnTo>
                  <a:pt x="6596" y="1370"/>
                </a:lnTo>
                <a:lnTo>
                  <a:pt x="6513" y="1751"/>
                </a:lnTo>
                <a:lnTo>
                  <a:pt x="6513" y="1953"/>
                </a:lnTo>
                <a:lnTo>
                  <a:pt x="6513" y="2977"/>
                </a:lnTo>
                <a:lnTo>
                  <a:pt x="131" y="7883"/>
                </a:lnTo>
                <a:lnTo>
                  <a:pt x="36" y="7978"/>
                </a:lnTo>
                <a:lnTo>
                  <a:pt x="0" y="8216"/>
                </a:lnTo>
                <a:lnTo>
                  <a:pt x="60" y="8335"/>
                </a:lnTo>
                <a:lnTo>
                  <a:pt x="155" y="8431"/>
                </a:lnTo>
                <a:lnTo>
                  <a:pt x="405" y="8466"/>
                </a:lnTo>
                <a:lnTo>
                  <a:pt x="524" y="8395"/>
                </a:lnTo>
                <a:lnTo>
                  <a:pt x="1286" y="7811"/>
                </a:lnTo>
                <a:lnTo>
                  <a:pt x="5537" y="7811"/>
                </a:lnTo>
                <a:lnTo>
                  <a:pt x="6525" y="10217"/>
                </a:lnTo>
                <a:lnTo>
                  <a:pt x="6596" y="10336"/>
                </a:lnTo>
                <a:lnTo>
                  <a:pt x="6835" y="10431"/>
                </a:lnTo>
                <a:lnTo>
                  <a:pt x="6954" y="10395"/>
                </a:lnTo>
                <a:lnTo>
                  <a:pt x="7073" y="10324"/>
                </a:lnTo>
                <a:lnTo>
                  <a:pt x="7168" y="10098"/>
                </a:lnTo>
                <a:lnTo>
                  <a:pt x="7132" y="9967"/>
                </a:lnTo>
                <a:lnTo>
                  <a:pt x="6251" y="7811"/>
                </a:lnTo>
                <a:lnTo>
                  <a:pt x="6739" y="7811"/>
                </a:lnTo>
                <a:lnTo>
                  <a:pt x="7216" y="7752"/>
                </a:lnTo>
                <a:lnTo>
                  <a:pt x="7454" y="7704"/>
                </a:lnTo>
                <a:lnTo>
                  <a:pt x="8490" y="10217"/>
                </a:lnTo>
                <a:lnTo>
                  <a:pt x="8549" y="10336"/>
                </a:lnTo>
                <a:lnTo>
                  <a:pt x="8787" y="10431"/>
                </a:lnTo>
                <a:lnTo>
                  <a:pt x="8906" y="10395"/>
                </a:lnTo>
                <a:lnTo>
                  <a:pt x="9025" y="10324"/>
                </a:lnTo>
                <a:lnTo>
                  <a:pt x="9121" y="10098"/>
                </a:lnTo>
                <a:lnTo>
                  <a:pt x="9085" y="9967"/>
                </a:lnTo>
                <a:lnTo>
                  <a:pt x="8073" y="7490"/>
                </a:lnTo>
                <a:lnTo>
                  <a:pt x="8323" y="7371"/>
                </a:lnTo>
                <a:lnTo>
                  <a:pt x="8799" y="7073"/>
                </a:lnTo>
                <a:lnTo>
                  <a:pt x="9228" y="6716"/>
                </a:lnTo>
                <a:lnTo>
                  <a:pt x="9597" y="6299"/>
                </a:lnTo>
                <a:lnTo>
                  <a:pt x="9906" y="5835"/>
                </a:lnTo>
                <a:lnTo>
                  <a:pt x="10157" y="5335"/>
                </a:lnTo>
                <a:lnTo>
                  <a:pt x="10323" y="4787"/>
                </a:lnTo>
                <a:lnTo>
                  <a:pt x="10407" y="4204"/>
                </a:lnTo>
                <a:lnTo>
                  <a:pt x="10418" y="3906"/>
                </a:lnTo>
                <a:lnTo>
                  <a:pt x="10418" y="2918"/>
                </a:lnTo>
                <a:lnTo>
                  <a:pt x="13026" y="2263"/>
                </a:lnTo>
                <a:lnTo>
                  <a:pt x="13014" y="2096"/>
                </a:lnTo>
                <a:lnTo>
                  <a:pt x="12955" y="1787"/>
                </a:lnTo>
                <a:lnTo>
                  <a:pt x="12824" y="1489"/>
                </a:lnTo>
                <a:lnTo>
                  <a:pt x="12645" y="1227"/>
                </a:lnTo>
                <a:lnTo>
                  <a:pt x="12431" y="1013"/>
                </a:lnTo>
                <a:lnTo>
                  <a:pt x="12169" y="834"/>
                </a:lnTo>
                <a:lnTo>
                  <a:pt x="11871" y="703"/>
                </a:lnTo>
                <a:lnTo>
                  <a:pt x="11562" y="632"/>
                </a:lnTo>
                <a:lnTo>
                  <a:pt x="9918" y="632"/>
                </a:lnTo>
                <a:lnTo>
                  <a:pt x="9776" y="489"/>
                </a:lnTo>
                <a:lnTo>
                  <a:pt x="9442" y="263"/>
                </a:lnTo>
                <a:lnTo>
                  <a:pt x="9073" y="96"/>
                </a:lnTo>
                <a:lnTo>
                  <a:pt x="8680" y="13"/>
                </a:lnTo>
                <a:lnTo>
                  <a:pt x="8466"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29" name="Google Shape;3229;p175"/>
          <p:cNvSpPr/>
          <p:nvPr/>
        </p:nvSpPr>
        <p:spPr>
          <a:xfrm>
            <a:off x="6094964" y="6500570"/>
            <a:ext cx="591259" cy="459235"/>
          </a:xfrm>
          <a:custGeom>
            <a:rect b="b" l="l" r="r" t="t"/>
            <a:pathLst>
              <a:path extrusionOk="0" h="9110" w="11729">
                <a:moveTo>
                  <a:pt x="5871" y="2108"/>
                </a:moveTo>
                <a:lnTo>
                  <a:pt x="6883" y="4120"/>
                </a:lnTo>
                <a:lnTo>
                  <a:pt x="6966" y="4287"/>
                </a:lnTo>
                <a:lnTo>
                  <a:pt x="7216" y="4549"/>
                </a:lnTo>
                <a:lnTo>
                  <a:pt x="7514" y="4739"/>
                </a:lnTo>
                <a:lnTo>
                  <a:pt x="7859" y="4835"/>
                </a:lnTo>
                <a:lnTo>
                  <a:pt x="8049" y="4847"/>
                </a:lnTo>
                <a:lnTo>
                  <a:pt x="8264" y="4835"/>
                </a:lnTo>
                <a:lnTo>
                  <a:pt x="8681" y="4692"/>
                </a:lnTo>
                <a:lnTo>
                  <a:pt x="8859" y="4561"/>
                </a:lnTo>
                <a:lnTo>
                  <a:pt x="10133" y="3549"/>
                </a:lnTo>
                <a:lnTo>
                  <a:pt x="9335" y="7930"/>
                </a:lnTo>
                <a:lnTo>
                  <a:pt x="9300" y="8038"/>
                </a:lnTo>
                <a:lnTo>
                  <a:pt x="9192" y="8228"/>
                </a:lnTo>
                <a:lnTo>
                  <a:pt x="9014" y="8371"/>
                </a:lnTo>
                <a:lnTo>
                  <a:pt x="8811" y="8454"/>
                </a:lnTo>
                <a:lnTo>
                  <a:pt x="8692" y="8466"/>
                </a:lnTo>
                <a:lnTo>
                  <a:pt x="3049" y="8466"/>
                </a:lnTo>
                <a:lnTo>
                  <a:pt x="2930" y="8454"/>
                </a:lnTo>
                <a:lnTo>
                  <a:pt x="2727" y="8371"/>
                </a:lnTo>
                <a:lnTo>
                  <a:pt x="2549" y="8228"/>
                </a:lnTo>
                <a:lnTo>
                  <a:pt x="2441" y="8038"/>
                </a:lnTo>
                <a:lnTo>
                  <a:pt x="2406" y="7930"/>
                </a:lnTo>
                <a:lnTo>
                  <a:pt x="1620" y="3549"/>
                </a:lnTo>
                <a:lnTo>
                  <a:pt x="2882" y="4561"/>
                </a:lnTo>
                <a:lnTo>
                  <a:pt x="3061" y="4692"/>
                </a:lnTo>
                <a:lnTo>
                  <a:pt x="3477" y="4835"/>
                </a:lnTo>
                <a:lnTo>
                  <a:pt x="3692" y="4847"/>
                </a:lnTo>
                <a:lnTo>
                  <a:pt x="3882" y="4835"/>
                </a:lnTo>
                <a:lnTo>
                  <a:pt x="4227" y="4739"/>
                </a:lnTo>
                <a:lnTo>
                  <a:pt x="4525" y="4549"/>
                </a:lnTo>
                <a:lnTo>
                  <a:pt x="4775" y="4287"/>
                </a:lnTo>
                <a:lnTo>
                  <a:pt x="4858" y="4120"/>
                </a:lnTo>
                <a:lnTo>
                  <a:pt x="5871" y="2108"/>
                </a:lnTo>
                <a:close/>
                <a:moveTo>
                  <a:pt x="5740" y="0"/>
                </a:moveTo>
                <a:lnTo>
                  <a:pt x="5501" y="108"/>
                </a:lnTo>
                <a:lnTo>
                  <a:pt x="5323" y="286"/>
                </a:lnTo>
                <a:lnTo>
                  <a:pt x="5228" y="512"/>
                </a:lnTo>
                <a:lnTo>
                  <a:pt x="5216" y="643"/>
                </a:lnTo>
                <a:lnTo>
                  <a:pt x="5239" y="834"/>
                </a:lnTo>
                <a:lnTo>
                  <a:pt x="5430" y="1132"/>
                </a:lnTo>
                <a:lnTo>
                  <a:pt x="5585" y="1227"/>
                </a:lnTo>
                <a:lnTo>
                  <a:pt x="4275" y="3834"/>
                </a:lnTo>
                <a:lnTo>
                  <a:pt x="4168" y="3989"/>
                </a:lnTo>
                <a:lnTo>
                  <a:pt x="3870" y="4180"/>
                </a:lnTo>
                <a:lnTo>
                  <a:pt x="3692" y="4192"/>
                </a:lnTo>
                <a:lnTo>
                  <a:pt x="3584" y="4192"/>
                </a:lnTo>
                <a:lnTo>
                  <a:pt x="3382" y="4120"/>
                </a:lnTo>
                <a:lnTo>
                  <a:pt x="3287" y="4049"/>
                </a:lnTo>
                <a:lnTo>
                  <a:pt x="1155" y="2346"/>
                </a:lnTo>
                <a:lnTo>
                  <a:pt x="1227" y="2263"/>
                </a:lnTo>
                <a:lnTo>
                  <a:pt x="1298" y="2060"/>
                </a:lnTo>
                <a:lnTo>
                  <a:pt x="1310" y="1953"/>
                </a:lnTo>
                <a:lnTo>
                  <a:pt x="1298" y="1822"/>
                </a:lnTo>
                <a:lnTo>
                  <a:pt x="1203" y="1584"/>
                </a:lnTo>
                <a:lnTo>
                  <a:pt x="1024" y="1405"/>
                </a:lnTo>
                <a:lnTo>
                  <a:pt x="786" y="1310"/>
                </a:lnTo>
                <a:lnTo>
                  <a:pt x="655" y="1298"/>
                </a:lnTo>
                <a:lnTo>
                  <a:pt x="524" y="1310"/>
                </a:lnTo>
                <a:lnTo>
                  <a:pt x="286" y="1405"/>
                </a:lnTo>
                <a:lnTo>
                  <a:pt x="108" y="1584"/>
                </a:lnTo>
                <a:lnTo>
                  <a:pt x="12" y="1822"/>
                </a:lnTo>
                <a:lnTo>
                  <a:pt x="0" y="1953"/>
                </a:lnTo>
                <a:lnTo>
                  <a:pt x="12" y="2084"/>
                </a:lnTo>
                <a:lnTo>
                  <a:pt x="108" y="2322"/>
                </a:lnTo>
                <a:lnTo>
                  <a:pt x="286" y="2489"/>
                </a:lnTo>
                <a:lnTo>
                  <a:pt x="524" y="2596"/>
                </a:lnTo>
                <a:lnTo>
                  <a:pt x="655" y="2608"/>
                </a:lnTo>
                <a:lnTo>
                  <a:pt x="715" y="2596"/>
                </a:lnTo>
                <a:lnTo>
                  <a:pt x="774" y="2584"/>
                </a:lnTo>
                <a:lnTo>
                  <a:pt x="1763" y="8049"/>
                </a:lnTo>
                <a:lnTo>
                  <a:pt x="1822" y="8276"/>
                </a:lnTo>
                <a:lnTo>
                  <a:pt x="2048" y="8657"/>
                </a:lnTo>
                <a:lnTo>
                  <a:pt x="2394" y="8942"/>
                </a:lnTo>
                <a:lnTo>
                  <a:pt x="2810" y="9097"/>
                </a:lnTo>
                <a:lnTo>
                  <a:pt x="3049" y="9109"/>
                </a:lnTo>
                <a:lnTo>
                  <a:pt x="8692" y="9109"/>
                </a:lnTo>
                <a:lnTo>
                  <a:pt x="8919" y="9097"/>
                </a:lnTo>
                <a:lnTo>
                  <a:pt x="9347" y="8942"/>
                </a:lnTo>
                <a:lnTo>
                  <a:pt x="9681" y="8657"/>
                </a:lnTo>
                <a:lnTo>
                  <a:pt x="9919" y="8264"/>
                </a:lnTo>
                <a:lnTo>
                  <a:pt x="9966" y="8038"/>
                </a:lnTo>
                <a:lnTo>
                  <a:pt x="10967" y="2572"/>
                </a:lnTo>
                <a:lnTo>
                  <a:pt x="11026" y="2596"/>
                </a:lnTo>
                <a:lnTo>
                  <a:pt x="11217" y="2596"/>
                </a:lnTo>
                <a:lnTo>
                  <a:pt x="11443" y="2489"/>
                </a:lnTo>
                <a:lnTo>
                  <a:pt x="11621" y="2310"/>
                </a:lnTo>
                <a:lnTo>
                  <a:pt x="11717" y="2084"/>
                </a:lnTo>
                <a:lnTo>
                  <a:pt x="11729" y="1953"/>
                </a:lnTo>
                <a:lnTo>
                  <a:pt x="11717" y="1822"/>
                </a:lnTo>
                <a:lnTo>
                  <a:pt x="11621" y="1584"/>
                </a:lnTo>
                <a:lnTo>
                  <a:pt x="11443" y="1405"/>
                </a:lnTo>
                <a:lnTo>
                  <a:pt x="11217" y="1310"/>
                </a:lnTo>
                <a:lnTo>
                  <a:pt x="11086" y="1298"/>
                </a:lnTo>
                <a:lnTo>
                  <a:pt x="10943" y="1310"/>
                </a:lnTo>
                <a:lnTo>
                  <a:pt x="10717" y="1405"/>
                </a:lnTo>
                <a:lnTo>
                  <a:pt x="10538" y="1584"/>
                </a:lnTo>
                <a:lnTo>
                  <a:pt x="10443" y="1822"/>
                </a:lnTo>
                <a:lnTo>
                  <a:pt x="10431" y="1953"/>
                </a:lnTo>
                <a:lnTo>
                  <a:pt x="10431" y="2060"/>
                </a:lnTo>
                <a:lnTo>
                  <a:pt x="10514" y="2263"/>
                </a:lnTo>
                <a:lnTo>
                  <a:pt x="10574" y="2346"/>
                </a:lnTo>
                <a:lnTo>
                  <a:pt x="8454" y="4049"/>
                </a:lnTo>
                <a:lnTo>
                  <a:pt x="8359" y="4120"/>
                </a:lnTo>
                <a:lnTo>
                  <a:pt x="8157" y="4192"/>
                </a:lnTo>
                <a:lnTo>
                  <a:pt x="8049" y="4192"/>
                </a:lnTo>
                <a:lnTo>
                  <a:pt x="7871" y="4180"/>
                </a:lnTo>
                <a:lnTo>
                  <a:pt x="7561" y="4001"/>
                </a:lnTo>
                <a:lnTo>
                  <a:pt x="7466" y="3834"/>
                </a:lnTo>
                <a:lnTo>
                  <a:pt x="6156" y="1227"/>
                </a:lnTo>
                <a:lnTo>
                  <a:pt x="6311" y="1132"/>
                </a:lnTo>
                <a:lnTo>
                  <a:pt x="6502" y="834"/>
                </a:lnTo>
                <a:lnTo>
                  <a:pt x="6525" y="643"/>
                </a:lnTo>
                <a:lnTo>
                  <a:pt x="6513" y="512"/>
                </a:lnTo>
                <a:lnTo>
                  <a:pt x="6406" y="286"/>
                </a:lnTo>
                <a:lnTo>
                  <a:pt x="6240" y="108"/>
                </a:lnTo>
                <a:lnTo>
                  <a:pt x="6001"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0" name="Google Shape;3230;p175"/>
          <p:cNvSpPr/>
          <p:nvPr/>
        </p:nvSpPr>
        <p:spPr>
          <a:xfrm>
            <a:off x="7195155" y="6500570"/>
            <a:ext cx="390778" cy="459235"/>
          </a:xfrm>
          <a:custGeom>
            <a:rect b="b" l="l" r="r" t="t"/>
            <a:pathLst>
              <a:path extrusionOk="0" h="9110" w="7752">
                <a:moveTo>
                  <a:pt x="4597" y="0"/>
                </a:moveTo>
                <a:lnTo>
                  <a:pt x="4120" y="12"/>
                </a:lnTo>
                <a:lnTo>
                  <a:pt x="3227" y="191"/>
                </a:lnTo>
                <a:lnTo>
                  <a:pt x="2406" y="536"/>
                </a:lnTo>
                <a:lnTo>
                  <a:pt x="1668" y="1036"/>
                </a:lnTo>
                <a:lnTo>
                  <a:pt x="1048" y="1644"/>
                </a:lnTo>
                <a:lnTo>
                  <a:pt x="548" y="2382"/>
                </a:lnTo>
                <a:lnTo>
                  <a:pt x="203" y="3191"/>
                </a:lnTo>
                <a:lnTo>
                  <a:pt x="24" y="4085"/>
                </a:lnTo>
                <a:lnTo>
                  <a:pt x="1" y="4549"/>
                </a:lnTo>
                <a:lnTo>
                  <a:pt x="24" y="5025"/>
                </a:lnTo>
                <a:lnTo>
                  <a:pt x="203" y="5906"/>
                </a:lnTo>
                <a:lnTo>
                  <a:pt x="548" y="6728"/>
                </a:lnTo>
                <a:lnTo>
                  <a:pt x="1048" y="7454"/>
                </a:lnTo>
                <a:lnTo>
                  <a:pt x="1668" y="8073"/>
                </a:lnTo>
                <a:lnTo>
                  <a:pt x="2406" y="8561"/>
                </a:lnTo>
                <a:lnTo>
                  <a:pt x="3227" y="8907"/>
                </a:lnTo>
                <a:lnTo>
                  <a:pt x="4120" y="9097"/>
                </a:lnTo>
                <a:lnTo>
                  <a:pt x="4597" y="9109"/>
                </a:lnTo>
                <a:lnTo>
                  <a:pt x="5037" y="9097"/>
                </a:lnTo>
                <a:lnTo>
                  <a:pt x="5871" y="8942"/>
                </a:lnTo>
                <a:lnTo>
                  <a:pt x="6645" y="8645"/>
                </a:lnTo>
                <a:lnTo>
                  <a:pt x="7347" y="8216"/>
                </a:lnTo>
                <a:lnTo>
                  <a:pt x="7657" y="7954"/>
                </a:lnTo>
                <a:lnTo>
                  <a:pt x="7740" y="7847"/>
                </a:lnTo>
                <a:lnTo>
                  <a:pt x="7752" y="7597"/>
                </a:lnTo>
                <a:lnTo>
                  <a:pt x="7680" y="7490"/>
                </a:lnTo>
                <a:lnTo>
                  <a:pt x="7585" y="7406"/>
                </a:lnTo>
                <a:lnTo>
                  <a:pt x="7335" y="7395"/>
                </a:lnTo>
                <a:lnTo>
                  <a:pt x="7228" y="7466"/>
                </a:lnTo>
                <a:lnTo>
                  <a:pt x="6954" y="7692"/>
                </a:lnTo>
                <a:lnTo>
                  <a:pt x="6359" y="8061"/>
                </a:lnTo>
                <a:lnTo>
                  <a:pt x="5692" y="8311"/>
                </a:lnTo>
                <a:lnTo>
                  <a:pt x="4978" y="8454"/>
                </a:lnTo>
                <a:lnTo>
                  <a:pt x="4251" y="8454"/>
                </a:lnTo>
                <a:lnTo>
                  <a:pt x="3906" y="8395"/>
                </a:lnTo>
                <a:lnTo>
                  <a:pt x="3906" y="5859"/>
                </a:lnTo>
                <a:lnTo>
                  <a:pt x="3930" y="5656"/>
                </a:lnTo>
                <a:lnTo>
                  <a:pt x="4073" y="5311"/>
                </a:lnTo>
                <a:lnTo>
                  <a:pt x="4335" y="5037"/>
                </a:lnTo>
                <a:lnTo>
                  <a:pt x="4692" y="4894"/>
                </a:lnTo>
                <a:lnTo>
                  <a:pt x="4882" y="4882"/>
                </a:lnTo>
                <a:lnTo>
                  <a:pt x="5120" y="4894"/>
                </a:lnTo>
                <a:lnTo>
                  <a:pt x="5513" y="5097"/>
                </a:lnTo>
                <a:lnTo>
                  <a:pt x="5668" y="5263"/>
                </a:lnTo>
                <a:lnTo>
                  <a:pt x="5763" y="5394"/>
                </a:lnTo>
                <a:lnTo>
                  <a:pt x="5859" y="5489"/>
                </a:lnTo>
                <a:lnTo>
                  <a:pt x="6109" y="5525"/>
                </a:lnTo>
                <a:lnTo>
                  <a:pt x="6228" y="5466"/>
                </a:lnTo>
                <a:lnTo>
                  <a:pt x="6311" y="5370"/>
                </a:lnTo>
                <a:lnTo>
                  <a:pt x="6347" y="5120"/>
                </a:lnTo>
                <a:lnTo>
                  <a:pt x="6287" y="5013"/>
                </a:lnTo>
                <a:lnTo>
                  <a:pt x="6192" y="4882"/>
                </a:lnTo>
                <a:lnTo>
                  <a:pt x="6073" y="4727"/>
                </a:lnTo>
                <a:lnTo>
                  <a:pt x="5775" y="4489"/>
                </a:lnTo>
                <a:lnTo>
                  <a:pt x="5442" y="4323"/>
                </a:lnTo>
                <a:lnTo>
                  <a:pt x="5073" y="4239"/>
                </a:lnTo>
                <a:lnTo>
                  <a:pt x="4882" y="4227"/>
                </a:lnTo>
                <a:lnTo>
                  <a:pt x="4608" y="4239"/>
                </a:lnTo>
                <a:lnTo>
                  <a:pt x="4120" y="4394"/>
                </a:lnTo>
                <a:lnTo>
                  <a:pt x="3906" y="4537"/>
                </a:lnTo>
                <a:lnTo>
                  <a:pt x="3906" y="4227"/>
                </a:lnTo>
                <a:lnTo>
                  <a:pt x="3894" y="4096"/>
                </a:lnTo>
                <a:lnTo>
                  <a:pt x="3715" y="3918"/>
                </a:lnTo>
                <a:lnTo>
                  <a:pt x="3584" y="3906"/>
                </a:lnTo>
                <a:lnTo>
                  <a:pt x="3454" y="3918"/>
                </a:lnTo>
                <a:lnTo>
                  <a:pt x="3275" y="4096"/>
                </a:lnTo>
                <a:lnTo>
                  <a:pt x="3263" y="4227"/>
                </a:lnTo>
                <a:lnTo>
                  <a:pt x="3263" y="8228"/>
                </a:lnTo>
                <a:lnTo>
                  <a:pt x="2977" y="8121"/>
                </a:lnTo>
                <a:lnTo>
                  <a:pt x="2453" y="7835"/>
                </a:lnTo>
                <a:lnTo>
                  <a:pt x="1977" y="7478"/>
                </a:lnTo>
                <a:lnTo>
                  <a:pt x="1572" y="7061"/>
                </a:lnTo>
                <a:lnTo>
                  <a:pt x="1215" y="6573"/>
                </a:lnTo>
                <a:lnTo>
                  <a:pt x="953" y="6037"/>
                </a:lnTo>
                <a:lnTo>
                  <a:pt x="763" y="5466"/>
                </a:lnTo>
                <a:lnTo>
                  <a:pt x="667" y="4858"/>
                </a:lnTo>
                <a:lnTo>
                  <a:pt x="655" y="4537"/>
                </a:lnTo>
                <a:lnTo>
                  <a:pt x="667" y="4132"/>
                </a:lnTo>
                <a:lnTo>
                  <a:pt x="822" y="3382"/>
                </a:lnTo>
                <a:lnTo>
                  <a:pt x="1120" y="2680"/>
                </a:lnTo>
                <a:lnTo>
                  <a:pt x="1548" y="2060"/>
                </a:lnTo>
                <a:lnTo>
                  <a:pt x="2084" y="1525"/>
                </a:lnTo>
                <a:lnTo>
                  <a:pt x="2715" y="1096"/>
                </a:lnTo>
                <a:lnTo>
                  <a:pt x="3418" y="798"/>
                </a:lnTo>
                <a:lnTo>
                  <a:pt x="4192" y="643"/>
                </a:lnTo>
                <a:lnTo>
                  <a:pt x="4597" y="632"/>
                </a:lnTo>
                <a:lnTo>
                  <a:pt x="4978" y="643"/>
                </a:lnTo>
                <a:lnTo>
                  <a:pt x="5692" y="786"/>
                </a:lnTo>
                <a:lnTo>
                  <a:pt x="6359" y="1048"/>
                </a:lnTo>
                <a:lnTo>
                  <a:pt x="6954" y="1417"/>
                </a:lnTo>
                <a:lnTo>
                  <a:pt x="7228" y="1644"/>
                </a:lnTo>
                <a:lnTo>
                  <a:pt x="7335" y="1715"/>
                </a:lnTo>
                <a:lnTo>
                  <a:pt x="7585" y="1703"/>
                </a:lnTo>
                <a:lnTo>
                  <a:pt x="7680" y="1620"/>
                </a:lnTo>
                <a:lnTo>
                  <a:pt x="7752" y="1501"/>
                </a:lnTo>
                <a:lnTo>
                  <a:pt x="7740" y="1251"/>
                </a:lnTo>
                <a:lnTo>
                  <a:pt x="7657" y="1132"/>
                </a:lnTo>
                <a:lnTo>
                  <a:pt x="7347" y="882"/>
                </a:lnTo>
                <a:lnTo>
                  <a:pt x="6645" y="465"/>
                </a:lnTo>
                <a:lnTo>
                  <a:pt x="5871" y="167"/>
                </a:lnTo>
                <a:lnTo>
                  <a:pt x="5037" y="12"/>
                </a:lnTo>
                <a:lnTo>
                  <a:pt x="4597"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1" name="Google Shape;3231;p175"/>
          <p:cNvSpPr/>
          <p:nvPr/>
        </p:nvSpPr>
        <p:spPr>
          <a:xfrm>
            <a:off x="1088575" y="6500570"/>
            <a:ext cx="591259" cy="459235"/>
          </a:xfrm>
          <a:custGeom>
            <a:rect b="b" l="l" r="r" t="t"/>
            <a:pathLst>
              <a:path extrusionOk="0" h="9110" w="11729">
                <a:moveTo>
                  <a:pt x="10419" y="643"/>
                </a:moveTo>
                <a:lnTo>
                  <a:pt x="10550" y="655"/>
                </a:lnTo>
                <a:lnTo>
                  <a:pt x="10788" y="751"/>
                </a:lnTo>
                <a:lnTo>
                  <a:pt x="10966" y="929"/>
                </a:lnTo>
                <a:lnTo>
                  <a:pt x="11062" y="1167"/>
                </a:lnTo>
                <a:lnTo>
                  <a:pt x="11074" y="1298"/>
                </a:lnTo>
                <a:lnTo>
                  <a:pt x="11074" y="1953"/>
                </a:lnTo>
                <a:lnTo>
                  <a:pt x="655" y="1953"/>
                </a:lnTo>
                <a:lnTo>
                  <a:pt x="655" y="1298"/>
                </a:lnTo>
                <a:lnTo>
                  <a:pt x="667" y="1167"/>
                </a:lnTo>
                <a:lnTo>
                  <a:pt x="762" y="929"/>
                </a:lnTo>
                <a:lnTo>
                  <a:pt x="941" y="751"/>
                </a:lnTo>
                <a:lnTo>
                  <a:pt x="1167" y="655"/>
                </a:lnTo>
                <a:lnTo>
                  <a:pt x="1310" y="643"/>
                </a:lnTo>
                <a:close/>
                <a:moveTo>
                  <a:pt x="11074" y="2596"/>
                </a:moveTo>
                <a:lnTo>
                  <a:pt x="11074" y="3906"/>
                </a:lnTo>
                <a:lnTo>
                  <a:pt x="655" y="3906"/>
                </a:lnTo>
                <a:lnTo>
                  <a:pt x="655" y="2596"/>
                </a:lnTo>
                <a:close/>
                <a:moveTo>
                  <a:pt x="2286" y="6502"/>
                </a:moveTo>
                <a:lnTo>
                  <a:pt x="2155" y="6525"/>
                </a:lnTo>
                <a:lnTo>
                  <a:pt x="1977" y="6704"/>
                </a:lnTo>
                <a:lnTo>
                  <a:pt x="1953" y="6835"/>
                </a:lnTo>
                <a:lnTo>
                  <a:pt x="1977" y="6966"/>
                </a:lnTo>
                <a:lnTo>
                  <a:pt x="2155" y="7145"/>
                </a:lnTo>
                <a:lnTo>
                  <a:pt x="2286" y="7156"/>
                </a:lnTo>
                <a:lnTo>
                  <a:pt x="3584" y="7156"/>
                </a:lnTo>
                <a:lnTo>
                  <a:pt x="3715" y="7145"/>
                </a:lnTo>
                <a:lnTo>
                  <a:pt x="3894" y="6966"/>
                </a:lnTo>
                <a:lnTo>
                  <a:pt x="3906" y="6835"/>
                </a:lnTo>
                <a:lnTo>
                  <a:pt x="3894" y="6704"/>
                </a:lnTo>
                <a:lnTo>
                  <a:pt x="3715" y="6525"/>
                </a:lnTo>
                <a:lnTo>
                  <a:pt x="3584" y="6502"/>
                </a:lnTo>
                <a:close/>
                <a:moveTo>
                  <a:pt x="4882" y="6502"/>
                </a:moveTo>
                <a:lnTo>
                  <a:pt x="4763" y="6525"/>
                </a:lnTo>
                <a:lnTo>
                  <a:pt x="4584" y="6704"/>
                </a:lnTo>
                <a:lnTo>
                  <a:pt x="4561" y="6835"/>
                </a:lnTo>
                <a:lnTo>
                  <a:pt x="4584" y="6966"/>
                </a:lnTo>
                <a:lnTo>
                  <a:pt x="4763" y="7145"/>
                </a:lnTo>
                <a:lnTo>
                  <a:pt x="4882" y="7156"/>
                </a:lnTo>
                <a:lnTo>
                  <a:pt x="7490" y="7156"/>
                </a:lnTo>
                <a:lnTo>
                  <a:pt x="7621" y="7145"/>
                </a:lnTo>
                <a:lnTo>
                  <a:pt x="7799" y="6966"/>
                </a:lnTo>
                <a:lnTo>
                  <a:pt x="7823" y="6835"/>
                </a:lnTo>
                <a:lnTo>
                  <a:pt x="7799" y="6704"/>
                </a:lnTo>
                <a:lnTo>
                  <a:pt x="7621" y="6525"/>
                </a:lnTo>
                <a:lnTo>
                  <a:pt x="7490" y="6502"/>
                </a:lnTo>
                <a:close/>
                <a:moveTo>
                  <a:pt x="11074" y="4549"/>
                </a:moveTo>
                <a:lnTo>
                  <a:pt x="11074" y="7811"/>
                </a:lnTo>
                <a:lnTo>
                  <a:pt x="11062" y="7942"/>
                </a:lnTo>
                <a:lnTo>
                  <a:pt x="10966" y="8180"/>
                </a:lnTo>
                <a:lnTo>
                  <a:pt x="10788" y="8359"/>
                </a:lnTo>
                <a:lnTo>
                  <a:pt x="10562" y="8454"/>
                </a:lnTo>
                <a:lnTo>
                  <a:pt x="10419" y="8466"/>
                </a:lnTo>
                <a:lnTo>
                  <a:pt x="1310" y="8466"/>
                </a:lnTo>
                <a:lnTo>
                  <a:pt x="1179" y="8454"/>
                </a:lnTo>
                <a:lnTo>
                  <a:pt x="941" y="8359"/>
                </a:lnTo>
                <a:lnTo>
                  <a:pt x="762" y="8180"/>
                </a:lnTo>
                <a:lnTo>
                  <a:pt x="667" y="7942"/>
                </a:lnTo>
                <a:lnTo>
                  <a:pt x="655" y="7811"/>
                </a:lnTo>
                <a:lnTo>
                  <a:pt x="655" y="4549"/>
                </a:lnTo>
                <a:close/>
                <a:moveTo>
                  <a:pt x="1310" y="0"/>
                </a:moveTo>
                <a:lnTo>
                  <a:pt x="1036" y="12"/>
                </a:lnTo>
                <a:lnTo>
                  <a:pt x="572" y="215"/>
                </a:lnTo>
                <a:lnTo>
                  <a:pt x="215" y="560"/>
                </a:lnTo>
                <a:lnTo>
                  <a:pt x="24" y="1036"/>
                </a:lnTo>
                <a:lnTo>
                  <a:pt x="0" y="1298"/>
                </a:lnTo>
                <a:lnTo>
                  <a:pt x="0" y="7811"/>
                </a:lnTo>
                <a:lnTo>
                  <a:pt x="24" y="8073"/>
                </a:lnTo>
                <a:lnTo>
                  <a:pt x="215" y="8538"/>
                </a:lnTo>
                <a:lnTo>
                  <a:pt x="572" y="8895"/>
                </a:lnTo>
                <a:lnTo>
                  <a:pt x="1036" y="9097"/>
                </a:lnTo>
                <a:lnTo>
                  <a:pt x="1310" y="9109"/>
                </a:lnTo>
                <a:lnTo>
                  <a:pt x="10419" y="9109"/>
                </a:lnTo>
                <a:lnTo>
                  <a:pt x="10693" y="9097"/>
                </a:lnTo>
                <a:lnTo>
                  <a:pt x="11157" y="8895"/>
                </a:lnTo>
                <a:lnTo>
                  <a:pt x="11502" y="8538"/>
                </a:lnTo>
                <a:lnTo>
                  <a:pt x="11705" y="8073"/>
                </a:lnTo>
                <a:lnTo>
                  <a:pt x="11728" y="7811"/>
                </a:lnTo>
                <a:lnTo>
                  <a:pt x="11728" y="1298"/>
                </a:lnTo>
                <a:lnTo>
                  <a:pt x="11705" y="1036"/>
                </a:lnTo>
                <a:lnTo>
                  <a:pt x="11502" y="560"/>
                </a:lnTo>
                <a:lnTo>
                  <a:pt x="11157" y="215"/>
                </a:lnTo>
                <a:lnTo>
                  <a:pt x="10693" y="12"/>
                </a:lnTo>
                <a:lnTo>
                  <a:pt x="10419"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2" name="Google Shape;3232;p175"/>
          <p:cNvSpPr/>
          <p:nvPr/>
        </p:nvSpPr>
        <p:spPr>
          <a:xfrm>
            <a:off x="9132652" y="6469972"/>
            <a:ext cx="525222" cy="519828"/>
          </a:xfrm>
          <a:custGeom>
            <a:rect b="b" l="l" r="r" t="t"/>
            <a:pathLst>
              <a:path extrusionOk="0" h="10312" w="10419">
                <a:moveTo>
                  <a:pt x="5192" y="643"/>
                </a:moveTo>
                <a:lnTo>
                  <a:pt x="5311" y="667"/>
                </a:lnTo>
                <a:lnTo>
                  <a:pt x="9514" y="2203"/>
                </a:lnTo>
                <a:lnTo>
                  <a:pt x="5204" y="3882"/>
                </a:lnTo>
                <a:lnTo>
                  <a:pt x="894" y="2203"/>
                </a:lnTo>
                <a:lnTo>
                  <a:pt x="5097" y="667"/>
                </a:lnTo>
                <a:lnTo>
                  <a:pt x="5192" y="643"/>
                </a:lnTo>
                <a:close/>
                <a:moveTo>
                  <a:pt x="643" y="2810"/>
                </a:moveTo>
                <a:lnTo>
                  <a:pt x="4882" y="4465"/>
                </a:lnTo>
                <a:lnTo>
                  <a:pt x="4882" y="9573"/>
                </a:lnTo>
                <a:lnTo>
                  <a:pt x="858" y="8109"/>
                </a:lnTo>
                <a:lnTo>
                  <a:pt x="763" y="8061"/>
                </a:lnTo>
                <a:lnTo>
                  <a:pt x="655" y="7894"/>
                </a:lnTo>
                <a:lnTo>
                  <a:pt x="643" y="7799"/>
                </a:lnTo>
                <a:lnTo>
                  <a:pt x="643" y="2810"/>
                </a:lnTo>
                <a:close/>
                <a:moveTo>
                  <a:pt x="9764" y="2810"/>
                </a:moveTo>
                <a:lnTo>
                  <a:pt x="9764" y="7799"/>
                </a:lnTo>
                <a:lnTo>
                  <a:pt x="9752" y="7894"/>
                </a:lnTo>
                <a:lnTo>
                  <a:pt x="9633" y="8061"/>
                </a:lnTo>
                <a:lnTo>
                  <a:pt x="9550" y="8109"/>
                </a:lnTo>
                <a:lnTo>
                  <a:pt x="5525" y="9573"/>
                </a:lnTo>
                <a:lnTo>
                  <a:pt x="5525" y="4465"/>
                </a:lnTo>
                <a:lnTo>
                  <a:pt x="9764" y="2810"/>
                </a:lnTo>
                <a:close/>
                <a:moveTo>
                  <a:pt x="5037" y="0"/>
                </a:moveTo>
                <a:lnTo>
                  <a:pt x="4870" y="48"/>
                </a:lnTo>
                <a:lnTo>
                  <a:pt x="632" y="1608"/>
                </a:lnTo>
                <a:lnTo>
                  <a:pt x="489" y="1667"/>
                </a:lnTo>
                <a:lnTo>
                  <a:pt x="262" y="1846"/>
                </a:lnTo>
                <a:lnTo>
                  <a:pt x="96" y="2084"/>
                </a:lnTo>
                <a:lnTo>
                  <a:pt x="1" y="2370"/>
                </a:lnTo>
                <a:lnTo>
                  <a:pt x="1" y="2524"/>
                </a:lnTo>
                <a:lnTo>
                  <a:pt x="1" y="7799"/>
                </a:lnTo>
                <a:lnTo>
                  <a:pt x="1" y="7954"/>
                </a:lnTo>
                <a:lnTo>
                  <a:pt x="96" y="8228"/>
                </a:lnTo>
                <a:lnTo>
                  <a:pt x="262" y="8478"/>
                </a:lnTo>
                <a:lnTo>
                  <a:pt x="489" y="8656"/>
                </a:lnTo>
                <a:lnTo>
                  <a:pt x="632" y="8716"/>
                </a:lnTo>
                <a:lnTo>
                  <a:pt x="4870" y="10252"/>
                </a:lnTo>
                <a:lnTo>
                  <a:pt x="5037" y="10311"/>
                </a:lnTo>
                <a:lnTo>
                  <a:pt x="5370" y="10311"/>
                </a:lnTo>
                <a:lnTo>
                  <a:pt x="5537" y="10252"/>
                </a:lnTo>
                <a:lnTo>
                  <a:pt x="9776" y="8716"/>
                </a:lnTo>
                <a:lnTo>
                  <a:pt x="9907" y="8656"/>
                </a:lnTo>
                <a:lnTo>
                  <a:pt x="10145" y="8478"/>
                </a:lnTo>
                <a:lnTo>
                  <a:pt x="10312" y="8228"/>
                </a:lnTo>
                <a:lnTo>
                  <a:pt x="10407" y="7954"/>
                </a:lnTo>
                <a:lnTo>
                  <a:pt x="10419" y="7799"/>
                </a:lnTo>
                <a:lnTo>
                  <a:pt x="10419" y="2524"/>
                </a:lnTo>
                <a:lnTo>
                  <a:pt x="10407" y="2370"/>
                </a:lnTo>
                <a:lnTo>
                  <a:pt x="10312" y="2084"/>
                </a:lnTo>
                <a:lnTo>
                  <a:pt x="10145" y="1846"/>
                </a:lnTo>
                <a:lnTo>
                  <a:pt x="9907" y="1667"/>
                </a:lnTo>
                <a:lnTo>
                  <a:pt x="9776" y="1608"/>
                </a:lnTo>
                <a:lnTo>
                  <a:pt x="5537" y="48"/>
                </a:lnTo>
                <a:lnTo>
                  <a:pt x="5370"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3" name="Google Shape;3233;p175"/>
          <p:cNvSpPr/>
          <p:nvPr/>
        </p:nvSpPr>
        <p:spPr>
          <a:xfrm>
            <a:off x="10100821" y="6467552"/>
            <a:ext cx="590654" cy="524667"/>
          </a:xfrm>
          <a:custGeom>
            <a:rect b="b" l="l" r="r" t="t"/>
            <a:pathLst>
              <a:path extrusionOk="0" h="10408" w="11717">
                <a:moveTo>
                  <a:pt x="5858" y="644"/>
                </a:moveTo>
                <a:lnTo>
                  <a:pt x="5965" y="667"/>
                </a:lnTo>
                <a:lnTo>
                  <a:pt x="8085" y="1418"/>
                </a:lnTo>
                <a:lnTo>
                  <a:pt x="8156" y="1453"/>
                </a:lnTo>
                <a:lnTo>
                  <a:pt x="8204" y="1501"/>
                </a:lnTo>
                <a:lnTo>
                  <a:pt x="5846" y="2394"/>
                </a:lnTo>
                <a:lnTo>
                  <a:pt x="3513" y="1501"/>
                </a:lnTo>
                <a:lnTo>
                  <a:pt x="3560" y="1453"/>
                </a:lnTo>
                <a:lnTo>
                  <a:pt x="3632" y="1418"/>
                </a:lnTo>
                <a:lnTo>
                  <a:pt x="5751" y="667"/>
                </a:lnTo>
                <a:lnTo>
                  <a:pt x="5858" y="644"/>
                </a:lnTo>
                <a:close/>
                <a:moveTo>
                  <a:pt x="3394" y="2156"/>
                </a:moveTo>
                <a:lnTo>
                  <a:pt x="5513" y="2977"/>
                </a:lnTo>
                <a:lnTo>
                  <a:pt x="5513" y="5085"/>
                </a:lnTo>
                <a:lnTo>
                  <a:pt x="3417" y="4335"/>
                </a:lnTo>
                <a:lnTo>
                  <a:pt x="3417" y="4323"/>
                </a:lnTo>
                <a:lnTo>
                  <a:pt x="3394" y="4323"/>
                </a:lnTo>
                <a:lnTo>
                  <a:pt x="3394" y="2156"/>
                </a:lnTo>
                <a:close/>
                <a:moveTo>
                  <a:pt x="8299" y="2168"/>
                </a:moveTo>
                <a:lnTo>
                  <a:pt x="8299" y="4335"/>
                </a:lnTo>
                <a:lnTo>
                  <a:pt x="6192" y="5085"/>
                </a:lnTo>
                <a:lnTo>
                  <a:pt x="6192" y="2977"/>
                </a:lnTo>
                <a:lnTo>
                  <a:pt x="8299" y="2168"/>
                </a:lnTo>
                <a:close/>
                <a:moveTo>
                  <a:pt x="3096" y="4918"/>
                </a:moveTo>
                <a:lnTo>
                  <a:pt x="3203" y="4942"/>
                </a:lnTo>
                <a:lnTo>
                  <a:pt x="5263" y="5680"/>
                </a:lnTo>
                <a:lnTo>
                  <a:pt x="2941" y="6514"/>
                </a:lnTo>
                <a:lnTo>
                  <a:pt x="905" y="5680"/>
                </a:lnTo>
                <a:lnTo>
                  <a:pt x="2977" y="4942"/>
                </a:lnTo>
                <a:lnTo>
                  <a:pt x="3096" y="4918"/>
                </a:lnTo>
                <a:close/>
                <a:moveTo>
                  <a:pt x="8621" y="4918"/>
                </a:moveTo>
                <a:lnTo>
                  <a:pt x="8740" y="4942"/>
                </a:lnTo>
                <a:lnTo>
                  <a:pt x="10811" y="5680"/>
                </a:lnTo>
                <a:lnTo>
                  <a:pt x="8787" y="6514"/>
                </a:lnTo>
                <a:lnTo>
                  <a:pt x="6465" y="5680"/>
                </a:lnTo>
                <a:lnTo>
                  <a:pt x="6454" y="5680"/>
                </a:lnTo>
                <a:lnTo>
                  <a:pt x="8513" y="4942"/>
                </a:lnTo>
                <a:lnTo>
                  <a:pt x="8621" y="4918"/>
                </a:lnTo>
                <a:close/>
                <a:moveTo>
                  <a:pt x="631" y="6287"/>
                </a:moveTo>
                <a:lnTo>
                  <a:pt x="2584" y="7085"/>
                </a:lnTo>
                <a:lnTo>
                  <a:pt x="2584" y="9597"/>
                </a:lnTo>
                <a:lnTo>
                  <a:pt x="857" y="8871"/>
                </a:lnTo>
                <a:lnTo>
                  <a:pt x="762" y="8824"/>
                </a:lnTo>
                <a:lnTo>
                  <a:pt x="643" y="8669"/>
                </a:lnTo>
                <a:lnTo>
                  <a:pt x="631" y="8573"/>
                </a:lnTo>
                <a:lnTo>
                  <a:pt x="631" y="6287"/>
                </a:lnTo>
                <a:close/>
                <a:moveTo>
                  <a:pt x="11061" y="6287"/>
                </a:moveTo>
                <a:lnTo>
                  <a:pt x="11061" y="8573"/>
                </a:lnTo>
                <a:lnTo>
                  <a:pt x="11061" y="8669"/>
                </a:lnTo>
                <a:lnTo>
                  <a:pt x="10954" y="8824"/>
                </a:lnTo>
                <a:lnTo>
                  <a:pt x="10871" y="8871"/>
                </a:lnTo>
                <a:lnTo>
                  <a:pt x="9121" y="9597"/>
                </a:lnTo>
                <a:lnTo>
                  <a:pt x="9121" y="7085"/>
                </a:lnTo>
                <a:lnTo>
                  <a:pt x="11061" y="6287"/>
                </a:lnTo>
                <a:close/>
                <a:moveTo>
                  <a:pt x="5513" y="6264"/>
                </a:moveTo>
                <a:lnTo>
                  <a:pt x="5513" y="8788"/>
                </a:lnTo>
                <a:lnTo>
                  <a:pt x="3239" y="9728"/>
                </a:lnTo>
                <a:lnTo>
                  <a:pt x="3239" y="7085"/>
                </a:lnTo>
                <a:lnTo>
                  <a:pt x="5513" y="6264"/>
                </a:lnTo>
                <a:close/>
                <a:moveTo>
                  <a:pt x="6192" y="6275"/>
                </a:moveTo>
                <a:lnTo>
                  <a:pt x="8466" y="7097"/>
                </a:lnTo>
                <a:lnTo>
                  <a:pt x="8466" y="9728"/>
                </a:lnTo>
                <a:lnTo>
                  <a:pt x="6192" y="8788"/>
                </a:lnTo>
                <a:lnTo>
                  <a:pt x="6192" y="6275"/>
                </a:lnTo>
                <a:close/>
                <a:moveTo>
                  <a:pt x="5692" y="1"/>
                </a:moveTo>
                <a:lnTo>
                  <a:pt x="5537" y="48"/>
                </a:lnTo>
                <a:lnTo>
                  <a:pt x="3417" y="798"/>
                </a:lnTo>
                <a:lnTo>
                  <a:pt x="3274" y="858"/>
                </a:lnTo>
                <a:lnTo>
                  <a:pt x="3036" y="1048"/>
                </a:lnTo>
                <a:lnTo>
                  <a:pt x="2870" y="1287"/>
                </a:lnTo>
                <a:lnTo>
                  <a:pt x="2774" y="1572"/>
                </a:lnTo>
                <a:lnTo>
                  <a:pt x="2762" y="1727"/>
                </a:lnTo>
                <a:lnTo>
                  <a:pt x="2762" y="4323"/>
                </a:lnTo>
                <a:lnTo>
                  <a:pt x="655" y="5061"/>
                </a:lnTo>
                <a:lnTo>
                  <a:pt x="512" y="5132"/>
                </a:lnTo>
                <a:lnTo>
                  <a:pt x="274" y="5311"/>
                </a:lnTo>
                <a:lnTo>
                  <a:pt x="95" y="5561"/>
                </a:lnTo>
                <a:lnTo>
                  <a:pt x="12" y="5847"/>
                </a:lnTo>
                <a:lnTo>
                  <a:pt x="0" y="6002"/>
                </a:lnTo>
                <a:lnTo>
                  <a:pt x="0" y="8573"/>
                </a:lnTo>
                <a:lnTo>
                  <a:pt x="12" y="8716"/>
                </a:lnTo>
                <a:lnTo>
                  <a:pt x="95" y="8990"/>
                </a:lnTo>
                <a:lnTo>
                  <a:pt x="250" y="9228"/>
                </a:lnTo>
                <a:lnTo>
                  <a:pt x="464" y="9407"/>
                </a:lnTo>
                <a:lnTo>
                  <a:pt x="607" y="9466"/>
                </a:lnTo>
                <a:lnTo>
                  <a:pt x="2715" y="10348"/>
                </a:lnTo>
                <a:lnTo>
                  <a:pt x="2905" y="10407"/>
                </a:lnTo>
                <a:lnTo>
                  <a:pt x="3286" y="10407"/>
                </a:lnTo>
                <a:lnTo>
                  <a:pt x="3465" y="10348"/>
                </a:lnTo>
                <a:lnTo>
                  <a:pt x="5858" y="9359"/>
                </a:lnTo>
                <a:lnTo>
                  <a:pt x="8251" y="10348"/>
                </a:lnTo>
                <a:lnTo>
                  <a:pt x="8442" y="10407"/>
                </a:lnTo>
                <a:lnTo>
                  <a:pt x="8823" y="10407"/>
                </a:lnTo>
                <a:lnTo>
                  <a:pt x="9002" y="10348"/>
                </a:lnTo>
                <a:lnTo>
                  <a:pt x="11121" y="9466"/>
                </a:lnTo>
                <a:lnTo>
                  <a:pt x="11252" y="9407"/>
                </a:lnTo>
                <a:lnTo>
                  <a:pt x="11466" y="9228"/>
                </a:lnTo>
                <a:lnTo>
                  <a:pt x="11633" y="8990"/>
                </a:lnTo>
                <a:lnTo>
                  <a:pt x="11716" y="8716"/>
                </a:lnTo>
                <a:lnTo>
                  <a:pt x="11716" y="8573"/>
                </a:lnTo>
                <a:lnTo>
                  <a:pt x="11716" y="6002"/>
                </a:lnTo>
                <a:lnTo>
                  <a:pt x="11716" y="5847"/>
                </a:lnTo>
                <a:lnTo>
                  <a:pt x="11621" y="5561"/>
                </a:lnTo>
                <a:lnTo>
                  <a:pt x="11454" y="5311"/>
                </a:lnTo>
                <a:lnTo>
                  <a:pt x="11216" y="5132"/>
                </a:lnTo>
                <a:lnTo>
                  <a:pt x="11073" y="5061"/>
                </a:lnTo>
                <a:lnTo>
                  <a:pt x="8954" y="4323"/>
                </a:lnTo>
                <a:lnTo>
                  <a:pt x="8954" y="1727"/>
                </a:lnTo>
                <a:lnTo>
                  <a:pt x="8942" y="1572"/>
                </a:lnTo>
                <a:lnTo>
                  <a:pt x="8859" y="1287"/>
                </a:lnTo>
                <a:lnTo>
                  <a:pt x="8680" y="1048"/>
                </a:lnTo>
                <a:lnTo>
                  <a:pt x="8442" y="858"/>
                </a:lnTo>
                <a:lnTo>
                  <a:pt x="8299" y="798"/>
                </a:lnTo>
                <a:lnTo>
                  <a:pt x="6192" y="48"/>
                </a:lnTo>
                <a:lnTo>
                  <a:pt x="6025"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4" name="Google Shape;3234;p175"/>
          <p:cNvSpPr/>
          <p:nvPr/>
        </p:nvSpPr>
        <p:spPr>
          <a:xfrm>
            <a:off x="11167994" y="6500570"/>
            <a:ext cx="459790" cy="459235"/>
          </a:xfrm>
          <a:custGeom>
            <a:rect b="b" l="l" r="r" t="t"/>
            <a:pathLst>
              <a:path extrusionOk="0" h="9110" w="9121">
                <a:moveTo>
                  <a:pt x="5858" y="643"/>
                </a:moveTo>
                <a:lnTo>
                  <a:pt x="5858" y="1953"/>
                </a:lnTo>
                <a:lnTo>
                  <a:pt x="4561" y="1953"/>
                </a:lnTo>
                <a:lnTo>
                  <a:pt x="4561" y="643"/>
                </a:lnTo>
                <a:close/>
                <a:moveTo>
                  <a:pt x="4430" y="0"/>
                </a:moveTo>
                <a:lnTo>
                  <a:pt x="4191" y="108"/>
                </a:lnTo>
                <a:lnTo>
                  <a:pt x="4013" y="286"/>
                </a:lnTo>
                <a:lnTo>
                  <a:pt x="3918" y="512"/>
                </a:lnTo>
                <a:lnTo>
                  <a:pt x="3906" y="643"/>
                </a:lnTo>
                <a:lnTo>
                  <a:pt x="3906" y="1953"/>
                </a:lnTo>
                <a:lnTo>
                  <a:pt x="3918" y="2084"/>
                </a:lnTo>
                <a:lnTo>
                  <a:pt x="4013" y="2322"/>
                </a:lnTo>
                <a:lnTo>
                  <a:pt x="4191" y="2489"/>
                </a:lnTo>
                <a:lnTo>
                  <a:pt x="4430" y="2596"/>
                </a:lnTo>
                <a:lnTo>
                  <a:pt x="4561" y="2608"/>
                </a:lnTo>
                <a:lnTo>
                  <a:pt x="5858" y="2608"/>
                </a:lnTo>
                <a:lnTo>
                  <a:pt x="5989" y="2596"/>
                </a:lnTo>
                <a:lnTo>
                  <a:pt x="6228" y="2489"/>
                </a:lnTo>
                <a:lnTo>
                  <a:pt x="6406" y="2322"/>
                </a:lnTo>
                <a:lnTo>
                  <a:pt x="6501" y="2084"/>
                </a:lnTo>
                <a:lnTo>
                  <a:pt x="6513" y="1953"/>
                </a:lnTo>
                <a:lnTo>
                  <a:pt x="6513" y="643"/>
                </a:lnTo>
                <a:lnTo>
                  <a:pt x="6501" y="512"/>
                </a:lnTo>
                <a:lnTo>
                  <a:pt x="6406" y="286"/>
                </a:lnTo>
                <a:lnTo>
                  <a:pt x="6228" y="108"/>
                </a:lnTo>
                <a:lnTo>
                  <a:pt x="5989" y="0"/>
                </a:lnTo>
                <a:close/>
                <a:moveTo>
                  <a:pt x="7168" y="3906"/>
                </a:moveTo>
                <a:lnTo>
                  <a:pt x="7168" y="5204"/>
                </a:lnTo>
                <a:lnTo>
                  <a:pt x="5858" y="5204"/>
                </a:lnTo>
                <a:lnTo>
                  <a:pt x="5858" y="3906"/>
                </a:lnTo>
                <a:close/>
                <a:moveTo>
                  <a:pt x="3132" y="3465"/>
                </a:moveTo>
                <a:lnTo>
                  <a:pt x="3787" y="4596"/>
                </a:lnTo>
                <a:lnTo>
                  <a:pt x="2656" y="5251"/>
                </a:lnTo>
                <a:lnTo>
                  <a:pt x="2001" y="4120"/>
                </a:lnTo>
                <a:lnTo>
                  <a:pt x="3132" y="3465"/>
                </a:lnTo>
                <a:close/>
                <a:moveTo>
                  <a:pt x="5858" y="3251"/>
                </a:moveTo>
                <a:lnTo>
                  <a:pt x="5727" y="3263"/>
                </a:lnTo>
                <a:lnTo>
                  <a:pt x="5489" y="3358"/>
                </a:lnTo>
                <a:lnTo>
                  <a:pt x="5311" y="3537"/>
                </a:lnTo>
                <a:lnTo>
                  <a:pt x="5215" y="3775"/>
                </a:lnTo>
                <a:lnTo>
                  <a:pt x="5204" y="3906"/>
                </a:lnTo>
                <a:lnTo>
                  <a:pt x="5204" y="5204"/>
                </a:lnTo>
                <a:lnTo>
                  <a:pt x="5215" y="5335"/>
                </a:lnTo>
                <a:lnTo>
                  <a:pt x="5311" y="5573"/>
                </a:lnTo>
                <a:lnTo>
                  <a:pt x="5489" y="5751"/>
                </a:lnTo>
                <a:lnTo>
                  <a:pt x="5727" y="5847"/>
                </a:lnTo>
                <a:lnTo>
                  <a:pt x="5858" y="5859"/>
                </a:lnTo>
                <a:lnTo>
                  <a:pt x="7168" y="5859"/>
                </a:lnTo>
                <a:lnTo>
                  <a:pt x="7299" y="5847"/>
                </a:lnTo>
                <a:lnTo>
                  <a:pt x="7525" y="5751"/>
                </a:lnTo>
                <a:lnTo>
                  <a:pt x="7704" y="5573"/>
                </a:lnTo>
                <a:lnTo>
                  <a:pt x="7799" y="5335"/>
                </a:lnTo>
                <a:lnTo>
                  <a:pt x="7811" y="5204"/>
                </a:lnTo>
                <a:lnTo>
                  <a:pt x="7811" y="3906"/>
                </a:lnTo>
                <a:lnTo>
                  <a:pt x="7799" y="3775"/>
                </a:lnTo>
                <a:lnTo>
                  <a:pt x="7704" y="3537"/>
                </a:lnTo>
                <a:lnTo>
                  <a:pt x="7525" y="3358"/>
                </a:lnTo>
                <a:lnTo>
                  <a:pt x="7299" y="3263"/>
                </a:lnTo>
                <a:lnTo>
                  <a:pt x="7168" y="3251"/>
                </a:lnTo>
                <a:close/>
                <a:moveTo>
                  <a:pt x="3179" y="2810"/>
                </a:moveTo>
                <a:lnTo>
                  <a:pt x="2929" y="2834"/>
                </a:lnTo>
                <a:lnTo>
                  <a:pt x="2810" y="2882"/>
                </a:lnTo>
                <a:lnTo>
                  <a:pt x="1679" y="3537"/>
                </a:lnTo>
                <a:lnTo>
                  <a:pt x="1572" y="3620"/>
                </a:lnTo>
                <a:lnTo>
                  <a:pt x="1417" y="3834"/>
                </a:lnTo>
                <a:lnTo>
                  <a:pt x="1358" y="4073"/>
                </a:lnTo>
                <a:lnTo>
                  <a:pt x="1381" y="4323"/>
                </a:lnTo>
                <a:lnTo>
                  <a:pt x="1441" y="4442"/>
                </a:lnTo>
                <a:lnTo>
                  <a:pt x="2072" y="5573"/>
                </a:lnTo>
                <a:lnTo>
                  <a:pt x="2155" y="5680"/>
                </a:lnTo>
                <a:lnTo>
                  <a:pt x="2370" y="5835"/>
                </a:lnTo>
                <a:lnTo>
                  <a:pt x="2608" y="5894"/>
                </a:lnTo>
                <a:lnTo>
                  <a:pt x="2870" y="5871"/>
                </a:lnTo>
                <a:lnTo>
                  <a:pt x="2989" y="5811"/>
                </a:lnTo>
                <a:lnTo>
                  <a:pt x="4108" y="5156"/>
                </a:lnTo>
                <a:lnTo>
                  <a:pt x="4227" y="5073"/>
                </a:lnTo>
                <a:lnTo>
                  <a:pt x="4370" y="4870"/>
                </a:lnTo>
                <a:lnTo>
                  <a:pt x="4442" y="4632"/>
                </a:lnTo>
                <a:lnTo>
                  <a:pt x="4406" y="4382"/>
                </a:lnTo>
                <a:lnTo>
                  <a:pt x="4346" y="4275"/>
                </a:lnTo>
                <a:lnTo>
                  <a:pt x="3691" y="3144"/>
                </a:lnTo>
                <a:lnTo>
                  <a:pt x="3620" y="3037"/>
                </a:lnTo>
                <a:lnTo>
                  <a:pt x="3418" y="2882"/>
                </a:lnTo>
                <a:lnTo>
                  <a:pt x="3179" y="2810"/>
                </a:lnTo>
                <a:close/>
                <a:moveTo>
                  <a:pt x="1953" y="7156"/>
                </a:moveTo>
                <a:lnTo>
                  <a:pt x="1953" y="8466"/>
                </a:lnTo>
                <a:lnTo>
                  <a:pt x="655" y="8466"/>
                </a:lnTo>
                <a:lnTo>
                  <a:pt x="655" y="7156"/>
                </a:lnTo>
                <a:close/>
                <a:moveTo>
                  <a:pt x="5204" y="7156"/>
                </a:moveTo>
                <a:lnTo>
                  <a:pt x="5204" y="8466"/>
                </a:lnTo>
                <a:lnTo>
                  <a:pt x="3906" y="8466"/>
                </a:lnTo>
                <a:lnTo>
                  <a:pt x="3906" y="7156"/>
                </a:lnTo>
                <a:close/>
                <a:moveTo>
                  <a:pt x="8466" y="7156"/>
                </a:moveTo>
                <a:lnTo>
                  <a:pt x="8466" y="8466"/>
                </a:lnTo>
                <a:lnTo>
                  <a:pt x="7168" y="8466"/>
                </a:lnTo>
                <a:lnTo>
                  <a:pt x="7168" y="7156"/>
                </a:lnTo>
                <a:close/>
                <a:moveTo>
                  <a:pt x="655" y="6502"/>
                </a:moveTo>
                <a:lnTo>
                  <a:pt x="512" y="6513"/>
                </a:lnTo>
                <a:lnTo>
                  <a:pt x="286" y="6609"/>
                </a:lnTo>
                <a:lnTo>
                  <a:pt x="107" y="6787"/>
                </a:lnTo>
                <a:lnTo>
                  <a:pt x="12" y="7025"/>
                </a:lnTo>
                <a:lnTo>
                  <a:pt x="0" y="7156"/>
                </a:lnTo>
                <a:lnTo>
                  <a:pt x="0" y="8466"/>
                </a:lnTo>
                <a:lnTo>
                  <a:pt x="12" y="8597"/>
                </a:lnTo>
                <a:lnTo>
                  <a:pt x="107" y="8823"/>
                </a:lnTo>
                <a:lnTo>
                  <a:pt x="286" y="9002"/>
                </a:lnTo>
                <a:lnTo>
                  <a:pt x="512" y="9097"/>
                </a:lnTo>
                <a:lnTo>
                  <a:pt x="655" y="9109"/>
                </a:lnTo>
                <a:lnTo>
                  <a:pt x="1953" y="9109"/>
                </a:lnTo>
                <a:lnTo>
                  <a:pt x="2084" y="9097"/>
                </a:lnTo>
                <a:lnTo>
                  <a:pt x="2322" y="9002"/>
                </a:lnTo>
                <a:lnTo>
                  <a:pt x="2501" y="8823"/>
                </a:lnTo>
                <a:lnTo>
                  <a:pt x="2596" y="8597"/>
                </a:lnTo>
                <a:lnTo>
                  <a:pt x="2608" y="8466"/>
                </a:lnTo>
                <a:lnTo>
                  <a:pt x="2608" y="7156"/>
                </a:lnTo>
                <a:lnTo>
                  <a:pt x="2596" y="7025"/>
                </a:lnTo>
                <a:lnTo>
                  <a:pt x="2501" y="6787"/>
                </a:lnTo>
                <a:lnTo>
                  <a:pt x="2322" y="6609"/>
                </a:lnTo>
                <a:lnTo>
                  <a:pt x="2084" y="6513"/>
                </a:lnTo>
                <a:lnTo>
                  <a:pt x="1953" y="6502"/>
                </a:lnTo>
                <a:close/>
                <a:moveTo>
                  <a:pt x="3775" y="6513"/>
                </a:moveTo>
                <a:lnTo>
                  <a:pt x="3537" y="6621"/>
                </a:lnTo>
                <a:lnTo>
                  <a:pt x="3358" y="6787"/>
                </a:lnTo>
                <a:lnTo>
                  <a:pt x="3263" y="7025"/>
                </a:lnTo>
                <a:lnTo>
                  <a:pt x="3251" y="7156"/>
                </a:lnTo>
                <a:lnTo>
                  <a:pt x="3251" y="8466"/>
                </a:lnTo>
                <a:lnTo>
                  <a:pt x="3263" y="8597"/>
                </a:lnTo>
                <a:lnTo>
                  <a:pt x="3358" y="8823"/>
                </a:lnTo>
                <a:lnTo>
                  <a:pt x="3537" y="9002"/>
                </a:lnTo>
                <a:lnTo>
                  <a:pt x="3775" y="9109"/>
                </a:lnTo>
                <a:lnTo>
                  <a:pt x="5346" y="9109"/>
                </a:lnTo>
                <a:lnTo>
                  <a:pt x="5573" y="9002"/>
                </a:lnTo>
                <a:lnTo>
                  <a:pt x="5751" y="8823"/>
                </a:lnTo>
                <a:lnTo>
                  <a:pt x="5847" y="8597"/>
                </a:lnTo>
                <a:lnTo>
                  <a:pt x="5858" y="8466"/>
                </a:lnTo>
                <a:lnTo>
                  <a:pt x="5858" y="7156"/>
                </a:lnTo>
                <a:lnTo>
                  <a:pt x="5847" y="7025"/>
                </a:lnTo>
                <a:lnTo>
                  <a:pt x="5751" y="6787"/>
                </a:lnTo>
                <a:lnTo>
                  <a:pt x="5573" y="6621"/>
                </a:lnTo>
                <a:lnTo>
                  <a:pt x="5346" y="6513"/>
                </a:lnTo>
                <a:close/>
                <a:moveTo>
                  <a:pt x="7025" y="6513"/>
                </a:moveTo>
                <a:lnTo>
                  <a:pt x="6799" y="6621"/>
                </a:lnTo>
                <a:lnTo>
                  <a:pt x="6620" y="6787"/>
                </a:lnTo>
                <a:lnTo>
                  <a:pt x="6525" y="7025"/>
                </a:lnTo>
                <a:lnTo>
                  <a:pt x="6513" y="7156"/>
                </a:lnTo>
                <a:lnTo>
                  <a:pt x="6513" y="8466"/>
                </a:lnTo>
                <a:lnTo>
                  <a:pt x="6525" y="8597"/>
                </a:lnTo>
                <a:lnTo>
                  <a:pt x="6620" y="8823"/>
                </a:lnTo>
                <a:lnTo>
                  <a:pt x="6799" y="9002"/>
                </a:lnTo>
                <a:lnTo>
                  <a:pt x="7025" y="9109"/>
                </a:lnTo>
                <a:lnTo>
                  <a:pt x="8597" y="9109"/>
                </a:lnTo>
                <a:lnTo>
                  <a:pt x="8835" y="9002"/>
                </a:lnTo>
                <a:lnTo>
                  <a:pt x="9014" y="8823"/>
                </a:lnTo>
                <a:lnTo>
                  <a:pt x="9109" y="8597"/>
                </a:lnTo>
                <a:lnTo>
                  <a:pt x="9121" y="8466"/>
                </a:lnTo>
                <a:lnTo>
                  <a:pt x="9121" y="7156"/>
                </a:lnTo>
                <a:lnTo>
                  <a:pt x="9109" y="7025"/>
                </a:lnTo>
                <a:lnTo>
                  <a:pt x="9014" y="6787"/>
                </a:lnTo>
                <a:lnTo>
                  <a:pt x="8835" y="6621"/>
                </a:lnTo>
                <a:lnTo>
                  <a:pt x="8597" y="6513"/>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5" name="Google Shape;3235;p175"/>
          <p:cNvSpPr/>
          <p:nvPr/>
        </p:nvSpPr>
        <p:spPr>
          <a:xfrm>
            <a:off x="12202149" y="6467552"/>
            <a:ext cx="393803" cy="525272"/>
          </a:xfrm>
          <a:custGeom>
            <a:rect b="b" l="l" r="r" t="t"/>
            <a:pathLst>
              <a:path extrusionOk="0" h="10420" w="7812">
                <a:moveTo>
                  <a:pt x="6514" y="3251"/>
                </a:moveTo>
                <a:lnTo>
                  <a:pt x="5918" y="9466"/>
                </a:lnTo>
                <a:lnTo>
                  <a:pt x="5883" y="9597"/>
                </a:lnTo>
                <a:lnTo>
                  <a:pt x="5716" y="9752"/>
                </a:lnTo>
                <a:lnTo>
                  <a:pt x="5597" y="9764"/>
                </a:lnTo>
                <a:lnTo>
                  <a:pt x="2215" y="9764"/>
                </a:lnTo>
                <a:lnTo>
                  <a:pt x="2096" y="9752"/>
                </a:lnTo>
                <a:lnTo>
                  <a:pt x="1918" y="9597"/>
                </a:lnTo>
                <a:lnTo>
                  <a:pt x="1894" y="9466"/>
                </a:lnTo>
                <a:lnTo>
                  <a:pt x="1298" y="3251"/>
                </a:lnTo>
                <a:close/>
                <a:moveTo>
                  <a:pt x="4680" y="1"/>
                </a:moveTo>
                <a:lnTo>
                  <a:pt x="4478" y="72"/>
                </a:lnTo>
                <a:lnTo>
                  <a:pt x="4311" y="203"/>
                </a:lnTo>
                <a:lnTo>
                  <a:pt x="4192" y="382"/>
                </a:lnTo>
                <a:lnTo>
                  <a:pt x="4156" y="489"/>
                </a:lnTo>
                <a:lnTo>
                  <a:pt x="3644" y="2596"/>
                </a:lnTo>
                <a:lnTo>
                  <a:pt x="298" y="2584"/>
                </a:lnTo>
                <a:lnTo>
                  <a:pt x="179" y="2608"/>
                </a:lnTo>
                <a:lnTo>
                  <a:pt x="13" y="2787"/>
                </a:lnTo>
                <a:lnTo>
                  <a:pt x="1" y="2906"/>
                </a:lnTo>
                <a:lnTo>
                  <a:pt x="13" y="3049"/>
                </a:lnTo>
                <a:lnTo>
                  <a:pt x="179" y="3239"/>
                </a:lnTo>
                <a:lnTo>
                  <a:pt x="298" y="3251"/>
                </a:lnTo>
                <a:lnTo>
                  <a:pt x="632" y="3251"/>
                </a:lnTo>
                <a:lnTo>
                  <a:pt x="632" y="3263"/>
                </a:lnTo>
                <a:lnTo>
                  <a:pt x="632" y="3287"/>
                </a:lnTo>
                <a:lnTo>
                  <a:pt x="1227" y="9526"/>
                </a:lnTo>
                <a:lnTo>
                  <a:pt x="1263" y="9717"/>
                </a:lnTo>
                <a:lnTo>
                  <a:pt x="1429" y="10038"/>
                </a:lnTo>
                <a:lnTo>
                  <a:pt x="1691" y="10276"/>
                </a:lnTo>
                <a:lnTo>
                  <a:pt x="2025" y="10407"/>
                </a:lnTo>
                <a:lnTo>
                  <a:pt x="2215" y="10419"/>
                </a:lnTo>
                <a:lnTo>
                  <a:pt x="5597" y="10419"/>
                </a:lnTo>
                <a:lnTo>
                  <a:pt x="5775" y="10407"/>
                </a:lnTo>
                <a:lnTo>
                  <a:pt x="6109" y="10276"/>
                </a:lnTo>
                <a:lnTo>
                  <a:pt x="6371" y="10038"/>
                </a:lnTo>
                <a:lnTo>
                  <a:pt x="6537" y="9717"/>
                </a:lnTo>
                <a:lnTo>
                  <a:pt x="6561" y="9538"/>
                </a:lnTo>
                <a:lnTo>
                  <a:pt x="7157" y="3287"/>
                </a:lnTo>
                <a:lnTo>
                  <a:pt x="7145" y="3263"/>
                </a:lnTo>
                <a:lnTo>
                  <a:pt x="7157" y="3251"/>
                </a:lnTo>
                <a:lnTo>
                  <a:pt x="7490" y="3251"/>
                </a:lnTo>
                <a:lnTo>
                  <a:pt x="7621" y="3239"/>
                </a:lnTo>
                <a:lnTo>
                  <a:pt x="7788" y="3061"/>
                </a:lnTo>
                <a:lnTo>
                  <a:pt x="7811" y="2930"/>
                </a:lnTo>
                <a:lnTo>
                  <a:pt x="7788" y="2799"/>
                </a:lnTo>
                <a:lnTo>
                  <a:pt x="7609" y="2608"/>
                </a:lnTo>
                <a:lnTo>
                  <a:pt x="7466" y="2584"/>
                </a:lnTo>
                <a:lnTo>
                  <a:pt x="4323" y="2596"/>
                </a:lnTo>
                <a:lnTo>
                  <a:pt x="4787" y="644"/>
                </a:lnTo>
                <a:lnTo>
                  <a:pt x="5513" y="644"/>
                </a:lnTo>
                <a:lnTo>
                  <a:pt x="5644" y="632"/>
                </a:lnTo>
                <a:lnTo>
                  <a:pt x="5823" y="453"/>
                </a:lnTo>
                <a:lnTo>
                  <a:pt x="5835" y="322"/>
                </a:lnTo>
                <a:lnTo>
                  <a:pt x="5823" y="191"/>
                </a:lnTo>
                <a:lnTo>
                  <a:pt x="5656" y="13"/>
                </a:lnTo>
                <a:lnTo>
                  <a:pt x="5513"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6" name="Google Shape;3236;p175"/>
          <p:cNvSpPr/>
          <p:nvPr/>
        </p:nvSpPr>
        <p:spPr>
          <a:xfrm>
            <a:off x="13170318" y="6467552"/>
            <a:ext cx="459790" cy="525272"/>
          </a:xfrm>
          <a:custGeom>
            <a:rect b="b" l="l" r="r" t="t"/>
            <a:pathLst>
              <a:path extrusionOk="0" h="10420" w="9121">
                <a:moveTo>
                  <a:pt x="7180" y="655"/>
                </a:moveTo>
                <a:lnTo>
                  <a:pt x="7347" y="775"/>
                </a:lnTo>
                <a:lnTo>
                  <a:pt x="7382" y="870"/>
                </a:lnTo>
                <a:lnTo>
                  <a:pt x="7752" y="1953"/>
                </a:lnTo>
                <a:lnTo>
                  <a:pt x="1381" y="1953"/>
                </a:lnTo>
                <a:lnTo>
                  <a:pt x="1739" y="870"/>
                </a:lnTo>
                <a:lnTo>
                  <a:pt x="1786" y="775"/>
                </a:lnTo>
                <a:lnTo>
                  <a:pt x="1941" y="655"/>
                </a:lnTo>
                <a:close/>
                <a:moveTo>
                  <a:pt x="1893" y="1"/>
                </a:moveTo>
                <a:lnTo>
                  <a:pt x="1596" y="96"/>
                </a:lnTo>
                <a:lnTo>
                  <a:pt x="1358" y="274"/>
                </a:lnTo>
                <a:lnTo>
                  <a:pt x="1179" y="525"/>
                </a:lnTo>
                <a:lnTo>
                  <a:pt x="1119" y="667"/>
                </a:lnTo>
                <a:lnTo>
                  <a:pt x="691" y="1953"/>
                </a:lnTo>
                <a:lnTo>
                  <a:pt x="334" y="1953"/>
                </a:lnTo>
                <a:lnTo>
                  <a:pt x="203" y="1965"/>
                </a:lnTo>
                <a:lnTo>
                  <a:pt x="24" y="2144"/>
                </a:lnTo>
                <a:lnTo>
                  <a:pt x="0" y="2275"/>
                </a:lnTo>
                <a:lnTo>
                  <a:pt x="24" y="2406"/>
                </a:lnTo>
                <a:lnTo>
                  <a:pt x="203" y="2584"/>
                </a:lnTo>
                <a:lnTo>
                  <a:pt x="334" y="2608"/>
                </a:lnTo>
                <a:lnTo>
                  <a:pt x="8799" y="2608"/>
                </a:lnTo>
                <a:lnTo>
                  <a:pt x="8930" y="2584"/>
                </a:lnTo>
                <a:lnTo>
                  <a:pt x="9097" y="2406"/>
                </a:lnTo>
                <a:lnTo>
                  <a:pt x="9121" y="2275"/>
                </a:lnTo>
                <a:lnTo>
                  <a:pt x="9097" y="2144"/>
                </a:lnTo>
                <a:lnTo>
                  <a:pt x="8918" y="1965"/>
                </a:lnTo>
                <a:lnTo>
                  <a:pt x="8799" y="1953"/>
                </a:lnTo>
                <a:lnTo>
                  <a:pt x="8430" y="1953"/>
                </a:lnTo>
                <a:lnTo>
                  <a:pt x="8002" y="667"/>
                </a:lnTo>
                <a:lnTo>
                  <a:pt x="7942" y="525"/>
                </a:lnTo>
                <a:lnTo>
                  <a:pt x="7763" y="274"/>
                </a:lnTo>
                <a:lnTo>
                  <a:pt x="7525" y="96"/>
                </a:lnTo>
                <a:lnTo>
                  <a:pt x="7240" y="1"/>
                </a:lnTo>
                <a:close/>
                <a:moveTo>
                  <a:pt x="7335" y="5204"/>
                </a:moveTo>
                <a:lnTo>
                  <a:pt x="7073" y="7811"/>
                </a:lnTo>
                <a:lnTo>
                  <a:pt x="2060" y="7811"/>
                </a:lnTo>
                <a:lnTo>
                  <a:pt x="1798" y="5204"/>
                </a:lnTo>
                <a:close/>
                <a:moveTo>
                  <a:pt x="7001" y="8466"/>
                </a:moveTo>
                <a:lnTo>
                  <a:pt x="6882" y="9478"/>
                </a:lnTo>
                <a:lnTo>
                  <a:pt x="6870" y="9597"/>
                </a:lnTo>
                <a:lnTo>
                  <a:pt x="6704" y="9752"/>
                </a:lnTo>
                <a:lnTo>
                  <a:pt x="6573" y="9764"/>
                </a:lnTo>
                <a:lnTo>
                  <a:pt x="2536" y="9764"/>
                </a:lnTo>
                <a:lnTo>
                  <a:pt x="2405" y="9752"/>
                </a:lnTo>
                <a:lnTo>
                  <a:pt x="2239" y="9597"/>
                </a:lnTo>
                <a:lnTo>
                  <a:pt x="2203" y="9478"/>
                </a:lnTo>
                <a:lnTo>
                  <a:pt x="2120" y="8466"/>
                </a:lnTo>
                <a:close/>
                <a:moveTo>
                  <a:pt x="1274" y="3251"/>
                </a:moveTo>
                <a:lnTo>
                  <a:pt x="1143" y="3287"/>
                </a:lnTo>
                <a:lnTo>
                  <a:pt x="988" y="3477"/>
                </a:lnTo>
                <a:lnTo>
                  <a:pt x="988" y="3608"/>
                </a:lnTo>
                <a:lnTo>
                  <a:pt x="1572" y="9538"/>
                </a:lnTo>
                <a:lnTo>
                  <a:pt x="1608" y="9717"/>
                </a:lnTo>
                <a:lnTo>
                  <a:pt x="1762" y="10038"/>
                </a:lnTo>
                <a:lnTo>
                  <a:pt x="2024" y="10276"/>
                </a:lnTo>
                <a:lnTo>
                  <a:pt x="2346" y="10407"/>
                </a:lnTo>
                <a:lnTo>
                  <a:pt x="2536" y="10419"/>
                </a:lnTo>
                <a:lnTo>
                  <a:pt x="6561" y="10419"/>
                </a:lnTo>
                <a:lnTo>
                  <a:pt x="6751" y="10407"/>
                </a:lnTo>
                <a:lnTo>
                  <a:pt x="7085" y="10276"/>
                </a:lnTo>
                <a:lnTo>
                  <a:pt x="7347" y="10038"/>
                </a:lnTo>
                <a:lnTo>
                  <a:pt x="7501" y="9717"/>
                </a:lnTo>
                <a:lnTo>
                  <a:pt x="7537" y="9538"/>
                </a:lnTo>
                <a:lnTo>
                  <a:pt x="8121" y="3608"/>
                </a:lnTo>
                <a:lnTo>
                  <a:pt x="8133" y="3477"/>
                </a:lnTo>
                <a:lnTo>
                  <a:pt x="8025" y="3323"/>
                </a:lnTo>
                <a:lnTo>
                  <a:pt x="7918" y="3263"/>
                </a:lnTo>
                <a:lnTo>
                  <a:pt x="7847" y="3251"/>
                </a:lnTo>
                <a:lnTo>
                  <a:pt x="7716" y="3263"/>
                </a:lnTo>
                <a:lnTo>
                  <a:pt x="7525" y="3418"/>
                </a:lnTo>
                <a:lnTo>
                  <a:pt x="7501" y="3549"/>
                </a:lnTo>
                <a:lnTo>
                  <a:pt x="7394" y="4561"/>
                </a:lnTo>
                <a:lnTo>
                  <a:pt x="1739" y="4561"/>
                </a:lnTo>
                <a:lnTo>
                  <a:pt x="1631" y="3549"/>
                </a:lnTo>
                <a:lnTo>
                  <a:pt x="1596" y="3418"/>
                </a:lnTo>
                <a:lnTo>
                  <a:pt x="1405" y="3263"/>
                </a:lnTo>
                <a:lnTo>
                  <a:pt x="1274" y="325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7" name="Google Shape;3237;p175"/>
          <p:cNvSpPr/>
          <p:nvPr/>
        </p:nvSpPr>
        <p:spPr>
          <a:xfrm>
            <a:off x="14172059" y="6467552"/>
            <a:ext cx="459840" cy="525272"/>
          </a:xfrm>
          <a:custGeom>
            <a:rect b="b" l="l" r="r" t="t"/>
            <a:pathLst>
              <a:path extrusionOk="0" h="10420" w="9122">
                <a:moveTo>
                  <a:pt x="5085" y="715"/>
                </a:moveTo>
                <a:lnTo>
                  <a:pt x="5359" y="810"/>
                </a:lnTo>
                <a:lnTo>
                  <a:pt x="5847" y="1120"/>
                </a:lnTo>
                <a:lnTo>
                  <a:pt x="6049" y="1334"/>
                </a:lnTo>
                <a:lnTo>
                  <a:pt x="6240" y="1560"/>
                </a:lnTo>
                <a:lnTo>
                  <a:pt x="6478" y="2084"/>
                </a:lnTo>
                <a:lnTo>
                  <a:pt x="6525" y="2382"/>
                </a:lnTo>
                <a:lnTo>
                  <a:pt x="5906" y="2287"/>
                </a:lnTo>
                <a:lnTo>
                  <a:pt x="5847" y="2275"/>
                </a:lnTo>
                <a:lnTo>
                  <a:pt x="5775" y="2287"/>
                </a:lnTo>
                <a:lnTo>
                  <a:pt x="5716" y="2299"/>
                </a:lnTo>
                <a:lnTo>
                  <a:pt x="5668" y="2334"/>
                </a:lnTo>
                <a:lnTo>
                  <a:pt x="5609" y="2382"/>
                </a:lnTo>
                <a:lnTo>
                  <a:pt x="5573" y="2430"/>
                </a:lnTo>
                <a:lnTo>
                  <a:pt x="5549" y="2489"/>
                </a:lnTo>
                <a:lnTo>
                  <a:pt x="5537" y="2549"/>
                </a:lnTo>
                <a:lnTo>
                  <a:pt x="5525" y="2620"/>
                </a:lnTo>
                <a:lnTo>
                  <a:pt x="5537" y="2680"/>
                </a:lnTo>
                <a:lnTo>
                  <a:pt x="5561" y="2739"/>
                </a:lnTo>
                <a:lnTo>
                  <a:pt x="5597" y="2799"/>
                </a:lnTo>
                <a:lnTo>
                  <a:pt x="5632" y="2846"/>
                </a:lnTo>
                <a:lnTo>
                  <a:pt x="5692" y="2882"/>
                </a:lnTo>
                <a:lnTo>
                  <a:pt x="5752" y="2906"/>
                </a:lnTo>
                <a:lnTo>
                  <a:pt x="5811" y="2930"/>
                </a:lnTo>
                <a:lnTo>
                  <a:pt x="7597" y="3204"/>
                </a:lnTo>
                <a:lnTo>
                  <a:pt x="7811" y="3239"/>
                </a:lnTo>
                <a:lnTo>
                  <a:pt x="8002" y="3346"/>
                </a:lnTo>
                <a:lnTo>
                  <a:pt x="8085" y="3394"/>
                </a:lnTo>
                <a:lnTo>
                  <a:pt x="8240" y="3537"/>
                </a:lnTo>
                <a:lnTo>
                  <a:pt x="8311" y="3644"/>
                </a:lnTo>
                <a:lnTo>
                  <a:pt x="8407" y="3835"/>
                </a:lnTo>
                <a:lnTo>
                  <a:pt x="8454" y="4037"/>
                </a:lnTo>
                <a:lnTo>
                  <a:pt x="8466" y="4251"/>
                </a:lnTo>
                <a:lnTo>
                  <a:pt x="8431" y="4466"/>
                </a:lnTo>
                <a:lnTo>
                  <a:pt x="8371" y="4632"/>
                </a:lnTo>
                <a:lnTo>
                  <a:pt x="8169" y="4906"/>
                </a:lnTo>
                <a:lnTo>
                  <a:pt x="8038" y="5013"/>
                </a:lnTo>
                <a:lnTo>
                  <a:pt x="7895" y="5109"/>
                </a:lnTo>
                <a:lnTo>
                  <a:pt x="7573" y="5192"/>
                </a:lnTo>
                <a:lnTo>
                  <a:pt x="1537" y="5192"/>
                </a:lnTo>
                <a:lnTo>
                  <a:pt x="1215" y="5109"/>
                </a:lnTo>
                <a:lnTo>
                  <a:pt x="1072" y="5013"/>
                </a:lnTo>
                <a:lnTo>
                  <a:pt x="941" y="4906"/>
                </a:lnTo>
                <a:lnTo>
                  <a:pt x="751" y="4632"/>
                </a:lnTo>
                <a:lnTo>
                  <a:pt x="691" y="4466"/>
                </a:lnTo>
                <a:lnTo>
                  <a:pt x="644" y="4275"/>
                </a:lnTo>
                <a:lnTo>
                  <a:pt x="691" y="3894"/>
                </a:lnTo>
                <a:lnTo>
                  <a:pt x="763" y="3716"/>
                </a:lnTo>
                <a:lnTo>
                  <a:pt x="870" y="3549"/>
                </a:lnTo>
                <a:lnTo>
                  <a:pt x="1156" y="3299"/>
                </a:lnTo>
                <a:lnTo>
                  <a:pt x="1334" y="3227"/>
                </a:lnTo>
                <a:lnTo>
                  <a:pt x="2334" y="2953"/>
                </a:lnTo>
                <a:lnTo>
                  <a:pt x="2346" y="2942"/>
                </a:lnTo>
                <a:lnTo>
                  <a:pt x="2382" y="2930"/>
                </a:lnTo>
                <a:lnTo>
                  <a:pt x="2406" y="2918"/>
                </a:lnTo>
                <a:lnTo>
                  <a:pt x="2430" y="2894"/>
                </a:lnTo>
                <a:lnTo>
                  <a:pt x="2465" y="2882"/>
                </a:lnTo>
                <a:lnTo>
                  <a:pt x="2477" y="2858"/>
                </a:lnTo>
                <a:lnTo>
                  <a:pt x="2501" y="2834"/>
                </a:lnTo>
                <a:lnTo>
                  <a:pt x="2513" y="2811"/>
                </a:lnTo>
                <a:lnTo>
                  <a:pt x="2537" y="2787"/>
                </a:lnTo>
                <a:lnTo>
                  <a:pt x="2549" y="2751"/>
                </a:lnTo>
                <a:lnTo>
                  <a:pt x="2549" y="2727"/>
                </a:lnTo>
                <a:lnTo>
                  <a:pt x="2549" y="2692"/>
                </a:lnTo>
                <a:lnTo>
                  <a:pt x="2572" y="2668"/>
                </a:lnTo>
                <a:lnTo>
                  <a:pt x="2572" y="2644"/>
                </a:lnTo>
                <a:lnTo>
                  <a:pt x="2584" y="2477"/>
                </a:lnTo>
                <a:lnTo>
                  <a:pt x="2703" y="2180"/>
                </a:lnTo>
                <a:lnTo>
                  <a:pt x="2811" y="2049"/>
                </a:lnTo>
                <a:lnTo>
                  <a:pt x="2942" y="1941"/>
                </a:lnTo>
                <a:lnTo>
                  <a:pt x="3239" y="1822"/>
                </a:lnTo>
                <a:lnTo>
                  <a:pt x="3406" y="1810"/>
                </a:lnTo>
                <a:lnTo>
                  <a:pt x="4085" y="1810"/>
                </a:lnTo>
                <a:lnTo>
                  <a:pt x="4227" y="1799"/>
                </a:lnTo>
                <a:lnTo>
                  <a:pt x="4513" y="1715"/>
                </a:lnTo>
                <a:lnTo>
                  <a:pt x="4644" y="1644"/>
                </a:lnTo>
                <a:lnTo>
                  <a:pt x="4763" y="1548"/>
                </a:lnTo>
                <a:lnTo>
                  <a:pt x="4942" y="1322"/>
                </a:lnTo>
                <a:lnTo>
                  <a:pt x="4990" y="1191"/>
                </a:lnTo>
                <a:lnTo>
                  <a:pt x="5037" y="1072"/>
                </a:lnTo>
                <a:lnTo>
                  <a:pt x="5085" y="834"/>
                </a:lnTo>
                <a:lnTo>
                  <a:pt x="5085" y="715"/>
                </a:lnTo>
                <a:close/>
                <a:moveTo>
                  <a:pt x="4537" y="1"/>
                </a:moveTo>
                <a:lnTo>
                  <a:pt x="4454" y="13"/>
                </a:lnTo>
                <a:lnTo>
                  <a:pt x="4370" y="48"/>
                </a:lnTo>
                <a:lnTo>
                  <a:pt x="4299" y="120"/>
                </a:lnTo>
                <a:lnTo>
                  <a:pt x="4251" y="203"/>
                </a:lnTo>
                <a:lnTo>
                  <a:pt x="4216" y="286"/>
                </a:lnTo>
                <a:lnTo>
                  <a:pt x="4239" y="394"/>
                </a:lnTo>
                <a:lnTo>
                  <a:pt x="4263" y="477"/>
                </a:lnTo>
                <a:lnTo>
                  <a:pt x="4323" y="560"/>
                </a:lnTo>
                <a:lnTo>
                  <a:pt x="4394" y="632"/>
                </a:lnTo>
                <a:lnTo>
                  <a:pt x="4418" y="739"/>
                </a:lnTo>
                <a:lnTo>
                  <a:pt x="4430" y="846"/>
                </a:lnTo>
                <a:lnTo>
                  <a:pt x="4406" y="941"/>
                </a:lnTo>
                <a:lnTo>
                  <a:pt x="4347" y="1037"/>
                </a:lnTo>
                <a:lnTo>
                  <a:pt x="4275" y="1096"/>
                </a:lnTo>
                <a:lnTo>
                  <a:pt x="4180" y="1144"/>
                </a:lnTo>
                <a:lnTo>
                  <a:pt x="4073" y="1156"/>
                </a:lnTo>
                <a:lnTo>
                  <a:pt x="3394" y="1156"/>
                </a:lnTo>
                <a:lnTo>
                  <a:pt x="3132" y="1167"/>
                </a:lnTo>
                <a:lnTo>
                  <a:pt x="2656" y="1346"/>
                </a:lnTo>
                <a:lnTo>
                  <a:pt x="2441" y="1501"/>
                </a:lnTo>
                <a:lnTo>
                  <a:pt x="2251" y="1679"/>
                </a:lnTo>
                <a:lnTo>
                  <a:pt x="2001" y="2132"/>
                </a:lnTo>
                <a:lnTo>
                  <a:pt x="1941" y="2382"/>
                </a:lnTo>
                <a:lnTo>
                  <a:pt x="1144" y="2608"/>
                </a:lnTo>
                <a:lnTo>
                  <a:pt x="989" y="2656"/>
                </a:lnTo>
                <a:lnTo>
                  <a:pt x="715" y="2811"/>
                </a:lnTo>
                <a:lnTo>
                  <a:pt x="477" y="3025"/>
                </a:lnTo>
                <a:lnTo>
                  <a:pt x="274" y="3263"/>
                </a:lnTo>
                <a:lnTo>
                  <a:pt x="191" y="3406"/>
                </a:lnTo>
                <a:lnTo>
                  <a:pt x="120" y="3549"/>
                </a:lnTo>
                <a:lnTo>
                  <a:pt x="24" y="3858"/>
                </a:lnTo>
                <a:lnTo>
                  <a:pt x="1" y="4168"/>
                </a:lnTo>
                <a:lnTo>
                  <a:pt x="24" y="4489"/>
                </a:lnTo>
                <a:lnTo>
                  <a:pt x="60" y="4644"/>
                </a:lnTo>
                <a:lnTo>
                  <a:pt x="143" y="4906"/>
                </a:lnTo>
                <a:lnTo>
                  <a:pt x="465" y="5347"/>
                </a:lnTo>
                <a:lnTo>
                  <a:pt x="679" y="5525"/>
                </a:lnTo>
                <a:lnTo>
                  <a:pt x="905" y="5680"/>
                </a:lnTo>
                <a:lnTo>
                  <a:pt x="1429" y="5847"/>
                </a:lnTo>
                <a:lnTo>
                  <a:pt x="1715" y="5859"/>
                </a:lnTo>
                <a:lnTo>
                  <a:pt x="7645" y="5859"/>
                </a:lnTo>
                <a:lnTo>
                  <a:pt x="8097" y="5728"/>
                </a:lnTo>
                <a:lnTo>
                  <a:pt x="8311" y="5621"/>
                </a:lnTo>
                <a:lnTo>
                  <a:pt x="8514" y="5478"/>
                </a:lnTo>
                <a:lnTo>
                  <a:pt x="8823" y="5132"/>
                </a:lnTo>
                <a:lnTo>
                  <a:pt x="8943" y="4918"/>
                </a:lnTo>
                <a:lnTo>
                  <a:pt x="9038" y="4704"/>
                </a:lnTo>
                <a:lnTo>
                  <a:pt x="9121" y="4228"/>
                </a:lnTo>
                <a:lnTo>
                  <a:pt x="9097" y="3989"/>
                </a:lnTo>
                <a:lnTo>
                  <a:pt x="9062" y="3751"/>
                </a:lnTo>
                <a:lnTo>
                  <a:pt x="8871" y="3311"/>
                </a:lnTo>
                <a:lnTo>
                  <a:pt x="8728" y="3120"/>
                </a:lnTo>
                <a:lnTo>
                  <a:pt x="8621" y="3013"/>
                </a:lnTo>
                <a:lnTo>
                  <a:pt x="8383" y="2823"/>
                </a:lnTo>
                <a:lnTo>
                  <a:pt x="7978" y="2620"/>
                </a:lnTo>
                <a:lnTo>
                  <a:pt x="7692" y="2561"/>
                </a:lnTo>
                <a:lnTo>
                  <a:pt x="7157" y="2477"/>
                </a:lnTo>
                <a:lnTo>
                  <a:pt x="7145" y="2227"/>
                </a:lnTo>
                <a:lnTo>
                  <a:pt x="7026" y="1739"/>
                </a:lnTo>
                <a:lnTo>
                  <a:pt x="6823" y="1298"/>
                </a:lnTo>
                <a:lnTo>
                  <a:pt x="6537" y="894"/>
                </a:lnTo>
                <a:lnTo>
                  <a:pt x="6359" y="715"/>
                </a:lnTo>
                <a:lnTo>
                  <a:pt x="6168" y="548"/>
                </a:lnTo>
                <a:lnTo>
                  <a:pt x="5752" y="286"/>
                </a:lnTo>
                <a:lnTo>
                  <a:pt x="5275" y="108"/>
                </a:lnTo>
                <a:lnTo>
                  <a:pt x="4787" y="13"/>
                </a:lnTo>
                <a:lnTo>
                  <a:pt x="4537" y="1"/>
                </a:lnTo>
                <a:close/>
                <a:moveTo>
                  <a:pt x="1632" y="6502"/>
                </a:moveTo>
                <a:lnTo>
                  <a:pt x="1572" y="6514"/>
                </a:lnTo>
                <a:lnTo>
                  <a:pt x="1513" y="6526"/>
                </a:lnTo>
                <a:lnTo>
                  <a:pt x="1453" y="6561"/>
                </a:lnTo>
                <a:lnTo>
                  <a:pt x="1406" y="6597"/>
                </a:lnTo>
                <a:lnTo>
                  <a:pt x="1358" y="6645"/>
                </a:lnTo>
                <a:lnTo>
                  <a:pt x="1322" y="6704"/>
                </a:lnTo>
                <a:lnTo>
                  <a:pt x="1310" y="6764"/>
                </a:lnTo>
                <a:lnTo>
                  <a:pt x="1298" y="6823"/>
                </a:lnTo>
                <a:lnTo>
                  <a:pt x="1298" y="6895"/>
                </a:lnTo>
                <a:lnTo>
                  <a:pt x="1775" y="9693"/>
                </a:lnTo>
                <a:lnTo>
                  <a:pt x="1810" y="9847"/>
                </a:lnTo>
                <a:lnTo>
                  <a:pt x="1953" y="10098"/>
                </a:lnTo>
                <a:lnTo>
                  <a:pt x="2072" y="10193"/>
                </a:lnTo>
                <a:lnTo>
                  <a:pt x="2191" y="10300"/>
                </a:lnTo>
                <a:lnTo>
                  <a:pt x="2477" y="10407"/>
                </a:lnTo>
                <a:lnTo>
                  <a:pt x="2632" y="10419"/>
                </a:lnTo>
                <a:lnTo>
                  <a:pt x="6490" y="10419"/>
                </a:lnTo>
                <a:lnTo>
                  <a:pt x="6633" y="10407"/>
                </a:lnTo>
                <a:lnTo>
                  <a:pt x="6918" y="10300"/>
                </a:lnTo>
                <a:lnTo>
                  <a:pt x="7049" y="10217"/>
                </a:lnTo>
                <a:lnTo>
                  <a:pt x="7157" y="10109"/>
                </a:lnTo>
                <a:lnTo>
                  <a:pt x="7311" y="9836"/>
                </a:lnTo>
                <a:lnTo>
                  <a:pt x="7335" y="9693"/>
                </a:lnTo>
                <a:lnTo>
                  <a:pt x="7811" y="6895"/>
                </a:lnTo>
                <a:lnTo>
                  <a:pt x="7811" y="6823"/>
                </a:lnTo>
                <a:lnTo>
                  <a:pt x="7799" y="6764"/>
                </a:lnTo>
                <a:lnTo>
                  <a:pt x="7788" y="6704"/>
                </a:lnTo>
                <a:lnTo>
                  <a:pt x="7752" y="6645"/>
                </a:lnTo>
                <a:lnTo>
                  <a:pt x="7716" y="6597"/>
                </a:lnTo>
                <a:lnTo>
                  <a:pt x="7657" y="6561"/>
                </a:lnTo>
                <a:lnTo>
                  <a:pt x="7597" y="6526"/>
                </a:lnTo>
                <a:lnTo>
                  <a:pt x="7538" y="6514"/>
                </a:lnTo>
                <a:lnTo>
                  <a:pt x="7407" y="6514"/>
                </a:lnTo>
                <a:lnTo>
                  <a:pt x="7288" y="6549"/>
                </a:lnTo>
                <a:lnTo>
                  <a:pt x="7192" y="6656"/>
                </a:lnTo>
                <a:lnTo>
                  <a:pt x="7157" y="6787"/>
                </a:lnTo>
                <a:lnTo>
                  <a:pt x="6692" y="9562"/>
                </a:lnTo>
                <a:lnTo>
                  <a:pt x="6668" y="9657"/>
                </a:lnTo>
                <a:lnTo>
                  <a:pt x="6621" y="9717"/>
                </a:lnTo>
                <a:lnTo>
                  <a:pt x="6561" y="9752"/>
                </a:lnTo>
                <a:lnTo>
                  <a:pt x="6478" y="9764"/>
                </a:lnTo>
                <a:lnTo>
                  <a:pt x="5811" y="9764"/>
                </a:lnTo>
                <a:lnTo>
                  <a:pt x="6180" y="6871"/>
                </a:lnTo>
                <a:lnTo>
                  <a:pt x="6180" y="6811"/>
                </a:lnTo>
                <a:lnTo>
                  <a:pt x="6168" y="6752"/>
                </a:lnTo>
                <a:lnTo>
                  <a:pt x="6144" y="6680"/>
                </a:lnTo>
                <a:lnTo>
                  <a:pt x="6109" y="6633"/>
                </a:lnTo>
                <a:lnTo>
                  <a:pt x="6073" y="6585"/>
                </a:lnTo>
                <a:lnTo>
                  <a:pt x="6013" y="6537"/>
                </a:lnTo>
                <a:lnTo>
                  <a:pt x="5954" y="6526"/>
                </a:lnTo>
                <a:lnTo>
                  <a:pt x="5894" y="6514"/>
                </a:lnTo>
                <a:lnTo>
                  <a:pt x="5835" y="6514"/>
                </a:lnTo>
                <a:lnTo>
                  <a:pt x="5763" y="6526"/>
                </a:lnTo>
                <a:lnTo>
                  <a:pt x="5704" y="6537"/>
                </a:lnTo>
                <a:lnTo>
                  <a:pt x="5656" y="6573"/>
                </a:lnTo>
                <a:lnTo>
                  <a:pt x="5609" y="6621"/>
                </a:lnTo>
                <a:lnTo>
                  <a:pt x="5573" y="6656"/>
                </a:lnTo>
                <a:lnTo>
                  <a:pt x="5549" y="6728"/>
                </a:lnTo>
                <a:lnTo>
                  <a:pt x="5525" y="6799"/>
                </a:lnTo>
                <a:lnTo>
                  <a:pt x="5156" y="9764"/>
                </a:lnTo>
                <a:lnTo>
                  <a:pt x="3942" y="9764"/>
                </a:lnTo>
                <a:lnTo>
                  <a:pt x="3573" y="6799"/>
                </a:lnTo>
                <a:lnTo>
                  <a:pt x="3561" y="6728"/>
                </a:lnTo>
                <a:lnTo>
                  <a:pt x="3501" y="6609"/>
                </a:lnTo>
                <a:lnTo>
                  <a:pt x="3454" y="6573"/>
                </a:lnTo>
                <a:lnTo>
                  <a:pt x="3346" y="6514"/>
                </a:lnTo>
                <a:lnTo>
                  <a:pt x="3215" y="6514"/>
                </a:lnTo>
                <a:lnTo>
                  <a:pt x="3084" y="6549"/>
                </a:lnTo>
                <a:lnTo>
                  <a:pt x="3001" y="6633"/>
                </a:lnTo>
                <a:lnTo>
                  <a:pt x="2930" y="6752"/>
                </a:lnTo>
                <a:lnTo>
                  <a:pt x="2930" y="6859"/>
                </a:lnTo>
                <a:lnTo>
                  <a:pt x="3287" y="9764"/>
                </a:lnTo>
                <a:lnTo>
                  <a:pt x="2620" y="9764"/>
                </a:lnTo>
                <a:lnTo>
                  <a:pt x="2549" y="9752"/>
                </a:lnTo>
                <a:lnTo>
                  <a:pt x="2489" y="9717"/>
                </a:lnTo>
                <a:lnTo>
                  <a:pt x="2430" y="9657"/>
                </a:lnTo>
                <a:lnTo>
                  <a:pt x="2406" y="9586"/>
                </a:lnTo>
                <a:lnTo>
                  <a:pt x="1941" y="6787"/>
                </a:lnTo>
                <a:lnTo>
                  <a:pt x="1929" y="6716"/>
                </a:lnTo>
                <a:lnTo>
                  <a:pt x="1894" y="6668"/>
                </a:lnTo>
                <a:lnTo>
                  <a:pt x="1858" y="6609"/>
                </a:lnTo>
                <a:lnTo>
                  <a:pt x="1810" y="6573"/>
                </a:lnTo>
                <a:lnTo>
                  <a:pt x="1763" y="6537"/>
                </a:lnTo>
                <a:lnTo>
                  <a:pt x="1691" y="6514"/>
                </a:lnTo>
                <a:lnTo>
                  <a:pt x="1632" y="6502"/>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8" name="Google Shape;3238;p175"/>
          <p:cNvSpPr/>
          <p:nvPr/>
        </p:nvSpPr>
        <p:spPr>
          <a:xfrm>
            <a:off x="8183690" y="7490938"/>
            <a:ext cx="394408" cy="525272"/>
          </a:xfrm>
          <a:custGeom>
            <a:rect b="b" l="l" r="r" t="t"/>
            <a:pathLst>
              <a:path extrusionOk="0" h="10420" w="7824">
                <a:moveTo>
                  <a:pt x="2287" y="656"/>
                </a:moveTo>
                <a:lnTo>
                  <a:pt x="2489" y="668"/>
                </a:lnTo>
                <a:lnTo>
                  <a:pt x="2835" y="822"/>
                </a:lnTo>
                <a:lnTo>
                  <a:pt x="3097" y="1084"/>
                </a:lnTo>
                <a:lnTo>
                  <a:pt x="3252" y="1430"/>
                </a:lnTo>
                <a:lnTo>
                  <a:pt x="3263" y="1632"/>
                </a:lnTo>
                <a:lnTo>
                  <a:pt x="3263" y="2930"/>
                </a:lnTo>
                <a:lnTo>
                  <a:pt x="3252" y="3132"/>
                </a:lnTo>
                <a:lnTo>
                  <a:pt x="3097" y="3489"/>
                </a:lnTo>
                <a:lnTo>
                  <a:pt x="2835" y="3751"/>
                </a:lnTo>
                <a:lnTo>
                  <a:pt x="2489" y="3894"/>
                </a:lnTo>
                <a:lnTo>
                  <a:pt x="2287" y="3906"/>
                </a:lnTo>
                <a:lnTo>
                  <a:pt x="1632" y="3906"/>
                </a:lnTo>
                <a:lnTo>
                  <a:pt x="1430" y="3894"/>
                </a:lnTo>
                <a:lnTo>
                  <a:pt x="1084" y="3751"/>
                </a:lnTo>
                <a:lnTo>
                  <a:pt x="823" y="3489"/>
                </a:lnTo>
                <a:lnTo>
                  <a:pt x="668" y="3132"/>
                </a:lnTo>
                <a:lnTo>
                  <a:pt x="656" y="2930"/>
                </a:lnTo>
                <a:lnTo>
                  <a:pt x="656" y="1632"/>
                </a:lnTo>
                <a:lnTo>
                  <a:pt x="668" y="1430"/>
                </a:lnTo>
                <a:lnTo>
                  <a:pt x="823" y="1084"/>
                </a:lnTo>
                <a:lnTo>
                  <a:pt x="1084" y="822"/>
                </a:lnTo>
                <a:lnTo>
                  <a:pt x="1430" y="668"/>
                </a:lnTo>
                <a:lnTo>
                  <a:pt x="1632" y="656"/>
                </a:lnTo>
                <a:close/>
                <a:moveTo>
                  <a:pt x="1632" y="1"/>
                </a:moveTo>
                <a:lnTo>
                  <a:pt x="1465" y="13"/>
                </a:lnTo>
                <a:lnTo>
                  <a:pt x="1156" y="72"/>
                </a:lnTo>
                <a:lnTo>
                  <a:pt x="858" y="203"/>
                </a:lnTo>
                <a:lnTo>
                  <a:pt x="596" y="370"/>
                </a:lnTo>
                <a:lnTo>
                  <a:pt x="382" y="596"/>
                </a:lnTo>
                <a:lnTo>
                  <a:pt x="203" y="858"/>
                </a:lnTo>
                <a:lnTo>
                  <a:pt x="72" y="1144"/>
                </a:lnTo>
                <a:lnTo>
                  <a:pt x="13" y="1465"/>
                </a:lnTo>
                <a:lnTo>
                  <a:pt x="13" y="1632"/>
                </a:lnTo>
                <a:lnTo>
                  <a:pt x="13" y="2930"/>
                </a:lnTo>
                <a:lnTo>
                  <a:pt x="13" y="3097"/>
                </a:lnTo>
                <a:lnTo>
                  <a:pt x="72" y="3418"/>
                </a:lnTo>
                <a:lnTo>
                  <a:pt x="203" y="3716"/>
                </a:lnTo>
                <a:lnTo>
                  <a:pt x="382" y="3978"/>
                </a:lnTo>
                <a:lnTo>
                  <a:pt x="596" y="4192"/>
                </a:lnTo>
                <a:lnTo>
                  <a:pt x="858" y="4371"/>
                </a:lnTo>
                <a:lnTo>
                  <a:pt x="1156" y="4490"/>
                </a:lnTo>
                <a:lnTo>
                  <a:pt x="1465" y="4561"/>
                </a:lnTo>
                <a:lnTo>
                  <a:pt x="2454" y="4561"/>
                </a:lnTo>
                <a:lnTo>
                  <a:pt x="2775" y="4490"/>
                </a:lnTo>
                <a:lnTo>
                  <a:pt x="3061" y="4371"/>
                </a:lnTo>
                <a:lnTo>
                  <a:pt x="3323" y="4192"/>
                </a:lnTo>
                <a:lnTo>
                  <a:pt x="3549" y="3966"/>
                </a:lnTo>
                <a:lnTo>
                  <a:pt x="3716" y="3716"/>
                </a:lnTo>
                <a:lnTo>
                  <a:pt x="3847" y="3418"/>
                </a:lnTo>
                <a:lnTo>
                  <a:pt x="3906" y="3097"/>
                </a:lnTo>
                <a:lnTo>
                  <a:pt x="3918" y="2930"/>
                </a:lnTo>
                <a:lnTo>
                  <a:pt x="3918" y="1632"/>
                </a:lnTo>
                <a:lnTo>
                  <a:pt x="3906" y="1465"/>
                </a:lnTo>
                <a:lnTo>
                  <a:pt x="3847" y="1144"/>
                </a:lnTo>
                <a:lnTo>
                  <a:pt x="3716" y="858"/>
                </a:lnTo>
                <a:lnTo>
                  <a:pt x="3549" y="596"/>
                </a:lnTo>
                <a:lnTo>
                  <a:pt x="3323" y="370"/>
                </a:lnTo>
                <a:lnTo>
                  <a:pt x="3061" y="203"/>
                </a:lnTo>
                <a:lnTo>
                  <a:pt x="2775" y="72"/>
                </a:lnTo>
                <a:lnTo>
                  <a:pt x="2454" y="13"/>
                </a:lnTo>
                <a:lnTo>
                  <a:pt x="2287" y="1"/>
                </a:lnTo>
                <a:close/>
                <a:moveTo>
                  <a:pt x="6157" y="1"/>
                </a:moveTo>
                <a:lnTo>
                  <a:pt x="6085" y="25"/>
                </a:lnTo>
                <a:lnTo>
                  <a:pt x="5109" y="346"/>
                </a:lnTo>
                <a:lnTo>
                  <a:pt x="4990" y="406"/>
                </a:lnTo>
                <a:lnTo>
                  <a:pt x="4883" y="632"/>
                </a:lnTo>
                <a:lnTo>
                  <a:pt x="4907" y="763"/>
                </a:lnTo>
                <a:lnTo>
                  <a:pt x="4966" y="882"/>
                </a:lnTo>
                <a:lnTo>
                  <a:pt x="5192" y="989"/>
                </a:lnTo>
                <a:lnTo>
                  <a:pt x="5311" y="965"/>
                </a:lnTo>
                <a:lnTo>
                  <a:pt x="5859" y="787"/>
                </a:lnTo>
                <a:lnTo>
                  <a:pt x="5859" y="3918"/>
                </a:lnTo>
                <a:lnTo>
                  <a:pt x="4883" y="3918"/>
                </a:lnTo>
                <a:lnTo>
                  <a:pt x="4764" y="3930"/>
                </a:lnTo>
                <a:lnTo>
                  <a:pt x="4585" y="4109"/>
                </a:lnTo>
                <a:lnTo>
                  <a:pt x="4561" y="4240"/>
                </a:lnTo>
                <a:lnTo>
                  <a:pt x="4585" y="4371"/>
                </a:lnTo>
                <a:lnTo>
                  <a:pt x="4764" y="4549"/>
                </a:lnTo>
                <a:lnTo>
                  <a:pt x="4883" y="4561"/>
                </a:lnTo>
                <a:lnTo>
                  <a:pt x="7490" y="4561"/>
                </a:lnTo>
                <a:lnTo>
                  <a:pt x="7621" y="4549"/>
                </a:lnTo>
                <a:lnTo>
                  <a:pt x="7800" y="4371"/>
                </a:lnTo>
                <a:lnTo>
                  <a:pt x="7824" y="4240"/>
                </a:lnTo>
                <a:lnTo>
                  <a:pt x="7800" y="4109"/>
                </a:lnTo>
                <a:lnTo>
                  <a:pt x="7621" y="3930"/>
                </a:lnTo>
                <a:lnTo>
                  <a:pt x="7490" y="3918"/>
                </a:lnTo>
                <a:lnTo>
                  <a:pt x="6514" y="3918"/>
                </a:lnTo>
                <a:lnTo>
                  <a:pt x="6514" y="3906"/>
                </a:lnTo>
                <a:lnTo>
                  <a:pt x="6514" y="334"/>
                </a:lnTo>
                <a:lnTo>
                  <a:pt x="6502" y="251"/>
                </a:lnTo>
                <a:lnTo>
                  <a:pt x="6443" y="120"/>
                </a:lnTo>
                <a:lnTo>
                  <a:pt x="6383" y="72"/>
                </a:lnTo>
                <a:lnTo>
                  <a:pt x="6312" y="25"/>
                </a:lnTo>
                <a:lnTo>
                  <a:pt x="6157" y="1"/>
                </a:lnTo>
                <a:close/>
                <a:moveTo>
                  <a:pt x="6192" y="6514"/>
                </a:moveTo>
                <a:lnTo>
                  <a:pt x="6395" y="6526"/>
                </a:lnTo>
                <a:lnTo>
                  <a:pt x="6740" y="6680"/>
                </a:lnTo>
                <a:lnTo>
                  <a:pt x="7002" y="6942"/>
                </a:lnTo>
                <a:lnTo>
                  <a:pt x="7157" y="7300"/>
                </a:lnTo>
                <a:lnTo>
                  <a:pt x="7169" y="7490"/>
                </a:lnTo>
                <a:lnTo>
                  <a:pt x="7169" y="8800"/>
                </a:lnTo>
                <a:lnTo>
                  <a:pt x="7157" y="8990"/>
                </a:lnTo>
                <a:lnTo>
                  <a:pt x="7002" y="9348"/>
                </a:lnTo>
                <a:lnTo>
                  <a:pt x="6740" y="9609"/>
                </a:lnTo>
                <a:lnTo>
                  <a:pt x="6395" y="9752"/>
                </a:lnTo>
                <a:lnTo>
                  <a:pt x="6192" y="9776"/>
                </a:lnTo>
                <a:lnTo>
                  <a:pt x="5538" y="9776"/>
                </a:lnTo>
                <a:lnTo>
                  <a:pt x="5347" y="9752"/>
                </a:lnTo>
                <a:lnTo>
                  <a:pt x="4990" y="9609"/>
                </a:lnTo>
                <a:lnTo>
                  <a:pt x="4728" y="9348"/>
                </a:lnTo>
                <a:lnTo>
                  <a:pt x="4573" y="8990"/>
                </a:lnTo>
                <a:lnTo>
                  <a:pt x="4561" y="8800"/>
                </a:lnTo>
                <a:lnTo>
                  <a:pt x="4561" y="7490"/>
                </a:lnTo>
                <a:lnTo>
                  <a:pt x="4573" y="7300"/>
                </a:lnTo>
                <a:lnTo>
                  <a:pt x="4728" y="6942"/>
                </a:lnTo>
                <a:lnTo>
                  <a:pt x="4990" y="6680"/>
                </a:lnTo>
                <a:lnTo>
                  <a:pt x="5347" y="6526"/>
                </a:lnTo>
                <a:lnTo>
                  <a:pt x="5538" y="6514"/>
                </a:lnTo>
                <a:close/>
                <a:moveTo>
                  <a:pt x="1608" y="5859"/>
                </a:moveTo>
                <a:lnTo>
                  <a:pt x="1525" y="5883"/>
                </a:lnTo>
                <a:lnTo>
                  <a:pt x="549" y="6204"/>
                </a:lnTo>
                <a:lnTo>
                  <a:pt x="442" y="6264"/>
                </a:lnTo>
                <a:lnTo>
                  <a:pt x="322" y="6490"/>
                </a:lnTo>
                <a:lnTo>
                  <a:pt x="346" y="6621"/>
                </a:lnTo>
                <a:lnTo>
                  <a:pt x="406" y="6740"/>
                </a:lnTo>
                <a:lnTo>
                  <a:pt x="632" y="6835"/>
                </a:lnTo>
                <a:lnTo>
                  <a:pt x="763" y="6823"/>
                </a:lnTo>
                <a:lnTo>
                  <a:pt x="1311" y="6645"/>
                </a:lnTo>
                <a:lnTo>
                  <a:pt x="1311" y="9776"/>
                </a:lnTo>
                <a:lnTo>
                  <a:pt x="334" y="9776"/>
                </a:lnTo>
                <a:lnTo>
                  <a:pt x="203" y="9788"/>
                </a:lnTo>
                <a:lnTo>
                  <a:pt x="25" y="9967"/>
                </a:lnTo>
                <a:lnTo>
                  <a:pt x="1" y="10098"/>
                </a:lnTo>
                <a:lnTo>
                  <a:pt x="25" y="10229"/>
                </a:lnTo>
                <a:lnTo>
                  <a:pt x="203" y="10407"/>
                </a:lnTo>
                <a:lnTo>
                  <a:pt x="334" y="10419"/>
                </a:lnTo>
                <a:lnTo>
                  <a:pt x="2942" y="10419"/>
                </a:lnTo>
                <a:lnTo>
                  <a:pt x="3061" y="10407"/>
                </a:lnTo>
                <a:lnTo>
                  <a:pt x="3240" y="10229"/>
                </a:lnTo>
                <a:lnTo>
                  <a:pt x="3263" y="10098"/>
                </a:lnTo>
                <a:lnTo>
                  <a:pt x="3240" y="9967"/>
                </a:lnTo>
                <a:lnTo>
                  <a:pt x="3061" y="9788"/>
                </a:lnTo>
                <a:lnTo>
                  <a:pt x="2942" y="9776"/>
                </a:lnTo>
                <a:lnTo>
                  <a:pt x="1966" y="9776"/>
                </a:lnTo>
                <a:lnTo>
                  <a:pt x="1954" y="9764"/>
                </a:lnTo>
                <a:lnTo>
                  <a:pt x="1942" y="6192"/>
                </a:lnTo>
                <a:lnTo>
                  <a:pt x="1942" y="6109"/>
                </a:lnTo>
                <a:lnTo>
                  <a:pt x="1882" y="5978"/>
                </a:lnTo>
                <a:lnTo>
                  <a:pt x="1823" y="5930"/>
                </a:lnTo>
                <a:lnTo>
                  <a:pt x="1751" y="5883"/>
                </a:lnTo>
                <a:lnTo>
                  <a:pt x="1608" y="5859"/>
                </a:lnTo>
                <a:close/>
                <a:moveTo>
                  <a:pt x="5371" y="5871"/>
                </a:moveTo>
                <a:lnTo>
                  <a:pt x="5049" y="5930"/>
                </a:lnTo>
                <a:lnTo>
                  <a:pt x="4764" y="6061"/>
                </a:lnTo>
                <a:lnTo>
                  <a:pt x="4502" y="6240"/>
                </a:lnTo>
                <a:lnTo>
                  <a:pt x="4275" y="6454"/>
                </a:lnTo>
                <a:lnTo>
                  <a:pt x="4109" y="6716"/>
                </a:lnTo>
                <a:lnTo>
                  <a:pt x="3978" y="7014"/>
                </a:lnTo>
                <a:lnTo>
                  <a:pt x="3918" y="7323"/>
                </a:lnTo>
                <a:lnTo>
                  <a:pt x="3906" y="7490"/>
                </a:lnTo>
                <a:lnTo>
                  <a:pt x="3906" y="8800"/>
                </a:lnTo>
                <a:lnTo>
                  <a:pt x="3918" y="8967"/>
                </a:lnTo>
                <a:lnTo>
                  <a:pt x="3978" y="9276"/>
                </a:lnTo>
                <a:lnTo>
                  <a:pt x="4109" y="9574"/>
                </a:lnTo>
                <a:lnTo>
                  <a:pt x="4275" y="9836"/>
                </a:lnTo>
                <a:lnTo>
                  <a:pt x="4502" y="10050"/>
                </a:lnTo>
                <a:lnTo>
                  <a:pt x="4764" y="10229"/>
                </a:lnTo>
                <a:lnTo>
                  <a:pt x="5049" y="10348"/>
                </a:lnTo>
                <a:lnTo>
                  <a:pt x="5371" y="10419"/>
                </a:lnTo>
                <a:lnTo>
                  <a:pt x="6359" y="10419"/>
                </a:lnTo>
                <a:lnTo>
                  <a:pt x="6681" y="10348"/>
                </a:lnTo>
                <a:lnTo>
                  <a:pt x="6966" y="10229"/>
                </a:lnTo>
                <a:lnTo>
                  <a:pt x="7228" y="10050"/>
                </a:lnTo>
                <a:lnTo>
                  <a:pt x="7455" y="9836"/>
                </a:lnTo>
                <a:lnTo>
                  <a:pt x="7621" y="9574"/>
                </a:lnTo>
                <a:lnTo>
                  <a:pt x="7752" y="9276"/>
                </a:lnTo>
                <a:lnTo>
                  <a:pt x="7812" y="8967"/>
                </a:lnTo>
                <a:lnTo>
                  <a:pt x="7824" y="8800"/>
                </a:lnTo>
                <a:lnTo>
                  <a:pt x="7824" y="7490"/>
                </a:lnTo>
                <a:lnTo>
                  <a:pt x="7812" y="7323"/>
                </a:lnTo>
                <a:lnTo>
                  <a:pt x="7752" y="7002"/>
                </a:lnTo>
                <a:lnTo>
                  <a:pt x="7621" y="6716"/>
                </a:lnTo>
                <a:lnTo>
                  <a:pt x="7455" y="6454"/>
                </a:lnTo>
                <a:lnTo>
                  <a:pt x="7228" y="6240"/>
                </a:lnTo>
                <a:lnTo>
                  <a:pt x="6966" y="6061"/>
                </a:lnTo>
                <a:lnTo>
                  <a:pt x="6681" y="5930"/>
                </a:lnTo>
                <a:lnTo>
                  <a:pt x="6359" y="587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39" name="Google Shape;3239;p175"/>
          <p:cNvSpPr/>
          <p:nvPr/>
        </p:nvSpPr>
        <p:spPr>
          <a:xfrm>
            <a:off x="2032093" y="7556974"/>
            <a:ext cx="590654" cy="393803"/>
          </a:xfrm>
          <a:custGeom>
            <a:rect b="b" l="l" r="r" t="t"/>
            <a:pathLst>
              <a:path extrusionOk="0" h="7812" w="11717">
                <a:moveTo>
                  <a:pt x="5728" y="2287"/>
                </a:moveTo>
                <a:lnTo>
                  <a:pt x="5633" y="2370"/>
                </a:lnTo>
                <a:lnTo>
                  <a:pt x="5549" y="2477"/>
                </a:lnTo>
                <a:lnTo>
                  <a:pt x="5549" y="2727"/>
                </a:lnTo>
                <a:lnTo>
                  <a:pt x="5633" y="2834"/>
                </a:lnTo>
                <a:lnTo>
                  <a:pt x="6704" y="3906"/>
                </a:lnTo>
                <a:lnTo>
                  <a:pt x="5633" y="4978"/>
                </a:lnTo>
                <a:lnTo>
                  <a:pt x="5549" y="5085"/>
                </a:lnTo>
                <a:lnTo>
                  <a:pt x="5549" y="5335"/>
                </a:lnTo>
                <a:lnTo>
                  <a:pt x="5633" y="5442"/>
                </a:lnTo>
                <a:lnTo>
                  <a:pt x="5728" y="5513"/>
                </a:lnTo>
                <a:lnTo>
                  <a:pt x="5978" y="5513"/>
                </a:lnTo>
                <a:lnTo>
                  <a:pt x="6085" y="5442"/>
                </a:lnTo>
                <a:lnTo>
                  <a:pt x="7145" y="4358"/>
                </a:lnTo>
                <a:lnTo>
                  <a:pt x="8228" y="5442"/>
                </a:lnTo>
                <a:lnTo>
                  <a:pt x="8335" y="5513"/>
                </a:lnTo>
                <a:lnTo>
                  <a:pt x="8585" y="5513"/>
                </a:lnTo>
                <a:lnTo>
                  <a:pt x="8693" y="5442"/>
                </a:lnTo>
                <a:lnTo>
                  <a:pt x="8776" y="5335"/>
                </a:lnTo>
                <a:lnTo>
                  <a:pt x="8776" y="5085"/>
                </a:lnTo>
                <a:lnTo>
                  <a:pt x="8693" y="4978"/>
                </a:lnTo>
                <a:lnTo>
                  <a:pt x="7621" y="3906"/>
                </a:lnTo>
                <a:lnTo>
                  <a:pt x="8693" y="2834"/>
                </a:lnTo>
                <a:lnTo>
                  <a:pt x="8776" y="2727"/>
                </a:lnTo>
                <a:lnTo>
                  <a:pt x="8776" y="2477"/>
                </a:lnTo>
                <a:lnTo>
                  <a:pt x="8693" y="2370"/>
                </a:lnTo>
                <a:lnTo>
                  <a:pt x="8585" y="2287"/>
                </a:lnTo>
                <a:lnTo>
                  <a:pt x="8335" y="2287"/>
                </a:lnTo>
                <a:lnTo>
                  <a:pt x="8228" y="2370"/>
                </a:lnTo>
                <a:lnTo>
                  <a:pt x="7145" y="3442"/>
                </a:lnTo>
                <a:lnTo>
                  <a:pt x="6085" y="2370"/>
                </a:lnTo>
                <a:lnTo>
                  <a:pt x="5978" y="2287"/>
                </a:lnTo>
                <a:close/>
                <a:moveTo>
                  <a:pt x="10419" y="643"/>
                </a:moveTo>
                <a:lnTo>
                  <a:pt x="10550" y="655"/>
                </a:lnTo>
                <a:lnTo>
                  <a:pt x="10788" y="751"/>
                </a:lnTo>
                <a:lnTo>
                  <a:pt x="10955" y="929"/>
                </a:lnTo>
                <a:lnTo>
                  <a:pt x="11062" y="1167"/>
                </a:lnTo>
                <a:lnTo>
                  <a:pt x="11074" y="1298"/>
                </a:lnTo>
                <a:lnTo>
                  <a:pt x="11074" y="6513"/>
                </a:lnTo>
                <a:lnTo>
                  <a:pt x="11062" y="6644"/>
                </a:lnTo>
                <a:lnTo>
                  <a:pt x="10955" y="6871"/>
                </a:lnTo>
                <a:lnTo>
                  <a:pt x="10788" y="7049"/>
                </a:lnTo>
                <a:lnTo>
                  <a:pt x="10550" y="7145"/>
                </a:lnTo>
                <a:lnTo>
                  <a:pt x="10419" y="7156"/>
                </a:lnTo>
                <a:lnTo>
                  <a:pt x="4049" y="7156"/>
                </a:lnTo>
                <a:lnTo>
                  <a:pt x="3811" y="7049"/>
                </a:lnTo>
                <a:lnTo>
                  <a:pt x="3716" y="6966"/>
                </a:lnTo>
                <a:lnTo>
                  <a:pt x="632" y="3906"/>
                </a:lnTo>
                <a:lnTo>
                  <a:pt x="3716" y="834"/>
                </a:lnTo>
                <a:lnTo>
                  <a:pt x="3811" y="751"/>
                </a:lnTo>
                <a:lnTo>
                  <a:pt x="4049" y="655"/>
                </a:lnTo>
                <a:lnTo>
                  <a:pt x="4180" y="643"/>
                </a:lnTo>
                <a:close/>
                <a:moveTo>
                  <a:pt x="4180" y="1"/>
                </a:moveTo>
                <a:lnTo>
                  <a:pt x="3918" y="12"/>
                </a:lnTo>
                <a:lnTo>
                  <a:pt x="3454" y="203"/>
                </a:lnTo>
                <a:lnTo>
                  <a:pt x="3251" y="382"/>
                </a:lnTo>
                <a:lnTo>
                  <a:pt x="191" y="3442"/>
                </a:lnTo>
                <a:lnTo>
                  <a:pt x="108" y="3537"/>
                </a:lnTo>
                <a:lnTo>
                  <a:pt x="13" y="3775"/>
                </a:lnTo>
                <a:lnTo>
                  <a:pt x="1" y="3906"/>
                </a:lnTo>
                <a:lnTo>
                  <a:pt x="13" y="4037"/>
                </a:lnTo>
                <a:lnTo>
                  <a:pt x="108" y="4263"/>
                </a:lnTo>
                <a:lnTo>
                  <a:pt x="191" y="4358"/>
                </a:lnTo>
                <a:lnTo>
                  <a:pt x="3251" y="7430"/>
                </a:lnTo>
                <a:lnTo>
                  <a:pt x="3454" y="7597"/>
                </a:lnTo>
                <a:lnTo>
                  <a:pt x="3918" y="7788"/>
                </a:lnTo>
                <a:lnTo>
                  <a:pt x="4180" y="7811"/>
                </a:lnTo>
                <a:lnTo>
                  <a:pt x="10419" y="7811"/>
                </a:lnTo>
                <a:lnTo>
                  <a:pt x="10681" y="7788"/>
                </a:lnTo>
                <a:lnTo>
                  <a:pt x="11145" y="7597"/>
                </a:lnTo>
                <a:lnTo>
                  <a:pt x="11503" y="7240"/>
                </a:lnTo>
                <a:lnTo>
                  <a:pt x="11705" y="6775"/>
                </a:lnTo>
                <a:lnTo>
                  <a:pt x="11717" y="6513"/>
                </a:lnTo>
                <a:lnTo>
                  <a:pt x="11717" y="1298"/>
                </a:lnTo>
                <a:lnTo>
                  <a:pt x="11705" y="1036"/>
                </a:lnTo>
                <a:lnTo>
                  <a:pt x="11503" y="560"/>
                </a:lnTo>
                <a:lnTo>
                  <a:pt x="11145" y="215"/>
                </a:lnTo>
                <a:lnTo>
                  <a:pt x="10681" y="12"/>
                </a:lnTo>
                <a:lnTo>
                  <a:pt x="10419"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0" name="Google Shape;3240;p175"/>
          <p:cNvSpPr/>
          <p:nvPr/>
        </p:nvSpPr>
        <p:spPr>
          <a:xfrm>
            <a:off x="3040489" y="7490938"/>
            <a:ext cx="591259" cy="525272"/>
          </a:xfrm>
          <a:custGeom>
            <a:rect b="b" l="l" r="r" t="t"/>
            <a:pathLst>
              <a:path extrusionOk="0" h="10420" w="11729">
                <a:moveTo>
                  <a:pt x="10430" y="656"/>
                </a:moveTo>
                <a:lnTo>
                  <a:pt x="10561" y="668"/>
                </a:lnTo>
                <a:lnTo>
                  <a:pt x="10788" y="763"/>
                </a:lnTo>
                <a:lnTo>
                  <a:pt x="10966" y="941"/>
                </a:lnTo>
                <a:lnTo>
                  <a:pt x="11073" y="1168"/>
                </a:lnTo>
                <a:lnTo>
                  <a:pt x="11073" y="1311"/>
                </a:lnTo>
                <a:lnTo>
                  <a:pt x="11073" y="5216"/>
                </a:lnTo>
                <a:lnTo>
                  <a:pt x="655" y="5216"/>
                </a:lnTo>
                <a:lnTo>
                  <a:pt x="655" y="1311"/>
                </a:lnTo>
                <a:lnTo>
                  <a:pt x="667" y="1168"/>
                </a:lnTo>
                <a:lnTo>
                  <a:pt x="762" y="941"/>
                </a:lnTo>
                <a:lnTo>
                  <a:pt x="941" y="763"/>
                </a:lnTo>
                <a:lnTo>
                  <a:pt x="1179" y="668"/>
                </a:lnTo>
                <a:lnTo>
                  <a:pt x="1310" y="656"/>
                </a:lnTo>
                <a:close/>
                <a:moveTo>
                  <a:pt x="11085" y="5859"/>
                </a:moveTo>
                <a:lnTo>
                  <a:pt x="11085" y="7169"/>
                </a:lnTo>
                <a:lnTo>
                  <a:pt x="11073" y="7300"/>
                </a:lnTo>
                <a:lnTo>
                  <a:pt x="10966" y="7538"/>
                </a:lnTo>
                <a:lnTo>
                  <a:pt x="10799" y="7704"/>
                </a:lnTo>
                <a:lnTo>
                  <a:pt x="10561" y="7812"/>
                </a:lnTo>
                <a:lnTo>
                  <a:pt x="10430" y="7823"/>
                </a:lnTo>
                <a:lnTo>
                  <a:pt x="1310" y="7823"/>
                </a:lnTo>
                <a:lnTo>
                  <a:pt x="1179" y="7812"/>
                </a:lnTo>
                <a:lnTo>
                  <a:pt x="941" y="7704"/>
                </a:lnTo>
                <a:lnTo>
                  <a:pt x="762" y="7538"/>
                </a:lnTo>
                <a:lnTo>
                  <a:pt x="667" y="7300"/>
                </a:lnTo>
                <a:lnTo>
                  <a:pt x="655" y="7169"/>
                </a:lnTo>
                <a:lnTo>
                  <a:pt x="655" y="5859"/>
                </a:lnTo>
                <a:close/>
                <a:moveTo>
                  <a:pt x="6704" y="8466"/>
                </a:moveTo>
                <a:lnTo>
                  <a:pt x="7096" y="9776"/>
                </a:lnTo>
                <a:lnTo>
                  <a:pt x="4644" y="9776"/>
                </a:lnTo>
                <a:lnTo>
                  <a:pt x="5037" y="8466"/>
                </a:lnTo>
                <a:close/>
                <a:moveTo>
                  <a:pt x="1310" y="1"/>
                </a:moveTo>
                <a:lnTo>
                  <a:pt x="1036" y="25"/>
                </a:lnTo>
                <a:lnTo>
                  <a:pt x="572" y="215"/>
                </a:lnTo>
                <a:lnTo>
                  <a:pt x="226" y="572"/>
                </a:lnTo>
                <a:lnTo>
                  <a:pt x="24" y="1037"/>
                </a:lnTo>
                <a:lnTo>
                  <a:pt x="0" y="1311"/>
                </a:lnTo>
                <a:lnTo>
                  <a:pt x="0" y="7169"/>
                </a:lnTo>
                <a:lnTo>
                  <a:pt x="24" y="7431"/>
                </a:lnTo>
                <a:lnTo>
                  <a:pt x="226" y="7895"/>
                </a:lnTo>
                <a:lnTo>
                  <a:pt x="572" y="8252"/>
                </a:lnTo>
                <a:lnTo>
                  <a:pt x="1036" y="8455"/>
                </a:lnTo>
                <a:lnTo>
                  <a:pt x="1310" y="8466"/>
                </a:lnTo>
                <a:lnTo>
                  <a:pt x="4358" y="8466"/>
                </a:lnTo>
                <a:lnTo>
                  <a:pt x="3965" y="9776"/>
                </a:lnTo>
                <a:lnTo>
                  <a:pt x="2941" y="9776"/>
                </a:lnTo>
                <a:lnTo>
                  <a:pt x="2810" y="9788"/>
                </a:lnTo>
                <a:lnTo>
                  <a:pt x="2631" y="9967"/>
                </a:lnTo>
                <a:lnTo>
                  <a:pt x="2608" y="10098"/>
                </a:lnTo>
                <a:lnTo>
                  <a:pt x="2631" y="10229"/>
                </a:lnTo>
                <a:lnTo>
                  <a:pt x="2810" y="10407"/>
                </a:lnTo>
                <a:lnTo>
                  <a:pt x="2941" y="10419"/>
                </a:lnTo>
                <a:lnTo>
                  <a:pt x="8799" y="10419"/>
                </a:lnTo>
                <a:lnTo>
                  <a:pt x="8930" y="10407"/>
                </a:lnTo>
                <a:lnTo>
                  <a:pt x="9109" y="10229"/>
                </a:lnTo>
                <a:lnTo>
                  <a:pt x="9121" y="10098"/>
                </a:lnTo>
                <a:lnTo>
                  <a:pt x="9109" y="9967"/>
                </a:lnTo>
                <a:lnTo>
                  <a:pt x="8930" y="9788"/>
                </a:lnTo>
                <a:lnTo>
                  <a:pt x="8799" y="9776"/>
                </a:lnTo>
                <a:lnTo>
                  <a:pt x="7775" y="9776"/>
                </a:lnTo>
                <a:lnTo>
                  <a:pt x="7382" y="8466"/>
                </a:lnTo>
                <a:lnTo>
                  <a:pt x="10430" y="8466"/>
                </a:lnTo>
                <a:lnTo>
                  <a:pt x="10692" y="8455"/>
                </a:lnTo>
                <a:lnTo>
                  <a:pt x="11157" y="8252"/>
                </a:lnTo>
                <a:lnTo>
                  <a:pt x="11514" y="7895"/>
                </a:lnTo>
                <a:lnTo>
                  <a:pt x="11716" y="7431"/>
                </a:lnTo>
                <a:lnTo>
                  <a:pt x="11728" y="7169"/>
                </a:lnTo>
                <a:lnTo>
                  <a:pt x="11728" y="1311"/>
                </a:lnTo>
                <a:lnTo>
                  <a:pt x="11704" y="1037"/>
                </a:lnTo>
                <a:lnTo>
                  <a:pt x="11514" y="572"/>
                </a:lnTo>
                <a:lnTo>
                  <a:pt x="11157" y="215"/>
                </a:lnTo>
                <a:lnTo>
                  <a:pt x="10692" y="25"/>
                </a:lnTo>
                <a:lnTo>
                  <a:pt x="10418"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1" name="Google Shape;3241;p175"/>
          <p:cNvSpPr/>
          <p:nvPr/>
        </p:nvSpPr>
        <p:spPr>
          <a:xfrm>
            <a:off x="4049439" y="7490938"/>
            <a:ext cx="591259" cy="525272"/>
          </a:xfrm>
          <a:custGeom>
            <a:rect b="b" l="l" r="r" t="t"/>
            <a:pathLst>
              <a:path extrusionOk="0" h="10420" w="11729">
                <a:moveTo>
                  <a:pt x="5870" y="1"/>
                </a:moveTo>
                <a:lnTo>
                  <a:pt x="5739" y="25"/>
                </a:lnTo>
                <a:lnTo>
                  <a:pt x="5561" y="203"/>
                </a:lnTo>
                <a:lnTo>
                  <a:pt x="5549" y="334"/>
                </a:lnTo>
                <a:lnTo>
                  <a:pt x="5549" y="3454"/>
                </a:lnTo>
                <a:lnTo>
                  <a:pt x="4465" y="2382"/>
                </a:lnTo>
                <a:lnTo>
                  <a:pt x="4370" y="2299"/>
                </a:lnTo>
                <a:lnTo>
                  <a:pt x="4239" y="2287"/>
                </a:lnTo>
                <a:lnTo>
                  <a:pt x="4120" y="2299"/>
                </a:lnTo>
                <a:lnTo>
                  <a:pt x="4013" y="2382"/>
                </a:lnTo>
                <a:lnTo>
                  <a:pt x="3930" y="2477"/>
                </a:lnTo>
                <a:lnTo>
                  <a:pt x="3930" y="2727"/>
                </a:lnTo>
                <a:lnTo>
                  <a:pt x="4013" y="2835"/>
                </a:lnTo>
                <a:lnTo>
                  <a:pt x="5644" y="4466"/>
                </a:lnTo>
                <a:lnTo>
                  <a:pt x="5739" y="4549"/>
                </a:lnTo>
                <a:lnTo>
                  <a:pt x="5989" y="4549"/>
                </a:lnTo>
                <a:lnTo>
                  <a:pt x="6097" y="4466"/>
                </a:lnTo>
                <a:lnTo>
                  <a:pt x="7728" y="2835"/>
                </a:lnTo>
                <a:lnTo>
                  <a:pt x="7811" y="2727"/>
                </a:lnTo>
                <a:lnTo>
                  <a:pt x="7811" y="2477"/>
                </a:lnTo>
                <a:lnTo>
                  <a:pt x="7728" y="2382"/>
                </a:lnTo>
                <a:lnTo>
                  <a:pt x="7621" y="2299"/>
                </a:lnTo>
                <a:lnTo>
                  <a:pt x="7371" y="2299"/>
                </a:lnTo>
                <a:lnTo>
                  <a:pt x="7263" y="2382"/>
                </a:lnTo>
                <a:lnTo>
                  <a:pt x="6192" y="3454"/>
                </a:lnTo>
                <a:lnTo>
                  <a:pt x="6192" y="334"/>
                </a:lnTo>
                <a:lnTo>
                  <a:pt x="6180" y="203"/>
                </a:lnTo>
                <a:lnTo>
                  <a:pt x="6001" y="25"/>
                </a:lnTo>
                <a:lnTo>
                  <a:pt x="5870" y="1"/>
                </a:lnTo>
                <a:close/>
                <a:moveTo>
                  <a:pt x="11074" y="5859"/>
                </a:moveTo>
                <a:lnTo>
                  <a:pt x="11074" y="7169"/>
                </a:lnTo>
                <a:lnTo>
                  <a:pt x="11074" y="7300"/>
                </a:lnTo>
                <a:lnTo>
                  <a:pt x="10966" y="7538"/>
                </a:lnTo>
                <a:lnTo>
                  <a:pt x="10788" y="7704"/>
                </a:lnTo>
                <a:lnTo>
                  <a:pt x="10562" y="7812"/>
                </a:lnTo>
                <a:lnTo>
                  <a:pt x="10431" y="7823"/>
                </a:lnTo>
                <a:lnTo>
                  <a:pt x="1310" y="7823"/>
                </a:lnTo>
                <a:lnTo>
                  <a:pt x="1179" y="7812"/>
                </a:lnTo>
                <a:lnTo>
                  <a:pt x="941" y="7704"/>
                </a:lnTo>
                <a:lnTo>
                  <a:pt x="762" y="7538"/>
                </a:lnTo>
                <a:lnTo>
                  <a:pt x="667" y="7300"/>
                </a:lnTo>
                <a:lnTo>
                  <a:pt x="655" y="7169"/>
                </a:lnTo>
                <a:lnTo>
                  <a:pt x="655" y="5859"/>
                </a:lnTo>
                <a:close/>
                <a:moveTo>
                  <a:pt x="6704" y="8466"/>
                </a:moveTo>
                <a:lnTo>
                  <a:pt x="7097" y="9776"/>
                </a:lnTo>
                <a:lnTo>
                  <a:pt x="4644" y="9776"/>
                </a:lnTo>
                <a:lnTo>
                  <a:pt x="5037" y="8466"/>
                </a:lnTo>
                <a:close/>
                <a:moveTo>
                  <a:pt x="1310" y="1"/>
                </a:moveTo>
                <a:lnTo>
                  <a:pt x="1036" y="25"/>
                </a:lnTo>
                <a:lnTo>
                  <a:pt x="572" y="215"/>
                </a:lnTo>
                <a:lnTo>
                  <a:pt x="215" y="572"/>
                </a:lnTo>
                <a:lnTo>
                  <a:pt x="24" y="1037"/>
                </a:lnTo>
                <a:lnTo>
                  <a:pt x="0" y="1311"/>
                </a:lnTo>
                <a:lnTo>
                  <a:pt x="0" y="7169"/>
                </a:lnTo>
                <a:lnTo>
                  <a:pt x="24" y="7431"/>
                </a:lnTo>
                <a:lnTo>
                  <a:pt x="215" y="7895"/>
                </a:lnTo>
                <a:lnTo>
                  <a:pt x="572" y="8252"/>
                </a:lnTo>
                <a:lnTo>
                  <a:pt x="1036" y="8455"/>
                </a:lnTo>
                <a:lnTo>
                  <a:pt x="1310" y="8466"/>
                </a:lnTo>
                <a:lnTo>
                  <a:pt x="4358" y="8466"/>
                </a:lnTo>
                <a:lnTo>
                  <a:pt x="3965" y="9776"/>
                </a:lnTo>
                <a:lnTo>
                  <a:pt x="2941" y="9776"/>
                </a:lnTo>
                <a:lnTo>
                  <a:pt x="2810" y="9788"/>
                </a:lnTo>
                <a:lnTo>
                  <a:pt x="2632" y="9967"/>
                </a:lnTo>
                <a:lnTo>
                  <a:pt x="2608" y="10098"/>
                </a:lnTo>
                <a:lnTo>
                  <a:pt x="2632" y="10229"/>
                </a:lnTo>
                <a:lnTo>
                  <a:pt x="2810" y="10407"/>
                </a:lnTo>
                <a:lnTo>
                  <a:pt x="2941" y="10419"/>
                </a:lnTo>
                <a:lnTo>
                  <a:pt x="8799" y="10419"/>
                </a:lnTo>
                <a:lnTo>
                  <a:pt x="8930" y="10407"/>
                </a:lnTo>
                <a:lnTo>
                  <a:pt x="9109" y="10229"/>
                </a:lnTo>
                <a:lnTo>
                  <a:pt x="9121" y="10098"/>
                </a:lnTo>
                <a:lnTo>
                  <a:pt x="9109" y="9967"/>
                </a:lnTo>
                <a:lnTo>
                  <a:pt x="8930" y="9788"/>
                </a:lnTo>
                <a:lnTo>
                  <a:pt x="8799" y="9776"/>
                </a:lnTo>
                <a:lnTo>
                  <a:pt x="7775" y="9776"/>
                </a:lnTo>
                <a:lnTo>
                  <a:pt x="7382" y="8466"/>
                </a:lnTo>
                <a:lnTo>
                  <a:pt x="10431" y="8466"/>
                </a:lnTo>
                <a:lnTo>
                  <a:pt x="10693" y="8455"/>
                </a:lnTo>
                <a:lnTo>
                  <a:pt x="11157" y="8252"/>
                </a:lnTo>
                <a:lnTo>
                  <a:pt x="11514" y="7895"/>
                </a:lnTo>
                <a:lnTo>
                  <a:pt x="11705" y="7431"/>
                </a:lnTo>
                <a:lnTo>
                  <a:pt x="11728" y="7169"/>
                </a:lnTo>
                <a:lnTo>
                  <a:pt x="11728" y="1311"/>
                </a:lnTo>
                <a:lnTo>
                  <a:pt x="11705" y="1037"/>
                </a:lnTo>
                <a:lnTo>
                  <a:pt x="11502" y="572"/>
                </a:lnTo>
                <a:lnTo>
                  <a:pt x="11157" y="215"/>
                </a:lnTo>
                <a:lnTo>
                  <a:pt x="10681" y="25"/>
                </a:lnTo>
                <a:lnTo>
                  <a:pt x="10419" y="1"/>
                </a:lnTo>
                <a:lnTo>
                  <a:pt x="7490" y="1"/>
                </a:lnTo>
                <a:lnTo>
                  <a:pt x="7359" y="25"/>
                </a:lnTo>
                <a:lnTo>
                  <a:pt x="7180" y="203"/>
                </a:lnTo>
                <a:lnTo>
                  <a:pt x="7168" y="334"/>
                </a:lnTo>
                <a:lnTo>
                  <a:pt x="7180" y="465"/>
                </a:lnTo>
                <a:lnTo>
                  <a:pt x="7359" y="632"/>
                </a:lnTo>
                <a:lnTo>
                  <a:pt x="7490" y="656"/>
                </a:lnTo>
                <a:lnTo>
                  <a:pt x="10419" y="656"/>
                </a:lnTo>
                <a:lnTo>
                  <a:pt x="10550" y="668"/>
                </a:lnTo>
                <a:lnTo>
                  <a:pt x="10788" y="763"/>
                </a:lnTo>
                <a:lnTo>
                  <a:pt x="10966" y="941"/>
                </a:lnTo>
                <a:lnTo>
                  <a:pt x="11062" y="1180"/>
                </a:lnTo>
                <a:lnTo>
                  <a:pt x="11074" y="1311"/>
                </a:lnTo>
                <a:lnTo>
                  <a:pt x="11074" y="5216"/>
                </a:lnTo>
                <a:lnTo>
                  <a:pt x="655" y="5216"/>
                </a:lnTo>
                <a:lnTo>
                  <a:pt x="655" y="1311"/>
                </a:lnTo>
                <a:lnTo>
                  <a:pt x="667" y="1180"/>
                </a:lnTo>
                <a:lnTo>
                  <a:pt x="762" y="941"/>
                </a:lnTo>
                <a:lnTo>
                  <a:pt x="941" y="763"/>
                </a:lnTo>
                <a:lnTo>
                  <a:pt x="1167" y="668"/>
                </a:lnTo>
                <a:lnTo>
                  <a:pt x="1310" y="656"/>
                </a:lnTo>
                <a:lnTo>
                  <a:pt x="4239" y="656"/>
                </a:lnTo>
                <a:lnTo>
                  <a:pt x="4370" y="632"/>
                </a:lnTo>
                <a:lnTo>
                  <a:pt x="4549" y="465"/>
                </a:lnTo>
                <a:lnTo>
                  <a:pt x="4561" y="334"/>
                </a:lnTo>
                <a:lnTo>
                  <a:pt x="4549" y="203"/>
                </a:lnTo>
                <a:lnTo>
                  <a:pt x="4370" y="25"/>
                </a:lnTo>
                <a:lnTo>
                  <a:pt x="4239"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2" name="Google Shape;3242;p175"/>
          <p:cNvSpPr/>
          <p:nvPr/>
        </p:nvSpPr>
        <p:spPr>
          <a:xfrm>
            <a:off x="5059599" y="7490938"/>
            <a:ext cx="589444" cy="525272"/>
          </a:xfrm>
          <a:custGeom>
            <a:rect b="b" l="l" r="r" t="t"/>
            <a:pathLst>
              <a:path extrusionOk="0" h="10420" w="11693">
                <a:moveTo>
                  <a:pt x="5847" y="656"/>
                </a:moveTo>
                <a:lnTo>
                  <a:pt x="6037" y="668"/>
                </a:lnTo>
                <a:lnTo>
                  <a:pt x="6394" y="822"/>
                </a:lnTo>
                <a:lnTo>
                  <a:pt x="6656" y="1084"/>
                </a:lnTo>
                <a:lnTo>
                  <a:pt x="6811" y="1430"/>
                </a:lnTo>
                <a:lnTo>
                  <a:pt x="6823" y="1632"/>
                </a:lnTo>
                <a:lnTo>
                  <a:pt x="6811" y="1834"/>
                </a:lnTo>
                <a:lnTo>
                  <a:pt x="6656" y="2180"/>
                </a:lnTo>
                <a:lnTo>
                  <a:pt x="6394" y="2442"/>
                </a:lnTo>
                <a:lnTo>
                  <a:pt x="6037" y="2596"/>
                </a:lnTo>
                <a:lnTo>
                  <a:pt x="5847" y="2608"/>
                </a:lnTo>
                <a:lnTo>
                  <a:pt x="5644" y="2596"/>
                </a:lnTo>
                <a:lnTo>
                  <a:pt x="5299" y="2442"/>
                </a:lnTo>
                <a:lnTo>
                  <a:pt x="5025" y="2180"/>
                </a:lnTo>
                <a:lnTo>
                  <a:pt x="4882" y="1834"/>
                </a:lnTo>
                <a:lnTo>
                  <a:pt x="4870" y="1632"/>
                </a:lnTo>
                <a:lnTo>
                  <a:pt x="4882" y="1430"/>
                </a:lnTo>
                <a:lnTo>
                  <a:pt x="5025" y="1084"/>
                </a:lnTo>
                <a:lnTo>
                  <a:pt x="5299" y="822"/>
                </a:lnTo>
                <a:lnTo>
                  <a:pt x="5644" y="668"/>
                </a:lnTo>
                <a:lnTo>
                  <a:pt x="5847" y="656"/>
                </a:lnTo>
                <a:close/>
                <a:moveTo>
                  <a:pt x="5823" y="1"/>
                </a:moveTo>
                <a:lnTo>
                  <a:pt x="5668" y="13"/>
                </a:lnTo>
                <a:lnTo>
                  <a:pt x="5346" y="72"/>
                </a:lnTo>
                <a:lnTo>
                  <a:pt x="5061" y="203"/>
                </a:lnTo>
                <a:lnTo>
                  <a:pt x="4799" y="370"/>
                </a:lnTo>
                <a:lnTo>
                  <a:pt x="4573" y="596"/>
                </a:lnTo>
                <a:lnTo>
                  <a:pt x="4394" y="858"/>
                </a:lnTo>
                <a:lnTo>
                  <a:pt x="4275" y="1144"/>
                </a:lnTo>
                <a:lnTo>
                  <a:pt x="4203" y="1465"/>
                </a:lnTo>
                <a:lnTo>
                  <a:pt x="4203" y="1632"/>
                </a:lnTo>
                <a:lnTo>
                  <a:pt x="4215" y="1918"/>
                </a:lnTo>
                <a:lnTo>
                  <a:pt x="4418" y="2442"/>
                </a:lnTo>
                <a:lnTo>
                  <a:pt x="4775" y="2870"/>
                </a:lnTo>
                <a:lnTo>
                  <a:pt x="5251" y="3156"/>
                </a:lnTo>
                <a:lnTo>
                  <a:pt x="5525" y="3227"/>
                </a:lnTo>
                <a:lnTo>
                  <a:pt x="5525" y="3239"/>
                </a:lnTo>
                <a:lnTo>
                  <a:pt x="5525" y="3263"/>
                </a:lnTo>
                <a:lnTo>
                  <a:pt x="5525" y="3918"/>
                </a:lnTo>
                <a:lnTo>
                  <a:pt x="4203" y="3918"/>
                </a:lnTo>
                <a:lnTo>
                  <a:pt x="4084" y="3930"/>
                </a:lnTo>
                <a:lnTo>
                  <a:pt x="3894" y="4109"/>
                </a:lnTo>
                <a:lnTo>
                  <a:pt x="3870" y="4240"/>
                </a:lnTo>
                <a:lnTo>
                  <a:pt x="3894" y="4371"/>
                </a:lnTo>
                <a:lnTo>
                  <a:pt x="4084" y="4549"/>
                </a:lnTo>
                <a:lnTo>
                  <a:pt x="4203" y="4561"/>
                </a:lnTo>
                <a:lnTo>
                  <a:pt x="5525" y="4561"/>
                </a:lnTo>
                <a:lnTo>
                  <a:pt x="5525" y="9776"/>
                </a:lnTo>
                <a:lnTo>
                  <a:pt x="4846" y="9776"/>
                </a:lnTo>
                <a:lnTo>
                  <a:pt x="4549" y="9764"/>
                </a:lnTo>
                <a:lnTo>
                  <a:pt x="3989" y="9645"/>
                </a:lnTo>
                <a:lnTo>
                  <a:pt x="3465" y="9419"/>
                </a:lnTo>
                <a:lnTo>
                  <a:pt x="2989" y="9109"/>
                </a:lnTo>
                <a:lnTo>
                  <a:pt x="2596" y="8705"/>
                </a:lnTo>
                <a:lnTo>
                  <a:pt x="2275" y="8240"/>
                </a:lnTo>
                <a:lnTo>
                  <a:pt x="2048" y="7716"/>
                </a:lnTo>
                <a:lnTo>
                  <a:pt x="1929" y="7145"/>
                </a:lnTo>
                <a:lnTo>
                  <a:pt x="1917" y="6847"/>
                </a:lnTo>
                <a:lnTo>
                  <a:pt x="1917" y="6323"/>
                </a:lnTo>
                <a:lnTo>
                  <a:pt x="2691" y="7073"/>
                </a:lnTo>
                <a:lnTo>
                  <a:pt x="2787" y="7157"/>
                </a:lnTo>
                <a:lnTo>
                  <a:pt x="3037" y="7157"/>
                </a:lnTo>
                <a:lnTo>
                  <a:pt x="3144" y="7073"/>
                </a:lnTo>
                <a:lnTo>
                  <a:pt x="3227" y="6966"/>
                </a:lnTo>
                <a:lnTo>
                  <a:pt x="3227" y="6716"/>
                </a:lnTo>
                <a:lnTo>
                  <a:pt x="3144" y="6609"/>
                </a:lnTo>
                <a:lnTo>
                  <a:pt x="1846" y="5311"/>
                </a:lnTo>
                <a:lnTo>
                  <a:pt x="1739" y="5228"/>
                </a:lnTo>
                <a:lnTo>
                  <a:pt x="1489" y="5228"/>
                </a:lnTo>
                <a:lnTo>
                  <a:pt x="1382" y="5311"/>
                </a:lnTo>
                <a:lnTo>
                  <a:pt x="84" y="6609"/>
                </a:lnTo>
                <a:lnTo>
                  <a:pt x="0" y="6716"/>
                </a:lnTo>
                <a:lnTo>
                  <a:pt x="0" y="6966"/>
                </a:lnTo>
                <a:lnTo>
                  <a:pt x="84" y="7073"/>
                </a:lnTo>
                <a:lnTo>
                  <a:pt x="191" y="7157"/>
                </a:lnTo>
                <a:lnTo>
                  <a:pt x="441" y="7157"/>
                </a:lnTo>
                <a:lnTo>
                  <a:pt x="536" y="7073"/>
                </a:lnTo>
                <a:lnTo>
                  <a:pt x="1274" y="6323"/>
                </a:lnTo>
                <a:lnTo>
                  <a:pt x="1274" y="6847"/>
                </a:lnTo>
                <a:lnTo>
                  <a:pt x="1286" y="7216"/>
                </a:lnTo>
                <a:lnTo>
                  <a:pt x="1429" y="7907"/>
                </a:lnTo>
                <a:lnTo>
                  <a:pt x="1703" y="8550"/>
                </a:lnTo>
                <a:lnTo>
                  <a:pt x="2084" y="9121"/>
                </a:lnTo>
                <a:lnTo>
                  <a:pt x="2584" y="9609"/>
                </a:lnTo>
                <a:lnTo>
                  <a:pt x="3156" y="9991"/>
                </a:lnTo>
                <a:lnTo>
                  <a:pt x="3799" y="10264"/>
                </a:lnTo>
                <a:lnTo>
                  <a:pt x="4501" y="10407"/>
                </a:lnTo>
                <a:lnTo>
                  <a:pt x="4870" y="10419"/>
                </a:lnTo>
                <a:lnTo>
                  <a:pt x="6823" y="10419"/>
                </a:lnTo>
                <a:lnTo>
                  <a:pt x="7192" y="10407"/>
                </a:lnTo>
                <a:lnTo>
                  <a:pt x="7895" y="10264"/>
                </a:lnTo>
                <a:lnTo>
                  <a:pt x="8526" y="9991"/>
                </a:lnTo>
                <a:lnTo>
                  <a:pt x="9097" y="9609"/>
                </a:lnTo>
                <a:lnTo>
                  <a:pt x="9585" y="9121"/>
                </a:lnTo>
                <a:lnTo>
                  <a:pt x="9978" y="8550"/>
                </a:lnTo>
                <a:lnTo>
                  <a:pt x="10252" y="7907"/>
                </a:lnTo>
                <a:lnTo>
                  <a:pt x="10395" y="7216"/>
                </a:lnTo>
                <a:lnTo>
                  <a:pt x="10407" y="6847"/>
                </a:lnTo>
                <a:lnTo>
                  <a:pt x="10407" y="6323"/>
                </a:lnTo>
                <a:lnTo>
                  <a:pt x="11145" y="7073"/>
                </a:lnTo>
                <a:lnTo>
                  <a:pt x="11252" y="7157"/>
                </a:lnTo>
                <a:lnTo>
                  <a:pt x="11502" y="7157"/>
                </a:lnTo>
                <a:lnTo>
                  <a:pt x="11609" y="7073"/>
                </a:lnTo>
                <a:lnTo>
                  <a:pt x="11693" y="6966"/>
                </a:lnTo>
                <a:lnTo>
                  <a:pt x="11693" y="6716"/>
                </a:lnTo>
                <a:lnTo>
                  <a:pt x="11609" y="6609"/>
                </a:lnTo>
                <a:lnTo>
                  <a:pt x="10312" y="5311"/>
                </a:lnTo>
                <a:lnTo>
                  <a:pt x="10204" y="5228"/>
                </a:lnTo>
                <a:lnTo>
                  <a:pt x="9954" y="5228"/>
                </a:lnTo>
                <a:lnTo>
                  <a:pt x="9847" y="5311"/>
                </a:lnTo>
                <a:lnTo>
                  <a:pt x="8549" y="6609"/>
                </a:lnTo>
                <a:lnTo>
                  <a:pt x="8466" y="6716"/>
                </a:lnTo>
                <a:lnTo>
                  <a:pt x="8466" y="6966"/>
                </a:lnTo>
                <a:lnTo>
                  <a:pt x="8549" y="7073"/>
                </a:lnTo>
                <a:lnTo>
                  <a:pt x="8645" y="7157"/>
                </a:lnTo>
                <a:lnTo>
                  <a:pt x="8895" y="7157"/>
                </a:lnTo>
                <a:lnTo>
                  <a:pt x="9002" y="7073"/>
                </a:lnTo>
                <a:lnTo>
                  <a:pt x="9752" y="6323"/>
                </a:lnTo>
                <a:lnTo>
                  <a:pt x="9752" y="6847"/>
                </a:lnTo>
                <a:lnTo>
                  <a:pt x="9740" y="7145"/>
                </a:lnTo>
                <a:lnTo>
                  <a:pt x="9621" y="7716"/>
                </a:lnTo>
                <a:lnTo>
                  <a:pt x="9407" y="8240"/>
                </a:lnTo>
                <a:lnTo>
                  <a:pt x="9085" y="8705"/>
                </a:lnTo>
                <a:lnTo>
                  <a:pt x="8692" y="9109"/>
                </a:lnTo>
                <a:lnTo>
                  <a:pt x="8216" y="9419"/>
                </a:lnTo>
                <a:lnTo>
                  <a:pt x="7692" y="9645"/>
                </a:lnTo>
                <a:lnTo>
                  <a:pt x="7121" y="9764"/>
                </a:lnTo>
                <a:lnTo>
                  <a:pt x="6823" y="9776"/>
                </a:lnTo>
                <a:lnTo>
                  <a:pt x="6168" y="9776"/>
                </a:lnTo>
                <a:lnTo>
                  <a:pt x="6168" y="4561"/>
                </a:lnTo>
                <a:lnTo>
                  <a:pt x="7478" y="4561"/>
                </a:lnTo>
                <a:lnTo>
                  <a:pt x="7597" y="4549"/>
                </a:lnTo>
                <a:lnTo>
                  <a:pt x="7775" y="4371"/>
                </a:lnTo>
                <a:lnTo>
                  <a:pt x="7799" y="4240"/>
                </a:lnTo>
                <a:lnTo>
                  <a:pt x="7775" y="4109"/>
                </a:lnTo>
                <a:lnTo>
                  <a:pt x="7597" y="3930"/>
                </a:lnTo>
                <a:lnTo>
                  <a:pt x="7478" y="3918"/>
                </a:lnTo>
                <a:lnTo>
                  <a:pt x="6168" y="3918"/>
                </a:lnTo>
                <a:lnTo>
                  <a:pt x="6168" y="3263"/>
                </a:lnTo>
                <a:lnTo>
                  <a:pt x="6156" y="3239"/>
                </a:lnTo>
                <a:lnTo>
                  <a:pt x="6168" y="3227"/>
                </a:lnTo>
                <a:lnTo>
                  <a:pt x="6442" y="3156"/>
                </a:lnTo>
                <a:lnTo>
                  <a:pt x="6918" y="2870"/>
                </a:lnTo>
                <a:lnTo>
                  <a:pt x="7263" y="2442"/>
                </a:lnTo>
                <a:lnTo>
                  <a:pt x="7454" y="1918"/>
                </a:lnTo>
                <a:lnTo>
                  <a:pt x="7478" y="1632"/>
                </a:lnTo>
                <a:lnTo>
                  <a:pt x="7466" y="1465"/>
                </a:lnTo>
                <a:lnTo>
                  <a:pt x="7394" y="1144"/>
                </a:lnTo>
                <a:lnTo>
                  <a:pt x="7275" y="858"/>
                </a:lnTo>
                <a:lnTo>
                  <a:pt x="7085" y="596"/>
                </a:lnTo>
                <a:lnTo>
                  <a:pt x="6859" y="370"/>
                </a:lnTo>
                <a:lnTo>
                  <a:pt x="6597" y="203"/>
                </a:lnTo>
                <a:lnTo>
                  <a:pt x="6311" y="72"/>
                </a:lnTo>
                <a:lnTo>
                  <a:pt x="5989" y="13"/>
                </a:lnTo>
                <a:lnTo>
                  <a:pt x="5823"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3" name="Google Shape;3243;p175"/>
          <p:cNvSpPr/>
          <p:nvPr/>
        </p:nvSpPr>
        <p:spPr>
          <a:xfrm>
            <a:off x="6133376" y="7523351"/>
            <a:ext cx="459840" cy="460445"/>
          </a:xfrm>
          <a:custGeom>
            <a:rect b="b" l="l" r="r" t="t"/>
            <a:pathLst>
              <a:path extrusionOk="0" h="9134" w="9122">
                <a:moveTo>
                  <a:pt x="4668" y="3025"/>
                </a:moveTo>
                <a:lnTo>
                  <a:pt x="4537" y="3061"/>
                </a:lnTo>
                <a:lnTo>
                  <a:pt x="4430" y="3144"/>
                </a:lnTo>
                <a:lnTo>
                  <a:pt x="4394" y="3216"/>
                </a:lnTo>
                <a:lnTo>
                  <a:pt x="4358" y="3323"/>
                </a:lnTo>
                <a:lnTo>
                  <a:pt x="4406" y="3549"/>
                </a:lnTo>
                <a:lnTo>
                  <a:pt x="4489" y="3632"/>
                </a:lnTo>
                <a:lnTo>
                  <a:pt x="4763" y="3847"/>
                </a:lnTo>
                <a:lnTo>
                  <a:pt x="5251" y="4335"/>
                </a:lnTo>
                <a:lnTo>
                  <a:pt x="5478" y="4609"/>
                </a:lnTo>
                <a:lnTo>
                  <a:pt x="5561" y="4692"/>
                </a:lnTo>
                <a:lnTo>
                  <a:pt x="5799" y="4740"/>
                </a:lnTo>
                <a:lnTo>
                  <a:pt x="5918" y="4680"/>
                </a:lnTo>
                <a:lnTo>
                  <a:pt x="6025" y="4597"/>
                </a:lnTo>
                <a:lnTo>
                  <a:pt x="6061" y="4406"/>
                </a:lnTo>
                <a:lnTo>
                  <a:pt x="6025" y="4275"/>
                </a:lnTo>
                <a:lnTo>
                  <a:pt x="5990" y="4228"/>
                </a:lnTo>
                <a:lnTo>
                  <a:pt x="5740" y="3918"/>
                </a:lnTo>
                <a:lnTo>
                  <a:pt x="5168" y="3347"/>
                </a:lnTo>
                <a:lnTo>
                  <a:pt x="4870" y="3096"/>
                </a:lnTo>
                <a:lnTo>
                  <a:pt x="4811" y="3061"/>
                </a:lnTo>
                <a:lnTo>
                  <a:pt x="4668" y="3025"/>
                </a:lnTo>
                <a:close/>
                <a:moveTo>
                  <a:pt x="6621" y="5466"/>
                </a:moveTo>
                <a:lnTo>
                  <a:pt x="6478" y="5490"/>
                </a:lnTo>
                <a:lnTo>
                  <a:pt x="6418" y="5525"/>
                </a:lnTo>
                <a:lnTo>
                  <a:pt x="6323" y="5597"/>
                </a:lnTo>
                <a:lnTo>
                  <a:pt x="6263" y="5823"/>
                </a:lnTo>
                <a:lnTo>
                  <a:pt x="6299" y="5942"/>
                </a:lnTo>
                <a:lnTo>
                  <a:pt x="6299" y="5954"/>
                </a:lnTo>
                <a:lnTo>
                  <a:pt x="6442" y="6287"/>
                </a:lnTo>
                <a:lnTo>
                  <a:pt x="6668" y="7002"/>
                </a:lnTo>
                <a:lnTo>
                  <a:pt x="6740" y="7383"/>
                </a:lnTo>
                <a:lnTo>
                  <a:pt x="6775" y="7490"/>
                </a:lnTo>
                <a:lnTo>
                  <a:pt x="6954" y="7645"/>
                </a:lnTo>
                <a:lnTo>
                  <a:pt x="7073" y="7669"/>
                </a:lnTo>
                <a:lnTo>
                  <a:pt x="7145" y="7657"/>
                </a:lnTo>
                <a:lnTo>
                  <a:pt x="7264" y="7597"/>
                </a:lnTo>
                <a:lnTo>
                  <a:pt x="7359" y="7502"/>
                </a:lnTo>
                <a:lnTo>
                  <a:pt x="7395" y="7371"/>
                </a:lnTo>
                <a:lnTo>
                  <a:pt x="7383" y="7300"/>
                </a:lnTo>
                <a:lnTo>
                  <a:pt x="7299" y="6871"/>
                </a:lnTo>
                <a:lnTo>
                  <a:pt x="7049" y="6037"/>
                </a:lnTo>
                <a:lnTo>
                  <a:pt x="6883" y="5656"/>
                </a:lnTo>
                <a:lnTo>
                  <a:pt x="6847" y="5585"/>
                </a:lnTo>
                <a:lnTo>
                  <a:pt x="6740" y="5502"/>
                </a:lnTo>
                <a:lnTo>
                  <a:pt x="6621" y="5466"/>
                </a:lnTo>
                <a:close/>
                <a:moveTo>
                  <a:pt x="4573" y="1"/>
                </a:moveTo>
                <a:lnTo>
                  <a:pt x="4335" y="84"/>
                </a:lnTo>
                <a:lnTo>
                  <a:pt x="4263" y="191"/>
                </a:lnTo>
                <a:lnTo>
                  <a:pt x="36" y="8657"/>
                </a:lnTo>
                <a:lnTo>
                  <a:pt x="1" y="8740"/>
                </a:lnTo>
                <a:lnTo>
                  <a:pt x="12" y="8895"/>
                </a:lnTo>
                <a:lnTo>
                  <a:pt x="48" y="8978"/>
                </a:lnTo>
                <a:lnTo>
                  <a:pt x="96" y="9038"/>
                </a:lnTo>
                <a:lnTo>
                  <a:pt x="239" y="9121"/>
                </a:lnTo>
                <a:lnTo>
                  <a:pt x="322" y="9133"/>
                </a:lnTo>
                <a:lnTo>
                  <a:pt x="8788" y="9133"/>
                </a:lnTo>
                <a:lnTo>
                  <a:pt x="8919" y="9109"/>
                </a:lnTo>
                <a:lnTo>
                  <a:pt x="9097" y="8931"/>
                </a:lnTo>
                <a:lnTo>
                  <a:pt x="9121" y="8800"/>
                </a:lnTo>
                <a:lnTo>
                  <a:pt x="9097" y="8669"/>
                </a:lnTo>
                <a:lnTo>
                  <a:pt x="8919" y="8490"/>
                </a:lnTo>
                <a:lnTo>
                  <a:pt x="8788" y="8478"/>
                </a:lnTo>
                <a:lnTo>
                  <a:pt x="858" y="8478"/>
                </a:lnTo>
                <a:lnTo>
                  <a:pt x="4847" y="489"/>
                </a:lnTo>
                <a:lnTo>
                  <a:pt x="4894" y="358"/>
                </a:lnTo>
                <a:lnTo>
                  <a:pt x="4811" y="120"/>
                </a:lnTo>
                <a:lnTo>
                  <a:pt x="4704" y="48"/>
                </a:lnTo>
                <a:lnTo>
                  <a:pt x="4573"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4" name="Google Shape;3244;p175"/>
          <p:cNvSpPr/>
          <p:nvPr/>
        </p:nvSpPr>
        <p:spPr>
          <a:xfrm>
            <a:off x="7109308" y="7490938"/>
            <a:ext cx="525272" cy="525272"/>
          </a:xfrm>
          <a:custGeom>
            <a:rect b="b" l="l" r="r" t="t"/>
            <a:pathLst>
              <a:path extrusionOk="0" h="10420" w="10420">
                <a:moveTo>
                  <a:pt x="6264" y="787"/>
                </a:moveTo>
                <a:lnTo>
                  <a:pt x="6514" y="846"/>
                </a:lnTo>
                <a:lnTo>
                  <a:pt x="7002" y="1025"/>
                </a:lnTo>
                <a:lnTo>
                  <a:pt x="7455" y="1251"/>
                </a:lnTo>
                <a:lnTo>
                  <a:pt x="7883" y="1525"/>
                </a:lnTo>
                <a:lnTo>
                  <a:pt x="8467" y="2013"/>
                </a:lnTo>
                <a:lnTo>
                  <a:pt x="8943" y="2596"/>
                </a:lnTo>
                <a:lnTo>
                  <a:pt x="9217" y="3037"/>
                </a:lnTo>
                <a:lnTo>
                  <a:pt x="9324" y="3263"/>
                </a:lnTo>
                <a:lnTo>
                  <a:pt x="4835" y="3263"/>
                </a:lnTo>
                <a:lnTo>
                  <a:pt x="6264" y="787"/>
                </a:lnTo>
                <a:close/>
                <a:moveTo>
                  <a:pt x="5395" y="656"/>
                </a:moveTo>
                <a:lnTo>
                  <a:pt x="5585" y="679"/>
                </a:lnTo>
                <a:lnTo>
                  <a:pt x="3335" y="4549"/>
                </a:lnTo>
                <a:lnTo>
                  <a:pt x="1906" y="2084"/>
                </a:lnTo>
                <a:lnTo>
                  <a:pt x="2227" y="1763"/>
                </a:lnTo>
                <a:lnTo>
                  <a:pt x="2966" y="1239"/>
                </a:lnTo>
                <a:lnTo>
                  <a:pt x="3799" y="870"/>
                </a:lnTo>
                <a:lnTo>
                  <a:pt x="4728" y="668"/>
                </a:lnTo>
                <a:lnTo>
                  <a:pt x="5216" y="656"/>
                </a:lnTo>
                <a:close/>
                <a:moveTo>
                  <a:pt x="1465" y="2632"/>
                </a:moveTo>
                <a:lnTo>
                  <a:pt x="3716" y="6514"/>
                </a:lnTo>
                <a:lnTo>
                  <a:pt x="846" y="6514"/>
                </a:lnTo>
                <a:lnTo>
                  <a:pt x="763" y="6204"/>
                </a:lnTo>
                <a:lnTo>
                  <a:pt x="668" y="5549"/>
                </a:lnTo>
                <a:lnTo>
                  <a:pt x="656" y="5216"/>
                </a:lnTo>
                <a:lnTo>
                  <a:pt x="668" y="4859"/>
                </a:lnTo>
                <a:lnTo>
                  <a:pt x="775" y="4168"/>
                </a:lnTo>
                <a:lnTo>
                  <a:pt x="977" y="3513"/>
                </a:lnTo>
                <a:lnTo>
                  <a:pt x="1275" y="2906"/>
                </a:lnTo>
                <a:lnTo>
                  <a:pt x="1465" y="2632"/>
                </a:lnTo>
                <a:close/>
                <a:moveTo>
                  <a:pt x="5966" y="3906"/>
                </a:moveTo>
                <a:lnTo>
                  <a:pt x="6716" y="5216"/>
                </a:lnTo>
                <a:lnTo>
                  <a:pt x="5966" y="6514"/>
                </a:lnTo>
                <a:lnTo>
                  <a:pt x="4466" y="6514"/>
                </a:lnTo>
                <a:lnTo>
                  <a:pt x="3716" y="5216"/>
                </a:lnTo>
                <a:lnTo>
                  <a:pt x="4466" y="3906"/>
                </a:lnTo>
                <a:close/>
                <a:moveTo>
                  <a:pt x="9586" y="3906"/>
                </a:moveTo>
                <a:lnTo>
                  <a:pt x="9669" y="4228"/>
                </a:lnTo>
                <a:lnTo>
                  <a:pt x="9764" y="4871"/>
                </a:lnTo>
                <a:lnTo>
                  <a:pt x="9776" y="5216"/>
                </a:lnTo>
                <a:lnTo>
                  <a:pt x="9764" y="5573"/>
                </a:lnTo>
                <a:lnTo>
                  <a:pt x="9657" y="6252"/>
                </a:lnTo>
                <a:lnTo>
                  <a:pt x="9443" y="6907"/>
                </a:lnTo>
                <a:lnTo>
                  <a:pt x="9145" y="7514"/>
                </a:lnTo>
                <a:lnTo>
                  <a:pt x="8967" y="7800"/>
                </a:lnTo>
                <a:lnTo>
                  <a:pt x="6716" y="3906"/>
                </a:lnTo>
                <a:close/>
                <a:moveTo>
                  <a:pt x="5585" y="7169"/>
                </a:moveTo>
                <a:lnTo>
                  <a:pt x="4156" y="9645"/>
                </a:lnTo>
                <a:lnTo>
                  <a:pt x="3906" y="9574"/>
                </a:lnTo>
                <a:lnTo>
                  <a:pt x="3418" y="9407"/>
                </a:lnTo>
                <a:lnTo>
                  <a:pt x="2966" y="9181"/>
                </a:lnTo>
                <a:lnTo>
                  <a:pt x="2537" y="8895"/>
                </a:lnTo>
                <a:lnTo>
                  <a:pt x="1966" y="8407"/>
                </a:lnTo>
                <a:lnTo>
                  <a:pt x="1477" y="7823"/>
                </a:lnTo>
                <a:lnTo>
                  <a:pt x="1215" y="7395"/>
                </a:lnTo>
                <a:lnTo>
                  <a:pt x="1096" y="7169"/>
                </a:lnTo>
                <a:close/>
                <a:moveTo>
                  <a:pt x="7097" y="5871"/>
                </a:moveTo>
                <a:lnTo>
                  <a:pt x="8526" y="8335"/>
                </a:lnTo>
                <a:lnTo>
                  <a:pt x="8205" y="8657"/>
                </a:lnTo>
                <a:lnTo>
                  <a:pt x="7455" y="9181"/>
                </a:lnTo>
                <a:lnTo>
                  <a:pt x="6621" y="9562"/>
                </a:lnTo>
                <a:lnTo>
                  <a:pt x="5692" y="9752"/>
                </a:lnTo>
                <a:lnTo>
                  <a:pt x="5216" y="9776"/>
                </a:lnTo>
                <a:lnTo>
                  <a:pt x="5026" y="9764"/>
                </a:lnTo>
                <a:lnTo>
                  <a:pt x="4847" y="9752"/>
                </a:lnTo>
                <a:lnTo>
                  <a:pt x="7097" y="5871"/>
                </a:lnTo>
                <a:close/>
                <a:moveTo>
                  <a:pt x="5216" y="1"/>
                </a:moveTo>
                <a:lnTo>
                  <a:pt x="4680" y="25"/>
                </a:lnTo>
                <a:lnTo>
                  <a:pt x="3656" y="227"/>
                </a:lnTo>
                <a:lnTo>
                  <a:pt x="2728" y="620"/>
                </a:lnTo>
                <a:lnTo>
                  <a:pt x="1894" y="1191"/>
                </a:lnTo>
                <a:lnTo>
                  <a:pt x="1192" y="1894"/>
                </a:lnTo>
                <a:lnTo>
                  <a:pt x="620" y="2727"/>
                </a:lnTo>
                <a:lnTo>
                  <a:pt x="227" y="3656"/>
                </a:lnTo>
                <a:lnTo>
                  <a:pt x="25" y="4680"/>
                </a:lnTo>
                <a:lnTo>
                  <a:pt x="1" y="5216"/>
                </a:lnTo>
                <a:lnTo>
                  <a:pt x="25" y="5752"/>
                </a:lnTo>
                <a:lnTo>
                  <a:pt x="227" y="6764"/>
                </a:lnTo>
                <a:lnTo>
                  <a:pt x="620" y="7704"/>
                </a:lnTo>
                <a:lnTo>
                  <a:pt x="1192" y="8526"/>
                </a:lnTo>
                <a:lnTo>
                  <a:pt x="1894" y="9240"/>
                </a:lnTo>
                <a:lnTo>
                  <a:pt x="2728" y="9800"/>
                </a:lnTo>
                <a:lnTo>
                  <a:pt x="3656" y="10193"/>
                </a:lnTo>
                <a:lnTo>
                  <a:pt x="4680" y="10407"/>
                </a:lnTo>
                <a:lnTo>
                  <a:pt x="5216" y="10419"/>
                </a:lnTo>
                <a:lnTo>
                  <a:pt x="5752" y="10407"/>
                </a:lnTo>
                <a:lnTo>
                  <a:pt x="6764" y="10193"/>
                </a:lnTo>
                <a:lnTo>
                  <a:pt x="7705" y="9800"/>
                </a:lnTo>
                <a:lnTo>
                  <a:pt x="8526" y="9240"/>
                </a:lnTo>
                <a:lnTo>
                  <a:pt x="9241" y="8526"/>
                </a:lnTo>
                <a:lnTo>
                  <a:pt x="9800" y="7704"/>
                </a:lnTo>
                <a:lnTo>
                  <a:pt x="10193" y="6764"/>
                </a:lnTo>
                <a:lnTo>
                  <a:pt x="10407" y="5752"/>
                </a:lnTo>
                <a:lnTo>
                  <a:pt x="10419" y="5216"/>
                </a:lnTo>
                <a:lnTo>
                  <a:pt x="10407" y="4680"/>
                </a:lnTo>
                <a:lnTo>
                  <a:pt x="10193" y="3656"/>
                </a:lnTo>
                <a:lnTo>
                  <a:pt x="9800" y="2727"/>
                </a:lnTo>
                <a:lnTo>
                  <a:pt x="9241" y="1894"/>
                </a:lnTo>
                <a:lnTo>
                  <a:pt x="8526" y="1191"/>
                </a:lnTo>
                <a:lnTo>
                  <a:pt x="7705" y="620"/>
                </a:lnTo>
                <a:lnTo>
                  <a:pt x="6764" y="227"/>
                </a:lnTo>
                <a:lnTo>
                  <a:pt x="5752" y="25"/>
                </a:lnTo>
                <a:lnTo>
                  <a:pt x="5216"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5" name="Google Shape;3245;p175"/>
          <p:cNvSpPr/>
          <p:nvPr/>
        </p:nvSpPr>
        <p:spPr>
          <a:xfrm>
            <a:off x="1088575" y="7490938"/>
            <a:ext cx="459790" cy="525272"/>
          </a:xfrm>
          <a:custGeom>
            <a:rect b="b" l="l" r="r" t="t"/>
            <a:pathLst>
              <a:path extrusionOk="0" h="10420" w="9121">
                <a:moveTo>
                  <a:pt x="5013" y="656"/>
                </a:moveTo>
                <a:lnTo>
                  <a:pt x="5847" y="727"/>
                </a:lnTo>
                <a:lnTo>
                  <a:pt x="6609" y="834"/>
                </a:lnTo>
                <a:lnTo>
                  <a:pt x="7275" y="1001"/>
                </a:lnTo>
                <a:lnTo>
                  <a:pt x="7561" y="1096"/>
                </a:lnTo>
                <a:lnTo>
                  <a:pt x="7823" y="1191"/>
                </a:lnTo>
                <a:lnTo>
                  <a:pt x="8216" y="1394"/>
                </a:lnTo>
                <a:lnTo>
                  <a:pt x="8347" y="1501"/>
                </a:lnTo>
                <a:lnTo>
                  <a:pt x="8454" y="1608"/>
                </a:lnTo>
                <a:lnTo>
                  <a:pt x="8466" y="1644"/>
                </a:lnTo>
                <a:lnTo>
                  <a:pt x="8466" y="3716"/>
                </a:lnTo>
                <a:lnTo>
                  <a:pt x="8228" y="3870"/>
                </a:lnTo>
                <a:lnTo>
                  <a:pt x="7525" y="4168"/>
                </a:lnTo>
                <a:lnTo>
                  <a:pt x="7073" y="4287"/>
                </a:lnTo>
                <a:lnTo>
                  <a:pt x="6525" y="4406"/>
                </a:lnTo>
                <a:lnTo>
                  <a:pt x="5263" y="4549"/>
                </a:lnTo>
                <a:lnTo>
                  <a:pt x="4561" y="4561"/>
                </a:lnTo>
                <a:lnTo>
                  <a:pt x="3858" y="4549"/>
                </a:lnTo>
                <a:lnTo>
                  <a:pt x="2608" y="4406"/>
                </a:lnTo>
                <a:lnTo>
                  <a:pt x="2060" y="4287"/>
                </a:lnTo>
                <a:lnTo>
                  <a:pt x="1608" y="4168"/>
                </a:lnTo>
                <a:lnTo>
                  <a:pt x="893" y="3870"/>
                </a:lnTo>
                <a:lnTo>
                  <a:pt x="655" y="3716"/>
                </a:lnTo>
                <a:lnTo>
                  <a:pt x="655" y="1644"/>
                </a:lnTo>
                <a:lnTo>
                  <a:pt x="679" y="1596"/>
                </a:lnTo>
                <a:lnTo>
                  <a:pt x="786" y="1501"/>
                </a:lnTo>
                <a:lnTo>
                  <a:pt x="905" y="1394"/>
                </a:lnTo>
                <a:lnTo>
                  <a:pt x="1298" y="1191"/>
                </a:lnTo>
                <a:lnTo>
                  <a:pt x="1560" y="1096"/>
                </a:lnTo>
                <a:lnTo>
                  <a:pt x="1846" y="1001"/>
                </a:lnTo>
                <a:lnTo>
                  <a:pt x="2513" y="834"/>
                </a:lnTo>
                <a:lnTo>
                  <a:pt x="3275" y="727"/>
                </a:lnTo>
                <a:lnTo>
                  <a:pt x="4108" y="656"/>
                </a:lnTo>
                <a:close/>
                <a:moveTo>
                  <a:pt x="8466" y="4478"/>
                </a:moveTo>
                <a:lnTo>
                  <a:pt x="8466" y="6311"/>
                </a:lnTo>
                <a:lnTo>
                  <a:pt x="8228" y="6478"/>
                </a:lnTo>
                <a:lnTo>
                  <a:pt x="7525" y="6764"/>
                </a:lnTo>
                <a:lnTo>
                  <a:pt x="7061" y="6895"/>
                </a:lnTo>
                <a:lnTo>
                  <a:pt x="6525" y="7014"/>
                </a:lnTo>
                <a:lnTo>
                  <a:pt x="5263" y="7157"/>
                </a:lnTo>
                <a:lnTo>
                  <a:pt x="4561" y="7169"/>
                </a:lnTo>
                <a:lnTo>
                  <a:pt x="3858" y="7157"/>
                </a:lnTo>
                <a:lnTo>
                  <a:pt x="2596" y="7014"/>
                </a:lnTo>
                <a:lnTo>
                  <a:pt x="2060" y="6895"/>
                </a:lnTo>
                <a:lnTo>
                  <a:pt x="1608" y="6764"/>
                </a:lnTo>
                <a:lnTo>
                  <a:pt x="893" y="6478"/>
                </a:lnTo>
                <a:lnTo>
                  <a:pt x="655" y="6311"/>
                </a:lnTo>
                <a:lnTo>
                  <a:pt x="655" y="4478"/>
                </a:lnTo>
                <a:lnTo>
                  <a:pt x="929" y="4609"/>
                </a:lnTo>
                <a:lnTo>
                  <a:pt x="1548" y="4823"/>
                </a:lnTo>
                <a:lnTo>
                  <a:pt x="1905" y="4918"/>
                </a:lnTo>
                <a:lnTo>
                  <a:pt x="2489" y="5049"/>
                </a:lnTo>
                <a:lnTo>
                  <a:pt x="3834" y="5204"/>
                </a:lnTo>
                <a:lnTo>
                  <a:pt x="4561" y="5216"/>
                </a:lnTo>
                <a:lnTo>
                  <a:pt x="5287" y="5204"/>
                </a:lnTo>
                <a:lnTo>
                  <a:pt x="6632" y="5049"/>
                </a:lnTo>
                <a:lnTo>
                  <a:pt x="7228" y="4918"/>
                </a:lnTo>
                <a:lnTo>
                  <a:pt x="7573" y="4823"/>
                </a:lnTo>
                <a:lnTo>
                  <a:pt x="8192" y="4609"/>
                </a:lnTo>
                <a:lnTo>
                  <a:pt x="8466" y="4478"/>
                </a:lnTo>
                <a:close/>
                <a:moveTo>
                  <a:pt x="8466" y="7073"/>
                </a:moveTo>
                <a:lnTo>
                  <a:pt x="8466" y="8788"/>
                </a:lnTo>
                <a:lnTo>
                  <a:pt x="8442" y="8824"/>
                </a:lnTo>
                <a:lnTo>
                  <a:pt x="8335" y="8931"/>
                </a:lnTo>
                <a:lnTo>
                  <a:pt x="8216" y="9026"/>
                </a:lnTo>
                <a:lnTo>
                  <a:pt x="7823" y="9228"/>
                </a:lnTo>
                <a:lnTo>
                  <a:pt x="7561" y="9336"/>
                </a:lnTo>
                <a:lnTo>
                  <a:pt x="7275" y="9431"/>
                </a:lnTo>
                <a:lnTo>
                  <a:pt x="6609" y="9586"/>
                </a:lnTo>
                <a:lnTo>
                  <a:pt x="5847" y="9705"/>
                </a:lnTo>
                <a:lnTo>
                  <a:pt x="5001" y="9764"/>
                </a:lnTo>
                <a:lnTo>
                  <a:pt x="4561" y="9776"/>
                </a:lnTo>
                <a:lnTo>
                  <a:pt x="4108" y="9764"/>
                </a:lnTo>
                <a:lnTo>
                  <a:pt x="3275" y="9705"/>
                </a:lnTo>
                <a:lnTo>
                  <a:pt x="2513" y="9586"/>
                </a:lnTo>
                <a:lnTo>
                  <a:pt x="1846" y="9431"/>
                </a:lnTo>
                <a:lnTo>
                  <a:pt x="1560" y="9336"/>
                </a:lnTo>
                <a:lnTo>
                  <a:pt x="1286" y="9228"/>
                </a:lnTo>
                <a:lnTo>
                  <a:pt x="905" y="9026"/>
                </a:lnTo>
                <a:lnTo>
                  <a:pt x="786" y="8931"/>
                </a:lnTo>
                <a:lnTo>
                  <a:pt x="774" y="8931"/>
                </a:lnTo>
                <a:lnTo>
                  <a:pt x="667" y="8824"/>
                </a:lnTo>
                <a:lnTo>
                  <a:pt x="655" y="8788"/>
                </a:lnTo>
                <a:lnTo>
                  <a:pt x="655" y="7073"/>
                </a:lnTo>
                <a:lnTo>
                  <a:pt x="929" y="7204"/>
                </a:lnTo>
                <a:lnTo>
                  <a:pt x="1548" y="7431"/>
                </a:lnTo>
                <a:lnTo>
                  <a:pt x="1893" y="7526"/>
                </a:lnTo>
                <a:lnTo>
                  <a:pt x="2489" y="7657"/>
                </a:lnTo>
                <a:lnTo>
                  <a:pt x="3834" y="7812"/>
                </a:lnTo>
                <a:lnTo>
                  <a:pt x="4561" y="7823"/>
                </a:lnTo>
                <a:lnTo>
                  <a:pt x="5287" y="7812"/>
                </a:lnTo>
                <a:lnTo>
                  <a:pt x="6632" y="7657"/>
                </a:lnTo>
                <a:lnTo>
                  <a:pt x="7216" y="7526"/>
                </a:lnTo>
                <a:lnTo>
                  <a:pt x="7573" y="7431"/>
                </a:lnTo>
                <a:lnTo>
                  <a:pt x="8192" y="7204"/>
                </a:lnTo>
                <a:lnTo>
                  <a:pt x="8466" y="7073"/>
                </a:lnTo>
                <a:close/>
                <a:moveTo>
                  <a:pt x="4561" y="1"/>
                </a:moveTo>
                <a:lnTo>
                  <a:pt x="4096" y="13"/>
                </a:lnTo>
                <a:lnTo>
                  <a:pt x="3203" y="72"/>
                </a:lnTo>
                <a:lnTo>
                  <a:pt x="2382" y="203"/>
                </a:lnTo>
                <a:lnTo>
                  <a:pt x="1655" y="370"/>
                </a:lnTo>
                <a:lnTo>
                  <a:pt x="1036" y="596"/>
                </a:lnTo>
                <a:lnTo>
                  <a:pt x="548" y="858"/>
                </a:lnTo>
                <a:lnTo>
                  <a:pt x="203" y="1144"/>
                </a:lnTo>
                <a:lnTo>
                  <a:pt x="24" y="1465"/>
                </a:lnTo>
                <a:lnTo>
                  <a:pt x="0" y="1632"/>
                </a:lnTo>
                <a:lnTo>
                  <a:pt x="0" y="8800"/>
                </a:lnTo>
                <a:lnTo>
                  <a:pt x="24" y="8967"/>
                </a:lnTo>
                <a:lnTo>
                  <a:pt x="203" y="9276"/>
                </a:lnTo>
                <a:lnTo>
                  <a:pt x="548" y="9574"/>
                </a:lnTo>
                <a:lnTo>
                  <a:pt x="1036" y="9836"/>
                </a:lnTo>
                <a:lnTo>
                  <a:pt x="1655" y="10050"/>
                </a:lnTo>
                <a:lnTo>
                  <a:pt x="2382" y="10229"/>
                </a:lnTo>
                <a:lnTo>
                  <a:pt x="3203" y="10348"/>
                </a:lnTo>
                <a:lnTo>
                  <a:pt x="4096" y="10419"/>
                </a:lnTo>
                <a:lnTo>
                  <a:pt x="5025" y="10419"/>
                </a:lnTo>
                <a:lnTo>
                  <a:pt x="5918" y="10348"/>
                </a:lnTo>
                <a:lnTo>
                  <a:pt x="6740" y="10229"/>
                </a:lnTo>
                <a:lnTo>
                  <a:pt x="7466" y="10050"/>
                </a:lnTo>
                <a:lnTo>
                  <a:pt x="8085" y="9836"/>
                </a:lnTo>
                <a:lnTo>
                  <a:pt x="8573" y="9574"/>
                </a:lnTo>
                <a:lnTo>
                  <a:pt x="8918" y="9276"/>
                </a:lnTo>
                <a:lnTo>
                  <a:pt x="9097" y="8967"/>
                </a:lnTo>
                <a:lnTo>
                  <a:pt x="9121" y="8800"/>
                </a:lnTo>
                <a:lnTo>
                  <a:pt x="9121" y="1632"/>
                </a:lnTo>
                <a:lnTo>
                  <a:pt x="9097" y="1465"/>
                </a:lnTo>
                <a:lnTo>
                  <a:pt x="8918" y="1144"/>
                </a:lnTo>
                <a:lnTo>
                  <a:pt x="8573" y="858"/>
                </a:lnTo>
                <a:lnTo>
                  <a:pt x="8085" y="596"/>
                </a:lnTo>
                <a:lnTo>
                  <a:pt x="7466" y="370"/>
                </a:lnTo>
                <a:lnTo>
                  <a:pt x="6740" y="203"/>
                </a:lnTo>
                <a:lnTo>
                  <a:pt x="5918" y="72"/>
                </a:lnTo>
                <a:lnTo>
                  <a:pt x="5025" y="13"/>
                </a:lnTo>
                <a:lnTo>
                  <a:pt x="4561"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6" name="Google Shape;3246;p175"/>
          <p:cNvSpPr/>
          <p:nvPr/>
        </p:nvSpPr>
        <p:spPr>
          <a:xfrm>
            <a:off x="9127258" y="7523956"/>
            <a:ext cx="525222" cy="459840"/>
          </a:xfrm>
          <a:custGeom>
            <a:rect b="b" l="l" r="r" t="t"/>
            <a:pathLst>
              <a:path extrusionOk="0" h="9122" w="10419">
                <a:moveTo>
                  <a:pt x="2286" y="1"/>
                </a:moveTo>
                <a:lnTo>
                  <a:pt x="2155" y="13"/>
                </a:lnTo>
                <a:lnTo>
                  <a:pt x="1977" y="191"/>
                </a:lnTo>
                <a:lnTo>
                  <a:pt x="1953" y="322"/>
                </a:lnTo>
                <a:lnTo>
                  <a:pt x="1977" y="453"/>
                </a:lnTo>
                <a:lnTo>
                  <a:pt x="2155" y="632"/>
                </a:lnTo>
                <a:lnTo>
                  <a:pt x="2286" y="656"/>
                </a:lnTo>
                <a:lnTo>
                  <a:pt x="4239" y="656"/>
                </a:lnTo>
                <a:lnTo>
                  <a:pt x="4358" y="632"/>
                </a:lnTo>
                <a:lnTo>
                  <a:pt x="4537" y="453"/>
                </a:lnTo>
                <a:lnTo>
                  <a:pt x="4561" y="322"/>
                </a:lnTo>
                <a:lnTo>
                  <a:pt x="4537" y="191"/>
                </a:lnTo>
                <a:lnTo>
                  <a:pt x="4358" y="13"/>
                </a:lnTo>
                <a:lnTo>
                  <a:pt x="4239" y="1"/>
                </a:lnTo>
                <a:close/>
                <a:moveTo>
                  <a:pt x="6192" y="1"/>
                </a:moveTo>
                <a:lnTo>
                  <a:pt x="6061" y="13"/>
                </a:lnTo>
                <a:lnTo>
                  <a:pt x="5882" y="191"/>
                </a:lnTo>
                <a:lnTo>
                  <a:pt x="5858" y="322"/>
                </a:lnTo>
                <a:lnTo>
                  <a:pt x="5882" y="453"/>
                </a:lnTo>
                <a:lnTo>
                  <a:pt x="6061" y="632"/>
                </a:lnTo>
                <a:lnTo>
                  <a:pt x="6192" y="656"/>
                </a:lnTo>
                <a:lnTo>
                  <a:pt x="8145" y="656"/>
                </a:lnTo>
                <a:lnTo>
                  <a:pt x="8276" y="632"/>
                </a:lnTo>
                <a:lnTo>
                  <a:pt x="8442" y="453"/>
                </a:lnTo>
                <a:lnTo>
                  <a:pt x="8466" y="322"/>
                </a:lnTo>
                <a:lnTo>
                  <a:pt x="8442" y="191"/>
                </a:lnTo>
                <a:lnTo>
                  <a:pt x="8276" y="13"/>
                </a:lnTo>
                <a:lnTo>
                  <a:pt x="8145" y="1"/>
                </a:lnTo>
                <a:close/>
                <a:moveTo>
                  <a:pt x="5858" y="1953"/>
                </a:moveTo>
                <a:lnTo>
                  <a:pt x="5858" y="4561"/>
                </a:lnTo>
                <a:lnTo>
                  <a:pt x="4561" y="4561"/>
                </a:lnTo>
                <a:lnTo>
                  <a:pt x="4561" y="1953"/>
                </a:lnTo>
                <a:close/>
                <a:moveTo>
                  <a:pt x="3906" y="1953"/>
                </a:moveTo>
                <a:lnTo>
                  <a:pt x="3906" y="8133"/>
                </a:lnTo>
                <a:lnTo>
                  <a:pt x="3894" y="8264"/>
                </a:lnTo>
                <a:lnTo>
                  <a:pt x="3715" y="8443"/>
                </a:lnTo>
                <a:lnTo>
                  <a:pt x="3584" y="8466"/>
                </a:lnTo>
                <a:lnTo>
                  <a:pt x="977" y="8466"/>
                </a:lnTo>
                <a:lnTo>
                  <a:pt x="846" y="8443"/>
                </a:lnTo>
                <a:lnTo>
                  <a:pt x="667" y="8276"/>
                </a:lnTo>
                <a:lnTo>
                  <a:pt x="655" y="8145"/>
                </a:lnTo>
                <a:lnTo>
                  <a:pt x="655" y="7585"/>
                </a:lnTo>
                <a:lnTo>
                  <a:pt x="679" y="7109"/>
                </a:lnTo>
                <a:lnTo>
                  <a:pt x="798" y="6252"/>
                </a:lnTo>
                <a:lnTo>
                  <a:pt x="1108" y="5168"/>
                </a:lnTo>
                <a:lnTo>
                  <a:pt x="1346" y="4513"/>
                </a:lnTo>
                <a:lnTo>
                  <a:pt x="1560" y="3942"/>
                </a:lnTo>
                <a:lnTo>
                  <a:pt x="1822" y="3001"/>
                </a:lnTo>
                <a:lnTo>
                  <a:pt x="1929" y="2322"/>
                </a:lnTo>
                <a:lnTo>
                  <a:pt x="1953" y="1953"/>
                </a:lnTo>
                <a:close/>
                <a:moveTo>
                  <a:pt x="8466" y="1953"/>
                </a:moveTo>
                <a:lnTo>
                  <a:pt x="8466" y="1965"/>
                </a:lnTo>
                <a:lnTo>
                  <a:pt x="8490" y="2334"/>
                </a:lnTo>
                <a:lnTo>
                  <a:pt x="8597" y="3001"/>
                </a:lnTo>
                <a:lnTo>
                  <a:pt x="8859" y="3930"/>
                </a:lnTo>
                <a:lnTo>
                  <a:pt x="9073" y="4513"/>
                </a:lnTo>
                <a:lnTo>
                  <a:pt x="9311" y="5168"/>
                </a:lnTo>
                <a:lnTo>
                  <a:pt x="9621" y="6252"/>
                </a:lnTo>
                <a:lnTo>
                  <a:pt x="9740" y="7097"/>
                </a:lnTo>
                <a:lnTo>
                  <a:pt x="9764" y="7573"/>
                </a:lnTo>
                <a:lnTo>
                  <a:pt x="9764" y="8145"/>
                </a:lnTo>
                <a:lnTo>
                  <a:pt x="9776" y="8145"/>
                </a:lnTo>
                <a:lnTo>
                  <a:pt x="9752" y="8264"/>
                </a:lnTo>
                <a:lnTo>
                  <a:pt x="9573" y="8443"/>
                </a:lnTo>
                <a:lnTo>
                  <a:pt x="9442" y="8466"/>
                </a:lnTo>
                <a:lnTo>
                  <a:pt x="6835" y="8466"/>
                </a:lnTo>
                <a:lnTo>
                  <a:pt x="6704" y="8443"/>
                </a:lnTo>
                <a:lnTo>
                  <a:pt x="6537" y="8264"/>
                </a:lnTo>
                <a:lnTo>
                  <a:pt x="6513" y="8145"/>
                </a:lnTo>
                <a:lnTo>
                  <a:pt x="6513" y="1953"/>
                </a:lnTo>
                <a:close/>
                <a:moveTo>
                  <a:pt x="1953" y="1298"/>
                </a:moveTo>
                <a:lnTo>
                  <a:pt x="1822" y="1310"/>
                </a:lnTo>
                <a:lnTo>
                  <a:pt x="1596" y="1406"/>
                </a:lnTo>
                <a:lnTo>
                  <a:pt x="1417" y="1584"/>
                </a:lnTo>
                <a:lnTo>
                  <a:pt x="1310" y="1822"/>
                </a:lnTo>
                <a:lnTo>
                  <a:pt x="1298" y="1953"/>
                </a:lnTo>
                <a:lnTo>
                  <a:pt x="1286" y="2311"/>
                </a:lnTo>
                <a:lnTo>
                  <a:pt x="1167" y="2954"/>
                </a:lnTo>
                <a:lnTo>
                  <a:pt x="893" y="3870"/>
                </a:lnTo>
                <a:lnTo>
                  <a:pt x="429" y="5121"/>
                </a:lnTo>
                <a:lnTo>
                  <a:pt x="143" y="6228"/>
                </a:lnTo>
                <a:lnTo>
                  <a:pt x="36" y="7085"/>
                </a:lnTo>
                <a:lnTo>
                  <a:pt x="12" y="7573"/>
                </a:lnTo>
                <a:lnTo>
                  <a:pt x="0" y="8145"/>
                </a:lnTo>
                <a:lnTo>
                  <a:pt x="12" y="8335"/>
                </a:lnTo>
                <a:lnTo>
                  <a:pt x="167" y="8693"/>
                </a:lnTo>
                <a:lnTo>
                  <a:pt x="429" y="8954"/>
                </a:lnTo>
                <a:lnTo>
                  <a:pt x="774" y="9097"/>
                </a:lnTo>
                <a:lnTo>
                  <a:pt x="977" y="9121"/>
                </a:lnTo>
                <a:lnTo>
                  <a:pt x="3584" y="9121"/>
                </a:lnTo>
                <a:lnTo>
                  <a:pt x="3787" y="9097"/>
                </a:lnTo>
                <a:lnTo>
                  <a:pt x="4132" y="8954"/>
                </a:lnTo>
                <a:lnTo>
                  <a:pt x="4394" y="8693"/>
                </a:lnTo>
                <a:lnTo>
                  <a:pt x="4549" y="8335"/>
                </a:lnTo>
                <a:lnTo>
                  <a:pt x="4561" y="8145"/>
                </a:lnTo>
                <a:lnTo>
                  <a:pt x="4561" y="5204"/>
                </a:lnTo>
                <a:lnTo>
                  <a:pt x="5858" y="5204"/>
                </a:lnTo>
                <a:lnTo>
                  <a:pt x="5858" y="8145"/>
                </a:lnTo>
                <a:lnTo>
                  <a:pt x="5870" y="8335"/>
                </a:lnTo>
                <a:lnTo>
                  <a:pt x="6025" y="8693"/>
                </a:lnTo>
                <a:lnTo>
                  <a:pt x="6287" y="8954"/>
                </a:lnTo>
                <a:lnTo>
                  <a:pt x="6644" y="9097"/>
                </a:lnTo>
                <a:lnTo>
                  <a:pt x="6835" y="9121"/>
                </a:lnTo>
                <a:lnTo>
                  <a:pt x="9442" y="9121"/>
                </a:lnTo>
                <a:lnTo>
                  <a:pt x="9645" y="9097"/>
                </a:lnTo>
                <a:lnTo>
                  <a:pt x="9990" y="8954"/>
                </a:lnTo>
                <a:lnTo>
                  <a:pt x="10252" y="8693"/>
                </a:lnTo>
                <a:lnTo>
                  <a:pt x="10407" y="8335"/>
                </a:lnTo>
                <a:lnTo>
                  <a:pt x="10419" y="8145"/>
                </a:lnTo>
                <a:lnTo>
                  <a:pt x="10419" y="7573"/>
                </a:lnTo>
                <a:lnTo>
                  <a:pt x="10395" y="7085"/>
                </a:lnTo>
                <a:lnTo>
                  <a:pt x="10276" y="6228"/>
                </a:lnTo>
                <a:lnTo>
                  <a:pt x="9990" y="5121"/>
                </a:lnTo>
                <a:lnTo>
                  <a:pt x="9526" y="3870"/>
                </a:lnTo>
                <a:lnTo>
                  <a:pt x="9252" y="2954"/>
                </a:lnTo>
                <a:lnTo>
                  <a:pt x="9145" y="2311"/>
                </a:lnTo>
                <a:lnTo>
                  <a:pt x="9121" y="1953"/>
                </a:lnTo>
                <a:lnTo>
                  <a:pt x="9109" y="1822"/>
                </a:lnTo>
                <a:lnTo>
                  <a:pt x="9002" y="1584"/>
                </a:lnTo>
                <a:lnTo>
                  <a:pt x="8835" y="1406"/>
                </a:lnTo>
                <a:lnTo>
                  <a:pt x="8597" y="1310"/>
                </a:lnTo>
                <a:lnTo>
                  <a:pt x="8466"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7" name="Google Shape;3247;p175"/>
          <p:cNvSpPr/>
          <p:nvPr/>
        </p:nvSpPr>
        <p:spPr>
          <a:xfrm>
            <a:off x="10136208" y="7490938"/>
            <a:ext cx="525222" cy="525877"/>
          </a:xfrm>
          <a:custGeom>
            <a:rect b="b" l="l" r="r" t="t"/>
            <a:pathLst>
              <a:path extrusionOk="0" h="10432" w="10419">
                <a:moveTo>
                  <a:pt x="6573" y="1965"/>
                </a:moveTo>
                <a:lnTo>
                  <a:pt x="6395" y="2037"/>
                </a:lnTo>
                <a:lnTo>
                  <a:pt x="6264" y="2168"/>
                </a:lnTo>
                <a:lnTo>
                  <a:pt x="6192" y="2346"/>
                </a:lnTo>
                <a:lnTo>
                  <a:pt x="6192" y="2454"/>
                </a:lnTo>
                <a:lnTo>
                  <a:pt x="6192" y="2549"/>
                </a:lnTo>
                <a:lnTo>
                  <a:pt x="6264" y="2727"/>
                </a:lnTo>
                <a:lnTo>
                  <a:pt x="6395" y="2858"/>
                </a:lnTo>
                <a:lnTo>
                  <a:pt x="6573" y="2930"/>
                </a:lnTo>
                <a:lnTo>
                  <a:pt x="6680" y="2942"/>
                </a:lnTo>
                <a:lnTo>
                  <a:pt x="6776" y="2930"/>
                </a:lnTo>
                <a:lnTo>
                  <a:pt x="6954" y="2858"/>
                </a:lnTo>
                <a:lnTo>
                  <a:pt x="7085" y="2727"/>
                </a:lnTo>
                <a:lnTo>
                  <a:pt x="7157" y="2549"/>
                </a:lnTo>
                <a:lnTo>
                  <a:pt x="7168" y="2454"/>
                </a:lnTo>
                <a:lnTo>
                  <a:pt x="7157" y="2346"/>
                </a:lnTo>
                <a:lnTo>
                  <a:pt x="7085" y="2168"/>
                </a:lnTo>
                <a:lnTo>
                  <a:pt x="6954" y="2037"/>
                </a:lnTo>
                <a:lnTo>
                  <a:pt x="6776" y="1965"/>
                </a:lnTo>
                <a:close/>
                <a:moveTo>
                  <a:pt x="8788" y="2215"/>
                </a:moveTo>
                <a:lnTo>
                  <a:pt x="9466" y="2608"/>
                </a:lnTo>
                <a:lnTo>
                  <a:pt x="8788" y="3013"/>
                </a:lnTo>
                <a:lnTo>
                  <a:pt x="8788" y="2215"/>
                </a:lnTo>
                <a:close/>
                <a:moveTo>
                  <a:pt x="6680" y="656"/>
                </a:moveTo>
                <a:lnTo>
                  <a:pt x="6823" y="668"/>
                </a:lnTo>
                <a:lnTo>
                  <a:pt x="7109" y="715"/>
                </a:lnTo>
                <a:lnTo>
                  <a:pt x="7502" y="906"/>
                </a:lnTo>
                <a:lnTo>
                  <a:pt x="7895" y="1299"/>
                </a:lnTo>
                <a:lnTo>
                  <a:pt x="8073" y="1680"/>
                </a:lnTo>
                <a:lnTo>
                  <a:pt x="8133" y="1965"/>
                </a:lnTo>
                <a:lnTo>
                  <a:pt x="8145" y="2120"/>
                </a:lnTo>
                <a:lnTo>
                  <a:pt x="8145" y="4073"/>
                </a:lnTo>
                <a:lnTo>
                  <a:pt x="8133" y="4454"/>
                </a:lnTo>
                <a:lnTo>
                  <a:pt x="7978" y="5192"/>
                </a:lnTo>
                <a:lnTo>
                  <a:pt x="7692" y="5859"/>
                </a:lnTo>
                <a:lnTo>
                  <a:pt x="7288" y="6454"/>
                </a:lnTo>
                <a:lnTo>
                  <a:pt x="6776" y="6966"/>
                </a:lnTo>
                <a:lnTo>
                  <a:pt x="6180" y="7371"/>
                </a:lnTo>
                <a:lnTo>
                  <a:pt x="5513" y="7657"/>
                </a:lnTo>
                <a:lnTo>
                  <a:pt x="4775" y="7812"/>
                </a:lnTo>
                <a:lnTo>
                  <a:pt x="4394" y="7823"/>
                </a:lnTo>
                <a:lnTo>
                  <a:pt x="4013" y="7812"/>
                </a:lnTo>
                <a:lnTo>
                  <a:pt x="3275" y="7657"/>
                </a:lnTo>
                <a:lnTo>
                  <a:pt x="2608" y="7371"/>
                </a:lnTo>
                <a:lnTo>
                  <a:pt x="2013" y="6966"/>
                </a:lnTo>
                <a:lnTo>
                  <a:pt x="1501" y="6454"/>
                </a:lnTo>
                <a:lnTo>
                  <a:pt x="1096" y="5859"/>
                </a:lnTo>
                <a:lnTo>
                  <a:pt x="810" y="5192"/>
                </a:lnTo>
                <a:lnTo>
                  <a:pt x="667" y="4454"/>
                </a:lnTo>
                <a:lnTo>
                  <a:pt x="655" y="4073"/>
                </a:lnTo>
                <a:lnTo>
                  <a:pt x="655" y="3918"/>
                </a:lnTo>
                <a:lnTo>
                  <a:pt x="3906" y="3918"/>
                </a:lnTo>
                <a:lnTo>
                  <a:pt x="4180" y="3894"/>
                </a:lnTo>
                <a:lnTo>
                  <a:pt x="4644" y="3692"/>
                </a:lnTo>
                <a:lnTo>
                  <a:pt x="4990" y="3347"/>
                </a:lnTo>
                <a:lnTo>
                  <a:pt x="5192" y="2870"/>
                </a:lnTo>
                <a:lnTo>
                  <a:pt x="5216" y="2608"/>
                </a:lnTo>
                <a:lnTo>
                  <a:pt x="5216" y="2120"/>
                </a:lnTo>
                <a:lnTo>
                  <a:pt x="5216" y="1965"/>
                </a:lnTo>
                <a:lnTo>
                  <a:pt x="5275" y="1680"/>
                </a:lnTo>
                <a:lnTo>
                  <a:pt x="5454" y="1299"/>
                </a:lnTo>
                <a:lnTo>
                  <a:pt x="5847" y="906"/>
                </a:lnTo>
                <a:lnTo>
                  <a:pt x="6240" y="715"/>
                </a:lnTo>
                <a:lnTo>
                  <a:pt x="6526" y="668"/>
                </a:lnTo>
                <a:lnTo>
                  <a:pt x="6680" y="656"/>
                </a:lnTo>
                <a:close/>
                <a:moveTo>
                  <a:pt x="6680" y="1"/>
                </a:moveTo>
                <a:lnTo>
                  <a:pt x="6454" y="13"/>
                </a:lnTo>
                <a:lnTo>
                  <a:pt x="6049" y="96"/>
                </a:lnTo>
                <a:lnTo>
                  <a:pt x="5668" y="251"/>
                </a:lnTo>
                <a:lnTo>
                  <a:pt x="5323" y="489"/>
                </a:lnTo>
                <a:lnTo>
                  <a:pt x="5037" y="775"/>
                </a:lnTo>
                <a:lnTo>
                  <a:pt x="4811" y="1108"/>
                </a:lnTo>
                <a:lnTo>
                  <a:pt x="4644" y="1489"/>
                </a:lnTo>
                <a:lnTo>
                  <a:pt x="4561" y="1906"/>
                </a:lnTo>
                <a:lnTo>
                  <a:pt x="4561" y="2120"/>
                </a:lnTo>
                <a:lnTo>
                  <a:pt x="4561" y="2608"/>
                </a:lnTo>
                <a:lnTo>
                  <a:pt x="4549" y="2739"/>
                </a:lnTo>
                <a:lnTo>
                  <a:pt x="4454" y="2977"/>
                </a:lnTo>
                <a:lnTo>
                  <a:pt x="4275" y="3156"/>
                </a:lnTo>
                <a:lnTo>
                  <a:pt x="4037" y="3251"/>
                </a:lnTo>
                <a:lnTo>
                  <a:pt x="3906" y="3263"/>
                </a:lnTo>
                <a:lnTo>
                  <a:pt x="465" y="3263"/>
                </a:lnTo>
                <a:lnTo>
                  <a:pt x="251" y="3358"/>
                </a:lnTo>
                <a:lnTo>
                  <a:pt x="96" y="3513"/>
                </a:lnTo>
                <a:lnTo>
                  <a:pt x="13" y="3716"/>
                </a:lnTo>
                <a:lnTo>
                  <a:pt x="1" y="3835"/>
                </a:lnTo>
                <a:lnTo>
                  <a:pt x="1" y="4073"/>
                </a:lnTo>
                <a:lnTo>
                  <a:pt x="13" y="4478"/>
                </a:lnTo>
                <a:lnTo>
                  <a:pt x="155" y="5240"/>
                </a:lnTo>
                <a:lnTo>
                  <a:pt x="417" y="5966"/>
                </a:lnTo>
                <a:lnTo>
                  <a:pt x="810" y="6609"/>
                </a:lnTo>
                <a:lnTo>
                  <a:pt x="1287" y="7192"/>
                </a:lnTo>
                <a:lnTo>
                  <a:pt x="1870" y="7669"/>
                </a:lnTo>
                <a:lnTo>
                  <a:pt x="2525" y="8050"/>
                </a:lnTo>
                <a:lnTo>
                  <a:pt x="3239" y="8324"/>
                </a:lnTo>
                <a:lnTo>
                  <a:pt x="3620" y="8395"/>
                </a:lnTo>
                <a:lnTo>
                  <a:pt x="4597" y="10252"/>
                </a:lnTo>
                <a:lnTo>
                  <a:pt x="4668" y="10360"/>
                </a:lnTo>
                <a:lnTo>
                  <a:pt x="4918" y="10431"/>
                </a:lnTo>
                <a:lnTo>
                  <a:pt x="5037" y="10383"/>
                </a:lnTo>
                <a:lnTo>
                  <a:pt x="5144" y="10300"/>
                </a:lnTo>
                <a:lnTo>
                  <a:pt x="5216" y="10062"/>
                </a:lnTo>
                <a:lnTo>
                  <a:pt x="5168" y="9943"/>
                </a:lnTo>
                <a:lnTo>
                  <a:pt x="4394" y="8466"/>
                </a:lnTo>
                <a:lnTo>
                  <a:pt x="4692" y="8466"/>
                </a:lnTo>
                <a:lnTo>
                  <a:pt x="5263" y="8383"/>
                </a:lnTo>
                <a:lnTo>
                  <a:pt x="5537" y="8324"/>
                </a:lnTo>
                <a:lnTo>
                  <a:pt x="6549" y="10252"/>
                </a:lnTo>
                <a:lnTo>
                  <a:pt x="6621" y="10360"/>
                </a:lnTo>
                <a:lnTo>
                  <a:pt x="6859" y="10431"/>
                </a:lnTo>
                <a:lnTo>
                  <a:pt x="6990" y="10383"/>
                </a:lnTo>
                <a:lnTo>
                  <a:pt x="7097" y="10300"/>
                </a:lnTo>
                <a:lnTo>
                  <a:pt x="7168" y="10062"/>
                </a:lnTo>
                <a:lnTo>
                  <a:pt x="7121" y="9943"/>
                </a:lnTo>
                <a:lnTo>
                  <a:pt x="6156" y="8109"/>
                </a:lnTo>
                <a:lnTo>
                  <a:pt x="6442" y="7966"/>
                </a:lnTo>
                <a:lnTo>
                  <a:pt x="6978" y="7633"/>
                </a:lnTo>
                <a:lnTo>
                  <a:pt x="7454" y="7240"/>
                </a:lnTo>
                <a:lnTo>
                  <a:pt x="7871" y="6764"/>
                </a:lnTo>
                <a:lnTo>
                  <a:pt x="8216" y="6240"/>
                </a:lnTo>
                <a:lnTo>
                  <a:pt x="8490" y="5668"/>
                </a:lnTo>
                <a:lnTo>
                  <a:pt x="8681" y="5061"/>
                </a:lnTo>
                <a:lnTo>
                  <a:pt x="8788" y="4406"/>
                </a:lnTo>
                <a:lnTo>
                  <a:pt x="8788" y="4073"/>
                </a:lnTo>
                <a:lnTo>
                  <a:pt x="8788" y="3775"/>
                </a:lnTo>
                <a:lnTo>
                  <a:pt x="10264" y="2882"/>
                </a:lnTo>
                <a:lnTo>
                  <a:pt x="10324" y="2835"/>
                </a:lnTo>
                <a:lnTo>
                  <a:pt x="10407" y="2692"/>
                </a:lnTo>
                <a:lnTo>
                  <a:pt x="10419" y="2608"/>
                </a:lnTo>
                <a:lnTo>
                  <a:pt x="10407" y="2525"/>
                </a:lnTo>
                <a:lnTo>
                  <a:pt x="10324" y="2382"/>
                </a:lnTo>
                <a:lnTo>
                  <a:pt x="10264" y="2334"/>
                </a:lnTo>
                <a:lnTo>
                  <a:pt x="8657" y="1370"/>
                </a:lnTo>
                <a:lnTo>
                  <a:pt x="8526" y="1072"/>
                </a:lnTo>
                <a:lnTo>
                  <a:pt x="8133" y="572"/>
                </a:lnTo>
                <a:lnTo>
                  <a:pt x="7621" y="215"/>
                </a:lnTo>
                <a:lnTo>
                  <a:pt x="7014" y="25"/>
                </a:lnTo>
                <a:lnTo>
                  <a:pt x="6680"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8" name="Google Shape;3248;p175"/>
          <p:cNvSpPr/>
          <p:nvPr/>
        </p:nvSpPr>
        <p:spPr>
          <a:xfrm>
            <a:off x="11276627" y="7490938"/>
            <a:ext cx="262334" cy="525272"/>
          </a:xfrm>
          <a:custGeom>
            <a:rect b="b" l="l" r="r" t="t"/>
            <a:pathLst>
              <a:path extrusionOk="0" h="10420" w="5204">
                <a:moveTo>
                  <a:pt x="810" y="322"/>
                </a:moveTo>
                <a:lnTo>
                  <a:pt x="810" y="334"/>
                </a:lnTo>
                <a:lnTo>
                  <a:pt x="811" y="326"/>
                </a:lnTo>
                <a:lnTo>
                  <a:pt x="810" y="322"/>
                </a:lnTo>
                <a:close/>
                <a:moveTo>
                  <a:pt x="2608" y="5704"/>
                </a:moveTo>
                <a:lnTo>
                  <a:pt x="2668" y="5776"/>
                </a:lnTo>
                <a:lnTo>
                  <a:pt x="2739" y="5871"/>
                </a:lnTo>
                <a:lnTo>
                  <a:pt x="2953" y="6168"/>
                </a:lnTo>
                <a:lnTo>
                  <a:pt x="3120" y="6466"/>
                </a:lnTo>
                <a:lnTo>
                  <a:pt x="3239" y="6728"/>
                </a:lnTo>
                <a:lnTo>
                  <a:pt x="3251" y="6847"/>
                </a:lnTo>
                <a:lnTo>
                  <a:pt x="3239" y="7038"/>
                </a:lnTo>
                <a:lnTo>
                  <a:pt x="3144" y="7276"/>
                </a:lnTo>
                <a:lnTo>
                  <a:pt x="3084" y="7335"/>
                </a:lnTo>
                <a:lnTo>
                  <a:pt x="3013" y="7407"/>
                </a:lnTo>
                <a:lnTo>
                  <a:pt x="2763" y="7490"/>
                </a:lnTo>
                <a:lnTo>
                  <a:pt x="2608" y="7490"/>
                </a:lnTo>
                <a:lnTo>
                  <a:pt x="2465" y="7478"/>
                </a:lnTo>
                <a:lnTo>
                  <a:pt x="2227" y="7383"/>
                </a:lnTo>
                <a:lnTo>
                  <a:pt x="2060" y="7204"/>
                </a:lnTo>
                <a:lnTo>
                  <a:pt x="1953" y="6978"/>
                </a:lnTo>
                <a:lnTo>
                  <a:pt x="1953" y="6847"/>
                </a:lnTo>
                <a:lnTo>
                  <a:pt x="1965" y="6728"/>
                </a:lnTo>
                <a:lnTo>
                  <a:pt x="2084" y="6466"/>
                </a:lnTo>
                <a:lnTo>
                  <a:pt x="2251" y="6168"/>
                </a:lnTo>
                <a:lnTo>
                  <a:pt x="2465" y="5871"/>
                </a:lnTo>
                <a:lnTo>
                  <a:pt x="2537" y="5787"/>
                </a:lnTo>
                <a:lnTo>
                  <a:pt x="2608" y="5704"/>
                </a:lnTo>
                <a:close/>
                <a:moveTo>
                  <a:pt x="2608" y="4728"/>
                </a:moveTo>
                <a:lnTo>
                  <a:pt x="2596" y="4740"/>
                </a:lnTo>
                <a:lnTo>
                  <a:pt x="2525" y="4787"/>
                </a:lnTo>
                <a:lnTo>
                  <a:pt x="2394" y="4930"/>
                </a:lnTo>
                <a:lnTo>
                  <a:pt x="2167" y="5204"/>
                </a:lnTo>
                <a:lnTo>
                  <a:pt x="1870" y="5573"/>
                </a:lnTo>
                <a:lnTo>
                  <a:pt x="1465" y="6228"/>
                </a:lnTo>
                <a:lnTo>
                  <a:pt x="1310" y="6645"/>
                </a:lnTo>
                <a:lnTo>
                  <a:pt x="1298" y="6847"/>
                </a:lnTo>
                <a:lnTo>
                  <a:pt x="1322" y="7109"/>
                </a:lnTo>
                <a:lnTo>
                  <a:pt x="1513" y="7585"/>
                </a:lnTo>
                <a:lnTo>
                  <a:pt x="1870" y="7931"/>
                </a:lnTo>
                <a:lnTo>
                  <a:pt x="2334" y="8121"/>
                </a:lnTo>
                <a:lnTo>
                  <a:pt x="2608" y="8145"/>
                </a:lnTo>
                <a:lnTo>
                  <a:pt x="2870" y="8133"/>
                </a:lnTo>
                <a:lnTo>
                  <a:pt x="3334" y="7966"/>
                </a:lnTo>
                <a:lnTo>
                  <a:pt x="3692" y="7645"/>
                </a:lnTo>
                <a:lnTo>
                  <a:pt x="3846" y="7288"/>
                </a:lnTo>
                <a:lnTo>
                  <a:pt x="3894" y="7002"/>
                </a:lnTo>
                <a:lnTo>
                  <a:pt x="3906" y="6847"/>
                </a:lnTo>
                <a:lnTo>
                  <a:pt x="3894" y="6645"/>
                </a:lnTo>
                <a:lnTo>
                  <a:pt x="3739" y="6228"/>
                </a:lnTo>
                <a:lnTo>
                  <a:pt x="3334" y="5573"/>
                </a:lnTo>
                <a:lnTo>
                  <a:pt x="3037" y="5204"/>
                </a:lnTo>
                <a:lnTo>
                  <a:pt x="2810" y="4930"/>
                </a:lnTo>
                <a:lnTo>
                  <a:pt x="2668" y="4787"/>
                </a:lnTo>
                <a:lnTo>
                  <a:pt x="2608" y="4740"/>
                </a:lnTo>
                <a:lnTo>
                  <a:pt x="2608" y="4728"/>
                </a:lnTo>
                <a:close/>
                <a:moveTo>
                  <a:pt x="3251" y="656"/>
                </a:moveTo>
                <a:lnTo>
                  <a:pt x="3251" y="3335"/>
                </a:lnTo>
                <a:lnTo>
                  <a:pt x="3561" y="3525"/>
                </a:lnTo>
                <a:lnTo>
                  <a:pt x="3787" y="3656"/>
                </a:lnTo>
                <a:lnTo>
                  <a:pt x="4144" y="4013"/>
                </a:lnTo>
                <a:lnTo>
                  <a:pt x="4406" y="4442"/>
                </a:lnTo>
                <a:lnTo>
                  <a:pt x="4549" y="4930"/>
                </a:lnTo>
                <a:lnTo>
                  <a:pt x="4561" y="5192"/>
                </a:lnTo>
                <a:lnTo>
                  <a:pt x="4561" y="9121"/>
                </a:lnTo>
                <a:lnTo>
                  <a:pt x="4549" y="9252"/>
                </a:lnTo>
                <a:lnTo>
                  <a:pt x="4454" y="9490"/>
                </a:lnTo>
                <a:lnTo>
                  <a:pt x="4275" y="9669"/>
                </a:lnTo>
                <a:lnTo>
                  <a:pt x="4037" y="9764"/>
                </a:lnTo>
                <a:lnTo>
                  <a:pt x="3906" y="9776"/>
                </a:lnTo>
                <a:lnTo>
                  <a:pt x="1298" y="9776"/>
                </a:lnTo>
                <a:lnTo>
                  <a:pt x="1167" y="9764"/>
                </a:lnTo>
                <a:lnTo>
                  <a:pt x="929" y="9669"/>
                </a:lnTo>
                <a:lnTo>
                  <a:pt x="751" y="9490"/>
                </a:lnTo>
                <a:lnTo>
                  <a:pt x="655" y="9252"/>
                </a:lnTo>
                <a:lnTo>
                  <a:pt x="643" y="9121"/>
                </a:lnTo>
                <a:lnTo>
                  <a:pt x="643" y="5192"/>
                </a:lnTo>
                <a:lnTo>
                  <a:pt x="655" y="4930"/>
                </a:lnTo>
                <a:lnTo>
                  <a:pt x="798" y="4442"/>
                </a:lnTo>
                <a:lnTo>
                  <a:pt x="1048" y="4013"/>
                </a:lnTo>
                <a:lnTo>
                  <a:pt x="1405" y="3656"/>
                </a:lnTo>
                <a:lnTo>
                  <a:pt x="1620" y="3525"/>
                </a:lnTo>
                <a:lnTo>
                  <a:pt x="1953" y="3335"/>
                </a:lnTo>
                <a:lnTo>
                  <a:pt x="1953" y="656"/>
                </a:lnTo>
                <a:close/>
                <a:moveTo>
                  <a:pt x="1120" y="1"/>
                </a:moveTo>
                <a:lnTo>
                  <a:pt x="1001" y="25"/>
                </a:lnTo>
                <a:lnTo>
                  <a:pt x="822" y="203"/>
                </a:lnTo>
                <a:lnTo>
                  <a:pt x="811" y="326"/>
                </a:lnTo>
                <a:lnTo>
                  <a:pt x="834" y="453"/>
                </a:lnTo>
                <a:lnTo>
                  <a:pt x="1001" y="632"/>
                </a:lnTo>
                <a:lnTo>
                  <a:pt x="1132" y="656"/>
                </a:lnTo>
                <a:lnTo>
                  <a:pt x="1298" y="656"/>
                </a:lnTo>
                <a:lnTo>
                  <a:pt x="1298" y="2954"/>
                </a:lnTo>
                <a:lnTo>
                  <a:pt x="1013" y="3132"/>
                </a:lnTo>
                <a:lnTo>
                  <a:pt x="536" y="3609"/>
                </a:lnTo>
                <a:lnTo>
                  <a:pt x="191" y="4192"/>
                </a:lnTo>
                <a:lnTo>
                  <a:pt x="12" y="4859"/>
                </a:lnTo>
                <a:lnTo>
                  <a:pt x="0" y="5216"/>
                </a:lnTo>
                <a:lnTo>
                  <a:pt x="0" y="9121"/>
                </a:lnTo>
                <a:lnTo>
                  <a:pt x="12" y="9383"/>
                </a:lnTo>
                <a:lnTo>
                  <a:pt x="215" y="9848"/>
                </a:lnTo>
                <a:lnTo>
                  <a:pt x="560" y="10205"/>
                </a:lnTo>
                <a:lnTo>
                  <a:pt x="1036" y="10407"/>
                </a:lnTo>
                <a:lnTo>
                  <a:pt x="1298" y="10419"/>
                </a:lnTo>
                <a:lnTo>
                  <a:pt x="3906" y="10419"/>
                </a:lnTo>
                <a:lnTo>
                  <a:pt x="4168" y="10407"/>
                </a:lnTo>
                <a:lnTo>
                  <a:pt x="4632" y="10205"/>
                </a:lnTo>
                <a:lnTo>
                  <a:pt x="4989" y="9848"/>
                </a:lnTo>
                <a:lnTo>
                  <a:pt x="5192" y="9383"/>
                </a:lnTo>
                <a:lnTo>
                  <a:pt x="5204" y="9121"/>
                </a:lnTo>
                <a:lnTo>
                  <a:pt x="5204" y="5216"/>
                </a:lnTo>
                <a:lnTo>
                  <a:pt x="5192" y="4859"/>
                </a:lnTo>
                <a:lnTo>
                  <a:pt x="5001" y="4192"/>
                </a:lnTo>
                <a:lnTo>
                  <a:pt x="4668" y="3609"/>
                </a:lnTo>
                <a:lnTo>
                  <a:pt x="4192" y="3132"/>
                </a:lnTo>
                <a:lnTo>
                  <a:pt x="3906" y="2954"/>
                </a:lnTo>
                <a:lnTo>
                  <a:pt x="3906" y="656"/>
                </a:lnTo>
                <a:lnTo>
                  <a:pt x="4061" y="656"/>
                </a:lnTo>
                <a:lnTo>
                  <a:pt x="4192" y="632"/>
                </a:lnTo>
                <a:lnTo>
                  <a:pt x="4370" y="453"/>
                </a:lnTo>
                <a:lnTo>
                  <a:pt x="4394" y="310"/>
                </a:lnTo>
                <a:lnTo>
                  <a:pt x="4370" y="191"/>
                </a:lnTo>
                <a:lnTo>
                  <a:pt x="4192" y="25"/>
                </a:lnTo>
                <a:lnTo>
                  <a:pt x="4061"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49" name="Google Shape;3249;p175"/>
          <p:cNvSpPr/>
          <p:nvPr/>
        </p:nvSpPr>
        <p:spPr>
          <a:xfrm>
            <a:off x="12186573" y="7523956"/>
            <a:ext cx="459790" cy="459235"/>
          </a:xfrm>
          <a:custGeom>
            <a:rect b="b" l="l" r="r" t="t"/>
            <a:pathLst>
              <a:path extrusionOk="0" h="9110" w="9121">
                <a:moveTo>
                  <a:pt x="2941" y="656"/>
                </a:moveTo>
                <a:lnTo>
                  <a:pt x="3072" y="667"/>
                </a:lnTo>
                <a:lnTo>
                  <a:pt x="3239" y="846"/>
                </a:lnTo>
                <a:lnTo>
                  <a:pt x="3263" y="977"/>
                </a:lnTo>
                <a:lnTo>
                  <a:pt x="3263" y="2930"/>
                </a:lnTo>
                <a:lnTo>
                  <a:pt x="3239" y="3061"/>
                </a:lnTo>
                <a:lnTo>
                  <a:pt x="3072" y="3239"/>
                </a:lnTo>
                <a:lnTo>
                  <a:pt x="2941" y="3251"/>
                </a:lnTo>
                <a:lnTo>
                  <a:pt x="988" y="3251"/>
                </a:lnTo>
                <a:lnTo>
                  <a:pt x="857" y="3239"/>
                </a:lnTo>
                <a:lnTo>
                  <a:pt x="679" y="3061"/>
                </a:lnTo>
                <a:lnTo>
                  <a:pt x="655" y="2930"/>
                </a:lnTo>
                <a:lnTo>
                  <a:pt x="655" y="977"/>
                </a:lnTo>
                <a:lnTo>
                  <a:pt x="679" y="846"/>
                </a:lnTo>
                <a:lnTo>
                  <a:pt x="857" y="667"/>
                </a:lnTo>
                <a:lnTo>
                  <a:pt x="988" y="656"/>
                </a:lnTo>
                <a:close/>
                <a:moveTo>
                  <a:pt x="8144" y="5859"/>
                </a:moveTo>
                <a:lnTo>
                  <a:pt x="8275" y="5883"/>
                </a:lnTo>
                <a:lnTo>
                  <a:pt x="8454" y="6061"/>
                </a:lnTo>
                <a:lnTo>
                  <a:pt x="8478" y="6192"/>
                </a:lnTo>
                <a:lnTo>
                  <a:pt x="8478" y="8145"/>
                </a:lnTo>
                <a:lnTo>
                  <a:pt x="8454" y="8264"/>
                </a:lnTo>
                <a:lnTo>
                  <a:pt x="8275" y="8443"/>
                </a:lnTo>
                <a:lnTo>
                  <a:pt x="8144" y="8466"/>
                </a:lnTo>
                <a:lnTo>
                  <a:pt x="6192" y="8466"/>
                </a:lnTo>
                <a:lnTo>
                  <a:pt x="6061" y="8443"/>
                </a:lnTo>
                <a:lnTo>
                  <a:pt x="5882" y="8264"/>
                </a:lnTo>
                <a:lnTo>
                  <a:pt x="5870" y="8145"/>
                </a:lnTo>
                <a:lnTo>
                  <a:pt x="5870" y="6192"/>
                </a:lnTo>
                <a:lnTo>
                  <a:pt x="5882" y="6061"/>
                </a:lnTo>
                <a:lnTo>
                  <a:pt x="6061" y="5883"/>
                </a:lnTo>
                <a:lnTo>
                  <a:pt x="6192" y="5859"/>
                </a:lnTo>
                <a:close/>
                <a:moveTo>
                  <a:pt x="976" y="1"/>
                </a:moveTo>
                <a:lnTo>
                  <a:pt x="786" y="13"/>
                </a:lnTo>
                <a:lnTo>
                  <a:pt x="429" y="155"/>
                </a:lnTo>
                <a:lnTo>
                  <a:pt x="167" y="429"/>
                </a:lnTo>
                <a:lnTo>
                  <a:pt x="24" y="775"/>
                </a:lnTo>
                <a:lnTo>
                  <a:pt x="0" y="977"/>
                </a:lnTo>
                <a:lnTo>
                  <a:pt x="0" y="2930"/>
                </a:lnTo>
                <a:lnTo>
                  <a:pt x="24" y="3132"/>
                </a:lnTo>
                <a:lnTo>
                  <a:pt x="167" y="3477"/>
                </a:lnTo>
                <a:lnTo>
                  <a:pt x="429" y="3739"/>
                </a:lnTo>
                <a:lnTo>
                  <a:pt x="786" y="3894"/>
                </a:lnTo>
                <a:lnTo>
                  <a:pt x="976" y="3906"/>
                </a:lnTo>
                <a:lnTo>
                  <a:pt x="1631" y="3906"/>
                </a:lnTo>
                <a:lnTo>
                  <a:pt x="1631" y="5859"/>
                </a:lnTo>
                <a:lnTo>
                  <a:pt x="1643" y="6025"/>
                </a:lnTo>
                <a:lnTo>
                  <a:pt x="1703" y="6347"/>
                </a:lnTo>
                <a:lnTo>
                  <a:pt x="1822" y="6633"/>
                </a:lnTo>
                <a:lnTo>
                  <a:pt x="2000" y="6895"/>
                </a:lnTo>
                <a:lnTo>
                  <a:pt x="2227" y="7121"/>
                </a:lnTo>
                <a:lnTo>
                  <a:pt x="2489" y="7288"/>
                </a:lnTo>
                <a:lnTo>
                  <a:pt x="2774" y="7419"/>
                </a:lnTo>
                <a:lnTo>
                  <a:pt x="3096" y="7478"/>
                </a:lnTo>
                <a:lnTo>
                  <a:pt x="3263" y="7490"/>
                </a:lnTo>
                <a:lnTo>
                  <a:pt x="5215" y="7490"/>
                </a:lnTo>
                <a:lnTo>
                  <a:pt x="5215" y="8133"/>
                </a:lnTo>
                <a:lnTo>
                  <a:pt x="5227" y="8335"/>
                </a:lnTo>
                <a:lnTo>
                  <a:pt x="5370" y="8693"/>
                </a:lnTo>
                <a:lnTo>
                  <a:pt x="5644" y="8954"/>
                </a:lnTo>
                <a:lnTo>
                  <a:pt x="5989" y="9097"/>
                </a:lnTo>
                <a:lnTo>
                  <a:pt x="6192" y="9109"/>
                </a:lnTo>
                <a:lnTo>
                  <a:pt x="8144" y="9109"/>
                </a:lnTo>
                <a:lnTo>
                  <a:pt x="8347" y="9097"/>
                </a:lnTo>
                <a:lnTo>
                  <a:pt x="8692" y="8954"/>
                </a:lnTo>
                <a:lnTo>
                  <a:pt x="8954" y="8693"/>
                </a:lnTo>
                <a:lnTo>
                  <a:pt x="9109" y="8335"/>
                </a:lnTo>
                <a:lnTo>
                  <a:pt x="9121" y="8133"/>
                </a:lnTo>
                <a:lnTo>
                  <a:pt x="9121" y="6180"/>
                </a:lnTo>
                <a:lnTo>
                  <a:pt x="9109" y="5990"/>
                </a:lnTo>
                <a:lnTo>
                  <a:pt x="8954" y="5633"/>
                </a:lnTo>
                <a:lnTo>
                  <a:pt x="8692" y="5371"/>
                </a:lnTo>
                <a:lnTo>
                  <a:pt x="8347" y="5228"/>
                </a:lnTo>
                <a:lnTo>
                  <a:pt x="8144" y="5204"/>
                </a:lnTo>
                <a:lnTo>
                  <a:pt x="6192" y="5204"/>
                </a:lnTo>
                <a:lnTo>
                  <a:pt x="5989" y="5228"/>
                </a:lnTo>
                <a:lnTo>
                  <a:pt x="5644" y="5371"/>
                </a:lnTo>
                <a:lnTo>
                  <a:pt x="5370" y="5633"/>
                </a:lnTo>
                <a:lnTo>
                  <a:pt x="5227" y="5990"/>
                </a:lnTo>
                <a:lnTo>
                  <a:pt x="5215" y="6180"/>
                </a:lnTo>
                <a:lnTo>
                  <a:pt x="5215" y="6835"/>
                </a:lnTo>
                <a:lnTo>
                  <a:pt x="3263" y="6835"/>
                </a:lnTo>
                <a:lnTo>
                  <a:pt x="3060" y="6823"/>
                </a:lnTo>
                <a:lnTo>
                  <a:pt x="2715" y="6680"/>
                </a:lnTo>
                <a:lnTo>
                  <a:pt x="2441" y="6406"/>
                </a:lnTo>
                <a:lnTo>
                  <a:pt x="2298" y="6061"/>
                </a:lnTo>
                <a:lnTo>
                  <a:pt x="2286" y="5859"/>
                </a:lnTo>
                <a:lnTo>
                  <a:pt x="2286" y="3906"/>
                </a:lnTo>
                <a:lnTo>
                  <a:pt x="2929" y="3906"/>
                </a:lnTo>
                <a:lnTo>
                  <a:pt x="3132" y="3894"/>
                </a:lnTo>
                <a:lnTo>
                  <a:pt x="3489" y="3739"/>
                </a:lnTo>
                <a:lnTo>
                  <a:pt x="3751" y="3477"/>
                </a:lnTo>
                <a:lnTo>
                  <a:pt x="3894" y="3132"/>
                </a:lnTo>
                <a:lnTo>
                  <a:pt x="3905" y="2930"/>
                </a:lnTo>
                <a:lnTo>
                  <a:pt x="3905" y="977"/>
                </a:lnTo>
                <a:lnTo>
                  <a:pt x="3894" y="775"/>
                </a:lnTo>
                <a:lnTo>
                  <a:pt x="3751" y="429"/>
                </a:lnTo>
                <a:lnTo>
                  <a:pt x="3489" y="155"/>
                </a:lnTo>
                <a:lnTo>
                  <a:pt x="3132" y="13"/>
                </a:lnTo>
                <a:lnTo>
                  <a:pt x="2929"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0" name="Google Shape;3250;p175"/>
          <p:cNvSpPr/>
          <p:nvPr/>
        </p:nvSpPr>
        <p:spPr>
          <a:xfrm>
            <a:off x="13163109" y="7523956"/>
            <a:ext cx="525222" cy="459840"/>
          </a:xfrm>
          <a:custGeom>
            <a:rect b="b" l="l" r="r" t="t"/>
            <a:pathLst>
              <a:path extrusionOk="0" h="9122" w="10419">
                <a:moveTo>
                  <a:pt x="9252" y="656"/>
                </a:moveTo>
                <a:lnTo>
                  <a:pt x="9478" y="763"/>
                </a:lnTo>
                <a:lnTo>
                  <a:pt x="9657" y="941"/>
                </a:lnTo>
                <a:lnTo>
                  <a:pt x="9752" y="1167"/>
                </a:lnTo>
                <a:lnTo>
                  <a:pt x="9764" y="1298"/>
                </a:lnTo>
                <a:lnTo>
                  <a:pt x="9764" y="2608"/>
                </a:lnTo>
                <a:lnTo>
                  <a:pt x="9752" y="2739"/>
                </a:lnTo>
                <a:lnTo>
                  <a:pt x="9657" y="2977"/>
                </a:lnTo>
                <a:lnTo>
                  <a:pt x="9478" y="3144"/>
                </a:lnTo>
                <a:lnTo>
                  <a:pt x="9252" y="3251"/>
                </a:lnTo>
                <a:lnTo>
                  <a:pt x="9109" y="3263"/>
                </a:lnTo>
                <a:lnTo>
                  <a:pt x="1298" y="3263"/>
                </a:lnTo>
                <a:lnTo>
                  <a:pt x="1167" y="3251"/>
                </a:lnTo>
                <a:lnTo>
                  <a:pt x="929" y="3144"/>
                </a:lnTo>
                <a:lnTo>
                  <a:pt x="750" y="2977"/>
                </a:lnTo>
                <a:lnTo>
                  <a:pt x="655" y="2739"/>
                </a:lnTo>
                <a:lnTo>
                  <a:pt x="643" y="2608"/>
                </a:lnTo>
                <a:lnTo>
                  <a:pt x="643" y="1298"/>
                </a:lnTo>
                <a:lnTo>
                  <a:pt x="655" y="1167"/>
                </a:lnTo>
                <a:lnTo>
                  <a:pt x="750" y="941"/>
                </a:lnTo>
                <a:lnTo>
                  <a:pt x="929" y="763"/>
                </a:lnTo>
                <a:lnTo>
                  <a:pt x="1167" y="656"/>
                </a:lnTo>
                <a:close/>
                <a:moveTo>
                  <a:pt x="1298" y="1"/>
                </a:moveTo>
                <a:lnTo>
                  <a:pt x="1036" y="24"/>
                </a:lnTo>
                <a:lnTo>
                  <a:pt x="572" y="215"/>
                </a:lnTo>
                <a:lnTo>
                  <a:pt x="215" y="572"/>
                </a:lnTo>
                <a:lnTo>
                  <a:pt x="12" y="1037"/>
                </a:lnTo>
                <a:lnTo>
                  <a:pt x="0" y="1298"/>
                </a:lnTo>
                <a:lnTo>
                  <a:pt x="0" y="2608"/>
                </a:lnTo>
                <a:lnTo>
                  <a:pt x="12" y="2870"/>
                </a:lnTo>
                <a:lnTo>
                  <a:pt x="215" y="3335"/>
                </a:lnTo>
                <a:lnTo>
                  <a:pt x="572" y="3692"/>
                </a:lnTo>
                <a:lnTo>
                  <a:pt x="1036" y="3894"/>
                </a:lnTo>
                <a:lnTo>
                  <a:pt x="1298" y="3906"/>
                </a:lnTo>
                <a:lnTo>
                  <a:pt x="4882" y="3906"/>
                </a:lnTo>
                <a:lnTo>
                  <a:pt x="4882" y="6049"/>
                </a:lnTo>
                <a:lnTo>
                  <a:pt x="4132" y="5311"/>
                </a:lnTo>
                <a:lnTo>
                  <a:pt x="4025" y="5228"/>
                </a:lnTo>
                <a:lnTo>
                  <a:pt x="3775" y="5228"/>
                </a:lnTo>
                <a:lnTo>
                  <a:pt x="3680" y="5311"/>
                </a:lnTo>
                <a:lnTo>
                  <a:pt x="3596" y="5406"/>
                </a:lnTo>
                <a:lnTo>
                  <a:pt x="3596" y="5656"/>
                </a:lnTo>
                <a:lnTo>
                  <a:pt x="3680" y="5763"/>
                </a:lnTo>
                <a:lnTo>
                  <a:pt x="4977" y="7073"/>
                </a:lnTo>
                <a:lnTo>
                  <a:pt x="5085" y="7145"/>
                </a:lnTo>
                <a:lnTo>
                  <a:pt x="5335" y="7145"/>
                </a:lnTo>
                <a:lnTo>
                  <a:pt x="5442" y="7073"/>
                </a:lnTo>
                <a:lnTo>
                  <a:pt x="6740" y="5763"/>
                </a:lnTo>
                <a:lnTo>
                  <a:pt x="6823" y="5656"/>
                </a:lnTo>
                <a:lnTo>
                  <a:pt x="6823" y="5406"/>
                </a:lnTo>
                <a:lnTo>
                  <a:pt x="6740" y="5311"/>
                </a:lnTo>
                <a:lnTo>
                  <a:pt x="6632" y="5228"/>
                </a:lnTo>
                <a:lnTo>
                  <a:pt x="6382" y="5228"/>
                </a:lnTo>
                <a:lnTo>
                  <a:pt x="6275" y="5311"/>
                </a:lnTo>
                <a:lnTo>
                  <a:pt x="5537" y="6049"/>
                </a:lnTo>
                <a:lnTo>
                  <a:pt x="5537" y="3906"/>
                </a:lnTo>
                <a:lnTo>
                  <a:pt x="9121" y="3906"/>
                </a:lnTo>
                <a:lnTo>
                  <a:pt x="9383" y="3894"/>
                </a:lnTo>
                <a:lnTo>
                  <a:pt x="9847" y="3692"/>
                </a:lnTo>
                <a:lnTo>
                  <a:pt x="10204" y="3335"/>
                </a:lnTo>
                <a:lnTo>
                  <a:pt x="10395" y="2870"/>
                </a:lnTo>
                <a:lnTo>
                  <a:pt x="10419" y="2608"/>
                </a:lnTo>
                <a:lnTo>
                  <a:pt x="10419" y="1298"/>
                </a:lnTo>
                <a:lnTo>
                  <a:pt x="10395" y="1037"/>
                </a:lnTo>
                <a:lnTo>
                  <a:pt x="10204" y="572"/>
                </a:lnTo>
                <a:lnTo>
                  <a:pt x="9847" y="215"/>
                </a:lnTo>
                <a:lnTo>
                  <a:pt x="9383" y="24"/>
                </a:lnTo>
                <a:lnTo>
                  <a:pt x="9121" y="1"/>
                </a:lnTo>
                <a:close/>
                <a:moveTo>
                  <a:pt x="1298" y="5216"/>
                </a:moveTo>
                <a:lnTo>
                  <a:pt x="1036" y="5228"/>
                </a:lnTo>
                <a:lnTo>
                  <a:pt x="572" y="5430"/>
                </a:lnTo>
                <a:lnTo>
                  <a:pt x="215" y="5775"/>
                </a:lnTo>
                <a:lnTo>
                  <a:pt x="12" y="6252"/>
                </a:lnTo>
                <a:lnTo>
                  <a:pt x="0" y="6514"/>
                </a:lnTo>
                <a:lnTo>
                  <a:pt x="0" y="7811"/>
                </a:lnTo>
                <a:lnTo>
                  <a:pt x="12" y="8085"/>
                </a:lnTo>
                <a:lnTo>
                  <a:pt x="215" y="8550"/>
                </a:lnTo>
                <a:lnTo>
                  <a:pt x="572" y="8895"/>
                </a:lnTo>
                <a:lnTo>
                  <a:pt x="1036" y="9097"/>
                </a:lnTo>
                <a:lnTo>
                  <a:pt x="1298" y="9121"/>
                </a:lnTo>
                <a:lnTo>
                  <a:pt x="9109" y="9121"/>
                </a:lnTo>
                <a:lnTo>
                  <a:pt x="9383" y="9097"/>
                </a:lnTo>
                <a:lnTo>
                  <a:pt x="9847" y="8895"/>
                </a:lnTo>
                <a:lnTo>
                  <a:pt x="10204" y="8550"/>
                </a:lnTo>
                <a:lnTo>
                  <a:pt x="10395" y="8085"/>
                </a:lnTo>
                <a:lnTo>
                  <a:pt x="10419" y="7811"/>
                </a:lnTo>
                <a:lnTo>
                  <a:pt x="10419" y="6514"/>
                </a:lnTo>
                <a:lnTo>
                  <a:pt x="10395" y="6252"/>
                </a:lnTo>
                <a:lnTo>
                  <a:pt x="10204" y="5775"/>
                </a:lnTo>
                <a:lnTo>
                  <a:pt x="9847" y="5430"/>
                </a:lnTo>
                <a:lnTo>
                  <a:pt x="9383" y="5228"/>
                </a:lnTo>
                <a:lnTo>
                  <a:pt x="9109" y="5216"/>
                </a:lnTo>
                <a:lnTo>
                  <a:pt x="8133" y="5216"/>
                </a:lnTo>
                <a:lnTo>
                  <a:pt x="8002" y="5228"/>
                </a:lnTo>
                <a:lnTo>
                  <a:pt x="7835" y="5406"/>
                </a:lnTo>
                <a:lnTo>
                  <a:pt x="7811" y="5537"/>
                </a:lnTo>
                <a:lnTo>
                  <a:pt x="7835" y="5668"/>
                </a:lnTo>
                <a:lnTo>
                  <a:pt x="8002" y="5847"/>
                </a:lnTo>
                <a:lnTo>
                  <a:pt x="8133" y="5859"/>
                </a:lnTo>
                <a:lnTo>
                  <a:pt x="9109" y="5859"/>
                </a:lnTo>
                <a:lnTo>
                  <a:pt x="9252" y="5871"/>
                </a:lnTo>
                <a:lnTo>
                  <a:pt x="9478" y="5966"/>
                </a:lnTo>
                <a:lnTo>
                  <a:pt x="9657" y="6145"/>
                </a:lnTo>
                <a:lnTo>
                  <a:pt x="9752" y="6383"/>
                </a:lnTo>
                <a:lnTo>
                  <a:pt x="9764" y="6514"/>
                </a:lnTo>
                <a:lnTo>
                  <a:pt x="9764" y="7811"/>
                </a:lnTo>
                <a:lnTo>
                  <a:pt x="9752" y="7954"/>
                </a:lnTo>
                <a:lnTo>
                  <a:pt x="9657" y="8181"/>
                </a:lnTo>
                <a:lnTo>
                  <a:pt x="9478" y="8359"/>
                </a:lnTo>
                <a:lnTo>
                  <a:pt x="9252" y="8454"/>
                </a:lnTo>
                <a:lnTo>
                  <a:pt x="9109" y="8466"/>
                </a:lnTo>
                <a:lnTo>
                  <a:pt x="1298" y="8466"/>
                </a:lnTo>
                <a:lnTo>
                  <a:pt x="1167" y="8454"/>
                </a:lnTo>
                <a:lnTo>
                  <a:pt x="929" y="8359"/>
                </a:lnTo>
                <a:lnTo>
                  <a:pt x="750" y="8181"/>
                </a:lnTo>
                <a:lnTo>
                  <a:pt x="655" y="7954"/>
                </a:lnTo>
                <a:lnTo>
                  <a:pt x="643" y="7811"/>
                </a:lnTo>
                <a:lnTo>
                  <a:pt x="643" y="6514"/>
                </a:lnTo>
                <a:lnTo>
                  <a:pt x="655" y="6383"/>
                </a:lnTo>
                <a:lnTo>
                  <a:pt x="750" y="6145"/>
                </a:lnTo>
                <a:lnTo>
                  <a:pt x="929" y="5966"/>
                </a:lnTo>
                <a:lnTo>
                  <a:pt x="1167" y="5871"/>
                </a:lnTo>
                <a:lnTo>
                  <a:pt x="1298" y="5859"/>
                </a:lnTo>
                <a:lnTo>
                  <a:pt x="2275" y="5859"/>
                </a:lnTo>
                <a:lnTo>
                  <a:pt x="2405" y="5847"/>
                </a:lnTo>
                <a:lnTo>
                  <a:pt x="2584" y="5668"/>
                </a:lnTo>
                <a:lnTo>
                  <a:pt x="2608" y="5537"/>
                </a:lnTo>
                <a:lnTo>
                  <a:pt x="2584" y="5406"/>
                </a:lnTo>
                <a:lnTo>
                  <a:pt x="2405" y="5228"/>
                </a:lnTo>
                <a:lnTo>
                  <a:pt x="2275" y="5216"/>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1" name="Google Shape;3251;p175"/>
          <p:cNvSpPr/>
          <p:nvPr/>
        </p:nvSpPr>
        <p:spPr>
          <a:xfrm>
            <a:off x="14172059" y="7523956"/>
            <a:ext cx="525222" cy="459840"/>
          </a:xfrm>
          <a:custGeom>
            <a:rect b="b" l="l" r="r" t="t"/>
            <a:pathLst>
              <a:path extrusionOk="0" h="9122" w="10419">
                <a:moveTo>
                  <a:pt x="1298" y="1"/>
                </a:moveTo>
                <a:lnTo>
                  <a:pt x="1036" y="24"/>
                </a:lnTo>
                <a:lnTo>
                  <a:pt x="560" y="215"/>
                </a:lnTo>
                <a:lnTo>
                  <a:pt x="215" y="572"/>
                </a:lnTo>
                <a:lnTo>
                  <a:pt x="12" y="1037"/>
                </a:lnTo>
                <a:lnTo>
                  <a:pt x="1" y="1298"/>
                </a:lnTo>
                <a:lnTo>
                  <a:pt x="1" y="2608"/>
                </a:lnTo>
                <a:lnTo>
                  <a:pt x="12" y="2870"/>
                </a:lnTo>
                <a:lnTo>
                  <a:pt x="215" y="3335"/>
                </a:lnTo>
                <a:lnTo>
                  <a:pt x="560" y="3692"/>
                </a:lnTo>
                <a:lnTo>
                  <a:pt x="1036" y="3894"/>
                </a:lnTo>
                <a:lnTo>
                  <a:pt x="1298" y="3906"/>
                </a:lnTo>
                <a:lnTo>
                  <a:pt x="2275" y="3906"/>
                </a:lnTo>
                <a:lnTo>
                  <a:pt x="2406" y="3894"/>
                </a:lnTo>
                <a:lnTo>
                  <a:pt x="2584" y="3716"/>
                </a:lnTo>
                <a:lnTo>
                  <a:pt x="2596" y="3585"/>
                </a:lnTo>
                <a:lnTo>
                  <a:pt x="2584" y="3454"/>
                </a:lnTo>
                <a:lnTo>
                  <a:pt x="2406" y="3275"/>
                </a:lnTo>
                <a:lnTo>
                  <a:pt x="2275" y="3251"/>
                </a:lnTo>
                <a:lnTo>
                  <a:pt x="1167" y="3251"/>
                </a:lnTo>
                <a:lnTo>
                  <a:pt x="929" y="3144"/>
                </a:lnTo>
                <a:lnTo>
                  <a:pt x="751" y="2965"/>
                </a:lnTo>
                <a:lnTo>
                  <a:pt x="655" y="2739"/>
                </a:lnTo>
                <a:lnTo>
                  <a:pt x="644" y="2608"/>
                </a:lnTo>
                <a:lnTo>
                  <a:pt x="644" y="1298"/>
                </a:lnTo>
                <a:lnTo>
                  <a:pt x="655" y="1167"/>
                </a:lnTo>
                <a:lnTo>
                  <a:pt x="751" y="929"/>
                </a:lnTo>
                <a:lnTo>
                  <a:pt x="929" y="763"/>
                </a:lnTo>
                <a:lnTo>
                  <a:pt x="1167" y="656"/>
                </a:lnTo>
                <a:lnTo>
                  <a:pt x="1298" y="644"/>
                </a:lnTo>
                <a:lnTo>
                  <a:pt x="9109" y="644"/>
                </a:lnTo>
                <a:lnTo>
                  <a:pt x="9240" y="656"/>
                </a:lnTo>
                <a:lnTo>
                  <a:pt x="9478" y="763"/>
                </a:lnTo>
                <a:lnTo>
                  <a:pt x="9657" y="929"/>
                </a:lnTo>
                <a:lnTo>
                  <a:pt x="9752" y="1167"/>
                </a:lnTo>
                <a:lnTo>
                  <a:pt x="9764" y="1298"/>
                </a:lnTo>
                <a:lnTo>
                  <a:pt x="9764" y="2608"/>
                </a:lnTo>
                <a:lnTo>
                  <a:pt x="9752" y="2739"/>
                </a:lnTo>
                <a:lnTo>
                  <a:pt x="9657" y="2965"/>
                </a:lnTo>
                <a:lnTo>
                  <a:pt x="9478" y="3144"/>
                </a:lnTo>
                <a:lnTo>
                  <a:pt x="9240" y="3251"/>
                </a:lnTo>
                <a:lnTo>
                  <a:pt x="8133" y="3251"/>
                </a:lnTo>
                <a:lnTo>
                  <a:pt x="8002" y="3275"/>
                </a:lnTo>
                <a:lnTo>
                  <a:pt x="7823" y="3454"/>
                </a:lnTo>
                <a:lnTo>
                  <a:pt x="7811" y="3585"/>
                </a:lnTo>
                <a:lnTo>
                  <a:pt x="7823" y="3716"/>
                </a:lnTo>
                <a:lnTo>
                  <a:pt x="8002" y="3894"/>
                </a:lnTo>
                <a:lnTo>
                  <a:pt x="8133" y="3906"/>
                </a:lnTo>
                <a:lnTo>
                  <a:pt x="9109" y="3906"/>
                </a:lnTo>
                <a:lnTo>
                  <a:pt x="9383" y="3894"/>
                </a:lnTo>
                <a:lnTo>
                  <a:pt x="9847" y="3692"/>
                </a:lnTo>
                <a:lnTo>
                  <a:pt x="10193" y="3335"/>
                </a:lnTo>
                <a:lnTo>
                  <a:pt x="10395" y="2870"/>
                </a:lnTo>
                <a:lnTo>
                  <a:pt x="10419" y="2608"/>
                </a:lnTo>
                <a:lnTo>
                  <a:pt x="10419" y="1298"/>
                </a:lnTo>
                <a:lnTo>
                  <a:pt x="10395" y="1037"/>
                </a:lnTo>
                <a:lnTo>
                  <a:pt x="10193" y="572"/>
                </a:lnTo>
                <a:lnTo>
                  <a:pt x="9847" y="215"/>
                </a:lnTo>
                <a:lnTo>
                  <a:pt x="9383" y="24"/>
                </a:lnTo>
                <a:lnTo>
                  <a:pt x="9109" y="1"/>
                </a:lnTo>
                <a:close/>
                <a:moveTo>
                  <a:pt x="9109" y="5859"/>
                </a:moveTo>
                <a:lnTo>
                  <a:pt x="9240" y="5871"/>
                </a:lnTo>
                <a:lnTo>
                  <a:pt x="9478" y="5966"/>
                </a:lnTo>
                <a:lnTo>
                  <a:pt x="9657" y="6145"/>
                </a:lnTo>
                <a:lnTo>
                  <a:pt x="9752" y="6383"/>
                </a:lnTo>
                <a:lnTo>
                  <a:pt x="9764" y="6514"/>
                </a:lnTo>
                <a:lnTo>
                  <a:pt x="9764" y="7811"/>
                </a:lnTo>
                <a:lnTo>
                  <a:pt x="9752" y="7954"/>
                </a:lnTo>
                <a:lnTo>
                  <a:pt x="9657" y="8181"/>
                </a:lnTo>
                <a:lnTo>
                  <a:pt x="9478" y="8359"/>
                </a:lnTo>
                <a:lnTo>
                  <a:pt x="9240" y="8454"/>
                </a:lnTo>
                <a:lnTo>
                  <a:pt x="9109" y="8466"/>
                </a:lnTo>
                <a:lnTo>
                  <a:pt x="1298" y="8466"/>
                </a:lnTo>
                <a:lnTo>
                  <a:pt x="1167" y="8454"/>
                </a:lnTo>
                <a:lnTo>
                  <a:pt x="929" y="8359"/>
                </a:lnTo>
                <a:lnTo>
                  <a:pt x="751" y="8181"/>
                </a:lnTo>
                <a:lnTo>
                  <a:pt x="655" y="7954"/>
                </a:lnTo>
                <a:lnTo>
                  <a:pt x="644" y="7811"/>
                </a:lnTo>
                <a:lnTo>
                  <a:pt x="644" y="6514"/>
                </a:lnTo>
                <a:lnTo>
                  <a:pt x="655" y="6383"/>
                </a:lnTo>
                <a:lnTo>
                  <a:pt x="751" y="6145"/>
                </a:lnTo>
                <a:lnTo>
                  <a:pt x="929" y="5966"/>
                </a:lnTo>
                <a:lnTo>
                  <a:pt x="1167" y="5871"/>
                </a:lnTo>
                <a:lnTo>
                  <a:pt x="1298" y="5859"/>
                </a:lnTo>
                <a:close/>
                <a:moveTo>
                  <a:pt x="5085" y="1965"/>
                </a:moveTo>
                <a:lnTo>
                  <a:pt x="4978" y="2049"/>
                </a:lnTo>
                <a:lnTo>
                  <a:pt x="3668" y="3358"/>
                </a:lnTo>
                <a:lnTo>
                  <a:pt x="3596" y="3454"/>
                </a:lnTo>
                <a:lnTo>
                  <a:pt x="3596" y="3704"/>
                </a:lnTo>
                <a:lnTo>
                  <a:pt x="3668" y="3811"/>
                </a:lnTo>
                <a:lnTo>
                  <a:pt x="3775" y="3894"/>
                </a:lnTo>
                <a:lnTo>
                  <a:pt x="4025" y="3894"/>
                </a:lnTo>
                <a:lnTo>
                  <a:pt x="4132" y="3811"/>
                </a:lnTo>
                <a:lnTo>
                  <a:pt x="4882" y="3061"/>
                </a:lnTo>
                <a:lnTo>
                  <a:pt x="4882" y="5216"/>
                </a:lnTo>
                <a:lnTo>
                  <a:pt x="1298" y="5216"/>
                </a:lnTo>
                <a:lnTo>
                  <a:pt x="1036" y="5228"/>
                </a:lnTo>
                <a:lnTo>
                  <a:pt x="560" y="5430"/>
                </a:lnTo>
                <a:lnTo>
                  <a:pt x="215" y="5775"/>
                </a:lnTo>
                <a:lnTo>
                  <a:pt x="12" y="6252"/>
                </a:lnTo>
                <a:lnTo>
                  <a:pt x="1" y="6514"/>
                </a:lnTo>
                <a:lnTo>
                  <a:pt x="1" y="7811"/>
                </a:lnTo>
                <a:lnTo>
                  <a:pt x="12" y="8085"/>
                </a:lnTo>
                <a:lnTo>
                  <a:pt x="215" y="8550"/>
                </a:lnTo>
                <a:lnTo>
                  <a:pt x="560" y="8895"/>
                </a:lnTo>
                <a:lnTo>
                  <a:pt x="1036" y="9097"/>
                </a:lnTo>
                <a:lnTo>
                  <a:pt x="1298" y="9121"/>
                </a:lnTo>
                <a:lnTo>
                  <a:pt x="9109" y="9121"/>
                </a:lnTo>
                <a:lnTo>
                  <a:pt x="9383" y="9097"/>
                </a:lnTo>
                <a:lnTo>
                  <a:pt x="9847" y="8895"/>
                </a:lnTo>
                <a:lnTo>
                  <a:pt x="10193" y="8550"/>
                </a:lnTo>
                <a:lnTo>
                  <a:pt x="10395" y="8085"/>
                </a:lnTo>
                <a:lnTo>
                  <a:pt x="10419" y="7811"/>
                </a:lnTo>
                <a:lnTo>
                  <a:pt x="10419" y="6514"/>
                </a:lnTo>
                <a:lnTo>
                  <a:pt x="10395" y="6252"/>
                </a:lnTo>
                <a:lnTo>
                  <a:pt x="10193" y="5775"/>
                </a:lnTo>
                <a:lnTo>
                  <a:pt x="9847" y="5430"/>
                </a:lnTo>
                <a:lnTo>
                  <a:pt x="9383" y="5228"/>
                </a:lnTo>
                <a:lnTo>
                  <a:pt x="9109" y="5216"/>
                </a:lnTo>
                <a:lnTo>
                  <a:pt x="5525" y="5216"/>
                </a:lnTo>
                <a:lnTo>
                  <a:pt x="5525" y="3061"/>
                </a:lnTo>
                <a:lnTo>
                  <a:pt x="6275" y="3811"/>
                </a:lnTo>
                <a:lnTo>
                  <a:pt x="6383" y="3894"/>
                </a:lnTo>
                <a:lnTo>
                  <a:pt x="6633" y="3894"/>
                </a:lnTo>
                <a:lnTo>
                  <a:pt x="6740" y="3811"/>
                </a:lnTo>
                <a:lnTo>
                  <a:pt x="6811" y="3704"/>
                </a:lnTo>
                <a:lnTo>
                  <a:pt x="6811" y="3454"/>
                </a:lnTo>
                <a:lnTo>
                  <a:pt x="6740" y="3358"/>
                </a:lnTo>
                <a:lnTo>
                  <a:pt x="5430" y="2049"/>
                </a:lnTo>
                <a:lnTo>
                  <a:pt x="5335" y="1965"/>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2" name="Google Shape;3252;p175"/>
          <p:cNvSpPr/>
          <p:nvPr/>
        </p:nvSpPr>
        <p:spPr>
          <a:xfrm>
            <a:off x="8115889" y="8514928"/>
            <a:ext cx="591259" cy="525272"/>
          </a:xfrm>
          <a:custGeom>
            <a:rect b="b" l="l" r="r" t="t"/>
            <a:pathLst>
              <a:path extrusionOk="0" h="10420" w="11729">
                <a:moveTo>
                  <a:pt x="8538" y="1965"/>
                </a:moveTo>
                <a:lnTo>
                  <a:pt x="8645" y="1977"/>
                </a:lnTo>
                <a:lnTo>
                  <a:pt x="8811" y="2084"/>
                </a:lnTo>
                <a:lnTo>
                  <a:pt x="8847" y="2180"/>
                </a:lnTo>
                <a:lnTo>
                  <a:pt x="9740" y="4859"/>
                </a:lnTo>
                <a:lnTo>
                  <a:pt x="9764" y="4978"/>
                </a:lnTo>
                <a:lnTo>
                  <a:pt x="9728" y="5109"/>
                </a:lnTo>
                <a:lnTo>
                  <a:pt x="9657" y="5216"/>
                </a:lnTo>
                <a:lnTo>
                  <a:pt x="9538" y="5264"/>
                </a:lnTo>
                <a:lnTo>
                  <a:pt x="6871" y="6157"/>
                </a:lnTo>
                <a:lnTo>
                  <a:pt x="6811" y="6168"/>
                </a:lnTo>
                <a:lnTo>
                  <a:pt x="6764" y="6180"/>
                </a:lnTo>
                <a:lnTo>
                  <a:pt x="6656" y="6168"/>
                </a:lnTo>
                <a:lnTo>
                  <a:pt x="6502" y="6049"/>
                </a:lnTo>
                <a:lnTo>
                  <a:pt x="6454" y="5954"/>
                </a:lnTo>
                <a:lnTo>
                  <a:pt x="5561" y="3275"/>
                </a:lnTo>
                <a:lnTo>
                  <a:pt x="5537" y="3144"/>
                </a:lnTo>
                <a:lnTo>
                  <a:pt x="5585" y="3037"/>
                </a:lnTo>
                <a:lnTo>
                  <a:pt x="5656" y="2930"/>
                </a:lnTo>
                <a:lnTo>
                  <a:pt x="5763" y="2870"/>
                </a:lnTo>
                <a:lnTo>
                  <a:pt x="8442" y="1977"/>
                </a:lnTo>
                <a:lnTo>
                  <a:pt x="8490" y="1965"/>
                </a:lnTo>
                <a:close/>
                <a:moveTo>
                  <a:pt x="8538" y="1311"/>
                </a:moveTo>
                <a:lnTo>
                  <a:pt x="8383" y="1322"/>
                </a:lnTo>
                <a:lnTo>
                  <a:pt x="8228" y="1358"/>
                </a:lnTo>
                <a:lnTo>
                  <a:pt x="5561" y="2251"/>
                </a:lnTo>
                <a:lnTo>
                  <a:pt x="5382" y="2323"/>
                </a:lnTo>
                <a:lnTo>
                  <a:pt x="5097" y="2573"/>
                </a:lnTo>
                <a:lnTo>
                  <a:pt x="4989" y="2739"/>
                </a:lnTo>
                <a:lnTo>
                  <a:pt x="4918" y="2918"/>
                </a:lnTo>
                <a:lnTo>
                  <a:pt x="4894" y="3299"/>
                </a:lnTo>
                <a:lnTo>
                  <a:pt x="4942" y="3489"/>
                </a:lnTo>
                <a:lnTo>
                  <a:pt x="5835" y="6157"/>
                </a:lnTo>
                <a:lnTo>
                  <a:pt x="5894" y="6299"/>
                </a:lnTo>
                <a:lnTo>
                  <a:pt x="6073" y="6550"/>
                </a:lnTo>
                <a:lnTo>
                  <a:pt x="6311" y="6728"/>
                </a:lnTo>
                <a:lnTo>
                  <a:pt x="6597" y="6811"/>
                </a:lnTo>
                <a:lnTo>
                  <a:pt x="6764" y="6823"/>
                </a:lnTo>
                <a:lnTo>
                  <a:pt x="6918" y="6811"/>
                </a:lnTo>
                <a:lnTo>
                  <a:pt x="7073" y="6776"/>
                </a:lnTo>
                <a:lnTo>
                  <a:pt x="9740" y="5883"/>
                </a:lnTo>
                <a:lnTo>
                  <a:pt x="9919" y="5811"/>
                </a:lnTo>
                <a:lnTo>
                  <a:pt x="10205" y="5561"/>
                </a:lnTo>
                <a:lnTo>
                  <a:pt x="10300" y="5395"/>
                </a:lnTo>
                <a:lnTo>
                  <a:pt x="10383" y="5216"/>
                </a:lnTo>
                <a:lnTo>
                  <a:pt x="10407" y="4835"/>
                </a:lnTo>
                <a:lnTo>
                  <a:pt x="10359" y="4644"/>
                </a:lnTo>
                <a:lnTo>
                  <a:pt x="9466" y="1977"/>
                </a:lnTo>
                <a:lnTo>
                  <a:pt x="9407" y="1834"/>
                </a:lnTo>
                <a:lnTo>
                  <a:pt x="9228" y="1584"/>
                </a:lnTo>
                <a:lnTo>
                  <a:pt x="8990" y="1406"/>
                </a:lnTo>
                <a:lnTo>
                  <a:pt x="8692" y="1322"/>
                </a:lnTo>
                <a:lnTo>
                  <a:pt x="8538" y="1311"/>
                </a:lnTo>
                <a:close/>
                <a:moveTo>
                  <a:pt x="5204" y="7835"/>
                </a:moveTo>
                <a:lnTo>
                  <a:pt x="5406" y="7847"/>
                </a:lnTo>
                <a:lnTo>
                  <a:pt x="5763" y="7990"/>
                </a:lnTo>
                <a:lnTo>
                  <a:pt x="6025" y="8240"/>
                </a:lnTo>
                <a:lnTo>
                  <a:pt x="6168" y="8586"/>
                </a:lnTo>
                <a:lnTo>
                  <a:pt x="6180" y="8788"/>
                </a:lnTo>
                <a:lnTo>
                  <a:pt x="6168" y="8990"/>
                </a:lnTo>
                <a:lnTo>
                  <a:pt x="6025" y="9336"/>
                </a:lnTo>
                <a:lnTo>
                  <a:pt x="5763" y="9598"/>
                </a:lnTo>
                <a:lnTo>
                  <a:pt x="5406" y="9752"/>
                </a:lnTo>
                <a:lnTo>
                  <a:pt x="5204" y="9764"/>
                </a:lnTo>
                <a:lnTo>
                  <a:pt x="5013" y="9752"/>
                </a:lnTo>
                <a:lnTo>
                  <a:pt x="4656" y="9598"/>
                </a:lnTo>
                <a:lnTo>
                  <a:pt x="4394" y="9336"/>
                </a:lnTo>
                <a:lnTo>
                  <a:pt x="4251" y="8990"/>
                </a:lnTo>
                <a:lnTo>
                  <a:pt x="4227" y="8788"/>
                </a:lnTo>
                <a:lnTo>
                  <a:pt x="4251" y="8586"/>
                </a:lnTo>
                <a:lnTo>
                  <a:pt x="4394" y="8240"/>
                </a:lnTo>
                <a:lnTo>
                  <a:pt x="4656" y="7990"/>
                </a:lnTo>
                <a:lnTo>
                  <a:pt x="5013" y="7847"/>
                </a:lnTo>
                <a:lnTo>
                  <a:pt x="5204" y="7835"/>
                </a:lnTo>
                <a:close/>
                <a:moveTo>
                  <a:pt x="298" y="1"/>
                </a:moveTo>
                <a:lnTo>
                  <a:pt x="191" y="13"/>
                </a:lnTo>
                <a:lnTo>
                  <a:pt x="12" y="191"/>
                </a:lnTo>
                <a:lnTo>
                  <a:pt x="1" y="322"/>
                </a:lnTo>
                <a:lnTo>
                  <a:pt x="12" y="453"/>
                </a:lnTo>
                <a:lnTo>
                  <a:pt x="191" y="632"/>
                </a:lnTo>
                <a:lnTo>
                  <a:pt x="322" y="644"/>
                </a:lnTo>
                <a:lnTo>
                  <a:pt x="1334" y="644"/>
                </a:lnTo>
                <a:lnTo>
                  <a:pt x="1501" y="656"/>
                </a:lnTo>
                <a:lnTo>
                  <a:pt x="1787" y="751"/>
                </a:lnTo>
                <a:lnTo>
                  <a:pt x="2025" y="930"/>
                </a:lnTo>
                <a:lnTo>
                  <a:pt x="2203" y="1168"/>
                </a:lnTo>
                <a:lnTo>
                  <a:pt x="2263" y="1311"/>
                </a:lnTo>
                <a:lnTo>
                  <a:pt x="4299" y="7431"/>
                </a:lnTo>
                <a:lnTo>
                  <a:pt x="4144" y="7550"/>
                </a:lnTo>
                <a:lnTo>
                  <a:pt x="3882" y="7835"/>
                </a:lnTo>
                <a:lnTo>
                  <a:pt x="3692" y="8181"/>
                </a:lnTo>
                <a:lnTo>
                  <a:pt x="3584" y="8574"/>
                </a:lnTo>
                <a:lnTo>
                  <a:pt x="3584" y="8788"/>
                </a:lnTo>
                <a:lnTo>
                  <a:pt x="3584" y="8955"/>
                </a:lnTo>
                <a:lnTo>
                  <a:pt x="3656" y="9276"/>
                </a:lnTo>
                <a:lnTo>
                  <a:pt x="3775" y="9562"/>
                </a:lnTo>
                <a:lnTo>
                  <a:pt x="3954" y="9824"/>
                </a:lnTo>
                <a:lnTo>
                  <a:pt x="4180" y="10050"/>
                </a:lnTo>
                <a:lnTo>
                  <a:pt x="4442" y="10217"/>
                </a:lnTo>
                <a:lnTo>
                  <a:pt x="4727" y="10348"/>
                </a:lnTo>
                <a:lnTo>
                  <a:pt x="5049" y="10407"/>
                </a:lnTo>
                <a:lnTo>
                  <a:pt x="5204" y="10419"/>
                </a:lnTo>
                <a:lnTo>
                  <a:pt x="5370" y="10407"/>
                </a:lnTo>
                <a:lnTo>
                  <a:pt x="5680" y="10348"/>
                </a:lnTo>
                <a:lnTo>
                  <a:pt x="5966" y="10229"/>
                </a:lnTo>
                <a:lnTo>
                  <a:pt x="6216" y="10062"/>
                </a:lnTo>
                <a:lnTo>
                  <a:pt x="6442" y="9860"/>
                </a:lnTo>
                <a:lnTo>
                  <a:pt x="6609" y="9610"/>
                </a:lnTo>
                <a:lnTo>
                  <a:pt x="6740" y="9324"/>
                </a:lnTo>
                <a:lnTo>
                  <a:pt x="6811" y="9026"/>
                </a:lnTo>
                <a:lnTo>
                  <a:pt x="6823" y="8859"/>
                </a:lnTo>
                <a:lnTo>
                  <a:pt x="11502" y="7145"/>
                </a:lnTo>
                <a:lnTo>
                  <a:pt x="11502" y="7133"/>
                </a:lnTo>
                <a:lnTo>
                  <a:pt x="11621" y="7073"/>
                </a:lnTo>
                <a:lnTo>
                  <a:pt x="11729" y="6847"/>
                </a:lnTo>
                <a:lnTo>
                  <a:pt x="11693" y="6716"/>
                </a:lnTo>
                <a:lnTo>
                  <a:pt x="11633" y="6609"/>
                </a:lnTo>
                <a:lnTo>
                  <a:pt x="11407" y="6502"/>
                </a:lnTo>
                <a:lnTo>
                  <a:pt x="11276" y="6526"/>
                </a:lnTo>
                <a:lnTo>
                  <a:pt x="6716" y="8205"/>
                </a:lnTo>
                <a:lnTo>
                  <a:pt x="6621" y="7978"/>
                </a:lnTo>
                <a:lnTo>
                  <a:pt x="6323" y="7597"/>
                </a:lnTo>
                <a:lnTo>
                  <a:pt x="5930" y="7323"/>
                </a:lnTo>
                <a:lnTo>
                  <a:pt x="5466" y="7169"/>
                </a:lnTo>
                <a:lnTo>
                  <a:pt x="5204" y="7157"/>
                </a:lnTo>
                <a:lnTo>
                  <a:pt x="5049" y="7169"/>
                </a:lnTo>
                <a:lnTo>
                  <a:pt x="4906" y="7192"/>
                </a:lnTo>
                <a:lnTo>
                  <a:pt x="2882" y="1108"/>
                </a:lnTo>
                <a:lnTo>
                  <a:pt x="2787" y="870"/>
                </a:lnTo>
                <a:lnTo>
                  <a:pt x="2489" y="465"/>
                </a:lnTo>
                <a:lnTo>
                  <a:pt x="2084" y="167"/>
                </a:lnTo>
                <a:lnTo>
                  <a:pt x="1596" y="13"/>
                </a:lnTo>
                <a:lnTo>
                  <a:pt x="133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3" name="Google Shape;3253;p175"/>
          <p:cNvSpPr/>
          <p:nvPr/>
        </p:nvSpPr>
        <p:spPr>
          <a:xfrm>
            <a:off x="2125150" y="8547342"/>
            <a:ext cx="525827" cy="459840"/>
          </a:xfrm>
          <a:custGeom>
            <a:rect b="b" l="l" r="r" t="t"/>
            <a:pathLst>
              <a:path extrusionOk="0" h="9122" w="10431">
                <a:moveTo>
                  <a:pt x="9121" y="656"/>
                </a:moveTo>
                <a:lnTo>
                  <a:pt x="9252" y="668"/>
                </a:lnTo>
                <a:lnTo>
                  <a:pt x="9490" y="763"/>
                </a:lnTo>
                <a:lnTo>
                  <a:pt x="9669" y="941"/>
                </a:lnTo>
                <a:lnTo>
                  <a:pt x="9764" y="1180"/>
                </a:lnTo>
                <a:lnTo>
                  <a:pt x="9776" y="1311"/>
                </a:lnTo>
                <a:lnTo>
                  <a:pt x="9776" y="2608"/>
                </a:lnTo>
                <a:lnTo>
                  <a:pt x="9764" y="2739"/>
                </a:lnTo>
                <a:lnTo>
                  <a:pt x="9669" y="2977"/>
                </a:lnTo>
                <a:lnTo>
                  <a:pt x="9490" y="3156"/>
                </a:lnTo>
                <a:lnTo>
                  <a:pt x="9252" y="3251"/>
                </a:lnTo>
                <a:lnTo>
                  <a:pt x="9121" y="3263"/>
                </a:lnTo>
                <a:lnTo>
                  <a:pt x="1310" y="3263"/>
                </a:lnTo>
                <a:lnTo>
                  <a:pt x="1179" y="3251"/>
                </a:lnTo>
                <a:lnTo>
                  <a:pt x="941" y="3156"/>
                </a:lnTo>
                <a:lnTo>
                  <a:pt x="762" y="2977"/>
                </a:lnTo>
                <a:lnTo>
                  <a:pt x="667" y="2739"/>
                </a:lnTo>
                <a:lnTo>
                  <a:pt x="655" y="2608"/>
                </a:lnTo>
                <a:lnTo>
                  <a:pt x="655" y="1311"/>
                </a:lnTo>
                <a:lnTo>
                  <a:pt x="667" y="1180"/>
                </a:lnTo>
                <a:lnTo>
                  <a:pt x="762" y="941"/>
                </a:lnTo>
                <a:lnTo>
                  <a:pt x="941" y="763"/>
                </a:lnTo>
                <a:lnTo>
                  <a:pt x="1179" y="668"/>
                </a:lnTo>
                <a:lnTo>
                  <a:pt x="1310" y="656"/>
                </a:lnTo>
                <a:close/>
                <a:moveTo>
                  <a:pt x="9252" y="5871"/>
                </a:moveTo>
                <a:lnTo>
                  <a:pt x="9490" y="5978"/>
                </a:lnTo>
                <a:lnTo>
                  <a:pt x="9669" y="6157"/>
                </a:lnTo>
                <a:lnTo>
                  <a:pt x="9764" y="6383"/>
                </a:lnTo>
                <a:lnTo>
                  <a:pt x="9776" y="6514"/>
                </a:lnTo>
                <a:lnTo>
                  <a:pt x="9776" y="7823"/>
                </a:lnTo>
                <a:lnTo>
                  <a:pt x="9764" y="7954"/>
                </a:lnTo>
                <a:lnTo>
                  <a:pt x="9669" y="8193"/>
                </a:lnTo>
                <a:lnTo>
                  <a:pt x="9490" y="8359"/>
                </a:lnTo>
                <a:lnTo>
                  <a:pt x="9252" y="8466"/>
                </a:lnTo>
                <a:lnTo>
                  <a:pt x="9121" y="8478"/>
                </a:lnTo>
                <a:lnTo>
                  <a:pt x="5870" y="8478"/>
                </a:lnTo>
                <a:lnTo>
                  <a:pt x="5727" y="8466"/>
                </a:lnTo>
                <a:lnTo>
                  <a:pt x="5501" y="8359"/>
                </a:lnTo>
                <a:lnTo>
                  <a:pt x="5323" y="8193"/>
                </a:lnTo>
                <a:lnTo>
                  <a:pt x="5227" y="7954"/>
                </a:lnTo>
                <a:lnTo>
                  <a:pt x="5215" y="7823"/>
                </a:lnTo>
                <a:lnTo>
                  <a:pt x="5215" y="6514"/>
                </a:lnTo>
                <a:lnTo>
                  <a:pt x="5227" y="6383"/>
                </a:lnTo>
                <a:lnTo>
                  <a:pt x="5323" y="6157"/>
                </a:lnTo>
                <a:lnTo>
                  <a:pt x="5501" y="5978"/>
                </a:lnTo>
                <a:lnTo>
                  <a:pt x="5727" y="5871"/>
                </a:lnTo>
                <a:close/>
                <a:moveTo>
                  <a:pt x="1310" y="1"/>
                </a:moveTo>
                <a:lnTo>
                  <a:pt x="1036" y="25"/>
                </a:lnTo>
                <a:lnTo>
                  <a:pt x="572" y="227"/>
                </a:lnTo>
                <a:lnTo>
                  <a:pt x="226" y="572"/>
                </a:lnTo>
                <a:lnTo>
                  <a:pt x="24" y="1037"/>
                </a:lnTo>
                <a:lnTo>
                  <a:pt x="0" y="1311"/>
                </a:lnTo>
                <a:lnTo>
                  <a:pt x="0" y="2608"/>
                </a:lnTo>
                <a:lnTo>
                  <a:pt x="24" y="2870"/>
                </a:lnTo>
                <a:lnTo>
                  <a:pt x="226" y="3347"/>
                </a:lnTo>
                <a:lnTo>
                  <a:pt x="572" y="3692"/>
                </a:lnTo>
                <a:lnTo>
                  <a:pt x="1036" y="3894"/>
                </a:lnTo>
                <a:lnTo>
                  <a:pt x="1310" y="3906"/>
                </a:lnTo>
                <a:lnTo>
                  <a:pt x="2286" y="3906"/>
                </a:lnTo>
                <a:lnTo>
                  <a:pt x="2286" y="5859"/>
                </a:lnTo>
                <a:lnTo>
                  <a:pt x="2286" y="6037"/>
                </a:lnTo>
                <a:lnTo>
                  <a:pt x="2358" y="6347"/>
                </a:lnTo>
                <a:lnTo>
                  <a:pt x="2477" y="6645"/>
                </a:lnTo>
                <a:lnTo>
                  <a:pt x="2655" y="6907"/>
                </a:lnTo>
                <a:lnTo>
                  <a:pt x="2870" y="7121"/>
                </a:lnTo>
                <a:lnTo>
                  <a:pt x="3132" y="7300"/>
                </a:lnTo>
                <a:lnTo>
                  <a:pt x="3429" y="7419"/>
                </a:lnTo>
                <a:lnTo>
                  <a:pt x="3739" y="7490"/>
                </a:lnTo>
                <a:lnTo>
                  <a:pt x="4561" y="7490"/>
                </a:lnTo>
                <a:lnTo>
                  <a:pt x="4561" y="7823"/>
                </a:lnTo>
                <a:lnTo>
                  <a:pt x="4584" y="8085"/>
                </a:lnTo>
                <a:lnTo>
                  <a:pt x="4775" y="8550"/>
                </a:lnTo>
                <a:lnTo>
                  <a:pt x="5132" y="8907"/>
                </a:lnTo>
                <a:lnTo>
                  <a:pt x="5596" y="9098"/>
                </a:lnTo>
                <a:lnTo>
                  <a:pt x="5870" y="9121"/>
                </a:lnTo>
                <a:lnTo>
                  <a:pt x="9121" y="9121"/>
                </a:lnTo>
                <a:lnTo>
                  <a:pt x="9383" y="9098"/>
                </a:lnTo>
                <a:lnTo>
                  <a:pt x="9859" y="8907"/>
                </a:lnTo>
                <a:lnTo>
                  <a:pt x="10204" y="8550"/>
                </a:lnTo>
                <a:lnTo>
                  <a:pt x="10407" y="8085"/>
                </a:lnTo>
                <a:lnTo>
                  <a:pt x="10431" y="7823"/>
                </a:lnTo>
                <a:lnTo>
                  <a:pt x="10431" y="6514"/>
                </a:lnTo>
                <a:lnTo>
                  <a:pt x="10407" y="6252"/>
                </a:lnTo>
                <a:lnTo>
                  <a:pt x="10204" y="5787"/>
                </a:lnTo>
                <a:lnTo>
                  <a:pt x="9859" y="5430"/>
                </a:lnTo>
                <a:lnTo>
                  <a:pt x="9383" y="5228"/>
                </a:lnTo>
                <a:lnTo>
                  <a:pt x="9121" y="5216"/>
                </a:lnTo>
                <a:lnTo>
                  <a:pt x="5870" y="5216"/>
                </a:lnTo>
                <a:lnTo>
                  <a:pt x="5596" y="5228"/>
                </a:lnTo>
                <a:lnTo>
                  <a:pt x="5132" y="5430"/>
                </a:lnTo>
                <a:lnTo>
                  <a:pt x="4775" y="5787"/>
                </a:lnTo>
                <a:lnTo>
                  <a:pt x="4584" y="6252"/>
                </a:lnTo>
                <a:lnTo>
                  <a:pt x="4561" y="6514"/>
                </a:lnTo>
                <a:lnTo>
                  <a:pt x="4561" y="6847"/>
                </a:lnTo>
                <a:lnTo>
                  <a:pt x="3918" y="6847"/>
                </a:lnTo>
                <a:lnTo>
                  <a:pt x="3715" y="6823"/>
                </a:lnTo>
                <a:lnTo>
                  <a:pt x="3358" y="6680"/>
                </a:lnTo>
                <a:lnTo>
                  <a:pt x="3096" y="6418"/>
                </a:lnTo>
                <a:lnTo>
                  <a:pt x="2953" y="6061"/>
                </a:lnTo>
                <a:lnTo>
                  <a:pt x="2941" y="5871"/>
                </a:lnTo>
                <a:lnTo>
                  <a:pt x="2941" y="5859"/>
                </a:lnTo>
                <a:lnTo>
                  <a:pt x="2941" y="3906"/>
                </a:lnTo>
                <a:lnTo>
                  <a:pt x="9121" y="3906"/>
                </a:lnTo>
                <a:lnTo>
                  <a:pt x="9383" y="3894"/>
                </a:lnTo>
                <a:lnTo>
                  <a:pt x="9859" y="3692"/>
                </a:lnTo>
                <a:lnTo>
                  <a:pt x="10204" y="3347"/>
                </a:lnTo>
                <a:lnTo>
                  <a:pt x="10407" y="2870"/>
                </a:lnTo>
                <a:lnTo>
                  <a:pt x="10419" y="2608"/>
                </a:lnTo>
                <a:lnTo>
                  <a:pt x="10419" y="1311"/>
                </a:lnTo>
                <a:lnTo>
                  <a:pt x="10407" y="1037"/>
                </a:lnTo>
                <a:lnTo>
                  <a:pt x="10204" y="572"/>
                </a:lnTo>
                <a:lnTo>
                  <a:pt x="9859" y="227"/>
                </a:lnTo>
                <a:lnTo>
                  <a:pt x="9383" y="25"/>
                </a:lnTo>
                <a:lnTo>
                  <a:pt x="9121"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4" name="Google Shape;3254;p175"/>
          <p:cNvSpPr/>
          <p:nvPr/>
        </p:nvSpPr>
        <p:spPr>
          <a:xfrm>
            <a:off x="3063879" y="8547947"/>
            <a:ext cx="656086" cy="459235"/>
          </a:xfrm>
          <a:custGeom>
            <a:rect b="b" l="l" r="r" t="t"/>
            <a:pathLst>
              <a:path extrusionOk="0" h="9110" w="13015">
                <a:moveTo>
                  <a:pt x="6513" y="1168"/>
                </a:moveTo>
                <a:lnTo>
                  <a:pt x="6728" y="1299"/>
                </a:lnTo>
                <a:lnTo>
                  <a:pt x="7133" y="1608"/>
                </a:lnTo>
                <a:lnTo>
                  <a:pt x="7490" y="1977"/>
                </a:lnTo>
                <a:lnTo>
                  <a:pt x="7799" y="2382"/>
                </a:lnTo>
                <a:lnTo>
                  <a:pt x="7942" y="2596"/>
                </a:lnTo>
                <a:lnTo>
                  <a:pt x="5073" y="2596"/>
                </a:lnTo>
                <a:lnTo>
                  <a:pt x="5216" y="2382"/>
                </a:lnTo>
                <a:lnTo>
                  <a:pt x="5525" y="1977"/>
                </a:lnTo>
                <a:lnTo>
                  <a:pt x="5882" y="1608"/>
                </a:lnTo>
                <a:lnTo>
                  <a:pt x="6287" y="1299"/>
                </a:lnTo>
                <a:lnTo>
                  <a:pt x="6513" y="1168"/>
                </a:lnTo>
                <a:close/>
                <a:moveTo>
                  <a:pt x="8240" y="3251"/>
                </a:moveTo>
                <a:lnTo>
                  <a:pt x="8371" y="3727"/>
                </a:lnTo>
                <a:lnTo>
                  <a:pt x="8442" y="4228"/>
                </a:lnTo>
                <a:lnTo>
                  <a:pt x="4573" y="4228"/>
                </a:lnTo>
                <a:lnTo>
                  <a:pt x="4596" y="3978"/>
                </a:lnTo>
                <a:lnTo>
                  <a:pt x="4692" y="3489"/>
                </a:lnTo>
                <a:lnTo>
                  <a:pt x="4775" y="3251"/>
                </a:lnTo>
                <a:close/>
                <a:moveTo>
                  <a:pt x="8442" y="4882"/>
                </a:moveTo>
                <a:lnTo>
                  <a:pt x="8371" y="5383"/>
                </a:lnTo>
                <a:lnTo>
                  <a:pt x="8240" y="5859"/>
                </a:lnTo>
                <a:lnTo>
                  <a:pt x="4775" y="5859"/>
                </a:lnTo>
                <a:lnTo>
                  <a:pt x="4692" y="5621"/>
                </a:lnTo>
                <a:lnTo>
                  <a:pt x="4596" y="5132"/>
                </a:lnTo>
                <a:lnTo>
                  <a:pt x="4573" y="4882"/>
                </a:lnTo>
                <a:close/>
                <a:moveTo>
                  <a:pt x="7942" y="6502"/>
                </a:moveTo>
                <a:lnTo>
                  <a:pt x="7799" y="6728"/>
                </a:lnTo>
                <a:lnTo>
                  <a:pt x="7490" y="7133"/>
                </a:lnTo>
                <a:lnTo>
                  <a:pt x="7133" y="7490"/>
                </a:lnTo>
                <a:lnTo>
                  <a:pt x="6728" y="7800"/>
                </a:lnTo>
                <a:lnTo>
                  <a:pt x="6513" y="7931"/>
                </a:lnTo>
                <a:lnTo>
                  <a:pt x="6287" y="7800"/>
                </a:lnTo>
                <a:lnTo>
                  <a:pt x="5882" y="7490"/>
                </a:lnTo>
                <a:lnTo>
                  <a:pt x="5525" y="7133"/>
                </a:lnTo>
                <a:lnTo>
                  <a:pt x="5216" y="6728"/>
                </a:lnTo>
                <a:lnTo>
                  <a:pt x="5073" y="6502"/>
                </a:lnTo>
                <a:close/>
                <a:moveTo>
                  <a:pt x="4549" y="644"/>
                </a:moveTo>
                <a:lnTo>
                  <a:pt x="4882" y="656"/>
                </a:lnTo>
                <a:lnTo>
                  <a:pt x="5501" y="763"/>
                </a:lnTo>
                <a:lnTo>
                  <a:pt x="5799" y="846"/>
                </a:lnTo>
                <a:lnTo>
                  <a:pt x="5585" y="1013"/>
                </a:lnTo>
                <a:lnTo>
                  <a:pt x="5192" y="1370"/>
                </a:lnTo>
                <a:lnTo>
                  <a:pt x="4846" y="1775"/>
                </a:lnTo>
                <a:lnTo>
                  <a:pt x="4549" y="2215"/>
                </a:lnTo>
                <a:lnTo>
                  <a:pt x="4299" y="2692"/>
                </a:lnTo>
                <a:lnTo>
                  <a:pt x="4108" y="3192"/>
                </a:lnTo>
                <a:lnTo>
                  <a:pt x="3977" y="3716"/>
                </a:lnTo>
                <a:lnTo>
                  <a:pt x="3906" y="4275"/>
                </a:lnTo>
                <a:lnTo>
                  <a:pt x="3906" y="4549"/>
                </a:lnTo>
                <a:lnTo>
                  <a:pt x="3906" y="4835"/>
                </a:lnTo>
                <a:lnTo>
                  <a:pt x="3977" y="5383"/>
                </a:lnTo>
                <a:lnTo>
                  <a:pt x="4108" y="5918"/>
                </a:lnTo>
                <a:lnTo>
                  <a:pt x="4299" y="6418"/>
                </a:lnTo>
                <a:lnTo>
                  <a:pt x="4549" y="6895"/>
                </a:lnTo>
                <a:lnTo>
                  <a:pt x="4846" y="7323"/>
                </a:lnTo>
                <a:lnTo>
                  <a:pt x="5192" y="7728"/>
                </a:lnTo>
                <a:lnTo>
                  <a:pt x="5585" y="8085"/>
                </a:lnTo>
                <a:lnTo>
                  <a:pt x="5799" y="8240"/>
                </a:lnTo>
                <a:lnTo>
                  <a:pt x="5501" y="8335"/>
                </a:lnTo>
                <a:lnTo>
                  <a:pt x="4882" y="8454"/>
                </a:lnTo>
                <a:lnTo>
                  <a:pt x="4549" y="8454"/>
                </a:lnTo>
                <a:lnTo>
                  <a:pt x="4144" y="8443"/>
                </a:lnTo>
                <a:lnTo>
                  <a:pt x="3382" y="8288"/>
                </a:lnTo>
                <a:lnTo>
                  <a:pt x="2679" y="8002"/>
                </a:lnTo>
                <a:lnTo>
                  <a:pt x="2060" y="7573"/>
                </a:lnTo>
                <a:lnTo>
                  <a:pt x="1524" y="7049"/>
                </a:lnTo>
                <a:lnTo>
                  <a:pt x="1108" y="6430"/>
                </a:lnTo>
                <a:lnTo>
                  <a:pt x="810" y="5728"/>
                </a:lnTo>
                <a:lnTo>
                  <a:pt x="655" y="4954"/>
                </a:lnTo>
                <a:lnTo>
                  <a:pt x="643" y="4549"/>
                </a:lnTo>
                <a:lnTo>
                  <a:pt x="655" y="4144"/>
                </a:lnTo>
                <a:lnTo>
                  <a:pt x="810" y="3382"/>
                </a:lnTo>
                <a:lnTo>
                  <a:pt x="1108" y="2680"/>
                </a:lnTo>
                <a:lnTo>
                  <a:pt x="1524" y="2061"/>
                </a:lnTo>
                <a:lnTo>
                  <a:pt x="2060" y="1525"/>
                </a:lnTo>
                <a:lnTo>
                  <a:pt x="2679" y="1108"/>
                </a:lnTo>
                <a:lnTo>
                  <a:pt x="3382" y="810"/>
                </a:lnTo>
                <a:lnTo>
                  <a:pt x="4144" y="656"/>
                </a:lnTo>
                <a:lnTo>
                  <a:pt x="4549" y="644"/>
                </a:lnTo>
                <a:close/>
                <a:moveTo>
                  <a:pt x="8466" y="644"/>
                </a:moveTo>
                <a:lnTo>
                  <a:pt x="8859" y="656"/>
                </a:lnTo>
                <a:lnTo>
                  <a:pt x="9621" y="810"/>
                </a:lnTo>
                <a:lnTo>
                  <a:pt x="10324" y="1108"/>
                </a:lnTo>
                <a:lnTo>
                  <a:pt x="10955" y="1537"/>
                </a:lnTo>
                <a:lnTo>
                  <a:pt x="11479" y="2061"/>
                </a:lnTo>
                <a:lnTo>
                  <a:pt x="11895" y="2680"/>
                </a:lnTo>
                <a:lnTo>
                  <a:pt x="12193" y="3382"/>
                </a:lnTo>
                <a:lnTo>
                  <a:pt x="12348" y="4144"/>
                </a:lnTo>
                <a:lnTo>
                  <a:pt x="12372" y="4549"/>
                </a:lnTo>
                <a:lnTo>
                  <a:pt x="12348" y="4954"/>
                </a:lnTo>
                <a:lnTo>
                  <a:pt x="12193" y="5716"/>
                </a:lnTo>
                <a:lnTo>
                  <a:pt x="11895" y="6418"/>
                </a:lnTo>
                <a:lnTo>
                  <a:pt x="11479" y="7038"/>
                </a:lnTo>
                <a:lnTo>
                  <a:pt x="10955" y="7573"/>
                </a:lnTo>
                <a:lnTo>
                  <a:pt x="10324" y="7990"/>
                </a:lnTo>
                <a:lnTo>
                  <a:pt x="9621" y="8288"/>
                </a:lnTo>
                <a:lnTo>
                  <a:pt x="8859" y="8443"/>
                </a:lnTo>
                <a:lnTo>
                  <a:pt x="8466" y="8454"/>
                </a:lnTo>
                <a:lnTo>
                  <a:pt x="8133" y="8454"/>
                </a:lnTo>
                <a:lnTo>
                  <a:pt x="7514" y="8335"/>
                </a:lnTo>
                <a:lnTo>
                  <a:pt x="7216" y="8240"/>
                </a:lnTo>
                <a:lnTo>
                  <a:pt x="7430" y="8085"/>
                </a:lnTo>
                <a:lnTo>
                  <a:pt x="7811" y="7728"/>
                </a:lnTo>
                <a:lnTo>
                  <a:pt x="8168" y="7335"/>
                </a:lnTo>
                <a:lnTo>
                  <a:pt x="8466" y="6895"/>
                </a:lnTo>
                <a:lnTo>
                  <a:pt x="8716" y="6418"/>
                </a:lnTo>
                <a:lnTo>
                  <a:pt x="8907" y="5918"/>
                </a:lnTo>
                <a:lnTo>
                  <a:pt x="9038" y="5394"/>
                </a:lnTo>
                <a:lnTo>
                  <a:pt x="9109" y="4835"/>
                </a:lnTo>
                <a:lnTo>
                  <a:pt x="9109" y="4549"/>
                </a:lnTo>
                <a:lnTo>
                  <a:pt x="9109" y="4263"/>
                </a:lnTo>
                <a:lnTo>
                  <a:pt x="9038" y="3716"/>
                </a:lnTo>
                <a:lnTo>
                  <a:pt x="8907" y="3180"/>
                </a:lnTo>
                <a:lnTo>
                  <a:pt x="8716" y="2680"/>
                </a:lnTo>
                <a:lnTo>
                  <a:pt x="8466" y="2203"/>
                </a:lnTo>
                <a:lnTo>
                  <a:pt x="8168" y="1763"/>
                </a:lnTo>
                <a:lnTo>
                  <a:pt x="7811" y="1370"/>
                </a:lnTo>
                <a:lnTo>
                  <a:pt x="7430" y="1001"/>
                </a:lnTo>
                <a:lnTo>
                  <a:pt x="7216" y="846"/>
                </a:lnTo>
                <a:lnTo>
                  <a:pt x="7514" y="751"/>
                </a:lnTo>
                <a:lnTo>
                  <a:pt x="8133" y="656"/>
                </a:lnTo>
                <a:lnTo>
                  <a:pt x="8466" y="644"/>
                </a:lnTo>
                <a:close/>
                <a:moveTo>
                  <a:pt x="4549" y="1"/>
                </a:moveTo>
                <a:lnTo>
                  <a:pt x="4084" y="13"/>
                </a:lnTo>
                <a:lnTo>
                  <a:pt x="3191" y="191"/>
                </a:lnTo>
                <a:lnTo>
                  <a:pt x="2382" y="536"/>
                </a:lnTo>
                <a:lnTo>
                  <a:pt x="1655" y="1025"/>
                </a:lnTo>
                <a:lnTo>
                  <a:pt x="1036" y="1644"/>
                </a:lnTo>
                <a:lnTo>
                  <a:pt x="536" y="2370"/>
                </a:lnTo>
                <a:lnTo>
                  <a:pt x="191" y="3192"/>
                </a:lnTo>
                <a:lnTo>
                  <a:pt x="12" y="4085"/>
                </a:lnTo>
                <a:lnTo>
                  <a:pt x="0" y="4549"/>
                </a:lnTo>
                <a:lnTo>
                  <a:pt x="12" y="5025"/>
                </a:lnTo>
                <a:lnTo>
                  <a:pt x="191" y="5906"/>
                </a:lnTo>
                <a:lnTo>
                  <a:pt x="536" y="6728"/>
                </a:lnTo>
                <a:lnTo>
                  <a:pt x="1036" y="7454"/>
                </a:lnTo>
                <a:lnTo>
                  <a:pt x="1655" y="8073"/>
                </a:lnTo>
                <a:lnTo>
                  <a:pt x="2382" y="8562"/>
                </a:lnTo>
                <a:lnTo>
                  <a:pt x="3191" y="8907"/>
                </a:lnTo>
                <a:lnTo>
                  <a:pt x="4084" y="9097"/>
                </a:lnTo>
                <a:lnTo>
                  <a:pt x="4549" y="9109"/>
                </a:lnTo>
                <a:lnTo>
                  <a:pt x="4811" y="9109"/>
                </a:lnTo>
                <a:lnTo>
                  <a:pt x="5323" y="9050"/>
                </a:lnTo>
                <a:lnTo>
                  <a:pt x="6049" y="8871"/>
                </a:lnTo>
                <a:lnTo>
                  <a:pt x="6502" y="8669"/>
                </a:lnTo>
                <a:lnTo>
                  <a:pt x="6954" y="8871"/>
                </a:lnTo>
                <a:lnTo>
                  <a:pt x="7692" y="9050"/>
                </a:lnTo>
                <a:lnTo>
                  <a:pt x="8192" y="9109"/>
                </a:lnTo>
                <a:lnTo>
                  <a:pt x="8454" y="9109"/>
                </a:lnTo>
                <a:lnTo>
                  <a:pt x="8930" y="9097"/>
                </a:lnTo>
                <a:lnTo>
                  <a:pt x="9812" y="8907"/>
                </a:lnTo>
                <a:lnTo>
                  <a:pt x="10633" y="8562"/>
                </a:lnTo>
                <a:lnTo>
                  <a:pt x="11359" y="8073"/>
                </a:lnTo>
                <a:lnTo>
                  <a:pt x="11979" y="7454"/>
                </a:lnTo>
                <a:lnTo>
                  <a:pt x="12467" y="6728"/>
                </a:lnTo>
                <a:lnTo>
                  <a:pt x="12812" y="5906"/>
                </a:lnTo>
                <a:lnTo>
                  <a:pt x="13003" y="5025"/>
                </a:lnTo>
                <a:lnTo>
                  <a:pt x="13014" y="4549"/>
                </a:lnTo>
                <a:lnTo>
                  <a:pt x="13003" y="4085"/>
                </a:lnTo>
                <a:lnTo>
                  <a:pt x="12812" y="3192"/>
                </a:lnTo>
                <a:lnTo>
                  <a:pt x="12467" y="2370"/>
                </a:lnTo>
                <a:lnTo>
                  <a:pt x="11979" y="1644"/>
                </a:lnTo>
                <a:lnTo>
                  <a:pt x="11359" y="1025"/>
                </a:lnTo>
                <a:lnTo>
                  <a:pt x="10633" y="536"/>
                </a:lnTo>
                <a:lnTo>
                  <a:pt x="9812" y="191"/>
                </a:lnTo>
                <a:lnTo>
                  <a:pt x="8930" y="13"/>
                </a:lnTo>
                <a:lnTo>
                  <a:pt x="8454" y="1"/>
                </a:lnTo>
                <a:lnTo>
                  <a:pt x="8192" y="1"/>
                </a:lnTo>
                <a:lnTo>
                  <a:pt x="7692" y="60"/>
                </a:lnTo>
                <a:lnTo>
                  <a:pt x="6954" y="239"/>
                </a:lnTo>
                <a:lnTo>
                  <a:pt x="6502" y="429"/>
                </a:lnTo>
                <a:lnTo>
                  <a:pt x="6049" y="239"/>
                </a:lnTo>
                <a:lnTo>
                  <a:pt x="5323" y="60"/>
                </a:lnTo>
                <a:lnTo>
                  <a:pt x="4811"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5" name="Google Shape;3255;p175"/>
          <p:cNvSpPr/>
          <p:nvPr/>
        </p:nvSpPr>
        <p:spPr>
          <a:xfrm>
            <a:off x="4099849" y="8514928"/>
            <a:ext cx="591259" cy="525272"/>
          </a:xfrm>
          <a:custGeom>
            <a:rect b="b" l="l" r="r" t="t"/>
            <a:pathLst>
              <a:path extrusionOk="0" h="10420" w="11729">
                <a:moveTo>
                  <a:pt x="10431" y="644"/>
                </a:moveTo>
                <a:lnTo>
                  <a:pt x="10562" y="656"/>
                </a:lnTo>
                <a:lnTo>
                  <a:pt x="10788" y="751"/>
                </a:lnTo>
                <a:lnTo>
                  <a:pt x="10967" y="930"/>
                </a:lnTo>
                <a:lnTo>
                  <a:pt x="11074" y="1168"/>
                </a:lnTo>
                <a:lnTo>
                  <a:pt x="11074" y="1299"/>
                </a:lnTo>
                <a:lnTo>
                  <a:pt x="11074" y="7157"/>
                </a:lnTo>
                <a:lnTo>
                  <a:pt x="11074" y="7300"/>
                </a:lnTo>
                <a:lnTo>
                  <a:pt x="10967" y="7526"/>
                </a:lnTo>
                <a:lnTo>
                  <a:pt x="10788" y="7704"/>
                </a:lnTo>
                <a:lnTo>
                  <a:pt x="10562" y="7800"/>
                </a:lnTo>
                <a:lnTo>
                  <a:pt x="10431" y="7812"/>
                </a:lnTo>
                <a:lnTo>
                  <a:pt x="1310" y="7812"/>
                </a:lnTo>
                <a:lnTo>
                  <a:pt x="1179" y="7800"/>
                </a:lnTo>
                <a:lnTo>
                  <a:pt x="941" y="7704"/>
                </a:lnTo>
                <a:lnTo>
                  <a:pt x="762" y="7526"/>
                </a:lnTo>
                <a:lnTo>
                  <a:pt x="667" y="7300"/>
                </a:lnTo>
                <a:lnTo>
                  <a:pt x="655" y="7157"/>
                </a:lnTo>
                <a:lnTo>
                  <a:pt x="655" y="1299"/>
                </a:lnTo>
                <a:lnTo>
                  <a:pt x="667" y="1168"/>
                </a:lnTo>
                <a:lnTo>
                  <a:pt x="762" y="930"/>
                </a:lnTo>
                <a:lnTo>
                  <a:pt x="941" y="751"/>
                </a:lnTo>
                <a:lnTo>
                  <a:pt x="1179" y="656"/>
                </a:lnTo>
                <a:lnTo>
                  <a:pt x="1310" y="644"/>
                </a:lnTo>
                <a:close/>
                <a:moveTo>
                  <a:pt x="6704" y="8466"/>
                </a:moveTo>
                <a:lnTo>
                  <a:pt x="7097" y="9764"/>
                </a:lnTo>
                <a:lnTo>
                  <a:pt x="4644" y="9764"/>
                </a:lnTo>
                <a:lnTo>
                  <a:pt x="5037" y="8466"/>
                </a:lnTo>
                <a:close/>
                <a:moveTo>
                  <a:pt x="1310" y="1"/>
                </a:moveTo>
                <a:lnTo>
                  <a:pt x="1036" y="13"/>
                </a:lnTo>
                <a:lnTo>
                  <a:pt x="572" y="215"/>
                </a:lnTo>
                <a:lnTo>
                  <a:pt x="227" y="572"/>
                </a:lnTo>
                <a:lnTo>
                  <a:pt x="24" y="1037"/>
                </a:lnTo>
                <a:lnTo>
                  <a:pt x="0" y="1299"/>
                </a:lnTo>
                <a:lnTo>
                  <a:pt x="0" y="7157"/>
                </a:lnTo>
                <a:lnTo>
                  <a:pt x="24" y="7431"/>
                </a:lnTo>
                <a:lnTo>
                  <a:pt x="227" y="7895"/>
                </a:lnTo>
                <a:lnTo>
                  <a:pt x="572" y="8252"/>
                </a:lnTo>
                <a:lnTo>
                  <a:pt x="1036" y="8443"/>
                </a:lnTo>
                <a:lnTo>
                  <a:pt x="1310" y="8466"/>
                </a:lnTo>
                <a:lnTo>
                  <a:pt x="4358" y="8466"/>
                </a:lnTo>
                <a:lnTo>
                  <a:pt x="3965" y="9764"/>
                </a:lnTo>
                <a:lnTo>
                  <a:pt x="2941" y="9764"/>
                </a:lnTo>
                <a:lnTo>
                  <a:pt x="2810" y="9788"/>
                </a:lnTo>
                <a:lnTo>
                  <a:pt x="2632" y="9967"/>
                </a:lnTo>
                <a:lnTo>
                  <a:pt x="2608" y="10098"/>
                </a:lnTo>
                <a:lnTo>
                  <a:pt x="2632" y="10217"/>
                </a:lnTo>
                <a:lnTo>
                  <a:pt x="2810" y="10395"/>
                </a:lnTo>
                <a:lnTo>
                  <a:pt x="2941" y="10419"/>
                </a:lnTo>
                <a:lnTo>
                  <a:pt x="8800" y="10419"/>
                </a:lnTo>
                <a:lnTo>
                  <a:pt x="8931" y="10395"/>
                </a:lnTo>
                <a:lnTo>
                  <a:pt x="9109" y="10217"/>
                </a:lnTo>
                <a:lnTo>
                  <a:pt x="9121" y="10098"/>
                </a:lnTo>
                <a:lnTo>
                  <a:pt x="9109" y="9967"/>
                </a:lnTo>
                <a:lnTo>
                  <a:pt x="8931" y="9788"/>
                </a:lnTo>
                <a:lnTo>
                  <a:pt x="8800" y="9764"/>
                </a:lnTo>
                <a:lnTo>
                  <a:pt x="7776" y="9764"/>
                </a:lnTo>
                <a:lnTo>
                  <a:pt x="7383" y="8466"/>
                </a:lnTo>
                <a:lnTo>
                  <a:pt x="10431" y="8466"/>
                </a:lnTo>
                <a:lnTo>
                  <a:pt x="10693" y="8443"/>
                </a:lnTo>
                <a:lnTo>
                  <a:pt x="11157" y="8252"/>
                </a:lnTo>
                <a:lnTo>
                  <a:pt x="11514" y="7895"/>
                </a:lnTo>
                <a:lnTo>
                  <a:pt x="11717" y="7431"/>
                </a:lnTo>
                <a:lnTo>
                  <a:pt x="11729" y="7157"/>
                </a:lnTo>
                <a:lnTo>
                  <a:pt x="11729" y="1299"/>
                </a:lnTo>
                <a:lnTo>
                  <a:pt x="11705" y="1037"/>
                </a:lnTo>
                <a:lnTo>
                  <a:pt x="11514" y="572"/>
                </a:lnTo>
                <a:lnTo>
                  <a:pt x="11157" y="215"/>
                </a:lnTo>
                <a:lnTo>
                  <a:pt x="10693" y="13"/>
                </a:lnTo>
                <a:lnTo>
                  <a:pt x="10419"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6" name="Google Shape;3256;p175"/>
          <p:cNvSpPr/>
          <p:nvPr/>
        </p:nvSpPr>
        <p:spPr>
          <a:xfrm>
            <a:off x="5202460" y="8514323"/>
            <a:ext cx="394357" cy="525877"/>
          </a:xfrm>
          <a:custGeom>
            <a:rect b="b" l="l" r="r" t="t"/>
            <a:pathLst>
              <a:path extrusionOk="0" h="10432" w="7823">
                <a:moveTo>
                  <a:pt x="7049" y="1311"/>
                </a:moveTo>
                <a:lnTo>
                  <a:pt x="6954" y="1656"/>
                </a:lnTo>
                <a:lnTo>
                  <a:pt x="6668" y="2311"/>
                </a:lnTo>
                <a:lnTo>
                  <a:pt x="6477" y="2620"/>
                </a:lnTo>
                <a:lnTo>
                  <a:pt x="1346" y="2620"/>
                </a:lnTo>
                <a:lnTo>
                  <a:pt x="1155" y="2311"/>
                </a:lnTo>
                <a:lnTo>
                  <a:pt x="869" y="1656"/>
                </a:lnTo>
                <a:lnTo>
                  <a:pt x="774" y="1311"/>
                </a:lnTo>
                <a:close/>
                <a:moveTo>
                  <a:pt x="5930" y="3263"/>
                </a:moveTo>
                <a:lnTo>
                  <a:pt x="5692" y="3490"/>
                </a:lnTo>
                <a:lnTo>
                  <a:pt x="5442" y="3692"/>
                </a:lnTo>
                <a:lnTo>
                  <a:pt x="3906" y="4811"/>
                </a:lnTo>
                <a:lnTo>
                  <a:pt x="2346" y="3692"/>
                </a:lnTo>
                <a:lnTo>
                  <a:pt x="2108" y="3490"/>
                </a:lnTo>
                <a:lnTo>
                  <a:pt x="1858" y="3263"/>
                </a:lnTo>
                <a:close/>
                <a:moveTo>
                  <a:pt x="6489" y="7824"/>
                </a:moveTo>
                <a:lnTo>
                  <a:pt x="6668" y="8121"/>
                </a:lnTo>
                <a:lnTo>
                  <a:pt x="6954" y="8776"/>
                </a:lnTo>
                <a:lnTo>
                  <a:pt x="7049" y="9121"/>
                </a:lnTo>
                <a:lnTo>
                  <a:pt x="774" y="9121"/>
                </a:lnTo>
                <a:lnTo>
                  <a:pt x="869" y="8776"/>
                </a:lnTo>
                <a:lnTo>
                  <a:pt x="1155" y="8121"/>
                </a:lnTo>
                <a:lnTo>
                  <a:pt x="1346" y="7824"/>
                </a:lnTo>
                <a:close/>
                <a:moveTo>
                  <a:pt x="334" y="1"/>
                </a:moveTo>
                <a:lnTo>
                  <a:pt x="203" y="25"/>
                </a:lnTo>
                <a:lnTo>
                  <a:pt x="24" y="203"/>
                </a:lnTo>
                <a:lnTo>
                  <a:pt x="0" y="334"/>
                </a:lnTo>
                <a:lnTo>
                  <a:pt x="12" y="620"/>
                </a:lnTo>
                <a:lnTo>
                  <a:pt x="72" y="1180"/>
                </a:lnTo>
                <a:lnTo>
                  <a:pt x="214" y="1727"/>
                </a:lnTo>
                <a:lnTo>
                  <a:pt x="405" y="2263"/>
                </a:lnTo>
                <a:lnTo>
                  <a:pt x="655" y="2763"/>
                </a:lnTo>
                <a:lnTo>
                  <a:pt x="977" y="3228"/>
                </a:lnTo>
                <a:lnTo>
                  <a:pt x="1334" y="3656"/>
                </a:lnTo>
                <a:lnTo>
                  <a:pt x="1750" y="4037"/>
                </a:lnTo>
                <a:lnTo>
                  <a:pt x="1977" y="4216"/>
                </a:lnTo>
                <a:lnTo>
                  <a:pt x="3358" y="5216"/>
                </a:lnTo>
                <a:lnTo>
                  <a:pt x="1977" y="6216"/>
                </a:lnTo>
                <a:lnTo>
                  <a:pt x="1750" y="6395"/>
                </a:lnTo>
                <a:lnTo>
                  <a:pt x="1334" y="6776"/>
                </a:lnTo>
                <a:lnTo>
                  <a:pt x="977" y="7204"/>
                </a:lnTo>
                <a:lnTo>
                  <a:pt x="667" y="7681"/>
                </a:lnTo>
                <a:lnTo>
                  <a:pt x="405" y="8181"/>
                </a:lnTo>
                <a:lnTo>
                  <a:pt x="214" y="8705"/>
                </a:lnTo>
                <a:lnTo>
                  <a:pt x="84" y="9252"/>
                </a:lnTo>
                <a:lnTo>
                  <a:pt x="12" y="9812"/>
                </a:lnTo>
                <a:lnTo>
                  <a:pt x="0" y="10098"/>
                </a:lnTo>
                <a:lnTo>
                  <a:pt x="24" y="10229"/>
                </a:lnTo>
                <a:lnTo>
                  <a:pt x="203" y="10395"/>
                </a:lnTo>
                <a:lnTo>
                  <a:pt x="334" y="10407"/>
                </a:lnTo>
                <a:lnTo>
                  <a:pt x="465" y="10395"/>
                </a:lnTo>
                <a:lnTo>
                  <a:pt x="631" y="10229"/>
                </a:lnTo>
                <a:lnTo>
                  <a:pt x="655" y="10098"/>
                </a:lnTo>
                <a:lnTo>
                  <a:pt x="655" y="9943"/>
                </a:lnTo>
                <a:lnTo>
                  <a:pt x="679" y="9776"/>
                </a:lnTo>
                <a:lnTo>
                  <a:pt x="7144" y="9776"/>
                </a:lnTo>
                <a:lnTo>
                  <a:pt x="7156" y="9943"/>
                </a:lnTo>
                <a:lnTo>
                  <a:pt x="7168" y="10098"/>
                </a:lnTo>
                <a:lnTo>
                  <a:pt x="7180" y="10229"/>
                </a:lnTo>
                <a:lnTo>
                  <a:pt x="7359" y="10407"/>
                </a:lnTo>
                <a:lnTo>
                  <a:pt x="7489" y="10431"/>
                </a:lnTo>
                <a:lnTo>
                  <a:pt x="7620" y="10407"/>
                </a:lnTo>
                <a:lnTo>
                  <a:pt x="7799" y="10229"/>
                </a:lnTo>
                <a:lnTo>
                  <a:pt x="7823" y="10098"/>
                </a:lnTo>
                <a:lnTo>
                  <a:pt x="7811" y="9812"/>
                </a:lnTo>
                <a:lnTo>
                  <a:pt x="7751" y="9252"/>
                </a:lnTo>
                <a:lnTo>
                  <a:pt x="7609" y="8705"/>
                </a:lnTo>
                <a:lnTo>
                  <a:pt x="7418" y="8169"/>
                </a:lnTo>
                <a:lnTo>
                  <a:pt x="7168" y="7669"/>
                </a:lnTo>
                <a:lnTo>
                  <a:pt x="6847" y="7204"/>
                </a:lnTo>
                <a:lnTo>
                  <a:pt x="6489" y="6776"/>
                </a:lnTo>
                <a:lnTo>
                  <a:pt x="6073" y="6395"/>
                </a:lnTo>
                <a:lnTo>
                  <a:pt x="5846" y="6216"/>
                </a:lnTo>
                <a:lnTo>
                  <a:pt x="5406" y="5907"/>
                </a:lnTo>
                <a:lnTo>
                  <a:pt x="5287" y="5835"/>
                </a:lnTo>
                <a:lnTo>
                  <a:pt x="5037" y="5883"/>
                </a:lnTo>
                <a:lnTo>
                  <a:pt x="4953" y="5978"/>
                </a:lnTo>
                <a:lnTo>
                  <a:pt x="4894" y="6085"/>
                </a:lnTo>
                <a:lnTo>
                  <a:pt x="4930" y="6335"/>
                </a:lnTo>
                <a:lnTo>
                  <a:pt x="5025" y="6431"/>
                </a:lnTo>
                <a:lnTo>
                  <a:pt x="5465" y="6740"/>
                </a:lnTo>
                <a:lnTo>
                  <a:pt x="5715" y="6943"/>
                </a:lnTo>
                <a:lnTo>
                  <a:pt x="5954" y="7169"/>
                </a:lnTo>
                <a:lnTo>
                  <a:pt x="1858" y="7169"/>
                </a:lnTo>
                <a:lnTo>
                  <a:pt x="2096" y="6943"/>
                </a:lnTo>
                <a:lnTo>
                  <a:pt x="2346" y="6740"/>
                </a:lnTo>
                <a:lnTo>
                  <a:pt x="5823" y="4216"/>
                </a:lnTo>
                <a:lnTo>
                  <a:pt x="6049" y="4037"/>
                </a:lnTo>
                <a:lnTo>
                  <a:pt x="6477" y="3656"/>
                </a:lnTo>
                <a:lnTo>
                  <a:pt x="6847" y="3228"/>
                </a:lnTo>
                <a:lnTo>
                  <a:pt x="7156" y="2763"/>
                </a:lnTo>
                <a:lnTo>
                  <a:pt x="7418" y="2263"/>
                </a:lnTo>
                <a:lnTo>
                  <a:pt x="7609" y="1727"/>
                </a:lnTo>
                <a:lnTo>
                  <a:pt x="7740" y="1180"/>
                </a:lnTo>
                <a:lnTo>
                  <a:pt x="7811" y="620"/>
                </a:lnTo>
                <a:lnTo>
                  <a:pt x="7823" y="334"/>
                </a:lnTo>
                <a:lnTo>
                  <a:pt x="7799" y="203"/>
                </a:lnTo>
                <a:lnTo>
                  <a:pt x="7620" y="25"/>
                </a:lnTo>
                <a:lnTo>
                  <a:pt x="7489" y="1"/>
                </a:lnTo>
                <a:lnTo>
                  <a:pt x="7359" y="25"/>
                </a:lnTo>
                <a:lnTo>
                  <a:pt x="7180" y="203"/>
                </a:lnTo>
                <a:lnTo>
                  <a:pt x="7168" y="334"/>
                </a:lnTo>
                <a:lnTo>
                  <a:pt x="7156" y="501"/>
                </a:lnTo>
                <a:lnTo>
                  <a:pt x="7144" y="656"/>
                </a:lnTo>
                <a:lnTo>
                  <a:pt x="679" y="656"/>
                </a:lnTo>
                <a:lnTo>
                  <a:pt x="655" y="501"/>
                </a:lnTo>
                <a:lnTo>
                  <a:pt x="655" y="334"/>
                </a:lnTo>
                <a:lnTo>
                  <a:pt x="631" y="203"/>
                </a:lnTo>
                <a:lnTo>
                  <a:pt x="465" y="25"/>
                </a:lnTo>
                <a:lnTo>
                  <a:pt x="33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7" name="Google Shape;3257;p175"/>
          <p:cNvSpPr/>
          <p:nvPr/>
        </p:nvSpPr>
        <p:spPr>
          <a:xfrm>
            <a:off x="6107566" y="8514928"/>
            <a:ext cx="591259" cy="525272"/>
          </a:xfrm>
          <a:custGeom>
            <a:rect b="b" l="l" r="r" t="t"/>
            <a:pathLst>
              <a:path extrusionOk="0" h="10420" w="11729">
                <a:moveTo>
                  <a:pt x="8800" y="1954"/>
                </a:moveTo>
                <a:lnTo>
                  <a:pt x="8669" y="1965"/>
                </a:lnTo>
                <a:lnTo>
                  <a:pt x="8490" y="2144"/>
                </a:lnTo>
                <a:lnTo>
                  <a:pt x="8478" y="2275"/>
                </a:lnTo>
                <a:lnTo>
                  <a:pt x="8490" y="2406"/>
                </a:lnTo>
                <a:lnTo>
                  <a:pt x="8669" y="2585"/>
                </a:lnTo>
                <a:lnTo>
                  <a:pt x="8800" y="2596"/>
                </a:lnTo>
                <a:lnTo>
                  <a:pt x="8931" y="2585"/>
                </a:lnTo>
                <a:lnTo>
                  <a:pt x="9109" y="2406"/>
                </a:lnTo>
                <a:lnTo>
                  <a:pt x="9121" y="2275"/>
                </a:lnTo>
                <a:lnTo>
                  <a:pt x="9109" y="2144"/>
                </a:lnTo>
                <a:lnTo>
                  <a:pt x="8931" y="1965"/>
                </a:lnTo>
                <a:lnTo>
                  <a:pt x="8800" y="1954"/>
                </a:lnTo>
                <a:close/>
                <a:moveTo>
                  <a:pt x="7383" y="715"/>
                </a:moveTo>
                <a:lnTo>
                  <a:pt x="7823" y="1299"/>
                </a:lnTo>
                <a:lnTo>
                  <a:pt x="9050" y="1299"/>
                </a:lnTo>
                <a:lnTo>
                  <a:pt x="9169" y="1322"/>
                </a:lnTo>
                <a:lnTo>
                  <a:pt x="9276" y="1394"/>
                </a:lnTo>
                <a:lnTo>
                  <a:pt x="9836" y="1954"/>
                </a:lnTo>
                <a:lnTo>
                  <a:pt x="10752" y="1954"/>
                </a:lnTo>
                <a:lnTo>
                  <a:pt x="10883" y="1965"/>
                </a:lnTo>
                <a:lnTo>
                  <a:pt x="11062" y="2144"/>
                </a:lnTo>
                <a:lnTo>
                  <a:pt x="11074" y="2275"/>
                </a:lnTo>
                <a:lnTo>
                  <a:pt x="11074" y="2596"/>
                </a:lnTo>
                <a:lnTo>
                  <a:pt x="11062" y="2870"/>
                </a:lnTo>
                <a:lnTo>
                  <a:pt x="10859" y="3335"/>
                </a:lnTo>
                <a:lnTo>
                  <a:pt x="10514" y="3692"/>
                </a:lnTo>
                <a:lnTo>
                  <a:pt x="10038" y="3882"/>
                </a:lnTo>
                <a:lnTo>
                  <a:pt x="9776" y="3906"/>
                </a:lnTo>
                <a:lnTo>
                  <a:pt x="8359" y="3906"/>
                </a:lnTo>
                <a:lnTo>
                  <a:pt x="8240" y="4621"/>
                </a:lnTo>
                <a:lnTo>
                  <a:pt x="6871" y="3823"/>
                </a:lnTo>
                <a:lnTo>
                  <a:pt x="7383" y="715"/>
                </a:lnTo>
                <a:close/>
                <a:moveTo>
                  <a:pt x="6275" y="4228"/>
                </a:moveTo>
                <a:lnTo>
                  <a:pt x="8145" y="5323"/>
                </a:lnTo>
                <a:lnTo>
                  <a:pt x="8145" y="9276"/>
                </a:lnTo>
                <a:lnTo>
                  <a:pt x="8145" y="9371"/>
                </a:lnTo>
                <a:lnTo>
                  <a:pt x="8073" y="9550"/>
                </a:lnTo>
                <a:lnTo>
                  <a:pt x="7930" y="9681"/>
                </a:lnTo>
                <a:lnTo>
                  <a:pt x="7764" y="9752"/>
                </a:lnTo>
                <a:lnTo>
                  <a:pt x="7657" y="9764"/>
                </a:lnTo>
                <a:lnTo>
                  <a:pt x="7335" y="9764"/>
                </a:lnTo>
                <a:lnTo>
                  <a:pt x="7240" y="9752"/>
                </a:lnTo>
                <a:lnTo>
                  <a:pt x="7061" y="9681"/>
                </a:lnTo>
                <a:lnTo>
                  <a:pt x="6930" y="9550"/>
                </a:lnTo>
                <a:lnTo>
                  <a:pt x="6859" y="9371"/>
                </a:lnTo>
                <a:lnTo>
                  <a:pt x="6847" y="9276"/>
                </a:lnTo>
                <a:lnTo>
                  <a:pt x="6847" y="6740"/>
                </a:lnTo>
                <a:lnTo>
                  <a:pt x="6002" y="7014"/>
                </a:lnTo>
                <a:lnTo>
                  <a:pt x="5775" y="7085"/>
                </a:lnTo>
                <a:lnTo>
                  <a:pt x="5299" y="7157"/>
                </a:lnTo>
                <a:lnTo>
                  <a:pt x="4811" y="7157"/>
                </a:lnTo>
                <a:lnTo>
                  <a:pt x="4335" y="7085"/>
                </a:lnTo>
                <a:lnTo>
                  <a:pt x="4120" y="7014"/>
                </a:lnTo>
                <a:lnTo>
                  <a:pt x="3263" y="6740"/>
                </a:lnTo>
                <a:lnTo>
                  <a:pt x="3263" y="9276"/>
                </a:lnTo>
                <a:lnTo>
                  <a:pt x="3263" y="9371"/>
                </a:lnTo>
                <a:lnTo>
                  <a:pt x="3180" y="9550"/>
                </a:lnTo>
                <a:lnTo>
                  <a:pt x="3049" y="9681"/>
                </a:lnTo>
                <a:lnTo>
                  <a:pt x="2882" y="9752"/>
                </a:lnTo>
                <a:lnTo>
                  <a:pt x="2775" y="9764"/>
                </a:lnTo>
                <a:lnTo>
                  <a:pt x="2453" y="9764"/>
                </a:lnTo>
                <a:lnTo>
                  <a:pt x="2346" y="9752"/>
                </a:lnTo>
                <a:lnTo>
                  <a:pt x="2179" y="9681"/>
                </a:lnTo>
                <a:lnTo>
                  <a:pt x="2048" y="9550"/>
                </a:lnTo>
                <a:lnTo>
                  <a:pt x="1965" y="9371"/>
                </a:lnTo>
                <a:lnTo>
                  <a:pt x="1965" y="9276"/>
                </a:lnTo>
                <a:lnTo>
                  <a:pt x="1965" y="4228"/>
                </a:lnTo>
                <a:close/>
                <a:moveTo>
                  <a:pt x="7252" y="1"/>
                </a:moveTo>
                <a:lnTo>
                  <a:pt x="7049" y="72"/>
                </a:lnTo>
                <a:lnTo>
                  <a:pt x="6895" y="215"/>
                </a:lnTo>
                <a:lnTo>
                  <a:pt x="6787" y="394"/>
                </a:lnTo>
                <a:lnTo>
                  <a:pt x="6764" y="501"/>
                </a:lnTo>
                <a:lnTo>
                  <a:pt x="6252" y="3585"/>
                </a:lnTo>
                <a:lnTo>
                  <a:pt x="1679" y="3585"/>
                </a:lnTo>
                <a:lnTo>
                  <a:pt x="1465" y="3561"/>
                </a:lnTo>
                <a:lnTo>
                  <a:pt x="1084" y="3382"/>
                </a:lnTo>
                <a:lnTo>
                  <a:pt x="941" y="3239"/>
                </a:lnTo>
                <a:lnTo>
                  <a:pt x="822" y="3097"/>
                </a:lnTo>
                <a:lnTo>
                  <a:pt x="751" y="2918"/>
                </a:lnTo>
                <a:lnTo>
                  <a:pt x="739" y="2882"/>
                </a:lnTo>
                <a:lnTo>
                  <a:pt x="727" y="2835"/>
                </a:lnTo>
                <a:lnTo>
                  <a:pt x="643" y="2525"/>
                </a:lnTo>
                <a:lnTo>
                  <a:pt x="596" y="2394"/>
                </a:lnTo>
                <a:lnTo>
                  <a:pt x="382" y="2275"/>
                </a:lnTo>
                <a:lnTo>
                  <a:pt x="251" y="2287"/>
                </a:lnTo>
                <a:lnTo>
                  <a:pt x="132" y="2335"/>
                </a:lnTo>
                <a:lnTo>
                  <a:pt x="1" y="2549"/>
                </a:lnTo>
                <a:lnTo>
                  <a:pt x="12" y="2680"/>
                </a:lnTo>
                <a:lnTo>
                  <a:pt x="96" y="2989"/>
                </a:lnTo>
                <a:lnTo>
                  <a:pt x="155" y="3216"/>
                </a:lnTo>
                <a:lnTo>
                  <a:pt x="382" y="3597"/>
                </a:lnTo>
                <a:lnTo>
                  <a:pt x="679" y="3894"/>
                </a:lnTo>
                <a:lnTo>
                  <a:pt x="1060" y="4109"/>
                </a:lnTo>
                <a:lnTo>
                  <a:pt x="1263" y="4180"/>
                </a:lnTo>
                <a:lnTo>
                  <a:pt x="1286" y="4180"/>
                </a:lnTo>
                <a:lnTo>
                  <a:pt x="1310" y="4168"/>
                </a:lnTo>
                <a:lnTo>
                  <a:pt x="1310" y="4228"/>
                </a:lnTo>
                <a:lnTo>
                  <a:pt x="1310" y="9276"/>
                </a:lnTo>
                <a:lnTo>
                  <a:pt x="1322" y="9502"/>
                </a:lnTo>
                <a:lnTo>
                  <a:pt x="1501" y="9919"/>
                </a:lnTo>
                <a:lnTo>
                  <a:pt x="1810" y="10229"/>
                </a:lnTo>
                <a:lnTo>
                  <a:pt x="2215" y="10395"/>
                </a:lnTo>
                <a:lnTo>
                  <a:pt x="2453" y="10419"/>
                </a:lnTo>
                <a:lnTo>
                  <a:pt x="2775" y="10419"/>
                </a:lnTo>
                <a:lnTo>
                  <a:pt x="3013" y="10395"/>
                </a:lnTo>
                <a:lnTo>
                  <a:pt x="3418" y="10229"/>
                </a:lnTo>
                <a:lnTo>
                  <a:pt x="3727" y="9919"/>
                </a:lnTo>
                <a:lnTo>
                  <a:pt x="3906" y="9502"/>
                </a:lnTo>
                <a:lnTo>
                  <a:pt x="3918" y="9276"/>
                </a:lnTo>
                <a:lnTo>
                  <a:pt x="3918" y="7633"/>
                </a:lnTo>
                <a:lnTo>
                  <a:pt x="4227" y="7728"/>
                </a:lnTo>
                <a:lnTo>
                  <a:pt x="4573" y="7776"/>
                </a:lnTo>
                <a:lnTo>
                  <a:pt x="4811" y="7800"/>
                </a:lnTo>
                <a:lnTo>
                  <a:pt x="5061" y="7812"/>
                </a:lnTo>
                <a:lnTo>
                  <a:pt x="5299" y="7800"/>
                </a:lnTo>
                <a:lnTo>
                  <a:pt x="5549" y="7776"/>
                </a:lnTo>
                <a:lnTo>
                  <a:pt x="5882" y="7728"/>
                </a:lnTo>
                <a:lnTo>
                  <a:pt x="6192" y="7633"/>
                </a:lnTo>
                <a:lnTo>
                  <a:pt x="6192" y="9276"/>
                </a:lnTo>
                <a:lnTo>
                  <a:pt x="6216" y="9502"/>
                </a:lnTo>
                <a:lnTo>
                  <a:pt x="6383" y="9919"/>
                </a:lnTo>
                <a:lnTo>
                  <a:pt x="6692" y="10229"/>
                </a:lnTo>
                <a:lnTo>
                  <a:pt x="7109" y="10395"/>
                </a:lnTo>
                <a:lnTo>
                  <a:pt x="7335" y="10419"/>
                </a:lnTo>
                <a:lnTo>
                  <a:pt x="7668" y="10419"/>
                </a:lnTo>
                <a:lnTo>
                  <a:pt x="7895" y="10395"/>
                </a:lnTo>
                <a:lnTo>
                  <a:pt x="8300" y="10229"/>
                </a:lnTo>
                <a:lnTo>
                  <a:pt x="8609" y="9919"/>
                </a:lnTo>
                <a:lnTo>
                  <a:pt x="8788" y="9502"/>
                </a:lnTo>
                <a:lnTo>
                  <a:pt x="8800" y="9276"/>
                </a:lnTo>
                <a:lnTo>
                  <a:pt x="8800" y="5192"/>
                </a:lnTo>
                <a:lnTo>
                  <a:pt x="8907" y="4549"/>
                </a:lnTo>
                <a:lnTo>
                  <a:pt x="9978" y="4549"/>
                </a:lnTo>
                <a:lnTo>
                  <a:pt x="10359" y="4466"/>
                </a:lnTo>
                <a:lnTo>
                  <a:pt x="10717" y="4323"/>
                </a:lnTo>
                <a:lnTo>
                  <a:pt x="11026" y="4109"/>
                </a:lnTo>
                <a:lnTo>
                  <a:pt x="11288" y="3847"/>
                </a:lnTo>
                <a:lnTo>
                  <a:pt x="11502" y="3537"/>
                </a:lnTo>
                <a:lnTo>
                  <a:pt x="11645" y="3180"/>
                </a:lnTo>
                <a:lnTo>
                  <a:pt x="11729" y="2799"/>
                </a:lnTo>
                <a:lnTo>
                  <a:pt x="11729" y="2596"/>
                </a:lnTo>
                <a:lnTo>
                  <a:pt x="11729" y="2275"/>
                </a:lnTo>
                <a:lnTo>
                  <a:pt x="11717" y="2073"/>
                </a:lnTo>
                <a:lnTo>
                  <a:pt x="11574" y="1727"/>
                </a:lnTo>
                <a:lnTo>
                  <a:pt x="11300" y="1465"/>
                </a:lnTo>
                <a:lnTo>
                  <a:pt x="10955" y="1311"/>
                </a:lnTo>
                <a:lnTo>
                  <a:pt x="10752" y="1299"/>
                </a:lnTo>
                <a:lnTo>
                  <a:pt x="10109" y="1299"/>
                </a:lnTo>
                <a:lnTo>
                  <a:pt x="9740" y="930"/>
                </a:lnTo>
                <a:lnTo>
                  <a:pt x="9597" y="810"/>
                </a:lnTo>
                <a:lnTo>
                  <a:pt x="9240" y="656"/>
                </a:lnTo>
                <a:lnTo>
                  <a:pt x="9050" y="644"/>
                </a:lnTo>
                <a:lnTo>
                  <a:pt x="8145" y="644"/>
                </a:lnTo>
                <a:lnTo>
                  <a:pt x="7847" y="239"/>
                </a:lnTo>
                <a:lnTo>
                  <a:pt x="7752" y="132"/>
                </a:lnTo>
                <a:lnTo>
                  <a:pt x="7502" y="13"/>
                </a:lnTo>
                <a:lnTo>
                  <a:pt x="7359"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8" name="Google Shape;3258;p175"/>
          <p:cNvSpPr/>
          <p:nvPr/>
        </p:nvSpPr>
        <p:spPr>
          <a:xfrm>
            <a:off x="7259377" y="8514323"/>
            <a:ext cx="295957" cy="525272"/>
          </a:xfrm>
          <a:custGeom>
            <a:rect b="b" l="l" r="r" t="t"/>
            <a:pathLst>
              <a:path extrusionOk="0" h="10420" w="5871">
                <a:moveTo>
                  <a:pt x="2942" y="1"/>
                </a:moveTo>
                <a:lnTo>
                  <a:pt x="2811" y="25"/>
                </a:lnTo>
                <a:lnTo>
                  <a:pt x="2632" y="203"/>
                </a:lnTo>
                <a:lnTo>
                  <a:pt x="2620" y="334"/>
                </a:lnTo>
                <a:lnTo>
                  <a:pt x="2620" y="1299"/>
                </a:lnTo>
                <a:lnTo>
                  <a:pt x="2418" y="1299"/>
                </a:lnTo>
                <a:lnTo>
                  <a:pt x="2227" y="1311"/>
                </a:lnTo>
                <a:lnTo>
                  <a:pt x="1870" y="1358"/>
                </a:lnTo>
                <a:lnTo>
                  <a:pt x="1167" y="1561"/>
                </a:lnTo>
                <a:lnTo>
                  <a:pt x="858" y="1739"/>
                </a:lnTo>
                <a:lnTo>
                  <a:pt x="715" y="1835"/>
                </a:lnTo>
                <a:lnTo>
                  <a:pt x="453" y="2096"/>
                </a:lnTo>
                <a:lnTo>
                  <a:pt x="239" y="2406"/>
                </a:lnTo>
                <a:lnTo>
                  <a:pt x="96" y="2763"/>
                </a:lnTo>
                <a:lnTo>
                  <a:pt x="48" y="2978"/>
                </a:lnTo>
                <a:lnTo>
                  <a:pt x="1" y="3275"/>
                </a:lnTo>
                <a:lnTo>
                  <a:pt x="60" y="3823"/>
                </a:lnTo>
                <a:lnTo>
                  <a:pt x="167" y="4073"/>
                </a:lnTo>
                <a:lnTo>
                  <a:pt x="286" y="4287"/>
                </a:lnTo>
                <a:lnTo>
                  <a:pt x="632" y="4656"/>
                </a:lnTo>
                <a:lnTo>
                  <a:pt x="846" y="4799"/>
                </a:lnTo>
                <a:lnTo>
                  <a:pt x="1048" y="4918"/>
                </a:lnTo>
                <a:lnTo>
                  <a:pt x="1525" y="5133"/>
                </a:lnTo>
                <a:lnTo>
                  <a:pt x="2299" y="5383"/>
                </a:lnTo>
                <a:lnTo>
                  <a:pt x="2822" y="5514"/>
                </a:lnTo>
                <a:lnTo>
                  <a:pt x="2858" y="5526"/>
                </a:lnTo>
                <a:lnTo>
                  <a:pt x="3394" y="5669"/>
                </a:lnTo>
                <a:lnTo>
                  <a:pt x="4323" y="5978"/>
                </a:lnTo>
                <a:lnTo>
                  <a:pt x="4680" y="6180"/>
                </a:lnTo>
                <a:lnTo>
                  <a:pt x="4835" y="6276"/>
                </a:lnTo>
                <a:lnTo>
                  <a:pt x="5061" y="6514"/>
                </a:lnTo>
                <a:lnTo>
                  <a:pt x="5132" y="6633"/>
                </a:lnTo>
                <a:lnTo>
                  <a:pt x="5180" y="6764"/>
                </a:lnTo>
                <a:lnTo>
                  <a:pt x="5216" y="7109"/>
                </a:lnTo>
                <a:lnTo>
                  <a:pt x="5192" y="7324"/>
                </a:lnTo>
                <a:lnTo>
                  <a:pt x="5156" y="7478"/>
                </a:lnTo>
                <a:lnTo>
                  <a:pt x="5013" y="7752"/>
                </a:lnTo>
                <a:lnTo>
                  <a:pt x="4787" y="7990"/>
                </a:lnTo>
                <a:lnTo>
                  <a:pt x="4501" y="8181"/>
                </a:lnTo>
                <a:lnTo>
                  <a:pt x="4311" y="8264"/>
                </a:lnTo>
                <a:lnTo>
                  <a:pt x="4120" y="8324"/>
                </a:lnTo>
                <a:lnTo>
                  <a:pt x="3668" y="8419"/>
                </a:lnTo>
                <a:lnTo>
                  <a:pt x="3168" y="8467"/>
                </a:lnTo>
                <a:lnTo>
                  <a:pt x="2620" y="8443"/>
                </a:lnTo>
                <a:lnTo>
                  <a:pt x="2322" y="8407"/>
                </a:lnTo>
                <a:lnTo>
                  <a:pt x="1918" y="8336"/>
                </a:lnTo>
                <a:lnTo>
                  <a:pt x="941" y="8074"/>
                </a:lnTo>
                <a:lnTo>
                  <a:pt x="465" y="7895"/>
                </a:lnTo>
                <a:lnTo>
                  <a:pt x="334" y="7859"/>
                </a:lnTo>
                <a:lnTo>
                  <a:pt x="108" y="7943"/>
                </a:lnTo>
                <a:lnTo>
                  <a:pt x="36" y="8062"/>
                </a:lnTo>
                <a:lnTo>
                  <a:pt x="1" y="8181"/>
                </a:lnTo>
                <a:lnTo>
                  <a:pt x="96" y="8419"/>
                </a:lnTo>
                <a:lnTo>
                  <a:pt x="203" y="8490"/>
                </a:lnTo>
                <a:lnTo>
                  <a:pt x="727" y="8693"/>
                </a:lnTo>
                <a:lnTo>
                  <a:pt x="1787" y="8979"/>
                </a:lnTo>
                <a:lnTo>
                  <a:pt x="2227" y="9050"/>
                </a:lnTo>
                <a:lnTo>
                  <a:pt x="2418" y="9062"/>
                </a:lnTo>
                <a:lnTo>
                  <a:pt x="2608" y="9086"/>
                </a:lnTo>
                <a:lnTo>
                  <a:pt x="2608" y="10098"/>
                </a:lnTo>
                <a:lnTo>
                  <a:pt x="2632" y="10229"/>
                </a:lnTo>
                <a:lnTo>
                  <a:pt x="2811" y="10407"/>
                </a:lnTo>
                <a:lnTo>
                  <a:pt x="2942" y="10419"/>
                </a:lnTo>
                <a:lnTo>
                  <a:pt x="3073" y="10407"/>
                </a:lnTo>
                <a:lnTo>
                  <a:pt x="3239" y="10229"/>
                </a:lnTo>
                <a:lnTo>
                  <a:pt x="3263" y="10098"/>
                </a:lnTo>
                <a:lnTo>
                  <a:pt x="3263" y="9110"/>
                </a:lnTo>
                <a:lnTo>
                  <a:pt x="3608" y="9086"/>
                </a:lnTo>
                <a:lnTo>
                  <a:pt x="4263" y="8967"/>
                </a:lnTo>
                <a:lnTo>
                  <a:pt x="4549" y="8871"/>
                </a:lnTo>
                <a:lnTo>
                  <a:pt x="4787" y="8764"/>
                </a:lnTo>
                <a:lnTo>
                  <a:pt x="5216" y="8490"/>
                </a:lnTo>
                <a:lnTo>
                  <a:pt x="5537" y="8133"/>
                </a:lnTo>
                <a:lnTo>
                  <a:pt x="5763" y="7693"/>
                </a:lnTo>
                <a:lnTo>
                  <a:pt x="5835" y="7443"/>
                </a:lnTo>
                <a:lnTo>
                  <a:pt x="5871" y="7145"/>
                </a:lnTo>
                <a:lnTo>
                  <a:pt x="5811" y="6597"/>
                </a:lnTo>
                <a:lnTo>
                  <a:pt x="5716" y="6347"/>
                </a:lnTo>
                <a:lnTo>
                  <a:pt x="5585" y="6121"/>
                </a:lnTo>
                <a:lnTo>
                  <a:pt x="5240" y="5764"/>
                </a:lnTo>
                <a:lnTo>
                  <a:pt x="5037" y="5621"/>
                </a:lnTo>
                <a:lnTo>
                  <a:pt x="4823" y="5502"/>
                </a:lnTo>
                <a:lnTo>
                  <a:pt x="4347" y="5287"/>
                </a:lnTo>
                <a:lnTo>
                  <a:pt x="3573" y="5037"/>
                </a:lnTo>
                <a:lnTo>
                  <a:pt x="3049" y="4906"/>
                </a:lnTo>
                <a:lnTo>
                  <a:pt x="3025" y="4895"/>
                </a:lnTo>
                <a:lnTo>
                  <a:pt x="2489" y="4752"/>
                </a:lnTo>
                <a:lnTo>
                  <a:pt x="1548" y="4442"/>
                </a:lnTo>
                <a:lnTo>
                  <a:pt x="1191" y="4252"/>
                </a:lnTo>
                <a:lnTo>
                  <a:pt x="1036" y="4144"/>
                </a:lnTo>
                <a:lnTo>
                  <a:pt x="822" y="3918"/>
                </a:lnTo>
                <a:lnTo>
                  <a:pt x="751" y="3787"/>
                </a:lnTo>
                <a:lnTo>
                  <a:pt x="691" y="3656"/>
                </a:lnTo>
                <a:lnTo>
                  <a:pt x="655" y="3311"/>
                </a:lnTo>
                <a:lnTo>
                  <a:pt x="691" y="3097"/>
                </a:lnTo>
                <a:lnTo>
                  <a:pt x="751" y="2823"/>
                </a:lnTo>
                <a:lnTo>
                  <a:pt x="1025" y="2418"/>
                </a:lnTo>
                <a:lnTo>
                  <a:pt x="1215" y="2275"/>
                </a:lnTo>
                <a:lnTo>
                  <a:pt x="1429" y="2156"/>
                </a:lnTo>
                <a:lnTo>
                  <a:pt x="1965" y="2001"/>
                </a:lnTo>
                <a:lnTo>
                  <a:pt x="2287" y="1966"/>
                </a:lnTo>
                <a:lnTo>
                  <a:pt x="2608" y="1942"/>
                </a:lnTo>
                <a:lnTo>
                  <a:pt x="3287" y="1977"/>
                </a:lnTo>
                <a:lnTo>
                  <a:pt x="4263" y="2120"/>
                </a:lnTo>
                <a:lnTo>
                  <a:pt x="4811" y="2251"/>
                </a:lnTo>
                <a:lnTo>
                  <a:pt x="4942" y="2263"/>
                </a:lnTo>
                <a:lnTo>
                  <a:pt x="5156" y="2132"/>
                </a:lnTo>
                <a:lnTo>
                  <a:pt x="5204" y="2013"/>
                </a:lnTo>
                <a:lnTo>
                  <a:pt x="5216" y="1882"/>
                </a:lnTo>
                <a:lnTo>
                  <a:pt x="5085" y="1668"/>
                </a:lnTo>
                <a:lnTo>
                  <a:pt x="4966" y="1620"/>
                </a:lnTo>
                <a:lnTo>
                  <a:pt x="4608" y="1537"/>
                </a:lnTo>
                <a:lnTo>
                  <a:pt x="3739" y="1382"/>
                </a:lnTo>
                <a:lnTo>
                  <a:pt x="3263" y="1323"/>
                </a:lnTo>
                <a:lnTo>
                  <a:pt x="3263" y="334"/>
                </a:lnTo>
                <a:lnTo>
                  <a:pt x="3251" y="203"/>
                </a:lnTo>
                <a:lnTo>
                  <a:pt x="3073" y="25"/>
                </a:lnTo>
                <a:lnTo>
                  <a:pt x="2942"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59" name="Google Shape;3259;p175"/>
          <p:cNvSpPr/>
          <p:nvPr/>
        </p:nvSpPr>
        <p:spPr>
          <a:xfrm>
            <a:off x="1088575" y="8547342"/>
            <a:ext cx="591259" cy="459840"/>
          </a:xfrm>
          <a:custGeom>
            <a:rect b="b" l="l" r="r" t="t"/>
            <a:pathLst>
              <a:path extrusionOk="0" h="9122" w="11729">
                <a:moveTo>
                  <a:pt x="2775" y="656"/>
                </a:moveTo>
                <a:lnTo>
                  <a:pt x="2870" y="668"/>
                </a:lnTo>
                <a:lnTo>
                  <a:pt x="3048" y="739"/>
                </a:lnTo>
                <a:lnTo>
                  <a:pt x="3179" y="870"/>
                </a:lnTo>
                <a:lnTo>
                  <a:pt x="3251" y="1049"/>
                </a:lnTo>
                <a:lnTo>
                  <a:pt x="3263" y="1144"/>
                </a:lnTo>
                <a:lnTo>
                  <a:pt x="3263" y="2775"/>
                </a:lnTo>
                <a:lnTo>
                  <a:pt x="3251" y="2870"/>
                </a:lnTo>
                <a:lnTo>
                  <a:pt x="3179" y="3049"/>
                </a:lnTo>
                <a:lnTo>
                  <a:pt x="3048" y="3180"/>
                </a:lnTo>
                <a:lnTo>
                  <a:pt x="2870" y="3251"/>
                </a:lnTo>
                <a:lnTo>
                  <a:pt x="2775" y="3263"/>
                </a:lnTo>
                <a:lnTo>
                  <a:pt x="1143" y="3263"/>
                </a:lnTo>
                <a:lnTo>
                  <a:pt x="1048" y="3251"/>
                </a:lnTo>
                <a:lnTo>
                  <a:pt x="870" y="3180"/>
                </a:lnTo>
                <a:lnTo>
                  <a:pt x="739" y="3049"/>
                </a:lnTo>
                <a:lnTo>
                  <a:pt x="655" y="2870"/>
                </a:lnTo>
                <a:lnTo>
                  <a:pt x="655" y="2775"/>
                </a:lnTo>
                <a:lnTo>
                  <a:pt x="655" y="1144"/>
                </a:lnTo>
                <a:lnTo>
                  <a:pt x="655" y="1049"/>
                </a:lnTo>
                <a:lnTo>
                  <a:pt x="739" y="870"/>
                </a:lnTo>
                <a:lnTo>
                  <a:pt x="870" y="739"/>
                </a:lnTo>
                <a:lnTo>
                  <a:pt x="1048" y="668"/>
                </a:lnTo>
                <a:lnTo>
                  <a:pt x="1143" y="656"/>
                </a:lnTo>
                <a:close/>
                <a:moveTo>
                  <a:pt x="10585" y="656"/>
                </a:moveTo>
                <a:lnTo>
                  <a:pt x="10681" y="668"/>
                </a:lnTo>
                <a:lnTo>
                  <a:pt x="10859" y="739"/>
                </a:lnTo>
                <a:lnTo>
                  <a:pt x="10990" y="870"/>
                </a:lnTo>
                <a:lnTo>
                  <a:pt x="11062" y="1049"/>
                </a:lnTo>
                <a:lnTo>
                  <a:pt x="11074" y="1144"/>
                </a:lnTo>
                <a:lnTo>
                  <a:pt x="11074" y="2775"/>
                </a:lnTo>
                <a:lnTo>
                  <a:pt x="11062" y="2870"/>
                </a:lnTo>
                <a:lnTo>
                  <a:pt x="10990" y="3049"/>
                </a:lnTo>
                <a:lnTo>
                  <a:pt x="10859" y="3180"/>
                </a:lnTo>
                <a:lnTo>
                  <a:pt x="10681" y="3251"/>
                </a:lnTo>
                <a:lnTo>
                  <a:pt x="10585" y="3263"/>
                </a:lnTo>
                <a:lnTo>
                  <a:pt x="8954" y="3263"/>
                </a:lnTo>
                <a:lnTo>
                  <a:pt x="8859" y="3251"/>
                </a:lnTo>
                <a:lnTo>
                  <a:pt x="8680" y="3180"/>
                </a:lnTo>
                <a:lnTo>
                  <a:pt x="8549" y="3049"/>
                </a:lnTo>
                <a:lnTo>
                  <a:pt x="8478" y="2870"/>
                </a:lnTo>
                <a:lnTo>
                  <a:pt x="8466" y="2775"/>
                </a:lnTo>
                <a:lnTo>
                  <a:pt x="8466" y="1144"/>
                </a:lnTo>
                <a:lnTo>
                  <a:pt x="8478" y="1049"/>
                </a:lnTo>
                <a:lnTo>
                  <a:pt x="8549" y="870"/>
                </a:lnTo>
                <a:lnTo>
                  <a:pt x="8680" y="739"/>
                </a:lnTo>
                <a:lnTo>
                  <a:pt x="8859" y="668"/>
                </a:lnTo>
                <a:lnTo>
                  <a:pt x="8954" y="656"/>
                </a:lnTo>
                <a:close/>
                <a:moveTo>
                  <a:pt x="7430" y="5871"/>
                </a:moveTo>
                <a:lnTo>
                  <a:pt x="7597" y="5942"/>
                </a:lnTo>
                <a:lnTo>
                  <a:pt x="7740" y="6085"/>
                </a:lnTo>
                <a:lnTo>
                  <a:pt x="7811" y="6252"/>
                </a:lnTo>
                <a:lnTo>
                  <a:pt x="7811" y="6359"/>
                </a:lnTo>
                <a:lnTo>
                  <a:pt x="7811" y="7978"/>
                </a:lnTo>
                <a:lnTo>
                  <a:pt x="7811" y="8085"/>
                </a:lnTo>
                <a:lnTo>
                  <a:pt x="7740" y="8252"/>
                </a:lnTo>
                <a:lnTo>
                  <a:pt x="7597" y="8395"/>
                </a:lnTo>
                <a:lnTo>
                  <a:pt x="7430" y="8466"/>
                </a:lnTo>
                <a:lnTo>
                  <a:pt x="5596" y="8466"/>
                </a:lnTo>
                <a:lnTo>
                  <a:pt x="5430" y="8395"/>
                </a:lnTo>
                <a:lnTo>
                  <a:pt x="5287" y="8252"/>
                </a:lnTo>
                <a:lnTo>
                  <a:pt x="5215" y="8085"/>
                </a:lnTo>
                <a:lnTo>
                  <a:pt x="5215" y="7978"/>
                </a:lnTo>
                <a:lnTo>
                  <a:pt x="5215" y="6359"/>
                </a:lnTo>
                <a:lnTo>
                  <a:pt x="5215" y="6252"/>
                </a:lnTo>
                <a:lnTo>
                  <a:pt x="5287" y="6085"/>
                </a:lnTo>
                <a:lnTo>
                  <a:pt x="5430" y="5942"/>
                </a:lnTo>
                <a:lnTo>
                  <a:pt x="5596" y="5871"/>
                </a:lnTo>
                <a:close/>
                <a:moveTo>
                  <a:pt x="1143" y="1"/>
                </a:moveTo>
                <a:lnTo>
                  <a:pt x="905" y="25"/>
                </a:lnTo>
                <a:lnTo>
                  <a:pt x="500" y="191"/>
                </a:lnTo>
                <a:lnTo>
                  <a:pt x="191" y="501"/>
                </a:lnTo>
                <a:lnTo>
                  <a:pt x="12" y="918"/>
                </a:lnTo>
                <a:lnTo>
                  <a:pt x="0" y="1144"/>
                </a:lnTo>
                <a:lnTo>
                  <a:pt x="0" y="2775"/>
                </a:lnTo>
                <a:lnTo>
                  <a:pt x="12" y="3001"/>
                </a:lnTo>
                <a:lnTo>
                  <a:pt x="191" y="3418"/>
                </a:lnTo>
                <a:lnTo>
                  <a:pt x="500" y="3728"/>
                </a:lnTo>
                <a:lnTo>
                  <a:pt x="905" y="3894"/>
                </a:lnTo>
                <a:lnTo>
                  <a:pt x="1143" y="3918"/>
                </a:lnTo>
                <a:lnTo>
                  <a:pt x="2775" y="3918"/>
                </a:lnTo>
                <a:lnTo>
                  <a:pt x="2906" y="3906"/>
                </a:lnTo>
                <a:lnTo>
                  <a:pt x="3144" y="3859"/>
                </a:lnTo>
                <a:lnTo>
                  <a:pt x="3239" y="3799"/>
                </a:lnTo>
                <a:lnTo>
                  <a:pt x="4727" y="5764"/>
                </a:lnTo>
                <a:lnTo>
                  <a:pt x="4644" y="5895"/>
                </a:lnTo>
                <a:lnTo>
                  <a:pt x="4561" y="6192"/>
                </a:lnTo>
                <a:lnTo>
                  <a:pt x="4561" y="6359"/>
                </a:lnTo>
                <a:lnTo>
                  <a:pt x="4561" y="7978"/>
                </a:lnTo>
                <a:lnTo>
                  <a:pt x="4573" y="8216"/>
                </a:lnTo>
                <a:lnTo>
                  <a:pt x="4751" y="8621"/>
                </a:lnTo>
                <a:lnTo>
                  <a:pt x="5061" y="8931"/>
                </a:lnTo>
                <a:lnTo>
                  <a:pt x="5466" y="9109"/>
                </a:lnTo>
                <a:lnTo>
                  <a:pt x="5704" y="9121"/>
                </a:lnTo>
                <a:lnTo>
                  <a:pt x="7335" y="9121"/>
                </a:lnTo>
                <a:lnTo>
                  <a:pt x="7561" y="9109"/>
                </a:lnTo>
                <a:lnTo>
                  <a:pt x="7966" y="8931"/>
                </a:lnTo>
                <a:lnTo>
                  <a:pt x="8276" y="8621"/>
                </a:lnTo>
                <a:lnTo>
                  <a:pt x="8454" y="8216"/>
                </a:lnTo>
                <a:lnTo>
                  <a:pt x="8466" y="7978"/>
                </a:lnTo>
                <a:lnTo>
                  <a:pt x="8466" y="6359"/>
                </a:lnTo>
                <a:lnTo>
                  <a:pt x="8454" y="6121"/>
                </a:lnTo>
                <a:lnTo>
                  <a:pt x="8276" y="5716"/>
                </a:lnTo>
                <a:lnTo>
                  <a:pt x="7966" y="5406"/>
                </a:lnTo>
                <a:lnTo>
                  <a:pt x="7561" y="5228"/>
                </a:lnTo>
                <a:lnTo>
                  <a:pt x="7335" y="5216"/>
                </a:lnTo>
                <a:lnTo>
                  <a:pt x="5573" y="5216"/>
                </a:lnTo>
                <a:lnTo>
                  <a:pt x="5323" y="5275"/>
                </a:lnTo>
                <a:lnTo>
                  <a:pt x="5215" y="5323"/>
                </a:lnTo>
                <a:lnTo>
                  <a:pt x="3739" y="3370"/>
                </a:lnTo>
                <a:lnTo>
                  <a:pt x="3822" y="3227"/>
                </a:lnTo>
                <a:lnTo>
                  <a:pt x="3906" y="2930"/>
                </a:lnTo>
                <a:lnTo>
                  <a:pt x="3906" y="2775"/>
                </a:lnTo>
                <a:lnTo>
                  <a:pt x="3906" y="2287"/>
                </a:lnTo>
                <a:lnTo>
                  <a:pt x="7823" y="2287"/>
                </a:lnTo>
                <a:lnTo>
                  <a:pt x="7823" y="2775"/>
                </a:lnTo>
                <a:lnTo>
                  <a:pt x="7835" y="3001"/>
                </a:lnTo>
                <a:lnTo>
                  <a:pt x="8002" y="3418"/>
                </a:lnTo>
                <a:lnTo>
                  <a:pt x="8311" y="3728"/>
                </a:lnTo>
                <a:lnTo>
                  <a:pt x="8728" y="3894"/>
                </a:lnTo>
                <a:lnTo>
                  <a:pt x="8954" y="3918"/>
                </a:lnTo>
                <a:lnTo>
                  <a:pt x="10585" y="3918"/>
                </a:lnTo>
                <a:lnTo>
                  <a:pt x="10824" y="3894"/>
                </a:lnTo>
                <a:lnTo>
                  <a:pt x="11228" y="3728"/>
                </a:lnTo>
                <a:lnTo>
                  <a:pt x="11538" y="3418"/>
                </a:lnTo>
                <a:lnTo>
                  <a:pt x="11705" y="3001"/>
                </a:lnTo>
                <a:lnTo>
                  <a:pt x="11728" y="2775"/>
                </a:lnTo>
                <a:lnTo>
                  <a:pt x="11728" y="1144"/>
                </a:lnTo>
                <a:lnTo>
                  <a:pt x="11705" y="918"/>
                </a:lnTo>
                <a:lnTo>
                  <a:pt x="11538" y="501"/>
                </a:lnTo>
                <a:lnTo>
                  <a:pt x="11228" y="191"/>
                </a:lnTo>
                <a:lnTo>
                  <a:pt x="10812" y="25"/>
                </a:lnTo>
                <a:lnTo>
                  <a:pt x="10585" y="1"/>
                </a:lnTo>
                <a:lnTo>
                  <a:pt x="8954" y="1"/>
                </a:lnTo>
                <a:lnTo>
                  <a:pt x="8728" y="25"/>
                </a:lnTo>
                <a:lnTo>
                  <a:pt x="8311" y="191"/>
                </a:lnTo>
                <a:lnTo>
                  <a:pt x="8002" y="501"/>
                </a:lnTo>
                <a:lnTo>
                  <a:pt x="7835" y="918"/>
                </a:lnTo>
                <a:lnTo>
                  <a:pt x="7823" y="1144"/>
                </a:lnTo>
                <a:lnTo>
                  <a:pt x="7823" y="1632"/>
                </a:lnTo>
                <a:lnTo>
                  <a:pt x="3906" y="1632"/>
                </a:lnTo>
                <a:lnTo>
                  <a:pt x="3906" y="1144"/>
                </a:lnTo>
                <a:lnTo>
                  <a:pt x="3894" y="918"/>
                </a:lnTo>
                <a:lnTo>
                  <a:pt x="3715" y="501"/>
                </a:lnTo>
                <a:lnTo>
                  <a:pt x="3406" y="191"/>
                </a:lnTo>
                <a:lnTo>
                  <a:pt x="3001" y="25"/>
                </a:lnTo>
                <a:lnTo>
                  <a:pt x="2775"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0" name="Google Shape;3260;p175"/>
          <p:cNvSpPr/>
          <p:nvPr/>
        </p:nvSpPr>
        <p:spPr>
          <a:xfrm>
            <a:off x="9152463" y="8564178"/>
            <a:ext cx="525222" cy="426771"/>
          </a:xfrm>
          <a:custGeom>
            <a:rect b="b" l="l" r="r" t="t"/>
            <a:pathLst>
              <a:path extrusionOk="0" h="8466" w="10419">
                <a:moveTo>
                  <a:pt x="3251" y="1286"/>
                </a:moveTo>
                <a:lnTo>
                  <a:pt x="3132" y="1310"/>
                </a:lnTo>
                <a:lnTo>
                  <a:pt x="3025" y="1393"/>
                </a:lnTo>
                <a:lnTo>
                  <a:pt x="2370" y="2048"/>
                </a:lnTo>
                <a:lnTo>
                  <a:pt x="2287" y="2155"/>
                </a:lnTo>
                <a:lnTo>
                  <a:pt x="2263" y="2274"/>
                </a:lnTo>
                <a:lnTo>
                  <a:pt x="2287" y="2405"/>
                </a:lnTo>
                <a:lnTo>
                  <a:pt x="2370" y="2512"/>
                </a:lnTo>
                <a:lnTo>
                  <a:pt x="2477" y="2584"/>
                </a:lnTo>
                <a:lnTo>
                  <a:pt x="2608" y="2608"/>
                </a:lnTo>
                <a:lnTo>
                  <a:pt x="2727" y="2584"/>
                </a:lnTo>
                <a:lnTo>
                  <a:pt x="2834" y="2512"/>
                </a:lnTo>
                <a:lnTo>
                  <a:pt x="3489" y="1858"/>
                </a:lnTo>
                <a:lnTo>
                  <a:pt x="3561" y="1750"/>
                </a:lnTo>
                <a:lnTo>
                  <a:pt x="3584" y="1631"/>
                </a:lnTo>
                <a:lnTo>
                  <a:pt x="3561" y="1500"/>
                </a:lnTo>
                <a:lnTo>
                  <a:pt x="3489" y="1393"/>
                </a:lnTo>
                <a:lnTo>
                  <a:pt x="3382" y="1310"/>
                </a:lnTo>
                <a:lnTo>
                  <a:pt x="3251" y="1286"/>
                </a:lnTo>
                <a:close/>
                <a:moveTo>
                  <a:pt x="7811" y="1608"/>
                </a:moveTo>
                <a:lnTo>
                  <a:pt x="7680" y="1631"/>
                </a:lnTo>
                <a:lnTo>
                  <a:pt x="7585" y="1727"/>
                </a:lnTo>
                <a:lnTo>
                  <a:pt x="7490" y="1822"/>
                </a:lnTo>
                <a:lnTo>
                  <a:pt x="7466" y="1953"/>
                </a:lnTo>
                <a:lnTo>
                  <a:pt x="7490" y="2072"/>
                </a:lnTo>
                <a:lnTo>
                  <a:pt x="7585" y="2179"/>
                </a:lnTo>
                <a:lnTo>
                  <a:pt x="8240" y="2834"/>
                </a:lnTo>
                <a:lnTo>
                  <a:pt x="8288" y="2870"/>
                </a:lnTo>
                <a:lnTo>
                  <a:pt x="8335" y="2905"/>
                </a:lnTo>
                <a:lnTo>
                  <a:pt x="8407" y="2917"/>
                </a:lnTo>
                <a:lnTo>
                  <a:pt x="8466" y="2929"/>
                </a:lnTo>
                <a:lnTo>
                  <a:pt x="8526" y="2917"/>
                </a:lnTo>
                <a:lnTo>
                  <a:pt x="8585" y="2905"/>
                </a:lnTo>
                <a:lnTo>
                  <a:pt x="8645" y="2870"/>
                </a:lnTo>
                <a:lnTo>
                  <a:pt x="8692" y="2834"/>
                </a:lnTo>
                <a:lnTo>
                  <a:pt x="8728" y="2786"/>
                </a:lnTo>
                <a:lnTo>
                  <a:pt x="8764" y="2727"/>
                </a:lnTo>
                <a:lnTo>
                  <a:pt x="8788" y="2667"/>
                </a:lnTo>
                <a:lnTo>
                  <a:pt x="8788" y="2608"/>
                </a:lnTo>
                <a:lnTo>
                  <a:pt x="8788" y="2536"/>
                </a:lnTo>
                <a:lnTo>
                  <a:pt x="8764" y="2477"/>
                </a:lnTo>
                <a:lnTo>
                  <a:pt x="8728" y="2417"/>
                </a:lnTo>
                <a:lnTo>
                  <a:pt x="8692" y="2370"/>
                </a:lnTo>
                <a:lnTo>
                  <a:pt x="8038" y="1727"/>
                </a:lnTo>
                <a:lnTo>
                  <a:pt x="7942" y="1631"/>
                </a:lnTo>
                <a:lnTo>
                  <a:pt x="7811" y="1608"/>
                </a:lnTo>
                <a:close/>
                <a:moveTo>
                  <a:pt x="5204" y="2596"/>
                </a:moveTo>
                <a:lnTo>
                  <a:pt x="5609" y="2620"/>
                </a:lnTo>
                <a:lnTo>
                  <a:pt x="6025" y="2739"/>
                </a:lnTo>
                <a:lnTo>
                  <a:pt x="6168" y="2858"/>
                </a:lnTo>
                <a:lnTo>
                  <a:pt x="6180" y="2929"/>
                </a:lnTo>
                <a:lnTo>
                  <a:pt x="6168" y="3001"/>
                </a:lnTo>
                <a:lnTo>
                  <a:pt x="6025" y="3120"/>
                </a:lnTo>
                <a:lnTo>
                  <a:pt x="5609" y="3239"/>
                </a:lnTo>
                <a:lnTo>
                  <a:pt x="5204" y="3251"/>
                </a:lnTo>
                <a:lnTo>
                  <a:pt x="4811" y="3239"/>
                </a:lnTo>
                <a:lnTo>
                  <a:pt x="4394" y="3120"/>
                </a:lnTo>
                <a:lnTo>
                  <a:pt x="4239" y="3001"/>
                </a:lnTo>
                <a:lnTo>
                  <a:pt x="4227" y="2929"/>
                </a:lnTo>
                <a:lnTo>
                  <a:pt x="4239" y="2858"/>
                </a:lnTo>
                <a:lnTo>
                  <a:pt x="4394" y="2739"/>
                </a:lnTo>
                <a:lnTo>
                  <a:pt x="4811" y="2620"/>
                </a:lnTo>
                <a:lnTo>
                  <a:pt x="5204" y="2596"/>
                </a:lnTo>
                <a:close/>
                <a:moveTo>
                  <a:pt x="1298" y="2929"/>
                </a:moveTo>
                <a:lnTo>
                  <a:pt x="1179" y="2941"/>
                </a:lnTo>
                <a:lnTo>
                  <a:pt x="1072" y="3024"/>
                </a:lnTo>
                <a:lnTo>
                  <a:pt x="989" y="3132"/>
                </a:lnTo>
                <a:lnTo>
                  <a:pt x="977" y="3251"/>
                </a:lnTo>
                <a:lnTo>
                  <a:pt x="989" y="3382"/>
                </a:lnTo>
                <a:lnTo>
                  <a:pt x="1072" y="3477"/>
                </a:lnTo>
                <a:lnTo>
                  <a:pt x="1167" y="3560"/>
                </a:lnTo>
                <a:lnTo>
                  <a:pt x="1298" y="3572"/>
                </a:lnTo>
                <a:lnTo>
                  <a:pt x="1953" y="3572"/>
                </a:lnTo>
                <a:lnTo>
                  <a:pt x="2084" y="3560"/>
                </a:lnTo>
                <a:lnTo>
                  <a:pt x="2179" y="3477"/>
                </a:lnTo>
                <a:lnTo>
                  <a:pt x="2263" y="3382"/>
                </a:lnTo>
                <a:lnTo>
                  <a:pt x="2275" y="3251"/>
                </a:lnTo>
                <a:lnTo>
                  <a:pt x="2263" y="3132"/>
                </a:lnTo>
                <a:lnTo>
                  <a:pt x="2179" y="3024"/>
                </a:lnTo>
                <a:lnTo>
                  <a:pt x="2084" y="2941"/>
                </a:lnTo>
                <a:lnTo>
                  <a:pt x="1953" y="2929"/>
                </a:lnTo>
                <a:close/>
                <a:moveTo>
                  <a:pt x="5204" y="1953"/>
                </a:moveTo>
                <a:lnTo>
                  <a:pt x="4870" y="1965"/>
                </a:lnTo>
                <a:lnTo>
                  <a:pt x="4275" y="2108"/>
                </a:lnTo>
                <a:lnTo>
                  <a:pt x="3846" y="2370"/>
                </a:lnTo>
                <a:lnTo>
                  <a:pt x="3644" y="2632"/>
                </a:lnTo>
                <a:lnTo>
                  <a:pt x="3584" y="2822"/>
                </a:lnTo>
                <a:lnTo>
                  <a:pt x="3584" y="2929"/>
                </a:lnTo>
                <a:lnTo>
                  <a:pt x="3584" y="3036"/>
                </a:lnTo>
                <a:lnTo>
                  <a:pt x="3644" y="3227"/>
                </a:lnTo>
                <a:lnTo>
                  <a:pt x="3846" y="3489"/>
                </a:lnTo>
                <a:lnTo>
                  <a:pt x="4275" y="3751"/>
                </a:lnTo>
                <a:lnTo>
                  <a:pt x="4870" y="3894"/>
                </a:lnTo>
                <a:lnTo>
                  <a:pt x="5204" y="3906"/>
                </a:lnTo>
                <a:lnTo>
                  <a:pt x="5549" y="3894"/>
                </a:lnTo>
                <a:lnTo>
                  <a:pt x="6132" y="3751"/>
                </a:lnTo>
                <a:lnTo>
                  <a:pt x="6573" y="3489"/>
                </a:lnTo>
                <a:lnTo>
                  <a:pt x="6763" y="3227"/>
                </a:lnTo>
                <a:lnTo>
                  <a:pt x="6835" y="3036"/>
                </a:lnTo>
                <a:lnTo>
                  <a:pt x="6835" y="2929"/>
                </a:lnTo>
                <a:lnTo>
                  <a:pt x="6835" y="2822"/>
                </a:lnTo>
                <a:lnTo>
                  <a:pt x="6763" y="2632"/>
                </a:lnTo>
                <a:lnTo>
                  <a:pt x="6573" y="2370"/>
                </a:lnTo>
                <a:lnTo>
                  <a:pt x="6132" y="2108"/>
                </a:lnTo>
                <a:lnTo>
                  <a:pt x="5549" y="1965"/>
                </a:lnTo>
                <a:lnTo>
                  <a:pt x="5204" y="1953"/>
                </a:lnTo>
                <a:close/>
                <a:moveTo>
                  <a:pt x="2930" y="3882"/>
                </a:moveTo>
                <a:lnTo>
                  <a:pt x="2799" y="3906"/>
                </a:lnTo>
                <a:lnTo>
                  <a:pt x="2703" y="4001"/>
                </a:lnTo>
                <a:lnTo>
                  <a:pt x="2608" y="4096"/>
                </a:lnTo>
                <a:lnTo>
                  <a:pt x="2584" y="4227"/>
                </a:lnTo>
                <a:lnTo>
                  <a:pt x="2608" y="4358"/>
                </a:lnTo>
                <a:lnTo>
                  <a:pt x="2703" y="4453"/>
                </a:lnTo>
                <a:lnTo>
                  <a:pt x="3346" y="5108"/>
                </a:lnTo>
                <a:lnTo>
                  <a:pt x="3453" y="5191"/>
                </a:lnTo>
                <a:lnTo>
                  <a:pt x="3584" y="5203"/>
                </a:lnTo>
                <a:lnTo>
                  <a:pt x="3703" y="5191"/>
                </a:lnTo>
                <a:lnTo>
                  <a:pt x="3811" y="5108"/>
                </a:lnTo>
                <a:lnTo>
                  <a:pt x="3894" y="5001"/>
                </a:lnTo>
                <a:lnTo>
                  <a:pt x="3906" y="4882"/>
                </a:lnTo>
                <a:lnTo>
                  <a:pt x="3894" y="4751"/>
                </a:lnTo>
                <a:lnTo>
                  <a:pt x="3811" y="4656"/>
                </a:lnTo>
                <a:lnTo>
                  <a:pt x="3156" y="4001"/>
                </a:lnTo>
                <a:lnTo>
                  <a:pt x="3060" y="3906"/>
                </a:lnTo>
                <a:lnTo>
                  <a:pt x="2930" y="3882"/>
                </a:lnTo>
                <a:close/>
                <a:moveTo>
                  <a:pt x="6513" y="4215"/>
                </a:moveTo>
                <a:lnTo>
                  <a:pt x="6382" y="4239"/>
                </a:lnTo>
                <a:lnTo>
                  <a:pt x="6275" y="4322"/>
                </a:lnTo>
                <a:lnTo>
                  <a:pt x="5632" y="4977"/>
                </a:lnTo>
                <a:lnTo>
                  <a:pt x="5537" y="5084"/>
                </a:lnTo>
                <a:lnTo>
                  <a:pt x="5513" y="5203"/>
                </a:lnTo>
                <a:lnTo>
                  <a:pt x="5537" y="5334"/>
                </a:lnTo>
                <a:lnTo>
                  <a:pt x="5632" y="5442"/>
                </a:lnTo>
                <a:lnTo>
                  <a:pt x="5728" y="5513"/>
                </a:lnTo>
                <a:lnTo>
                  <a:pt x="5859" y="5537"/>
                </a:lnTo>
                <a:lnTo>
                  <a:pt x="5990" y="5513"/>
                </a:lnTo>
                <a:lnTo>
                  <a:pt x="6085" y="5442"/>
                </a:lnTo>
                <a:lnTo>
                  <a:pt x="6740" y="4787"/>
                </a:lnTo>
                <a:lnTo>
                  <a:pt x="6823" y="4680"/>
                </a:lnTo>
                <a:lnTo>
                  <a:pt x="6835" y="4560"/>
                </a:lnTo>
                <a:lnTo>
                  <a:pt x="6823" y="4429"/>
                </a:lnTo>
                <a:lnTo>
                  <a:pt x="6740" y="4322"/>
                </a:lnTo>
                <a:lnTo>
                  <a:pt x="6633" y="4239"/>
                </a:lnTo>
                <a:lnTo>
                  <a:pt x="6513" y="4215"/>
                </a:lnTo>
                <a:close/>
                <a:moveTo>
                  <a:pt x="5394" y="655"/>
                </a:moveTo>
                <a:lnTo>
                  <a:pt x="5311" y="750"/>
                </a:lnTo>
                <a:lnTo>
                  <a:pt x="5216" y="846"/>
                </a:lnTo>
                <a:lnTo>
                  <a:pt x="5192" y="977"/>
                </a:lnTo>
                <a:lnTo>
                  <a:pt x="5216" y="1107"/>
                </a:lnTo>
                <a:lnTo>
                  <a:pt x="5311" y="1203"/>
                </a:lnTo>
                <a:lnTo>
                  <a:pt x="5406" y="1286"/>
                </a:lnTo>
                <a:lnTo>
                  <a:pt x="5537" y="1298"/>
                </a:lnTo>
                <a:lnTo>
                  <a:pt x="5668" y="1286"/>
                </a:lnTo>
                <a:lnTo>
                  <a:pt x="5763" y="1203"/>
                </a:lnTo>
                <a:lnTo>
                  <a:pt x="6228" y="726"/>
                </a:lnTo>
                <a:lnTo>
                  <a:pt x="6597" y="786"/>
                </a:lnTo>
                <a:lnTo>
                  <a:pt x="7299" y="953"/>
                </a:lnTo>
                <a:lnTo>
                  <a:pt x="7942" y="1191"/>
                </a:lnTo>
                <a:lnTo>
                  <a:pt x="8502" y="1477"/>
                </a:lnTo>
                <a:lnTo>
                  <a:pt x="8978" y="1810"/>
                </a:lnTo>
                <a:lnTo>
                  <a:pt x="9359" y="2179"/>
                </a:lnTo>
                <a:lnTo>
                  <a:pt x="9621" y="2596"/>
                </a:lnTo>
                <a:lnTo>
                  <a:pt x="9752" y="3024"/>
                </a:lnTo>
                <a:lnTo>
                  <a:pt x="9764" y="3251"/>
                </a:lnTo>
                <a:lnTo>
                  <a:pt x="9776" y="3251"/>
                </a:lnTo>
                <a:lnTo>
                  <a:pt x="9776" y="3906"/>
                </a:lnTo>
                <a:lnTo>
                  <a:pt x="9764" y="3953"/>
                </a:lnTo>
                <a:lnTo>
                  <a:pt x="9597" y="4108"/>
                </a:lnTo>
                <a:lnTo>
                  <a:pt x="9419" y="4203"/>
                </a:lnTo>
                <a:lnTo>
                  <a:pt x="9145" y="4346"/>
                </a:lnTo>
                <a:lnTo>
                  <a:pt x="8895" y="4537"/>
                </a:lnTo>
                <a:lnTo>
                  <a:pt x="8871" y="4513"/>
                </a:lnTo>
                <a:lnTo>
                  <a:pt x="8859" y="4489"/>
                </a:lnTo>
                <a:lnTo>
                  <a:pt x="8204" y="3846"/>
                </a:lnTo>
                <a:lnTo>
                  <a:pt x="8109" y="3786"/>
                </a:lnTo>
                <a:lnTo>
                  <a:pt x="7990" y="3775"/>
                </a:lnTo>
                <a:lnTo>
                  <a:pt x="7871" y="3798"/>
                </a:lnTo>
                <a:lnTo>
                  <a:pt x="7787" y="3870"/>
                </a:lnTo>
                <a:lnTo>
                  <a:pt x="7716" y="3965"/>
                </a:lnTo>
                <a:lnTo>
                  <a:pt x="7692" y="4084"/>
                </a:lnTo>
                <a:lnTo>
                  <a:pt x="7692" y="4191"/>
                </a:lnTo>
                <a:lnTo>
                  <a:pt x="7752" y="4298"/>
                </a:lnTo>
                <a:lnTo>
                  <a:pt x="8407" y="4953"/>
                </a:lnTo>
                <a:lnTo>
                  <a:pt x="8430" y="4977"/>
                </a:lnTo>
                <a:lnTo>
                  <a:pt x="8490" y="5001"/>
                </a:lnTo>
                <a:lnTo>
                  <a:pt x="8466" y="5013"/>
                </a:lnTo>
                <a:lnTo>
                  <a:pt x="8466" y="5037"/>
                </a:lnTo>
                <a:lnTo>
                  <a:pt x="8347" y="5144"/>
                </a:lnTo>
                <a:lnTo>
                  <a:pt x="8085" y="5311"/>
                </a:lnTo>
                <a:lnTo>
                  <a:pt x="7942" y="5370"/>
                </a:lnTo>
                <a:lnTo>
                  <a:pt x="7787" y="5418"/>
                </a:lnTo>
                <a:lnTo>
                  <a:pt x="7478" y="5453"/>
                </a:lnTo>
                <a:lnTo>
                  <a:pt x="7323" y="5442"/>
                </a:lnTo>
                <a:lnTo>
                  <a:pt x="6990" y="5453"/>
                </a:lnTo>
                <a:lnTo>
                  <a:pt x="6323" y="5584"/>
                </a:lnTo>
                <a:lnTo>
                  <a:pt x="6013" y="5703"/>
                </a:lnTo>
                <a:lnTo>
                  <a:pt x="5811" y="5775"/>
                </a:lnTo>
                <a:lnTo>
                  <a:pt x="5418" y="5846"/>
                </a:lnTo>
                <a:lnTo>
                  <a:pt x="5013" y="5846"/>
                </a:lnTo>
                <a:lnTo>
                  <a:pt x="4620" y="5775"/>
                </a:lnTo>
                <a:lnTo>
                  <a:pt x="4430" y="5703"/>
                </a:lnTo>
                <a:lnTo>
                  <a:pt x="4108" y="5584"/>
                </a:lnTo>
                <a:lnTo>
                  <a:pt x="3442" y="5453"/>
                </a:lnTo>
                <a:lnTo>
                  <a:pt x="3108" y="5442"/>
                </a:lnTo>
                <a:lnTo>
                  <a:pt x="2953" y="5453"/>
                </a:lnTo>
                <a:lnTo>
                  <a:pt x="2644" y="5418"/>
                </a:lnTo>
                <a:lnTo>
                  <a:pt x="2489" y="5370"/>
                </a:lnTo>
                <a:lnTo>
                  <a:pt x="2346" y="5311"/>
                </a:lnTo>
                <a:lnTo>
                  <a:pt x="2084" y="5144"/>
                </a:lnTo>
                <a:lnTo>
                  <a:pt x="1977" y="5037"/>
                </a:lnTo>
                <a:lnTo>
                  <a:pt x="1882" y="4894"/>
                </a:lnTo>
                <a:lnTo>
                  <a:pt x="1679" y="4644"/>
                </a:lnTo>
                <a:lnTo>
                  <a:pt x="1298" y="4334"/>
                </a:lnTo>
                <a:lnTo>
                  <a:pt x="1013" y="4203"/>
                </a:lnTo>
                <a:lnTo>
                  <a:pt x="822" y="4108"/>
                </a:lnTo>
                <a:lnTo>
                  <a:pt x="667" y="3953"/>
                </a:lnTo>
                <a:lnTo>
                  <a:pt x="655" y="3906"/>
                </a:lnTo>
                <a:lnTo>
                  <a:pt x="655" y="3251"/>
                </a:lnTo>
                <a:lnTo>
                  <a:pt x="667" y="2989"/>
                </a:lnTo>
                <a:lnTo>
                  <a:pt x="858" y="2489"/>
                </a:lnTo>
                <a:lnTo>
                  <a:pt x="1203" y="2024"/>
                </a:lnTo>
                <a:lnTo>
                  <a:pt x="1703" y="1608"/>
                </a:lnTo>
                <a:lnTo>
                  <a:pt x="2322" y="1250"/>
                </a:lnTo>
                <a:lnTo>
                  <a:pt x="3060" y="965"/>
                </a:lnTo>
                <a:lnTo>
                  <a:pt x="3870" y="762"/>
                </a:lnTo>
                <a:lnTo>
                  <a:pt x="4751" y="655"/>
                </a:lnTo>
                <a:close/>
                <a:moveTo>
                  <a:pt x="9764" y="4751"/>
                </a:moveTo>
                <a:lnTo>
                  <a:pt x="9764" y="5203"/>
                </a:lnTo>
                <a:lnTo>
                  <a:pt x="9752" y="5465"/>
                </a:lnTo>
                <a:lnTo>
                  <a:pt x="9562" y="5977"/>
                </a:lnTo>
                <a:lnTo>
                  <a:pt x="9216" y="6442"/>
                </a:lnTo>
                <a:lnTo>
                  <a:pt x="8716" y="6858"/>
                </a:lnTo>
                <a:lnTo>
                  <a:pt x="8097" y="7216"/>
                </a:lnTo>
                <a:lnTo>
                  <a:pt x="7359" y="7489"/>
                </a:lnTo>
                <a:lnTo>
                  <a:pt x="6549" y="7692"/>
                </a:lnTo>
                <a:lnTo>
                  <a:pt x="5668" y="7799"/>
                </a:lnTo>
                <a:lnTo>
                  <a:pt x="5216" y="7811"/>
                </a:lnTo>
                <a:lnTo>
                  <a:pt x="4751" y="7799"/>
                </a:lnTo>
                <a:lnTo>
                  <a:pt x="3870" y="7692"/>
                </a:lnTo>
                <a:lnTo>
                  <a:pt x="3060" y="7489"/>
                </a:lnTo>
                <a:lnTo>
                  <a:pt x="2322" y="7216"/>
                </a:lnTo>
                <a:lnTo>
                  <a:pt x="1703" y="6858"/>
                </a:lnTo>
                <a:lnTo>
                  <a:pt x="1203" y="6442"/>
                </a:lnTo>
                <a:lnTo>
                  <a:pt x="858" y="5977"/>
                </a:lnTo>
                <a:lnTo>
                  <a:pt x="667" y="5465"/>
                </a:lnTo>
                <a:lnTo>
                  <a:pt x="655" y="5203"/>
                </a:lnTo>
                <a:lnTo>
                  <a:pt x="655" y="4751"/>
                </a:lnTo>
                <a:lnTo>
                  <a:pt x="691" y="4775"/>
                </a:lnTo>
                <a:lnTo>
                  <a:pt x="739" y="4799"/>
                </a:lnTo>
                <a:lnTo>
                  <a:pt x="941" y="4894"/>
                </a:lnTo>
                <a:lnTo>
                  <a:pt x="1274" y="5168"/>
                </a:lnTo>
                <a:lnTo>
                  <a:pt x="1394" y="5346"/>
                </a:lnTo>
                <a:lnTo>
                  <a:pt x="1548" y="5525"/>
                </a:lnTo>
                <a:lnTo>
                  <a:pt x="1929" y="5834"/>
                </a:lnTo>
                <a:lnTo>
                  <a:pt x="2156" y="5942"/>
                </a:lnTo>
                <a:lnTo>
                  <a:pt x="2382" y="6025"/>
                </a:lnTo>
                <a:lnTo>
                  <a:pt x="2858" y="6096"/>
                </a:lnTo>
                <a:lnTo>
                  <a:pt x="3370" y="6096"/>
                </a:lnTo>
                <a:lnTo>
                  <a:pt x="3906" y="6204"/>
                </a:lnTo>
                <a:lnTo>
                  <a:pt x="4156" y="6299"/>
                </a:lnTo>
                <a:lnTo>
                  <a:pt x="4406" y="6394"/>
                </a:lnTo>
                <a:lnTo>
                  <a:pt x="4942" y="6501"/>
                </a:lnTo>
                <a:lnTo>
                  <a:pt x="5478" y="6501"/>
                </a:lnTo>
                <a:lnTo>
                  <a:pt x="6013" y="6394"/>
                </a:lnTo>
                <a:lnTo>
                  <a:pt x="6263" y="6299"/>
                </a:lnTo>
                <a:lnTo>
                  <a:pt x="6513" y="6204"/>
                </a:lnTo>
                <a:lnTo>
                  <a:pt x="7049" y="6096"/>
                </a:lnTo>
                <a:lnTo>
                  <a:pt x="7561" y="6096"/>
                </a:lnTo>
                <a:lnTo>
                  <a:pt x="8038" y="6025"/>
                </a:lnTo>
                <a:lnTo>
                  <a:pt x="8264" y="5942"/>
                </a:lnTo>
                <a:lnTo>
                  <a:pt x="8490" y="5834"/>
                </a:lnTo>
                <a:lnTo>
                  <a:pt x="8871" y="5525"/>
                </a:lnTo>
                <a:lnTo>
                  <a:pt x="9026" y="5346"/>
                </a:lnTo>
                <a:lnTo>
                  <a:pt x="9145" y="5168"/>
                </a:lnTo>
                <a:lnTo>
                  <a:pt x="9478" y="4894"/>
                </a:lnTo>
                <a:lnTo>
                  <a:pt x="9681" y="4799"/>
                </a:lnTo>
                <a:lnTo>
                  <a:pt x="9728" y="4775"/>
                </a:lnTo>
                <a:lnTo>
                  <a:pt x="9764" y="4751"/>
                </a:lnTo>
                <a:close/>
                <a:moveTo>
                  <a:pt x="5216" y="0"/>
                </a:moveTo>
                <a:lnTo>
                  <a:pt x="4680" y="12"/>
                </a:lnTo>
                <a:lnTo>
                  <a:pt x="3656" y="143"/>
                </a:lnTo>
                <a:lnTo>
                  <a:pt x="2727" y="381"/>
                </a:lnTo>
                <a:lnTo>
                  <a:pt x="1894" y="738"/>
                </a:lnTo>
                <a:lnTo>
                  <a:pt x="1191" y="1179"/>
                </a:lnTo>
                <a:lnTo>
                  <a:pt x="620" y="1703"/>
                </a:lnTo>
                <a:lnTo>
                  <a:pt x="227" y="2286"/>
                </a:lnTo>
                <a:lnTo>
                  <a:pt x="24" y="2917"/>
                </a:lnTo>
                <a:lnTo>
                  <a:pt x="0" y="3251"/>
                </a:lnTo>
                <a:lnTo>
                  <a:pt x="0" y="5203"/>
                </a:lnTo>
                <a:lnTo>
                  <a:pt x="24" y="5537"/>
                </a:lnTo>
                <a:lnTo>
                  <a:pt x="227" y="6180"/>
                </a:lnTo>
                <a:lnTo>
                  <a:pt x="620" y="6763"/>
                </a:lnTo>
                <a:lnTo>
                  <a:pt x="1191" y="7287"/>
                </a:lnTo>
                <a:lnTo>
                  <a:pt x="1894" y="7728"/>
                </a:lnTo>
                <a:lnTo>
                  <a:pt x="2727" y="8073"/>
                </a:lnTo>
                <a:lnTo>
                  <a:pt x="3656" y="8323"/>
                </a:lnTo>
                <a:lnTo>
                  <a:pt x="4680" y="8454"/>
                </a:lnTo>
                <a:lnTo>
                  <a:pt x="5216" y="8466"/>
                </a:lnTo>
                <a:lnTo>
                  <a:pt x="5751" y="8454"/>
                </a:lnTo>
                <a:lnTo>
                  <a:pt x="6763" y="8323"/>
                </a:lnTo>
                <a:lnTo>
                  <a:pt x="7704" y="8073"/>
                </a:lnTo>
                <a:lnTo>
                  <a:pt x="8526" y="7728"/>
                </a:lnTo>
                <a:lnTo>
                  <a:pt x="9240" y="7287"/>
                </a:lnTo>
                <a:lnTo>
                  <a:pt x="9800" y="6763"/>
                </a:lnTo>
                <a:lnTo>
                  <a:pt x="10193" y="6180"/>
                </a:lnTo>
                <a:lnTo>
                  <a:pt x="10407" y="5537"/>
                </a:lnTo>
                <a:lnTo>
                  <a:pt x="10419" y="5203"/>
                </a:lnTo>
                <a:lnTo>
                  <a:pt x="10419" y="3251"/>
                </a:lnTo>
                <a:lnTo>
                  <a:pt x="10407" y="2917"/>
                </a:lnTo>
                <a:lnTo>
                  <a:pt x="10193" y="2286"/>
                </a:lnTo>
                <a:lnTo>
                  <a:pt x="9800" y="1703"/>
                </a:lnTo>
                <a:lnTo>
                  <a:pt x="9240" y="1179"/>
                </a:lnTo>
                <a:lnTo>
                  <a:pt x="8526" y="738"/>
                </a:lnTo>
                <a:lnTo>
                  <a:pt x="7704" y="381"/>
                </a:lnTo>
                <a:lnTo>
                  <a:pt x="6763" y="143"/>
                </a:lnTo>
                <a:lnTo>
                  <a:pt x="5751" y="12"/>
                </a:lnTo>
                <a:lnTo>
                  <a:pt x="5216"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1" name="Google Shape;3261;p175"/>
          <p:cNvSpPr/>
          <p:nvPr/>
        </p:nvSpPr>
        <p:spPr>
          <a:xfrm>
            <a:off x="10123606" y="8514928"/>
            <a:ext cx="590654" cy="525272"/>
          </a:xfrm>
          <a:custGeom>
            <a:rect b="b" l="l" r="r" t="t"/>
            <a:pathLst>
              <a:path extrusionOk="0" h="10420" w="11717">
                <a:moveTo>
                  <a:pt x="7811" y="4716"/>
                </a:moveTo>
                <a:lnTo>
                  <a:pt x="7716" y="4728"/>
                </a:lnTo>
                <a:lnTo>
                  <a:pt x="7538" y="4799"/>
                </a:lnTo>
                <a:lnTo>
                  <a:pt x="7407" y="4930"/>
                </a:lnTo>
                <a:lnTo>
                  <a:pt x="7335" y="5109"/>
                </a:lnTo>
                <a:lnTo>
                  <a:pt x="7323" y="5204"/>
                </a:lnTo>
                <a:lnTo>
                  <a:pt x="7335" y="5299"/>
                </a:lnTo>
                <a:lnTo>
                  <a:pt x="7407" y="5478"/>
                </a:lnTo>
                <a:lnTo>
                  <a:pt x="7538" y="5609"/>
                </a:lnTo>
                <a:lnTo>
                  <a:pt x="7716" y="5692"/>
                </a:lnTo>
                <a:lnTo>
                  <a:pt x="7919" y="5692"/>
                </a:lnTo>
                <a:lnTo>
                  <a:pt x="8085" y="5609"/>
                </a:lnTo>
                <a:lnTo>
                  <a:pt x="8216" y="5478"/>
                </a:lnTo>
                <a:lnTo>
                  <a:pt x="8300" y="5311"/>
                </a:lnTo>
                <a:lnTo>
                  <a:pt x="8300" y="5204"/>
                </a:lnTo>
                <a:lnTo>
                  <a:pt x="8300" y="5109"/>
                </a:lnTo>
                <a:lnTo>
                  <a:pt x="8216" y="4930"/>
                </a:lnTo>
                <a:lnTo>
                  <a:pt x="8085" y="4799"/>
                </a:lnTo>
                <a:lnTo>
                  <a:pt x="7907" y="4728"/>
                </a:lnTo>
                <a:lnTo>
                  <a:pt x="7811" y="4716"/>
                </a:lnTo>
                <a:close/>
                <a:moveTo>
                  <a:pt x="8145" y="644"/>
                </a:moveTo>
                <a:lnTo>
                  <a:pt x="8335" y="668"/>
                </a:lnTo>
                <a:lnTo>
                  <a:pt x="8692" y="810"/>
                </a:lnTo>
                <a:lnTo>
                  <a:pt x="8954" y="1072"/>
                </a:lnTo>
                <a:lnTo>
                  <a:pt x="9097" y="1430"/>
                </a:lnTo>
                <a:lnTo>
                  <a:pt x="9121" y="1620"/>
                </a:lnTo>
                <a:lnTo>
                  <a:pt x="9121" y="9764"/>
                </a:lnTo>
                <a:lnTo>
                  <a:pt x="2608" y="9764"/>
                </a:lnTo>
                <a:lnTo>
                  <a:pt x="2608" y="1620"/>
                </a:lnTo>
                <a:lnTo>
                  <a:pt x="2620" y="1430"/>
                </a:lnTo>
                <a:lnTo>
                  <a:pt x="2763" y="1072"/>
                </a:lnTo>
                <a:lnTo>
                  <a:pt x="3037" y="810"/>
                </a:lnTo>
                <a:lnTo>
                  <a:pt x="3382" y="668"/>
                </a:lnTo>
                <a:lnTo>
                  <a:pt x="3585" y="644"/>
                </a:lnTo>
                <a:close/>
                <a:moveTo>
                  <a:pt x="3418" y="1"/>
                </a:moveTo>
                <a:lnTo>
                  <a:pt x="3096" y="72"/>
                </a:lnTo>
                <a:lnTo>
                  <a:pt x="2799" y="191"/>
                </a:lnTo>
                <a:lnTo>
                  <a:pt x="2549" y="370"/>
                </a:lnTo>
                <a:lnTo>
                  <a:pt x="2322" y="584"/>
                </a:lnTo>
                <a:lnTo>
                  <a:pt x="2144" y="846"/>
                </a:lnTo>
                <a:lnTo>
                  <a:pt x="2025" y="1144"/>
                </a:lnTo>
                <a:lnTo>
                  <a:pt x="1953" y="1453"/>
                </a:lnTo>
                <a:lnTo>
                  <a:pt x="1953" y="1620"/>
                </a:lnTo>
                <a:lnTo>
                  <a:pt x="1953" y="9764"/>
                </a:lnTo>
                <a:lnTo>
                  <a:pt x="322" y="9764"/>
                </a:lnTo>
                <a:lnTo>
                  <a:pt x="191" y="9788"/>
                </a:lnTo>
                <a:lnTo>
                  <a:pt x="12" y="9955"/>
                </a:lnTo>
                <a:lnTo>
                  <a:pt x="1" y="10086"/>
                </a:lnTo>
                <a:lnTo>
                  <a:pt x="12" y="10217"/>
                </a:lnTo>
                <a:lnTo>
                  <a:pt x="191" y="10395"/>
                </a:lnTo>
                <a:lnTo>
                  <a:pt x="322" y="10419"/>
                </a:lnTo>
                <a:lnTo>
                  <a:pt x="11395" y="10419"/>
                </a:lnTo>
                <a:lnTo>
                  <a:pt x="11526" y="10395"/>
                </a:lnTo>
                <a:lnTo>
                  <a:pt x="11705" y="10217"/>
                </a:lnTo>
                <a:lnTo>
                  <a:pt x="11717" y="10086"/>
                </a:lnTo>
                <a:lnTo>
                  <a:pt x="11705" y="9955"/>
                </a:lnTo>
                <a:lnTo>
                  <a:pt x="11526" y="9788"/>
                </a:lnTo>
                <a:lnTo>
                  <a:pt x="11395" y="9764"/>
                </a:lnTo>
                <a:lnTo>
                  <a:pt x="9764" y="9764"/>
                </a:lnTo>
                <a:lnTo>
                  <a:pt x="9764" y="1620"/>
                </a:lnTo>
                <a:lnTo>
                  <a:pt x="9764" y="1453"/>
                </a:lnTo>
                <a:lnTo>
                  <a:pt x="9693" y="1144"/>
                </a:lnTo>
                <a:lnTo>
                  <a:pt x="9574" y="846"/>
                </a:lnTo>
                <a:lnTo>
                  <a:pt x="9395" y="584"/>
                </a:lnTo>
                <a:lnTo>
                  <a:pt x="9169" y="370"/>
                </a:lnTo>
                <a:lnTo>
                  <a:pt x="8919" y="191"/>
                </a:lnTo>
                <a:lnTo>
                  <a:pt x="8621" y="72"/>
                </a:lnTo>
                <a:lnTo>
                  <a:pt x="8300"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2" name="Google Shape;3262;p175"/>
          <p:cNvSpPr/>
          <p:nvPr/>
        </p:nvSpPr>
        <p:spPr>
          <a:xfrm>
            <a:off x="11127162" y="8514928"/>
            <a:ext cx="591259" cy="525272"/>
          </a:xfrm>
          <a:custGeom>
            <a:rect b="b" l="l" r="r" t="t"/>
            <a:pathLst>
              <a:path extrusionOk="0" h="10420" w="11729">
                <a:moveTo>
                  <a:pt x="4632" y="4561"/>
                </a:moveTo>
                <a:lnTo>
                  <a:pt x="4454" y="4668"/>
                </a:lnTo>
                <a:lnTo>
                  <a:pt x="4323" y="4835"/>
                </a:lnTo>
                <a:lnTo>
                  <a:pt x="4239" y="5061"/>
                </a:lnTo>
                <a:lnTo>
                  <a:pt x="4239" y="5192"/>
                </a:lnTo>
                <a:lnTo>
                  <a:pt x="4239" y="5311"/>
                </a:lnTo>
                <a:lnTo>
                  <a:pt x="4323" y="5549"/>
                </a:lnTo>
                <a:lnTo>
                  <a:pt x="4454" y="5740"/>
                </a:lnTo>
                <a:lnTo>
                  <a:pt x="4620" y="5847"/>
                </a:lnTo>
                <a:lnTo>
                  <a:pt x="4728" y="5859"/>
                </a:lnTo>
                <a:lnTo>
                  <a:pt x="4823" y="5847"/>
                </a:lnTo>
                <a:lnTo>
                  <a:pt x="5001" y="5752"/>
                </a:lnTo>
                <a:lnTo>
                  <a:pt x="5132" y="5573"/>
                </a:lnTo>
                <a:lnTo>
                  <a:pt x="5204" y="5335"/>
                </a:lnTo>
                <a:lnTo>
                  <a:pt x="5216" y="5204"/>
                </a:lnTo>
                <a:lnTo>
                  <a:pt x="5204" y="5073"/>
                </a:lnTo>
                <a:lnTo>
                  <a:pt x="5132" y="4847"/>
                </a:lnTo>
                <a:lnTo>
                  <a:pt x="5001" y="4668"/>
                </a:lnTo>
                <a:lnTo>
                  <a:pt x="4823" y="4561"/>
                </a:lnTo>
                <a:close/>
                <a:moveTo>
                  <a:pt x="5537" y="644"/>
                </a:moveTo>
                <a:lnTo>
                  <a:pt x="5680" y="679"/>
                </a:lnTo>
                <a:lnTo>
                  <a:pt x="5740" y="715"/>
                </a:lnTo>
                <a:lnTo>
                  <a:pt x="5799" y="775"/>
                </a:lnTo>
                <a:lnTo>
                  <a:pt x="5859" y="906"/>
                </a:lnTo>
                <a:lnTo>
                  <a:pt x="5871" y="977"/>
                </a:lnTo>
                <a:lnTo>
                  <a:pt x="5871" y="9764"/>
                </a:lnTo>
                <a:lnTo>
                  <a:pt x="1953" y="9764"/>
                </a:lnTo>
                <a:lnTo>
                  <a:pt x="1953" y="1787"/>
                </a:lnTo>
                <a:lnTo>
                  <a:pt x="1965" y="1680"/>
                </a:lnTo>
                <a:lnTo>
                  <a:pt x="2096" y="1513"/>
                </a:lnTo>
                <a:lnTo>
                  <a:pt x="2203" y="1477"/>
                </a:lnTo>
                <a:lnTo>
                  <a:pt x="5466" y="656"/>
                </a:lnTo>
                <a:lnTo>
                  <a:pt x="5537" y="644"/>
                </a:lnTo>
                <a:close/>
                <a:moveTo>
                  <a:pt x="5454" y="1"/>
                </a:moveTo>
                <a:lnTo>
                  <a:pt x="5311" y="25"/>
                </a:lnTo>
                <a:lnTo>
                  <a:pt x="2049" y="846"/>
                </a:lnTo>
                <a:lnTo>
                  <a:pt x="1882" y="894"/>
                </a:lnTo>
                <a:lnTo>
                  <a:pt x="1608" y="1061"/>
                </a:lnTo>
                <a:lnTo>
                  <a:pt x="1418" y="1311"/>
                </a:lnTo>
                <a:lnTo>
                  <a:pt x="1322" y="1620"/>
                </a:lnTo>
                <a:lnTo>
                  <a:pt x="1310" y="1787"/>
                </a:lnTo>
                <a:lnTo>
                  <a:pt x="1310" y="9764"/>
                </a:lnTo>
                <a:lnTo>
                  <a:pt x="334" y="9764"/>
                </a:lnTo>
                <a:lnTo>
                  <a:pt x="203" y="9788"/>
                </a:lnTo>
                <a:lnTo>
                  <a:pt x="24" y="9967"/>
                </a:lnTo>
                <a:lnTo>
                  <a:pt x="1" y="10086"/>
                </a:lnTo>
                <a:lnTo>
                  <a:pt x="24" y="10217"/>
                </a:lnTo>
                <a:lnTo>
                  <a:pt x="203" y="10395"/>
                </a:lnTo>
                <a:lnTo>
                  <a:pt x="334" y="10419"/>
                </a:lnTo>
                <a:lnTo>
                  <a:pt x="5871" y="10419"/>
                </a:lnTo>
                <a:lnTo>
                  <a:pt x="6002" y="10407"/>
                </a:lnTo>
                <a:lnTo>
                  <a:pt x="6228" y="10312"/>
                </a:lnTo>
                <a:lnTo>
                  <a:pt x="6406" y="10133"/>
                </a:lnTo>
                <a:lnTo>
                  <a:pt x="6514" y="9895"/>
                </a:lnTo>
                <a:lnTo>
                  <a:pt x="6514" y="9764"/>
                </a:lnTo>
                <a:lnTo>
                  <a:pt x="6514" y="1001"/>
                </a:lnTo>
                <a:lnTo>
                  <a:pt x="6514" y="846"/>
                </a:lnTo>
                <a:lnTo>
                  <a:pt x="6430" y="549"/>
                </a:lnTo>
                <a:lnTo>
                  <a:pt x="6347" y="418"/>
                </a:lnTo>
                <a:lnTo>
                  <a:pt x="6252" y="298"/>
                </a:lnTo>
                <a:lnTo>
                  <a:pt x="6014" y="108"/>
                </a:lnTo>
                <a:lnTo>
                  <a:pt x="5740" y="13"/>
                </a:lnTo>
                <a:lnTo>
                  <a:pt x="5454" y="1"/>
                </a:lnTo>
                <a:close/>
                <a:moveTo>
                  <a:pt x="7490" y="1322"/>
                </a:moveTo>
                <a:lnTo>
                  <a:pt x="7359" y="1334"/>
                </a:lnTo>
                <a:lnTo>
                  <a:pt x="7180" y="1501"/>
                </a:lnTo>
                <a:lnTo>
                  <a:pt x="7169" y="1620"/>
                </a:lnTo>
                <a:lnTo>
                  <a:pt x="7180" y="1751"/>
                </a:lnTo>
                <a:lnTo>
                  <a:pt x="7359" y="1930"/>
                </a:lnTo>
                <a:lnTo>
                  <a:pt x="7490" y="1954"/>
                </a:lnTo>
                <a:lnTo>
                  <a:pt x="8800" y="1954"/>
                </a:lnTo>
                <a:lnTo>
                  <a:pt x="8990" y="1965"/>
                </a:lnTo>
                <a:lnTo>
                  <a:pt x="9347" y="2108"/>
                </a:lnTo>
                <a:lnTo>
                  <a:pt x="9609" y="2382"/>
                </a:lnTo>
                <a:lnTo>
                  <a:pt x="9752" y="2727"/>
                </a:lnTo>
                <a:lnTo>
                  <a:pt x="9776" y="2930"/>
                </a:lnTo>
                <a:lnTo>
                  <a:pt x="9776" y="9764"/>
                </a:lnTo>
                <a:lnTo>
                  <a:pt x="9776" y="9895"/>
                </a:lnTo>
                <a:lnTo>
                  <a:pt x="9883" y="10133"/>
                </a:lnTo>
                <a:lnTo>
                  <a:pt x="10062" y="10312"/>
                </a:lnTo>
                <a:lnTo>
                  <a:pt x="10288" y="10407"/>
                </a:lnTo>
                <a:lnTo>
                  <a:pt x="10419" y="10419"/>
                </a:lnTo>
                <a:lnTo>
                  <a:pt x="11395" y="10419"/>
                </a:lnTo>
                <a:lnTo>
                  <a:pt x="11526" y="10395"/>
                </a:lnTo>
                <a:lnTo>
                  <a:pt x="11705" y="10229"/>
                </a:lnTo>
                <a:lnTo>
                  <a:pt x="11729" y="10110"/>
                </a:lnTo>
                <a:lnTo>
                  <a:pt x="11705" y="9967"/>
                </a:lnTo>
                <a:lnTo>
                  <a:pt x="11526" y="9788"/>
                </a:lnTo>
                <a:lnTo>
                  <a:pt x="11395" y="9764"/>
                </a:lnTo>
                <a:lnTo>
                  <a:pt x="10419" y="9764"/>
                </a:lnTo>
                <a:lnTo>
                  <a:pt x="10419" y="2930"/>
                </a:lnTo>
                <a:lnTo>
                  <a:pt x="10419" y="2763"/>
                </a:lnTo>
                <a:lnTo>
                  <a:pt x="10348" y="2442"/>
                </a:lnTo>
                <a:lnTo>
                  <a:pt x="10229" y="2156"/>
                </a:lnTo>
                <a:lnTo>
                  <a:pt x="10050" y="1894"/>
                </a:lnTo>
                <a:lnTo>
                  <a:pt x="9836" y="1680"/>
                </a:lnTo>
                <a:lnTo>
                  <a:pt x="9574" y="1513"/>
                </a:lnTo>
                <a:lnTo>
                  <a:pt x="9288" y="1382"/>
                </a:lnTo>
                <a:lnTo>
                  <a:pt x="8978" y="1322"/>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3" name="Google Shape;3263;p175"/>
          <p:cNvSpPr/>
          <p:nvPr/>
        </p:nvSpPr>
        <p:spPr>
          <a:xfrm>
            <a:off x="12164342" y="8514928"/>
            <a:ext cx="525222" cy="525272"/>
          </a:xfrm>
          <a:custGeom>
            <a:rect b="b" l="l" r="r" t="t"/>
            <a:pathLst>
              <a:path extrusionOk="0" h="10420" w="10419">
                <a:moveTo>
                  <a:pt x="5192" y="644"/>
                </a:moveTo>
                <a:lnTo>
                  <a:pt x="5323" y="656"/>
                </a:lnTo>
                <a:lnTo>
                  <a:pt x="5561" y="751"/>
                </a:lnTo>
                <a:lnTo>
                  <a:pt x="5751" y="930"/>
                </a:lnTo>
                <a:lnTo>
                  <a:pt x="5847" y="1168"/>
                </a:lnTo>
                <a:lnTo>
                  <a:pt x="5859" y="1299"/>
                </a:lnTo>
                <a:lnTo>
                  <a:pt x="5847" y="1430"/>
                </a:lnTo>
                <a:lnTo>
                  <a:pt x="5751" y="1668"/>
                </a:lnTo>
                <a:lnTo>
                  <a:pt x="5561" y="1846"/>
                </a:lnTo>
                <a:lnTo>
                  <a:pt x="5323" y="1942"/>
                </a:lnTo>
                <a:lnTo>
                  <a:pt x="5192" y="1954"/>
                </a:lnTo>
                <a:lnTo>
                  <a:pt x="5061" y="1942"/>
                </a:lnTo>
                <a:lnTo>
                  <a:pt x="4823" y="1846"/>
                </a:lnTo>
                <a:lnTo>
                  <a:pt x="4644" y="1668"/>
                </a:lnTo>
                <a:lnTo>
                  <a:pt x="4549" y="1430"/>
                </a:lnTo>
                <a:lnTo>
                  <a:pt x="4537" y="1299"/>
                </a:lnTo>
                <a:lnTo>
                  <a:pt x="4549" y="1168"/>
                </a:lnTo>
                <a:lnTo>
                  <a:pt x="4644" y="930"/>
                </a:lnTo>
                <a:lnTo>
                  <a:pt x="4823" y="751"/>
                </a:lnTo>
                <a:lnTo>
                  <a:pt x="5061" y="656"/>
                </a:lnTo>
                <a:lnTo>
                  <a:pt x="5192" y="644"/>
                </a:lnTo>
                <a:close/>
                <a:moveTo>
                  <a:pt x="1417" y="4561"/>
                </a:moveTo>
                <a:lnTo>
                  <a:pt x="1656" y="4668"/>
                </a:lnTo>
                <a:lnTo>
                  <a:pt x="1822" y="4835"/>
                </a:lnTo>
                <a:lnTo>
                  <a:pt x="1917" y="5073"/>
                </a:lnTo>
                <a:lnTo>
                  <a:pt x="1929" y="5204"/>
                </a:lnTo>
                <a:lnTo>
                  <a:pt x="1917" y="5335"/>
                </a:lnTo>
                <a:lnTo>
                  <a:pt x="1822" y="5573"/>
                </a:lnTo>
                <a:lnTo>
                  <a:pt x="1656" y="5752"/>
                </a:lnTo>
                <a:lnTo>
                  <a:pt x="1417" y="5847"/>
                </a:lnTo>
                <a:lnTo>
                  <a:pt x="1275" y="5859"/>
                </a:lnTo>
                <a:lnTo>
                  <a:pt x="1155" y="5847"/>
                </a:lnTo>
                <a:lnTo>
                  <a:pt x="917" y="5752"/>
                </a:lnTo>
                <a:lnTo>
                  <a:pt x="739" y="5573"/>
                </a:lnTo>
                <a:lnTo>
                  <a:pt x="632" y="5335"/>
                </a:lnTo>
                <a:lnTo>
                  <a:pt x="632" y="5204"/>
                </a:lnTo>
                <a:lnTo>
                  <a:pt x="632" y="5073"/>
                </a:lnTo>
                <a:lnTo>
                  <a:pt x="739" y="4835"/>
                </a:lnTo>
                <a:lnTo>
                  <a:pt x="917" y="4668"/>
                </a:lnTo>
                <a:lnTo>
                  <a:pt x="1155" y="4561"/>
                </a:lnTo>
                <a:close/>
                <a:moveTo>
                  <a:pt x="9109" y="4549"/>
                </a:moveTo>
                <a:lnTo>
                  <a:pt x="9240" y="4561"/>
                </a:lnTo>
                <a:lnTo>
                  <a:pt x="9478" y="4656"/>
                </a:lnTo>
                <a:lnTo>
                  <a:pt x="9657" y="4835"/>
                </a:lnTo>
                <a:lnTo>
                  <a:pt x="9752" y="5073"/>
                </a:lnTo>
                <a:lnTo>
                  <a:pt x="9764" y="5204"/>
                </a:lnTo>
                <a:lnTo>
                  <a:pt x="9752" y="5335"/>
                </a:lnTo>
                <a:lnTo>
                  <a:pt x="9657" y="5573"/>
                </a:lnTo>
                <a:lnTo>
                  <a:pt x="9478" y="5752"/>
                </a:lnTo>
                <a:lnTo>
                  <a:pt x="9240" y="5847"/>
                </a:lnTo>
                <a:lnTo>
                  <a:pt x="9109" y="5859"/>
                </a:lnTo>
                <a:lnTo>
                  <a:pt x="8978" y="5847"/>
                </a:lnTo>
                <a:lnTo>
                  <a:pt x="8740" y="5752"/>
                </a:lnTo>
                <a:lnTo>
                  <a:pt x="8561" y="5573"/>
                </a:lnTo>
                <a:lnTo>
                  <a:pt x="8466" y="5335"/>
                </a:lnTo>
                <a:lnTo>
                  <a:pt x="8454" y="5204"/>
                </a:lnTo>
                <a:lnTo>
                  <a:pt x="8466" y="5073"/>
                </a:lnTo>
                <a:lnTo>
                  <a:pt x="8561" y="4835"/>
                </a:lnTo>
                <a:lnTo>
                  <a:pt x="8740" y="4656"/>
                </a:lnTo>
                <a:lnTo>
                  <a:pt x="8978" y="4561"/>
                </a:lnTo>
                <a:lnTo>
                  <a:pt x="9109" y="4549"/>
                </a:lnTo>
                <a:close/>
                <a:moveTo>
                  <a:pt x="6394" y="1823"/>
                </a:moveTo>
                <a:lnTo>
                  <a:pt x="6775" y="1977"/>
                </a:lnTo>
                <a:lnTo>
                  <a:pt x="7442" y="2406"/>
                </a:lnTo>
                <a:lnTo>
                  <a:pt x="8002" y="2966"/>
                </a:lnTo>
                <a:lnTo>
                  <a:pt x="8430" y="3644"/>
                </a:lnTo>
                <a:lnTo>
                  <a:pt x="8585" y="4013"/>
                </a:lnTo>
                <a:lnTo>
                  <a:pt x="8419" y="4097"/>
                </a:lnTo>
                <a:lnTo>
                  <a:pt x="8133" y="4335"/>
                </a:lnTo>
                <a:lnTo>
                  <a:pt x="7930" y="4644"/>
                </a:lnTo>
                <a:lnTo>
                  <a:pt x="7823" y="5014"/>
                </a:lnTo>
                <a:lnTo>
                  <a:pt x="7811" y="5204"/>
                </a:lnTo>
                <a:lnTo>
                  <a:pt x="7823" y="5406"/>
                </a:lnTo>
                <a:lnTo>
                  <a:pt x="7930" y="5764"/>
                </a:lnTo>
                <a:lnTo>
                  <a:pt x="8133" y="6073"/>
                </a:lnTo>
                <a:lnTo>
                  <a:pt x="8419" y="6311"/>
                </a:lnTo>
                <a:lnTo>
                  <a:pt x="8585" y="6395"/>
                </a:lnTo>
                <a:lnTo>
                  <a:pt x="8430" y="6776"/>
                </a:lnTo>
                <a:lnTo>
                  <a:pt x="8002" y="7443"/>
                </a:lnTo>
                <a:lnTo>
                  <a:pt x="7442" y="8014"/>
                </a:lnTo>
                <a:lnTo>
                  <a:pt x="6775" y="8431"/>
                </a:lnTo>
                <a:lnTo>
                  <a:pt x="6394" y="8586"/>
                </a:lnTo>
                <a:lnTo>
                  <a:pt x="6311" y="8419"/>
                </a:lnTo>
                <a:lnTo>
                  <a:pt x="6073" y="8133"/>
                </a:lnTo>
                <a:lnTo>
                  <a:pt x="5763" y="7931"/>
                </a:lnTo>
                <a:lnTo>
                  <a:pt x="5394" y="7824"/>
                </a:lnTo>
                <a:lnTo>
                  <a:pt x="5192" y="7812"/>
                </a:lnTo>
                <a:lnTo>
                  <a:pt x="4989" y="7824"/>
                </a:lnTo>
                <a:lnTo>
                  <a:pt x="4644" y="7931"/>
                </a:lnTo>
                <a:lnTo>
                  <a:pt x="4335" y="8133"/>
                </a:lnTo>
                <a:lnTo>
                  <a:pt x="4096" y="8419"/>
                </a:lnTo>
                <a:lnTo>
                  <a:pt x="4013" y="8586"/>
                </a:lnTo>
                <a:lnTo>
                  <a:pt x="3632" y="8431"/>
                </a:lnTo>
                <a:lnTo>
                  <a:pt x="2965" y="8014"/>
                </a:lnTo>
                <a:lnTo>
                  <a:pt x="2406" y="7443"/>
                </a:lnTo>
                <a:lnTo>
                  <a:pt x="1977" y="6776"/>
                </a:lnTo>
                <a:lnTo>
                  <a:pt x="1822" y="6395"/>
                </a:lnTo>
                <a:lnTo>
                  <a:pt x="1989" y="6311"/>
                </a:lnTo>
                <a:lnTo>
                  <a:pt x="2263" y="6073"/>
                </a:lnTo>
                <a:lnTo>
                  <a:pt x="2465" y="5764"/>
                </a:lnTo>
                <a:lnTo>
                  <a:pt x="2572" y="5406"/>
                </a:lnTo>
                <a:lnTo>
                  <a:pt x="2584" y="5204"/>
                </a:lnTo>
                <a:lnTo>
                  <a:pt x="2572" y="5014"/>
                </a:lnTo>
                <a:lnTo>
                  <a:pt x="2465" y="4644"/>
                </a:lnTo>
                <a:lnTo>
                  <a:pt x="2263" y="4335"/>
                </a:lnTo>
                <a:lnTo>
                  <a:pt x="1989" y="4097"/>
                </a:lnTo>
                <a:lnTo>
                  <a:pt x="1822" y="4013"/>
                </a:lnTo>
                <a:lnTo>
                  <a:pt x="1977" y="3644"/>
                </a:lnTo>
                <a:lnTo>
                  <a:pt x="2406" y="2966"/>
                </a:lnTo>
                <a:lnTo>
                  <a:pt x="2965" y="2406"/>
                </a:lnTo>
                <a:lnTo>
                  <a:pt x="3632" y="1977"/>
                </a:lnTo>
                <a:lnTo>
                  <a:pt x="4013" y="1823"/>
                </a:lnTo>
                <a:lnTo>
                  <a:pt x="4096" y="1989"/>
                </a:lnTo>
                <a:lnTo>
                  <a:pt x="4335" y="2275"/>
                </a:lnTo>
                <a:lnTo>
                  <a:pt x="4644" y="2477"/>
                </a:lnTo>
                <a:lnTo>
                  <a:pt x="4989" y="2596"/>
                </a:lnTo>
                <a:lnTo>
                  <a:pt x="5394" y="2596"/>
                </a:lnTo>
                <a:lnTo>
                  <a:pt x="5763" y="2477"/>
                </a:lnTo>
                <a:lnTo>
                  <a:pt x="6073" y="2275"/>
                </a:lnTo>
                <a:lnTo>
                  <a:pt x="6311" y="1989"/>
                </a:lnTo>
                <a:lnTo>
                  <a:pt x="6394" y="1823"/>
                </a:lnTo>
                <a:close/>
                <a:moveTo>
                  <a:pt x="5323" y="8466"/>
                </a:moveTo>
                <a:lnTo>
                  <a:pt x="5561" y="8574"/>
                </a:lnTo>
                <a:lnTo>
                  <a:pt x="5751" y="8740"/>
                </a:lnTo>
                <a:lnTo>
                  <a:pt x="5847" y="8978"/>
                </a:lnTo>
                <a:lnTo>
                  <a:pt x="5859" y="9109"/>
                </a:lnTo>
                <a:lnTo>
                  <a:pt x="5847" y="9240"/>
                </a:lnTo>
                <a:lnTo>
                  <a:pt x="5751" y="9479"/>
                </a:lnTo>
                <a:lnTo>
                  <a:pt x="5561" y="9657"/>
                </a:lnTo>
                <a:lnTo>
                  <a:pt x="5323" y="9752"/>
                </a:lnTo>
                <a:lnTo>
                  <a:pt x="5192" y="9764"/>
                </a:lnTo>
                <a:lnTo>
                  <a:pt x="5061" y="9752"/>
                </a:lnTo>
                <a:lnTo>
                  <a:pt x="4823" y="9657"/>
                </a:lnTo>
                <a:lnTo>
                  <a:pt x="4644" y="9479"/>
                </a:lnTo>
                <a:lnTo>
                  <a:pt x="4549" y="9240"/>
                </a:lnTo>
                <a:lnTo>
                  <a:pt x="4537" y="9109"/>
                </a:lnTo>
                <a:lnTo>
                  <a:pt x="4549" y="8978"/>
                </a:lnTo>
                <a:lnTo>
                  <a:pt x="4644" y="8740"/>
                </a:lnTo>
                <a:lnTo>
                  <a:pt x="4823" y="8574"/>
                </a:lnTo>
                <a:lnTo>
                  <a:pt x="5061" y="8466"/>
                </a:lnTo>
                <a:close/>
                <a:moveTo>
                  <a:pt x="5204" y="1"/>
                </a:moveTo>
                <a:lnTo>
                  <a:pt x="4954" y="13"/>
                </a:lnTo>
                <a:lnTo>
                  <a:pt x="4513" y="191"/>
                </a:lnTo>
                <a:lnTo>
                  <a:pt x="4156" y="513"/>
                </a:lnTo>
                <a:lnTo>
                  <a:pt x="3942" y="930"/>
                </a:lnTo>
                <a:lnTo>
                  <a:pt x="3906" y="1180"/>
                </a:lnTo>
                <a:lnTo>
                  <a:pt x="3668" y="1263"/>
                </a:lnTo>
                <a:lnTo>
                  <a:pt x="3203" y="1465"/>
                </a:lnTo>
                <a:lnTo>
                  <a:pt x="2787" y="1727"/>
                </a:lnTo>
                <a:lnTo>
                  <a:pt x="2394" y="2037"/>
                </a:lnTo>
                <a:lnTo>
                  <a:pt x="2037" y="2394"/>
                </a:lnTo>
                <a:lnTo>
                  <a:pt x="1727" y="2787"/>
                </a:lnTo>
                <a:lnTo>
                  <a:pt x="1465" y="3216"/>
                </a:lnTo>
                <a:lnTo>
                  <a:pt x="1251" y="3668"/>
                </a:lnTo>
                <a:lnTo>
                  <a:pt x="1179" y="3906"/>
                </a:lnTo>
                <a:lnTo>
                  <a:pt x="929" y="3954"/>
                </a:lnTo>
                <a:lnTo>
                  <a:pt x="501" y="4168"/>
                </a:lnTo>
                <a:lnTo>
                  <a:pt x="191" y="4513"/>
                </a:lnTo>
                <a:lnTo>
                  <a:pt x="12" y="4954"/>
                </a:lnTo>
                <a:lnTo>
                  <a:pt x="1" y="5204"/>
                </a:lnTo>
                <a:lnTo>
                  <a:pt x="12" y="5454"/>
                </a:lnTo>
                <a:lnTo>
                  <a:pt x="191" y="5907"/>
                </a:lnTo>
                <a:lnTo>
                  <a:pt x="501" y="6252"/>
                </a:lnTo>
                <a:lnTo>
                  <a:pt x="929" y="6466"/>
                </a:lnTo>
                <a:lnTo>
                  <a:pt x="1179" y="6502"/>
                </a:lnTo>
                <a:lnTo>
                  <a:pt x="1251" y="6740"/>
                </a:lnTo>
                <a:lnTo>
                  <a:pt x="1465" y="7204"/>
                </a:lnTo>
                <a:lnTo>
                  <a:pt x="1727" y="7633"/>
                </a:lnTo>
                <a:lnTo>
                  <a:pt x="2037" y="8026"/>
                </a:lnTo>
                <a:lnTo>
                  <a:pt x="2394" y="8371"/>
                </a:lnTo>
                <a:lnTo>
                  <a:pt x="2787" y="8681"/>
                </a:lnTo>
                <a:lnTo>
                  <a:pt x="3203" y="8943"/>
                </a:lnTo>
                <a:lnTo>
                  <a:pt x="3668" y="9157"/>
                </a:lnTo>
                <a:lnTo>
                  <a:pt x="3906" y="9240"/>
                </a:lnTo>
                <a:lnTo>
                  <a:pt x="3942" y="9479"/>
                </a:lnTo>
                <a:lnTo>
                  <a:pt x="4156" y="9907"/>
                </a:lnTo>
                <a:lnTo>
                  <a:pt x="4513" y="10229"/>
                </a:lnTo>
                <a:lnTo>
                  <a:pt x="4954" y="10407"/>
                </a:lnTo>
                <a:lnTo>
                  <a:pt x="5204" y="10419"/>
                </a:lnTo>
                <a:lnTo>
                  <a:pt x="5454" y="10407"/>
                </a:lnTo>
                <a:lnTo>
                  <a:pt x="5894" y="10229"/>
                </a:lnTo>
                <a:lnTo>
                  <a:pt x="6252" y="9907"/>
                </a:lnTo>
                <a:lnTo>
                  <a:pt x="6466" y="9479"/>
                </a:lnTo>
                <a:lnTo>
                  <a:pt x="6502" y="9240"/>
                </a:lnTo>
                <a:lnTo>
                  <a:pt x="6740" y="9157"/>
                </a:lnTo>
                <a:lnTo>
                  <a:pt x="7204" y="8943"/>
                </a:lnTo>
                <a:lnTo>
                  <a:pt x="7621" y="8681"/>
                </a:lnTo>
                <a:lnTo>
                  <a:pt x="8014" y="8371"/>
                </a:lnTo>
                <a:lnTo>
                  <a:pt x="8371" y="8026"/>
                </a:lnTo>
                <a:lnTo>
                  <a:pt x="8681" y="7633"/>
                </a:lnTo>
                <a:lnTo>
                  <a:pt x="8942" y="7204"/>
                </a:lnTo>
                <a:lnTo>
                  <a:pt x="9157" y="6740"/>
                </a:lnTo>
                <a:lnTo>
                  <a:pt x="9240" y="6502"/>
                </a:lnTo>
                <a:lnTo>
                  <a:pt x="9478" y="6466"/>
                </a:lnTo>
                <a:lnTo>
                  <a:pt x="9907" y="6252"/>
                </a:lnTo>
                <a:lnTo>
                  <a:pt x="10216" y="5907"/>
                </a:lnTo>
                <a:lnTo>
                  <a:pt x="10395" y="5454"/>
                </a:lnTo>
                <a:lnTo>
                  <a:pt x="10419" y="5204"/>
                </a:lnTo>
                <a:lnTo>
                  <a:pt x="10395" y="4954"/>
                </a:lnTo>
                <a:lnTo>
                  <a:pt x="10216" y="4513"/>
                </a:lnTo>
                <a:lnTo>
                  <a:pt x="9907" y="4168"/>
                </a:lnTo>
                <a:lnTo>
                  <a:pt x="9478" y="3954"/>
                </a:lnTo>
                <a:lnTo>
                  <a:pt x="9240" y="3906"/>
                </a:lnTo>
                <a:lnTo>
                  <a:pt x="9157" y="3668"/>
                </a:lnTo>
                <a:lnTo>
                  <a:pt x="8942" y="3216"/>
                </a:lnTo>
                <a:lnTo>
                  <a:pt x="8681" y="2787"/>
                </a:lnTo>
                <a:lnTo>
                  <a:pt x="8371" y="2394"/>
                </a:lnTo>
                <a:lnTo>
                  <a:pt x="8014" y="2037"/>
                </a:lnTo>
                <a:lnTo>
                  <a:pt x="7621" y="1727"/>
                </a:lnTo>
                <a:lnTo>
                  <a:pt x="7204" y="1465"/>
                </a:lnTo>
                <a:lnTo>
                  <a:pt x="6740" y="1263"/>
                </a:lnTo>
                <a:lnTo>
                  <a:pt x="6502" y="1180"/>
                </a:lnTo>
                <a:lnTo>
                  <a:pt x="6466" y="930"/>
                </a:lnTo>
                <a:lnTo>
                  <a:pt x="6252" y="513"/>
                </a:lnTo>
                <a:lnTo>
                  <a:pt x="5894" y="191"/>
                </a:lnTo>
                <a:lnTo>
                  <a:pt x="5454" y="13"/>
                </a:lnTo>
                <a:lnTo>
                  <a:pt x="5204"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4" name="Google Shape;3264;p175"/>
          <p:cNvSpPr/>
          <p:nvPr/>
        </p:nvSpPr>
        <p:spPr>
          <a:xfrm>
            <a:off x="13200917" y="8547342"/>
            <a:ext cx="459840" cy="459840"/>
          </a:xfrm>
          <a:custGeom>
            <a:rect b="b" l="l" r="r" t="t"/>
            <a:pathLst>
              <a:path extrusionOk="0" h="9122" w="9122">
                <a:moveTo>
                  <a:pt x="1298" y="656"/>
                </a:moveTo>
                <a:lnTo>
                  <a:pt x="1429" y="668"/>
                </a:lnTo>
                <a:lnTo>
                  <a:pt x="1667" y="763"/>
                </a:lnTo>
                <a:lnTo>
                  <a:pt x="1846" y="941"/>
                </a:lnTo>
                <a:lnTo>
                  <a:pt x="1941" y="1168"/>
                </a:lnTo>
                <a:lnTo>
                  <a:pt x="1953" y="1311"/>
                </a:lnTo>
                <a:lnTo>
                  <a:pt x="1941" y="1441"/>
                </a:lnTo>
                <a:lnTo>
                  <a:pt x="1846" y="1668"/>
                </a:lnTo>
                <a:lnTo>
                  <a:pt x="1667" y="1846"/>
                </a:lnTo>
                <a:lnTo>
                  <a:pt x="1429" y="1953"/>
                </a:lnTo>
                <a:lnTo>
                  <a:pt x="1167" y="1953"/>
                </a:lnTo>
                <a:lnTo>
                  <a:pt x="929" y="1846"/>
                </a:lnTo>
                <a:lnTo>
                  <a:pt x="762" y="1668"/>
                </a:lnTo>
                <a:lnTo>
                  <a:pt x="655" y="1441"/>
                </a:lnTo>
                <a:lnTo>
                  <a:pt x="655" y="1311"/>
                </a:lnTo>
                <a:lnTo>
                  <a:pt x="655" y="1168"/>
                </a:lnTo>
                <a:lnTo>
                  <a:pt x="762" y="941"/>
                </a:lnTo>
                <a:lnTo>
                  <a:pt x="929" y="763"/>
                </a:lnTo>
                <a:lnTo>
                  <a:pt x="1167" y="668"/>
                </a:lnTo>
                <a:lnTo>
                  <a:pt x="1298" y="656"/>
                </a:lnTo>
                <a:close/>
                <a:moveTo>
                  <a:pt x="7811" y="656"/>
                </a:moveTo>
                <a:lnTo>
                  <a:pt x="7942" y="668"/>
                </a:lnTo>
                <a:lnTo>
                  <a:pt x="8180" y="763"/>
                </a:lnTo>
                <a:lnTo>
                  <a:pt x="8359" y="941"/>
                </a:lnTo>
                <a:lnTo>
                  <a:pt x="8454" y="1180"/>
                </a:lnTo>
                <a:lnTo>
                  <a:pt x="8466" y="1311"/>
                </a:lnTo>
                <a:lnTo>
                  <a:pt x="8454" y="1441"/>
                </a:lnTo>
                <a:lnTo>
                  <a:pt x="8359" y="1680"/>
                </a:lnTo>
                <a:lnTo>
                  <a:pt x="8180" y="1846"/>
                </a:lnTo>
                <a:lnTo>
                  <a:pt x="7942" y="1953"/>
                </a:lnTo>
                <a:lnTo>
                  <a:pt x="7811" y="1965"/>
                </a:lnTo>
                <a:lnTo>
                  <a:pt x="7680" y="1953"/>
                </a:lnTo>
                <a:lnTo>
                  <a:pt x="7442" y="1846"/>
                </a:lnTo>
                <a:lnTo>
                  <a:pt x="7264" y="1680"/>
                </a:lnTo>
                <a:lnTo>
                  <a:pt x="7168" y="1441"/>
                </a:lnTo>
                <a:lnTo>
                  <a:pt x="7156" y="1311"/>
                </a:lnTo>
                <a:lnTo>
                  <a:pt x="7168" y="1180"/>
                </a:lnTo>
                <a:lnTo>
                  <a:pt x="7264" y="941"/>
                </a:lnTo>
                <a:lnTo>
                  <a:pt x="7442" y="763"/>
                </a:lnTo>
                <a:lnTo>
                  <a:pt x="7680" y="668"/>
                </a:lnTo>
                <a:lnTo>
                  <a:pt x="7811" y="656"/>
                </a:lnTo>
                <a:close/>
                <a:moveTo>
                  <a:pt x="6549" y="1632"/>
                </a:moveTo>
                <a:lnTo>
                  <a:pt x="6597" y="1799"/>
                </a:lnTo>
                <a:lnTo>
                  <a:pt x="6775" y="2096"/>
                </a:lnTo>
                <a:lnTo>
                  <a:pt x="7014" y="2334"/>
                </a:lnTo>
                <a:lnTo>
                  <a:pt x="7323" y="2501"/>
                </a:lnTo>
                <a:lnTo>
                  <a:pt x="7490" y="2549"/>
                </a:lnTo>
                <a:lnTo>
                  <a:pt x="7490" y="6561"/>
                </a:lnTo>
                <a:lnTo>
                  <a:pt x="7323" y="6609"/>
                </a:lnTo>
                <a:lnTo>
                  <a:pt x="7014" y="6776"/>
                </a:lnTo>
                <a:lnTo>
                  <a:pt x="6775" y="7026"/>
                </a:lnTo>
                <a:lnTo>
                  <a:pt x="6597" y="7323"/>
                </a:lnTo>
                <a:lnTo>
                  <a:pt x="6549" y="7490"/>
                </a:lnTo>
                <a:lnTo>
                  <a:pt x="2549" y="7490"/>
                </a:lnTo>
                <a:lnTo>
                  <a:pt x="2501" y="7323"/>
                </a:lnTo>
                <a:lnTo>
                  <a:pt x="2334" y="7026"/>
                </a:lnTo>
                <a:lnTo>
                  <a:pt x="2096" y="6776"/>
                </a:lnTo>
                <a:lnTo>
                  <a:pt x="1798" y="6609"/>
                </a:lnTo>
                <a:lnTo>
                  <a:pt x="1620" y="6561"/>
                </a:lnTo>
                <a:lnTo>
                  <a:pt x="1620" y="2549"/>
                </a:lnTo>
                <a:lnTo>
                  <a:pt x="1798" y="2501"/>
                </a:lnTo>
                <a:lnTo>
                  <a:pt x="2096" y="2334"/>
                </a:lnTo>
                <a:lnTo>
                  <a:pt x="2334" y="2096"/>
                </a:lnTo>
                <a:lnTo>
                  <a:pt x="2501" y="1799"/>
                </a:lnTo>
                <a:lnTo>
                  <a:pt x="2549" y="1632"/>
                </a:lnTo>
                <a:close/>
                <a:moveTo>
                  <a:pt x="1298" y="7169"/>
                </a:moveTo>
                <a:lnTo>
                  <a:pt x="1429" y="7181"/>
                </a:lnTo>
                <a:lnTo>
                  <a:pt x="1667" y="7276"/>
                </a:lnTo>
                <a:lnTo>
                  <a:pt x="1846" y="7454"/>
                </a:lnTo>
                <a:lnTo>
                  <a:pt x="1941" y="7681"/>
                </a:lnTo>
                <a:lnTo>
                  <a:pt x="1953" y="7823"/>
                </a:lnTo>
                <a:lnTo>
                  <a:pt x="1941" y="7954"/>
                </a:lnTo>
                <a:lnTo>
                  <a:pt x="1846" y="8181"/>
                </a:lnTo>
                <a:lnTo>
                  <a:pt x="1667" y="8359"/>
                </a:lnTo>
                <a:lnTo>
                  <a:pt x="1429" y="8466"/>
                </a:lnTo>
                <a:lnTo>
                  <a:pt x="1167" y="8466"/>
                </a:lnTo>
                <a:lnTo>
                  <a:pt x="929" y="8359"/>
                </a:lnTo>
                <a:lnTo>
                  <a:pt x="762" y="8181"/>
                </a:lnTo>
                <a:lnTo>
                  <a:pt x="655" y="7954"/>
                </a:lnTo>
                <a:lnTo>
                  <a:pt x="655" y="7823"/>
                </a:lnTo>
                <a:lnTo>
                  <a:pt x="655" y="7681"/>
                </a:lnTo>
                <a:lnTo>
                  <a:pt x="762" y="7454"/>
                </a:lnTo>
                <a:lnTo>
                  <a:pt x="929" y="7276"/>
                </a:lnTo>
                <a:lnTo>
                  <a:pt x="1167" y="7181"/>
                </a:lnTo>
                <a:lnTo>
                  <a:pt x="1298" y="7169"/>
                </a:lnTo>
                <a:close/>
                <a:moveTo>
                  <a:pt x="7811" y="7169"/>
                </a:moveTo>
                <a:lnTo>
                  <a:pt x="7942" y="7181"/>
                </a:lnTo>
                <a:lnTo>
                  <a:pt x="8180" y="7276"/>
                </a:lnTo>
                <a:lnTo>
                  <a:pt x="8359" y="7454"/>
                </a:lnTo>
                <a:lnTo>
                  <a:pt x="8454" y="7681"/>
                </a:lnTo>
                <a:lnTo>
                  <a:pt x="8466" y="7823"/>
                </a:lnTo>
                <a:lnTo>
                  <a:pt x="8454" y="7954"/>
                </a:lnTo>
                <a:lnTo>
                  <a:pt x="8359" y="8181"/>
                </a:lnTo>
                <a:lnTo>
                  <a:pt x="8180" y="8359"/>
                </a:lnTo>
                <a:lnTo>
                  <a:pt x="7942" y="8466"/>
                </a:lnTo>
                <a:lnTo>
                  <a:pt x="7680" y="8466"/>
                </a:lnTo>
                <a:lnTo>
                  <a:pt x="7442" y="8359"/>
                </a:lnTo>
                <a:lnTo>
                  <a:pt x="7264" y="8181"/>
                </a:lnTo>
                <a:lnTo>
                  <a:pt x="7168" y="7954"/>
                </a:lnTo>
                <a:lnTo>
                  <a:pt x="7156" y="7823"/>
                </a:lnTo>
                <a:lnTo>
                  <a:pt x="7168" y="7681"/>
                </a:lnTo>
                <a:lnTo>
                  <a:pt x="7264" y="7454"/>
                </a:lnTo>
                <a:lnTo>
                  <a:pt x="7442" y="7276"/>
                </a:lnTo>
                <a:lnTo>
                  <a:pt x="7680" y="7181"/>
                </a:lnTo>
                <a:lnTo>
                  <a:pt x="7811" y="7169"/>
                </a:lnTo>
                <a:close/>
                <a:moveTo>
                  <a:pt x="1298" y="1"/>
                </a:moveTo>
                <a:lnTo>
                  <a:pt x="1036" y="25"/>
                </a:lnTo>
                <a:lnTo>
                  <a:pt x="572" y="227"/>
                </a:lnTo>
                <a:lnTo>
                  <a:pt x="215" y="572"/>
                </a:lnTo>
                <a:lnTo>
                  <a:pt x="12" y="1037"/>
                </a:lnTo>
                <a:lnTo>
                  <a:pt x="0" y="1311"/>
                </a:lnTo>
                <a:lnTo>
                  <a:pt x="12" y="1537"/>
                </a:lnTo>
                <a:lnTo>
                  <a:pt x="155" y="1942"/>
                </a:lnTo>
                <a:lnTo>
                  <a:pt x="417" y="2263"/>
                </a:lnTo>
                <a:lnTo>
                  <a:pt x="774" y="2489"/>
                </a:lnTo>
                <a:lnTo>
                  <a:pt x="977" y="2549"/>
                </a:lnTo>
                <a:lnTo>
                  <a:pt x="977" y="6561"/>
                </a:lnTo>
                <a:lnTo>
                  <a:pt x="774" y="6621"/>
                </a:lnTo>
                <a:lnTo>
                  <a:pt x="417" y="6859"/>
                </a:lnTo>
                <a:lnTo>
                  <a:pt x="155" y="7192"/>
                </a:lnTo>
                <a:lnTo>
                  <a:pt x="12" y="7597"/>
                </a:lnTo>
                <a:lnTo>
                  <a:pt x="0" y="7823"/>
                </a:lnTo>
                <a:lnTo>
                  <a:pt x="12" y="8085"/>
                </a:lnTo>
                <a:lnTo>
                  <a:pt x="215" y="8550"/>
                </a:lnTo>
                <a:lnTo>
                  <a:pt x="572" y="8907"/>
                </a:lnTo>
                <a:lnTo>
                  <a:pt x="1036" y="9098"/>
                </a:lnTo>
                <a:lnTo>
                  <a:pt x="1298" y="9121"/>
                </a:lnTo>
                <a:lnTo>
                  <a:pt x="1525" y="9109"/>
                </a:lnTo>
                <a:lnTo>
                  <a:pt x="1929" y="8967"/>
                </a:lnTo>
                <a:lnTo>
                  <a:pt x="2263" y="8705"/>
                </a:lnTo>
                <a:lnTo>
                  <a:pt x="2489" y="8347"/>
                </a:lnTo>
                <a:lnTo>
                  <a:pt x="2549" y="8145"/>
                </a:lnTo>
                <a:lnTo>
                  <a:pt x="6549" y="8145"/>
                </a:lnTo>
                <a:lnTo>
                  <a:pt x="6621" y="8347"/>
                </a:lnTo>
                <a:lnTo>
                  <a:pt x="6847" y="8705"/>
                </a:lnTo>
                <a:lnTo>
                  <a:pt x="7180" y="8967"/>
                </a:lnTo>
                <a:lnTo>
                  <a:pt x="7585" y="9109"/>
                </a:lnTo>
                <a:lnTo>
                  <a:pt x="7811" y="9121"/>
                </a:lnTo>
                <a:lnTo>
                  <a:pt x="8073" y="9098"/>
                </a:lnTo>
                <a:lnTo>
                  <a:pt x="8550" y="8907"/>
                </a:lnTo>
                <a:lnTo>
                  <a:pt x="8895" y="8550"/>
                </a:lnTo>
                <a:lnTo>
                  <a:pt x="9097" y="8085"/>
                </a:lnTo>
                <a:lnTo>
                  <a:pt x="9121" y="7823"/>
                </a:lnTo>
                <a:lnTo>
                  <a:pt x="9097" y="7597"/>
                </a:lnTo>
                <a:lnTo>
                  <a:pt x="8954" y="7192"/>
                </a:lnTo>
                <a:lnTo>
                  <a:pt x="8692" y="6859"/>
                </a:lnTo>
                <a:lnTo>
                  <a:pt x="8347" y="6621"/>
                </a:lnTo>
                <a:lnTo>
                  <a:pt x="8145" y="6561"/>
                </a:lnTo>
                <a:lnTo>
                  <a:pt x="8145" y="2549"/>
                </a:lnTo>
                <a:lnTo>
                  <a:pt x="8347" y="2489"/>
                </a:lnTo>
                <a:lnTo>
                  <a:pt x="8692" y="2263"/>
                </a:lnTo>
                <a:lnTo>
                  <a:pt x="8954" y="1942"/>
                </a:lnTo>
                <a:lnTo>
                  <a:pt x="9097" y="1537"/>
                </a:lnTo>
                <a:lnTo>
                  <a:pt x="9121" y="1311"/>
                </a:lnTo>
                <a:lnTo>
                  <a:pt x="9097" y="1037"/>
                </a:lnTo>
                <a:lnTo>
                  <a:pt x="8895" y="572"/>
                </a:lnTo>
                <a:lnTo>
                  <a:pt x="8550" y="227"/>
                </a:lnTo>
                <a:lnTo>
                  <a:pt x="8073" y="25"/>
                </a:lnTo>
                <a:lnTo>
                  <a:pt x="7811" y="1"/>
                </a:lnTo>
                <a:lnTo>
                  <a:pt x="7585" y="13"/>
                </a:lnTo>
                <a:lnTo>
                  <a:pt x="7180" y="156"/>
                </a:lnTo>
                <a:lnTo>
                  <a:pt x="6847" y="418"/>
                </a:lnTo>
                <a:lnTo>
                  <a:pt x="6621" y="775"/>
                </a:lnTo>
                <a:lnTo>
                  <a:pt x="6549" y="977"/>
                </a:lnTo>
                <a:lnTo>
                  <a:pt x="2549" y="977"/>
                </a:lnTo>
                <a:lnTo>
                  <a:pt x="2489" y="775"/>
                </a:lnTo>
                <a:lnTo>
                  <a:pt x="2263" y="418"/>
                </a:lnTo>
                <a:lnTo>
                  <a:pt x="1929" y="156"/>
                </a:lnTo>
                <a:lnTo>
                  <a:pt x="1525" y="13"/>
                </a:lnTo>
                <a:lnTo>
                  <a:pt x="1298" y="1"/>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5" name="Google Shape;3265;p175"/>
          <p:cNvSpPr/>
          <p:nvPr/>
        </p:nvSpPr>
        <p:spPr>
          <a:xfrm>
            <a:off x="14172059" y="8514928"/>
            <a:ext cx="523457" cy="524062"/>
          </a:xfrm>
          <a:custGeom>
            <a:rect b="b" l="l" r="r" t="t"/>
            <a:pathLst>
              <a:path extrusionOk="0" h="10396" w="10384">
                <a:moveTo>
                  <a:pt x="2037" y="1"/>
                </a:moveTo>
                <a:lnTo>
                  <a:pt x="1596" y="96"/>
                </a:lnTo>
                <a:lnTo>
                  <a:pt x="1191" y="275"/>
                </a:lnTo>
                <a:lnTo>
                  <a:pt x="822" y="513"/>
                </a:lnTo>
                <a:lnTo>
                  <a:pt x="513" y="822"/>
                </a:lnTo>
                <a:lnTo>
                  <a:pt x="263" y="1191"/>
                </a:lnTo>
                <a:lnTo>
                  <a:pt x="96" y="1596"/>
                </a:lnTo>
                <a:lnTo>
                  <a:pt x="1" y="2037"/>
                </a:lnTo>
                <a:lnTo>
                  <a:pt x="1" y="2275"/>
                </a:lnTo>
                <a:lnTo>
                  <a:pt x="1" y="2489"/>
                </a:lnTo>
                <a:lnTo>
                  <a:pt x="72" y="2894"/>
                </a:lnTo>
                <a:lnTo>
                  <a:pt x="215" y="3263"/>
                </a:lnTo>
                <a:lnTo>
                  <a:pt x="417" y="3609"/>
                </a:lnTo>
                <a:lnTo>
                  <a:pt x="679" y="3906"/>
                </a:lnTo>
                <a:lnTo>
                  <a:pt x="977" y="4156"/>
                </a:lnTo>
                <a:lnTo>
                  <a:pt x="1322" y="4347"/>
                </a:lnTo>
                <a:lnTo>
                  <a:pt x="1691" y="4490"/>
                </a:lnTo>
                <a:lnTo>
                  <a:pt x="1894" y="4525"/>
                </a:lnTo>
                <a:lnTo>
                  <a:pt x="2025" y="4525"/>
                </a:lnTo>
                <a:lnTo>
                  <a:pt x="2227" y="4382"/>
                </a:lnTo>
                <a:lnTo>
                  <a:pt x="2275" y="4263"/>
                </a:lnTo>
                <a:lnTo>
                  <a:pt x="2275" y="4121"/>
                </a:lnTo>
                <a:lnTo>
                  <a:pt x="2132" y="3918"/>
                </a:lnTo>
                <a:lnTo>
                  <a:pt x="2001" y="3882"/>
                </a:lnTo>
                <a:lnTo>
                  <a:pt x="1715" y="3811"/>
                </a:lnTo>
                <a:lnTo>
                  <a:pt x="1227" y="3537"/>
                </a:lnTo>
                <a:lnTo>
                  <a:pt x="870" y="3108"/>
                </a:lnTo>
                <a:lnTo>
                  <a:pt x="667" y="2573"/>
                </a:lnTo>
                <a:lnTo>
                  <a:pt x="644" y="2275"/>
                </a:lnTo>
                <a:lnTo>
                  <a:pt x="655" y="2108"/>
                </a:lnTo>
                <a:lnTo>
                  <a:pt x="715" y="1787"/>
                </a:lnTo>
                <a:lnTo>
                  <a:pt x="846" y="1501"/>
                </a:lnTo>
                <a:lnTo>
                  <a:pt x="1013" y="1239"/>
                </a:lnTo>
                <a:lnTo>
                  <a:pt x="1239" y="1013"/>
                </a:lnTo>
                <a:lnTo>
                  <a:pt x="1501" y="846"/>
                </a:lnTo>
                <a:lnTo>
                  <a:pt x="1787" y="715"/>
                </a:lnTo>
                <a:lnTo>
                  <a:pt x="2108" y="656"/>
                </a:lnTo>
                <a:lnTo>
                  <a:pt x="2275" y="644"/>
                </a:lnTo>
                <a:lnTo>
                  <a:pt x="2572" y="668"/>
                </a:lnTo>
                <a:lnTo>
                  <a:pt x="3108" y="870"/>
                </a:lnTo>
                <a:lnTo>
                  <a:pt x="3537" y="1227"/>
                </a:lnTo>
                <a:lnTo>
                  <a:pt x="3811" y="1715"/>
                </a:lnTo>
                <a:lnTo>
                  <a:pt x="3882" y="2001"/>
                </a:lnTo>
                <a:lnTo>
                  <a:pt x="3918" y="2132"/>
                </a:lnTo>
                <a:lnTo>
                  <a:pt x="4120" y="2275"/>
                </a:lnTo>
                <a:lnTo>
                  <a:pt x="4251" y="2275"/>
                </a:lnTo>
                <a:lnTo>
                  <a:pt x="4382" y="2227"/>
                </a:lnTo>
                <a:lnTo>
                  <a:pt x="4525" y="2025"/>
                </a:lnTo>
                <a:lnTo>
                  <a:pt x="4525" y="1894"/>
                </a:lnTo>
                <a:lnTo>
                  <a:pt x="4489" y="1692"/>
                </a:lnTo>
                <a:lnTo>
                  <a:pt x="4347" y="1322"/>
                </a:lnTo>
                <a:lnTo>
                  <a:pt x="4156" y="977"/>
                </a:lnTo>
                <a:lnTo>
                  <a:pt x="3906" y="679"/>
                </a:lnTo>
                <a:lnTo>
                  <a:pt x="3596" y="418"/>
                </a:lnTo>
                <a:lnTo>
                  <a:pt x="3263" y="215"/>
                </a:lnTo>
                <a:lnTo>
                  <a:pt x="2882" y="72"/>
                </a:lnTo>
                <a:lnTo>
                  <a:pt x="2489" y="1"/>
                </a:lnTo>
                <a:close/>
                <a:moveTo>
                  <a:pt x="7895" y="1"/>
                </a:moveTo>
                <a:lnTo>
                  <a:pt x="7490" y="72"/>
                </a:lnTo>
                <a:lnTo>
                  <a:pt x="7121" y="215"/>
                </a:lnTo>
                <a:lnTo>
                  <a:pt x="6776" y="418"/>
                </a:lnTo>
                <a:lnTo>
                  <a:pt x="6478" y="679"/>
                </a:lnTo>
                <a:lnTo>
                  <a:pt x="6228" y="977"/>
                </a:lnTo>
                <a:lnTo>
                  <a:pt x="6037" y="1322"/>
                </a:lnTo>
                <a:lnTo>
                  <a:pt x="5894" y="1692"/>
                </a:lnTo>
                <a:lnTo>
                  <a:pt x="5859" y="1894"/>
                </a:lnTo>
                <a:lnTo>
                  <a:pt x="5859" y="2025"/>
                </a:lnTo>
                <a:lnTo>
                  <a:pt x="6002" y="2227"/>
                </a:lnTo>
                <a:lnTo>
                  <a:pt x="6133" y="2275"/>
                </a:lnTo>
                <a:lnTo>
                  <a:pt x="6264" y="2275"/>
                </a:lnTo>
                <a:lnTo>
                  <a:pt x="6466" y="2132"/>
                </a:lnTo>
                <a:lnTo>
                  <a:pt x="6502" y="2001"/>
                </a:lnTo>
                <a:lnTo>
                  <a:pt x="6561" y="1715"/>
                </a:lnTo>
                <a:lnTo>
                  <a:pt x="6847" y="1227"/>
                </a:lnTo>
                <a:lnTo>
                  <a:pt x="7276" y="870"/>
                </a:lnTo>
                <a:lnTo>
                  <a:pt x="7811" y="668"/>
                </a:lnTo>
                <a:lnTo>
                  <a:pt x="8109" y="644"/>
                </a:lnTo>
                <a:lnTo>
                  <a:pt x="8276" y="656"/>
                </a:lnTo>
                <a:lnTo>
                  <a:pt x="8597" y="715"/>
                </a:lnTo>
                <a:lnTo>
                  <a:pt x="8883" y="846"/>
                </a:lnTo>
                <a:lnTo>
                  <a:pt x="9145" y="1013"/>
                </a:lnTo>
                <a:lnTo>
                  <a:pt x="9359" y="1239"/>
                </a:lnTo>
                <a:lnTo>
                  <a:pt x="9538" y="1501"/>
                </a:lnTo>
                <a:lnTo>
                  <a:pt x="9669" y="1787"/>
                </a:lnTo>
                <a:lnTo>
                  <a:pt x="9728" y="2108"/>
                </a:lnTo>
                <a:lnTo>
                  <a:pt x="9728" y="2275"/>
                </a:lnTo>
                <a:lnTo>
                  <a:pt x="9716" y="2573"/>
                </a:lnTo>
                <a:lnTo>
                  <a:pt x="9514" y="3108"/>
                </a:lnTo>
                <a:lnTo>
                  <a:pt x="9145" y="3537"/>
                </a:lnTo>
                <a:lnTo>
                  <a:pt x="8657" y="3811"/>
                </a:lnTo>
                <a:lnTo>
                  <a:pt x="8371" y="3882"/>
                </a:lnTo>
                <a:lnTo>
                  <a:pt x="8252" y="3918"/>
                </a:lnTo>
                <a:lnTo>
                  <a:pt x="8109" y="4132"/>
                </a:lnTo>
                <a:lnTo>
                  <a:pt x="8109" y="4252"/>
                </a:lnTo>
                <a:lnTo>
                  <a:pt x="8157" y="4382"/>
                </a:lnTo>
                <a:lnTo>
                  <a:pt x="8359" y="4525"/>
                </a:lnTo>
                <a:lnTo>
                  <a:pt x="8490" y="4525"/>
                </a:lnTo>
                <a:lnTo>
                  <a:pt x="8681" y="4490"/>
                </a:lnTo>
                <a:lnTo>
                  <a:pt x="9062" y="4347"/>
                </a:lnTo>
                <a:lnTo>
                  <a:pt x="9407" y="4156"/>
                </a:lnTo>
                <a:lnTo>
                  <a:pt x="9705" y="3906"/>
                </a:lnTo>
                <a:lnTo>
                  <a:pt x="9967" y="3609"/>
                </a:lnTo>
                <a:lnTo>
                  <a:pt x="10169" y="3263"/>
                </a:lnTo>
                <a:lnTo>
                  <a:pt x="10312" y="2894"/>
                </a:lnTo>
                <a:lnTo>
                  <a:pt x="10383" y="2489"/>
                </a:lnTo>
                <a:lnTo>
                  <a:pt x="10383" y="2275"/>
                </a:lnTo>
                <a:lnTo>
                  <a:pt x="10383" y="2037"/>
                </a:lnTo>
                <a:lnTo>
                  <a:pt x="10288" y="1596"/>
                </a:lnTo>
                <a:lnTo>
                  <a:pt x="10109" y="1191"/>
                </a:lnTo>
                <a:lnTo>
                  <a:pt x="9871" y="822"/>
                </a:lnTo>
                <a:lnTo>
                  <a:pt x="9562" y="513"/>
                </a:lnTo>
                <a:lnTo>
                  <a:pt x="9193" y="275"/>
                </a:lnTo>
                <a:lnTo>
                  <a:pt x="8788" y="96"/>
                </a:lnTo>
                <a:lnTo>
                  <a:pt x="8347" y="1"/>
                </a:lnTo>
                <a:close/>
                <a:moveTo>
                  <a:pt x="6502" y="3906"/>
                </a:moveTo>
                <a:lnTo>
                  <a:pt x="6502" y="6502"/>
                </a:lnTo>
                <a:lnTo>
                  <a:pt x="3906" y="6502"/>
                </a:lnTo>
                <a:lnTo>
                  <a:pt x="3906" y="3906"/>
                </a:lnTo>
                <a:close/>
                <a:moveTo>
                  <a:pt x="2144" y="1608"/>
                </a:moveTo>
                <a:lnTo>
                  <a:pt x="1906" y="1715"/>
                </a:lnTo>
                <a:lnTo>
                  <a:pt x="1727" y="1894"/>
                </a:lnTo>
                <a:lnTo>
                  <a:pt x="1632" y="2132"/>
                </a:lnTo>
                <a:lnTo>
                  <a:pt x="1620" y="2251"/>
                </a:lnTo>
                <a:lnTo>
                  <a:pt x="1632" y="2394"/>
                </a:lnTo>
                <a:lnTo>
                  <a:pt x="1727" y="2632"/>
                </a:lnTo>
                <a:lnTo>
                  <a:pt x="1906" y="2799"/>
                </a:lnTo>
                <a:lnTo>
                  <a:pt x="2144" y="2894"/>
                </a:lnTo>
                <a:lnTo>
                  <a:pt x="2275" y="2906"/>
                </a:lnTo>
                <a:lnTo>
                  <a:pt x="2358" y="2918"/>
                </a:lnTo>
                <a:lnTo>
                  <a:pt x="2441" y="2906"/>
                </a:lnTo>
                <a:lnTo>
                  <a:pt x="3251" y="3716"/>
                </a:lnTo>
                <a:lnTo>
                  <a:pt x="3251" y="6704"/>
                </a:lnTo>
                <a:lnTo>
                  <a:pt x="2441" y="7502"/>
                </a:lnTo>
                <a:lnTo>
                  <a:pt x="2358" y="7490"/>
                </a:lnTo>
                <a:lnTo>
                  <a:pt x="2144" y="7490"/>
                </a:lnTo>
                <a:lnTo>
                  <a:pt x="1906" y="7597"/>
                </a:lnTo>
                <a:lnTo>
                  <a:pt x="1727" y="7764"/>
                </a:lnTo>
                <a:lnTo>
                  <a:pt x="1632" y="8002"/>
                </a:lnTo>
                <a:lnTo>
                  <a:pt x="1620" y="8133"/>
                </a:lnTo>
                <a:lnTo>
                  <a:pt x="1632" y="8264"/>
                </a:lnTo>
                <a:lnTo>
                  <a:pt x="1727" y="8502"/>
                </a:lnTo>
                <a:lnTo>
                  <a:pt x="1906" y="8681"/>
                </a:lnTo>
                <a:lnTo>
                  <a:pt x="2144" y="8776"/>
                </a:lnTo>
                <a:lnTo>
                  <a:pt x="2275" y="8788"/>
                </a:lnTo>
                <a:lnTo>
                  <a:pt x="2406" y="8776"/>
                </a:lnTo>
                <a:lnTo>
                  <a:pt x="2644" y="8681"/>
                </a:lnTo>
                <a:lnTo>
                  <a:pt x="2822" y="8502"/>
                </a:lnTo>
                <a:lnTo>
                  <a:pt x="2918" y="8264"/>
                </a:lnTo>
                <a:lnTo>
                  <a:pt x="2930" y="8133"/>
                </a:lnTo>
                <a:lnTo>
                  <a:pt x="2918" y="8050"/>
                </a:lnTo>
                <a:lnTo>
                  <a:pt x="2906" y="7966"/>
                </a:lnTo>
                <a:lnTo>
                  <a:pt x="3715" y="7157"/>
                </a:lnTo>
                <a:lnTo>
                  <a:pt x="6704" y="7157"/>
                </a:lnTo>
                <a:lnTo>
                  <a:pt x="7514" y="7966"/>
                </a:lnTo>
                <a:lnTo>
                  <a:pt x="7490" y="8050"/>
                </a:lnTo>
                <a:lnTo>
                  <a:pt x="7490" y="8133"/>
                </a:lnTo>
                <a:lnTo>
                  <a:pt x="7490" y="8264"/>
                </a:lnTo>
                <a:lnTo>
                  <a:pt x="7597" y="8502"/>
                </a:lnTo>
                <a:lnTo>
                  <a:pt x="7776" y="8681"/>
                </a:lnTo>
                <a:lnTo>
                  <a:pt x="8002" y="8776"/>
                </a:lnTo>
                <a:lnTo>
                  <a:pt x="8133" y="8788"/>
                </a:lnTo>
                <a:lnTo>
                  <a:pt x="8276" y="8776"/>
                </a:lnTo>
                <a:lnTo>
                  <a:pt x="8502" y="8681"/>
                </a:lnTo>
                <a:lnTo>
                  <a:pt x="8681" y="8502"/>
                </a:lnTo>
                <a:lnTo>
                  <a:pt x="8776" y="8264"/>
                </a:lnTo>
                <a:lnTo>
                  <a:pt x="8788" y="8133"/>
                </a:lnTo>
                <a:lnTo>
                  <a:pt x="8776" y="8002"/>
                </a:lnTo>
                <a:lnTo>
                  <a:pt x="8681" y="7764"/>
                </a:lnTo>
                <a:lnTo>
                  <a:pt x="8502" y="7597"/>
                </a:lnTo>
                <a:lnTo>
                  <a:pt x="8276" y="7490"/>
                </a:lnTo>
                <a:lnTo>
                  <a:pt x="8050" y="7490"/>
                </a:lnTo>
                <a:lnTo>
                  <a:pt x="7966" y="7502"/>
                </a:lnTo>
                <a:lnTo>
                  <a:pt x="7157" y="6704"/>
                </a:lnTo>
                <a:lnTo>
                  <a:pt x="7157" y="3716"/>
                </a:lnTo>
                <a:lnTo>
                  <a:pt x="7966" y="2906"/>
                </a:lnTo>
                <a:lnTo>
                  <a:pt x="8050" y="2918"/>
                </a:lnTo>
                <a:lnTo>
                  <a:pt x="8133" y="2906"/>
                </a:lnTo>
                <a:lnTo>
                  <a:pt x="8276" y="2894"/>
                </a:lnTo>
                <a:lnTo>
                  <a:pt x="8502" y="2799"/>
                </a:lnTo>
                <a:lnTo>
                  <a:pt x="8681" y="2632"/>
                </a:lnTo>
                <a:lnTo>
                  <a:pt x="8776" y="2394"/>
                </a:lnTo>
                <a:lnTo>
                  <a:pt x="8788" y="2251"/>
                </a:lnTo>
                <a:lnTo>
                  <a:pt x="8776" y="2132"/>
                </a:lnTo>
                <a:lnTo>
                  <a:pt x="8681" y="1894"/>
                </a:lnTo>
                <a:lnTo>
                  <a:pt x="8502" y="1715"/>
                </a:lnTo>
                <a:lnTo>
                  <a:pt x="8276" y="1608"/>
                </a:lnTo>
                <a:lnTo>
                  <a:pt x="8002" y="1608"/>
                </a:lnTo>
                <a:lnTo>
                  <a:pt x="7776" y="1715"/>
                </a:lnTo>
                <a:lnTo>
                  <a:pt x="7597" y="1894"/>
                </a:lnTo>
                <a:lnTo>
                  <a:pt x="7490" y="2132"/>
                </a:lnTo>
                <a:lnTo>
                  <a:pt x="7490" y="2251"/>
                </a:lnTo>
                <a:lnTo>
                  <a:pt x="7490" y="2358"/>
                </a:lnTo>
                <a:lnTo>
                  <a:pt x="7514" y="2442"/>
                </a:lnTo>
                <a:lnTo>
                  <a:pt x="6704" y="3228"/>
                </a:lnTo>
                <a:lnTo>
                  <a:pt x="3715" y="3228"/>
                </a:lnTo>
                <a:lnTo>
                  <a:pt x="2906" y="2442"/>
                </a:lnTo>
                <a:lnTo>
                  <a:pt x="2918" y="2358"/>
                </a:lnTo>
                <a:lnTo>
                  <a:pt x="2930" y="2251"/>
                </a:lnTo>
                <a:lnTo>
                  <a:pt x="2918" y="2132"/>
                </a:lnTo>
                <a:lnTo>
                  <a:pt x="2822" y="1894"/>
                </a:lnTo>
                <a:lnTo>
                  <a:pt x="2644" y="1715"/>
                </a:lnTo>
                <a:lnTo>
                  <a:pt x="2406" y="1608"/>
                </a:lnTo>
                <a:close/>
                <a:moveTo>
                  <a:pt x="8359" y="5859"/>
                </a:moveTo>
                <a:lnTo>
                  <a:pt x="8157" y="6002"/>
                </a:lnTo>
                <a:lnTo>
                  <a:pt x="8109" y="6133"/>
                </a:lnTo>
                <a:lnTo>
                  <a:pt x="8109" y="6264"/>
                </a:lnTo>
                <a:lnTo>
                  <a:pt x="8252" y="6466"/>
                </a:lnTo>
                <a:lnTo>
                  <a:pt x="8383" y="6502"/>
                </a:lnTo>
                <a:lnTo>
                  <a:pt x="8657" y="6573"/>
                </a:lnTo>
                <a:lnTo>
                  <a:pt x="9157" y="6847"/>
                </a:lnTo>
                <a:lnTo>
                  <a:pt x="9514" y="7276"/>
                </a:lnTo>
                <a:lnTo>
                  <a:pt x="9716" y="7812"/>
                </a:lnTo>
                <a:lnTo>
                  <a:pt x="9740" y="8109"/>
                </a:lnTo>
                <a:lnTo>
                  <a:pt x="9728" y="8276"/>
                </a:lnTo>
                <a:lnTo>
                  <a:pt x="9669" y="8597"/>
                </a:lnTo>
                <a:lnTo>
                  <a:pt x="9538" y="8883"/>
                </a:lnTo>
                <a:lnTo>
                  <a:pt x="9371" y="9145"/>
                </a:lnTo>
                <a:lnTo>
                  <a:pt x="9145" y="9371"/>
                </a:lnTo>
                <a:lnTo>
                  <a:pt x="8883" y="9538"/>
                </a:lnTo>
                <a:lnTo>
                  <a:pt x="8597" y="9669"/>
                </a:lnTo>
                <a:lnTo>
                  <a:pt x="8276" y="9729"/>
                </a:lnTo>
                <a:lnTo>
                  <a:pt x="8109" y="9741"/>
                </a:lnTo>
                <a:lnTo>
                  <a:pt x="7811" y="9717"/>
                </a:lnTo>
                <a:lnTo>
                  <a:pt x="7276" y="9514"/>
                </a:lnTo>
                <a:lnTo>
                  <a:pt x="6847" y="9157"/>
                </a:lnTo>
                <a:lnTo>
                  <a:pt x="6573" y="8657"/>
                </a:lnTo>
                <a:lnTo>
                  <a:pt x="6502" y="8383"/>
                </a:lnTo>
                <a:lnTo>
                  <a:pt x="6466" y="8252"/>
                </a:lnTo>
                <a:lnTo>
                  <a:pt x="6264" y="8109"/>
                </a:lnTo>
                <a:lnTo>
                  <a:pt x="6133" y="8109"/>
                </a:lnTo>
                <a:lnTo>
                  <a:pt x="6002" y="8157"/>
                </a:lnTo>
                <a:lnTo>
                  <a:pt x="5859" y="8359"/>
                </a:lnTo>
                <a:lnTo>
                  <a:pt x="5859" y="8490"/>
                </a:lnTo>
                <a:lnTo>
                  <a:pt x="5894" y="8693"/>
                </a:lnTo>
                <a:lnTo>
                  <a:pt x="6037" y="9062"/>
                </a:lnTo>
                <a:lnTo>
                  <a:pt x="6228" y="9407"/>
                </a:lnTo>
                <a:lnTo>
                  <a:pt x="6478" y="9705"/>
                </a:lnTo>
                <a:lnTo>
                  <a:pt x="6787" y="9967"/>
                </a:lnTo>
                <a:lnTo>
                  <a:pt x="7121" y="10169"/>
                </a:lnTo>
                <a:lnTo>
                  <a:pt x="7502" y="10312"/>
                </a:lnTo>
                <a:lnTo>
                  <a:pt x="7895" y="10383"/>
                </a:lnTo>
                <a:lnTo>
                  <a:pt x="8347" y="10383"/>
                </a:lnTo>
                <a:lnTo>
                  <a:pt x="8788" y="10288"/>
                </a:lnTo>
                <a:lnTo>
                  <a:pt x="9193" y="10122"/>
                </a:lnTo>
                <a:lnTo>
                  <a:pt x="9562" y="9871"/>
                </a:lnTo>
                <a:lnTo>
                  <a:pt x="9871" y="9562"/>
                </a:lnTo>
                <a:lnTo>
                  <a:pt x="10121" y="9193"/>
                </a:lnTo>
                <a:lnTo>
                  <a:pt x="10288" y="8788"/>
                </a:lnTo>
                <a:lnTo>
                  <a:pt x="10383" y="8347"/>
                </a:lnTo>
                <a:lnTo>
                  <a:pt x="10383" y="8109"/>
                </a:lnTo>
                <a:lnTo>
                  <a:pt x="10383" y="7895"/>
                </a:lnTo>
                <a:lnTo>
                  <a:pt x="10312" y="7502"/>
                </a:lnTo>
                <a:lnTo>
                  <a:pt x="10169" y="7121"/>
                </a:lnTo>
                <a:lnTo>
                  <a:pt x="9967" y="6788"/>
                </a:lnTo>
                <a:lnTo>
                  <a:pt x="9705" y="6478"/>
                </a:lnTo>
                <a:lnTo>
                  <a:pt x="9407" y="6228"/>
                </a:lnTo>
                <a:lnTo>
                  <a:pt x="9062" y="6038"/>
                </a:lnTo>
                <a:lnTo>
                  <a:pt x="8693" y="5895"/>
                </a:lnTo>
                <a:lnTo>
                  <a:pt x="8490" y="5859"/>
                </a:lnTo>
                <a:close/>
                <a:moveTo>
                  <a:pt x="1894" y="5859"/>
                </a:moveTo>
                <a:lnTo>
                  <a:pt x="1691" y="5907"/>
                </a:lnTo>
                <a:lnTo>
                  <a:pt x="1322" y="6038"/>
                </a:lnTo>
                <a:lnTo>
                  <a:pt x="977" y="6240"/>
                </a:lnTo>
                <a:lnTo>
                  <a:pt x="679" y="6490"/>
                </a:lnTo>
                <a:lnTo>
                  <a:pt x="417" y="6788"/>
                </a:lnTo>
                <a:lnTo>
                  <a:pt x="215" y="7121"/>
                </a:lnTo>
                <a:lnTo>
                  <a:pt x="72" y="7502"/>
                </a:lnTo>
                <a:lnTo>
                  <a:pt x="1" y="7895"/>
                </a:lnTo>
                <a:lnTo>
                  <a:pt x="1" y="8109"/>
                </a:lnTo>
                <a:lnTo>
                  <a:pt x="1" y="8347"/>
                </a:lnTo>
                <a:lnTo>
                  <a:pt x="96" y="8788"/>
                </a:lnTo>
                <a:lnTo>
                  <a:pt x="263" y="9193"/>
                </a:lnTo>
                <a:lnTo>
                  <a:pt x="513" y="9562"/>
                </a:lnTo>
                <a:lnTo>
                  <a:pt x="822" y="9871"/>
                </a:lnTo>
                <a:lnTo>
                  <a:pt x="1191" y="10122"/>
                </a:lnTo>
                <a:lnTo>
                  <a:pt x="1596" y="10288"/>
                </a:lnTo>
                <a:lnTo>
                  <a:pt x="2037" y="10383"/>
                </a:lnTo>
                <a:lnTo>
                  <a:pt x="2275" y="10395"/>
                </a:lnTo>
                <a:lnTo>
                  <a:pt x="2489" y="10383"/>
                </a:lnTo>
                <a:lnTo>
                  <a:pt x="2882" y="10312"/>
                </a:lnTo>
                <a:lnTo>
                  <a:pt x="3263" y="10169"/>
                </a:lnTo>
                <a:lnTo>
                  <a:pt x="3596" y="9967"/>
                </a:lnTo>
                <a:lnTo>
                  <a:pt x="3906" y="9717"/>
                </a:lnTo>
                <a:lnTo>
                  <a:pt x="4156" y="9407"/>
                </a:lnTo>
                <a:lnTo>
                  <a:pt x="4347" y="9062"/>
                </a:lnTo>
                <a:lnTo>
                  <a:pt x="4489" y="8693"/>
                </a:lnTo>
                <a:lnTo>
                  <a:pt x="4525" y="8490"/>
                </a:lnTo>
                <a:lnTo>
                  <a:pt x="4525" y="8359"/>
                </a:lnTo>
                <a:lnTo>
                  <a:pt x="4382" y="8157"/>
                </a:lnTo>
                <a:lnTo>
                  <a:pt x="4251" y="8109"/>
                </a:lnTo>
                <a:lnTo>
                  <a:pt x="4120" y="8109"/>
                </a:lnTo>
                <a:lnTo>
                  <a:pt x="3918" y="8252"/>
                </a:lnTo>
                <a:lnTo>
                  <a:pt x="3882" y="8383"/>
                </a:lnTo>
                <a:lnTo>
                  <a:pt x="3811" y="8669"/>
                </a:lnTo>
                <a:lnTo>
                  <a:pt x="3537" y="9157"/>
                </a:lnTo>
                <a:lnTo>
                  <a:pt x="3108" y="9514"/>
                </a:lnTo>
                <a:lnTo>
                  <a:pt x="2572" y="9717"/>
                </a:lnTo>
                <a:lnTo>
                  <a:pt x="2275" y="9741"/>
                </a:lnTo>
                <a:lnTo>
                  <a:pt x="2108" y="9729"/>
                </a:lnTo>
                <a:lnTo>
                  <a:pt x="1787" y="9669"/>
                </a:lnTo>
                <a:lnTo>
                  <a:pt x="1501" y="9538"/>
                </a:lnTo>
                <a:lnTo>
                  <a:pt x="1239" y="9371"/>
                </a:lnTo>
                <a:lnTo>
                  <a:pt x="1013" y="9145"/>
                </a:lnTo>
                <a:lnTo>
                  <a:pt x="846" y="8883"/>
                </a:lnTo>
                <a:lnTo>
                  <a:pt x="715" y="8597"/>
                </a:lnTo>
                <a:lnTo>
                  <a:pt x="655" y="8276"/>
                </a:lnTo>
                <a:lnTo>
                  <a:pt x="644" y="8109"/>
                </a:lnTo>
                <a:lnTo>
                  <a:pt x="667" y="7812"/>
                </a:lnTo>
                <a:lnTo>
                  <a:pt x="870" y="7276"/>
                </a:lnTo>
                <a:lnTo>
                  <a:pt x="1227" y="6847"/>
                </a:lnTo>
                <a:lnTo>
                  <a:pt x="1715" y="6573"/>
                </a:lnTo>
                <a:lnTo>
                  <a:pt x="2001" y="6502"/>
                </a:lnTo>
                <a:lnTo>
                  <a:pt x="2132" y="6466"/>
                </a:lnTo>
                <a:lnTo>
                  <a:pt x="2275" y="6264"/>
                </a:lnTo>
                <a:lnTo>
                  <a:pt x="2275" y="6133"/>
                </a:lnTo>
                <a:lnTo>
                  <a:pt x="2227" y="6002"/>
                </a:lnTo>
                <a:lnTo>
                  <a:pt x="2025" y="5859"/>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6" name="Google Shape;3266;p175"/>
          <p:cNvSpPr/>
          <p:nvPr/>
        </p:nvSpPr>
        <p:spPr>
          <a:xfrm>
            <a:off x="1088575" y="2220400"/>
            <a:ext cx="525222" cy="525222"/>
          </a:xfrm>
          <a:custGeom>
            <a:rect b="b" l="l" r="r" t="t"/>
            <a:pathLst>
              <a:path extrusionOk="0" h="10419" w="10419">
                <a:moveTo>
                  <a:pt x="5192" y="3179"/>
                </a:moveTo>
                <a:lnTo>
                  <a:pt x="5727" y="4239"/>
                </a:lnTo>
                <a:lnTo>
                  <a:pt x="5763" y="4299"/>
                </a:lnTo>
                <a:lnTo>
                  <a:pt x="5894" y="4394"/>
                </a:lnTo>
                <a:lnTo>
                  <a:pt x="5978" y="4418"/>
                </a:lnTo>
                <a:lnTo>
                  <a:pt x="7121" y="4584"/>
                </a:lnTo>
                <a:lnTo>
                  <a:pt x="6299" y="5406"/>
                </a:lnTo>
                <a:lnTo>
                  <a:pt x="6251" y="5465"/>
                </a:lnTo>
                <a:lnTo>
                  <a:pt x="6204" y="5608"/>
                </a:lnTo>
                <a:lnTo>
                  <a:pt x="6204" y="5692"/>
                </a:lnTo>
                <a:lnTo>
                  <a:pt x="6406" y="6859"/>
                </a:lnTo>
                <a:lnTo>
                  <a:pt x="5358" y="6311"/>
                </a:lnTo>
                <a:lnTo>
                  <a:pt x="5287" y="6275"/>
                </a:lnTo>
                <a:lnTo>
                  <a:pt x="5132" y="6275"/>
                </a:lnTo>
                <a:lnTo>
                  <a:pt x="5061" y="6311"/>
                </a:lnTo>
                <a:lnTo>
                  <a:pt x="4013" y="6859"/>
                </a:lnTo>
                <a:lnTo>
                  <a:pt x="4215" y="5692"/>
                </a:lnTo>
                <a:lnTo>
                  <a:pt x="4215" y="5608"/>
                </a:lnTo>
                <a:lnTo>
                  <a:pt x="4180" y="5465"/>
                </a:lnTo>
                <a:lnTo>
                  <a:pt x="4120" y="5406"/>
                </a:lnTo>
                <a:lnTo>
                  <a:pt x="3287" y="4584"/>
                </a:lnTo>
                <a:lnTo>
                  <a:pt x="4442" y="4418"/>
                </a:lnTo>
                <a:lnTo>
                  <a:pt x="4525" y="4394"/>
                </a:lnTo>
                <a:lnTo>
                  <a:pt x="4644" y="4299"/>
                </a:lnTo>
                <a:lnTo>
                  <a:pt x="4692" y="4239"/>
                </a:lnTo>
                <a:lnTo>
                  <a:pt x="5192" y="3179"/>
                </a:lnTo>
                <a:close/>
                <a:moveTo>
                  <a:pt x="5215" y="2120"/>
                </a:moveTo>
                <a:lnTo>
                  <a:pt x="5120" y="2132"/>
                </a:lnTo>
                <a:lnTo>
                  <a:pt x="4965" y="2215"/>
                </a:lnTo>
                <a:lnTo>
                  <a:pt x="4918" y="2298"/>
                </a:lnTo>
                <a:lnTo>
                  <a:pt x="4180" y="3799"/>
                </a:lnTo>
                <a:lnTo>
                  <a:pt x="2536" y="4037"/>
                </a:lnTo>
                <a:lnTo>
                  <a:pt x="2441" y="4049"/>
                </a:lnTo>
                <a:lnTo>
                  <a:pt x="2310" y="4168"/>
                </a:lnTo>
                <a:lnTo>
                  <a:pt x="2275" y="4251"/>
                </a:lnTo>
                <a:lnTo>
                  <a:pt x="2251" y="4346"/>
                </a:lnTo>
                <a:lnTo>
                  <a:pt x="2298" y="4513"/>
                </a:lnTo>
                <a:lnTo>
                  <a:pt x="2358" y="4584"/>
                </a:lnTo>
                <a:lnTo>
                  <a:pt x="3549" y="5751"/>
                </a:lnTo>
                <a:lnTo>
                  <a:pt x="3263" y="7394"/>
                </a:lnTo>
                <a:lnTo>
                  <a:pt x="3263" y="7490"/>
                </a:lnTo>
                <a:lnTo>
                  <a:pt x="3322" y="7644"/>
                </a:lnTo>
                <a:lnTo>
                  <a:pt x="3394" y="7692"/>
                </a:lnTo>
                <a:lnTo>
                  <a:pt x="3477" y="7752"/>
                </a:lnTo>
                <a:lnTo>
                  <a:pt x="3656" y="7775"/>
                </a:lnTo>
                <a:lnTo>
                  <a:pt x="3739" y="7740"/>
                </a:lnTo>
                <a:lnTo>
                  <a:pt x="5215" y="6966"/>
                </a:lnTo>
                <a:lnTo>
                  <a:pt x="6692" y="7740"/>
                </a:lnTo>
                <a:lnTo>
                  <a:pt x="6775" y="7775"/>
                </a:lnTo>
                <a:lnTo>
                  <a:pt x="6954" y="7752"/>
                </a:lnTo>
                <a:lnTo>
                  <a:pt x="7025" y="7692"/>
                </a:lnTo>
                <a:lnTo>
                  <a:pt x="7097" y="7644"/>
                </a:lnTo>
                <a:lnTo>
                  <a:pt x="7168" y="7490"/>
                </a:lnTo>
                <a:lnTo>
                  <a:pt x="7156" y="7394"/>
                </a:lnTo>
                <a:lnTo>
                  <a:pt x="6882" y="5751"/>
                </a:lnTo>
                <a:lnTo>
                  <a:pt x="8073" y="4584"/>
                </a:lnTo>
                <a:lnTo>
                  <a:pt x="8133" y="4513"/>
                </a:lnTo>
                <a:lnTo>
                  <a:pt x="8180" y="4346"/>
                </a:lnTo>
                <a:lnTo>
                  <a:pt x="8156" y="4251"/>
                </a:lnTo>
                <a:lnTo>
                  <a:pt x="8121" y="4168"/>
                </a:lnTo>
                <a:lnTo>
                  <a:pt x="7978" y="4049"/>
                </a:lnTo>
                <a:lnTo>
                  <a:pt x="7894" y="4037"/>
                </a:lnTo>
                <a:lnTo>
                  <a:pt x="6239" y="3799"/>
                </a:lnTo>
                <a:lnTo>
                  <a:pt x="5501" y="2298"/>
                </a:lnTo>
                <a:lnTo>
                  <a:pt x="5454" y="2215"/>
                </a:lnTo>
                <a:lnTo>
                  <a:pt x="5299" y="2132"/>
                </a:lnTo>
                <a:lnTo>
                  <a:pt x="5215" y="2120"/>
                </a:lnTo>
                <a:close/>
                <a:moveTo>
                  <a:pt x="5215" y="655"/>
                </a:moveTo>
                <a:lnTo>
                  <a:pt x="5680" y="667"/>
                </a:lnTo>
                <a:lnTo>
                  <a:pt x="6573" y="846"/>
                </a:lnTo>
                <a:lnTo>
                  <a:pt x="7394" y="1191"/>
                </a:lnTo>
                <a:lnTo>
                  <a:pt x="8121" y="1691"/>
                </a:lnTo>
                <a:lnTo>
                  <a:pt x="8740" y="2310"/>
                </a:lnTo>
                <a:lnTo>
                  <a:pt x="9228" y="3036"/>
                </a:lnTo>
                <a:lnTo>
                  <a:pt x="9573" y="3846"/>
                </a:lnTo>
                <a:lnTo>
                  <a:pt x="9752" y="4739"/>
                </a:lnTo>
                <a:lnTo>
                  <a:pt x="9776" y="5215"/>
                </a:lnTo>
                <a:lnTo>
                  <a:pt x="9752" y="5680"/>
                </a:lnTo>
                <a:lnTo>
                  <a:pt x="9573" y="6573"/>
                </a:lnTo>
                <a:lnTo>
                  <a:pt x="9228" y="7382"/>
                </a:lnTo>
                <a:lnTo>
                  <a:pt x="8740" y="8109"/>
                </a:lnTo>
                <a:lnTo>
                  <a:pt x="8121" y="8728"/>
                </a:lnTo>
                <a:lnTo>
                  <a:pt x="7394" y="9228"/>
                </a:lnTo>
                <a:lnTo>
                  <a:pt x="6573" y="9573"/>
                </a:lnTo>
                <a:lnTo>
                  <a:pt x="5680" y="9752"/>
                </a:lnTo>
                <a:lnTo>
                  <a:pt x="5215" y="9764"/>
                </a:lnTo>
                <a:lnTo>
                  <a:pt x="4739" y="9752"/>
                </a:lnTo>
                <a:lnTo>
                  <a:pt x="3858" y="9573"/>
                </a:lnTo>
                <a:lnTo>
                  <a:pt x="3037" y="9228"/>
                </a:lnTo>
                <a:lnTo>
                  <a:pt x="2310" y="8728"/>
                </a:lnTo>
                <a:lnTo>
                  <a:pt x="1691" y="8109"/>
                </a:lnTo>
                <a:lnTo>
                  <a:pt x="1203" y="7382"/>
                </a:lnTo>
                <a:lnTo>
                  <a:pt x="858" y="6573"/>
                </a:lnTo>
                <a:lnTo>
                  <a:pt x="667" y="5680"/>
                </a:lnTo>
                <a:lnTo>
                  <a:pt x="655" y="5215"/>
                </a:lnTo>
                <a:lnTo>
                  <a:pt x="667" y="4739"/>
                </a:lnTo>
                <a:lnTo>
                  <a:pt x="858" y="3846"/>
                </a:lnTo>
                <a:lnTo>
                  <a:pt x="1203" y="3036"/>
                </a:lnTo>
                <a:lnTo>
                  <a:pt x="1691" y="2310"/>
                </a:lnTo>
                <a:lnTo>
                  <a:pt x="2310" y="1691"/>
                </a:lnTo>
                <a:lnTo>
                  <a:pt x="3037" y="1191"/>
                </a:lnTo>
                <a:lnTo>
                  <a:pt x="3858" y="846"/>
                </a:lnTo>
                <a:lnTo>
                  <a:pt x="4739" y="667"/>
                </a:lnTo>
                <a:lnTo>
                  <a:pt x="5215" y="655"/>
                </a:lnTo>
                <a:close/>
                <a:moveTo>
                  <a:pt x="5215" y="0"/>
                </a:moveTo>
                <a:lnTo>
                  <a:pt x="4680" y="24"/>
                </a:lnTo>
                <a:lnTo>
                  <a:pt x="3656" y="226"/>
                </a:lnTo>
                <a:lnTo>
                  <a:pt x="2727" y="619"/>
                </a:lnTo>
                <a:lnTo>
                  <a:pt x="1893" y="1179"/>
                </a:lnTo>
                <a:lnTo>
                  <a:pt x="1191" y="1893"/>
                </a:lnTo>
                <a:lnTo>
                  <a:pt x="619" y="2727"/>
                </a:lnTo>
                <a:lnTo>
                  <a:pt x="227" y="3656"/>
                </a:lnTo>
                <a:lnTo>
                  <a:pt x="24" y="4680"/>
                </a:lnTo>
                <a:lnTo>
                  <a:pt x="0" y="5215"/>
                </a:lnTo>
                <a:lnTo>
                  <a:pt x="24" y="5739"/>
                </a:lnTo>
                <a:lnTo>
                  <a:pt x="227" y="6763"/>
                </a:lnTo>
                <a:lnTo>
                  <a:pt x="619" y="7692"/>
                </a:lnTo>
                <a:lnTo>
                  <a:pt x="1191" y="8525"/>
                </a:lnTo>
                <a:lnTo>
                  <a:pt x="1893" y="9240"/>
                </a:lnTo>
                <a:lnTo>
                  <a:pt x="2727" y="9800"/>
                </a:lnTo>
                <a:lnTo>
                  <a:pt x="3656" y="10192"/>
                </a:lnTo>
                <a:lnTo>
                  <a:pt x="4680" y="10395"/>
                </a:lnTo>
                <a:lnTo>
                  <a:pt x="5215" y="10419"/>
                </a:lnTo>
                <a:lnTo>
                  <a:pt x="5751" y="10395"/>
                </a:lnTo>
                <a:lnTo>
                  <a:pt x="6763" y="10192"/>
                </a:lnTo>
                <a:lnTo>
                  <a:pt x="7704" y="9800"/>
                </a:lnTo>
                <a:lnTo>
                  <a:pt x="8526" y="9240"/>
                </a:lnTo>
                <a:lnTo>
                  <a:pt x="9240" y="8525"/>
                </a:lnTo>
                <a:lnTo>
                  <a:pt x="9800" y="7692"/>
                </a:lnTo>
                <a:lnTo>
                  <a:pt x="10192" y="6763"/>
                </a:lnTo>
                <a:lnTo>
                  <a:pt x="10407" y="5739"/>
                </a:lnTo>
                <a:lnTo>
                  <a:pt x="10419" y="5215"/>
                </a:lnTo>
                <a:lnTo>
                  <a:pt x="10407" y="4680"/>
                </a:lnTo>
                <a:lnTo>
                  <a:pt x="10192" y="3656"/>
                </a:lnTo>
                <a:lnTo>
                  <a:pt x="9800" y="2727"/>
                </a:lnTo>
                <a:lnTo>
                  <a:pt x="9240" y="1893"/>
                </a:lnTo>
                <a:lnTo>
                  <a:pt x="8526" y="1179"/>
                </a:lnTo>
                <a:lnTo>
                  <a:pt x="7704" y="619"/>
                </a:lnTo>
                <a:lnTo>
                  <a:pt x="6763" y="226"/>
                </a:lnTo>
                <a:lnTo>
                  <a:pt x="5751" y="24"/>
                </a:lnTo>
                <a:lnTo>
                  <a:pt x="521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7" name="Google Shape;3267;p175"/>
          <p:cNvSpPr/>
          <p:nvPr/>
        </p:nvSpPr>
        <p:spPr>
          <a:xfrm>
            <a:off x="12154159" y="2220400"/>
            <a:ext cx="525222" cy="525222"/>
          </a:xfrm>
          <a:custGeom>
            <a:rect b="b" l="l" r="r" t="t"/>
            <a:pathLst>
              <a:path extrusionOk="0" h="10419" w="10419">
                <a:moveTo>
                  <a:pt x="5191" y="2608"/>
                </a:moveTo>
                <a:lnTo>
                  <a:pt x="5072" y="2620"/>
                </a:lnTo>
                <a:lnTo>
                  <a:pt x="4882" y="2798"/>
                </a:lnTo>
                <a:lnTo>
                  <a:pt x="4870" y="2929"/>
                </a:lnTo>
                <a:lnTo>
                  <a:pt x="4870" y="5215"/>
                </a:lnTo>
                <a:lnTo>
                  <a:pt x="4894" y="5334"/>
                </a:lnTo>
                <a:lnTo>
                  <a:pt x="4977" y="5442"/>
                </a:lnTo>
                <a:lnTo>
                  <a:pt x="6608" y="7073"/>
                </a:lnTo>
                <a:lnTo>
                  <a:pt x="6715" y="7144"/>
                </a:lnTo>
                <a:lnTo>
                  <a:pt x="6966" y="7144"/>
                </a:lnTo>
                <a:lnTo>
                  <a:pt x="7073" y="7073"/>
                </a:lnTo>
                <a:lnTo>
                  <a:pt x="7144" y="6966"/>
                </a:lnTo>
                <a:lnTo>
                  <a:pt x="7144" y="6716"/>
                </a:lnTo>
                <a:lnTo>
                  <a:pt x="7073" y="6608"/>
                </a:lnTo>
                <a:lnTo>
                  <a:pt x="5537" y="5073"/>
                </a:lnTo>
                <a:lnTo>
                  <a:pt x="5537" y="2929"/>
                </a:lnTo>
                <a:lnTo>
                  <a:pt x="5525" y="2798"/>
                </a:lnTo>
                <a:lnTo>
                  <a:pt x="5346" y="2620"/>
                </a:lnTo>
                <a:lnTo>
                  <a:pt x="5215" y="2608"/>
                </a:lnTo>
                <a:close/>
                <a:moveTo>
                  <a:pt x="5215" y="0"/>
                </a:moveTo>
                <a:lnTo>
                  <a:pt x="4846" y="12"/>
                </a:lnTo>
                <a:lnTo>
                  <a:pt x="4144" y="107"/>
                </a:lnTo>
                <a:lnTo>
                  <a:pt x="3465" y="298"/>
                </a:lnTo>
                <a:lnTo>
                  <a:pt x="2834" y="572"/>
                </a:lnTo>
                <a:lnTo>
                  <a:pt x="2239" y="929"/>
                </a:lnTo>
                <a:lnTo>
                  <a:pt x="1703" y="1346"/>
                </a:lnTo>
                <a:lnTo>
                  <a:pt x="1238" y="1834"/>
                </a:lnTo>
                <a:lnTo>
                  <a:pt x="834" y="2382"/>
                </a:lnTo>
                <a:lnTo>
                  <a:pt x="655" y="2667"/>
                </a:lnTo>
                <a:lnTo>
                  <a:pt x="655" y="977"/>
                </a:lnTo>
                <a:lnTo>
                  <a:pt x="631" y="846"/>
                </a:lnTo>
                <a:lnTo>
                  <a:pt x="464" y="667"/>
                </a:lnTo>
                <a:lnTo>
                  <a:pt x="333" y="655"/>
                </a:lnTo>
                <a:lnTo>
                  <a:pt x="203" y="667"/>
                </a:lnTo>
                <a:lnTo>
                  <a:pt x="24" y="846"/>
                </a:lnTo>
                <a:lnTo>
                  <a:pt x="0" y="977"/>
                </a:lnTo>
                <a:lnTo>
                  <a:pt x="0" y="3584"/>
                </a:lnTo>
                <a:lnTo>
                  <a:pt x="24" y="3715"/>
                </a:lnTo>
                <a:lnTo>
                  <a:pt x="203" y="3894"/>
                </a:lnTo>
                <a:lnTo>
                  <a:pt x="333" y="3906"/>
                </a:lnTo>
                <a:lnTo>
                  <a:pt x="2929" y="3906"/>
                </a:lnTo>
                <a:lnTo>
                  <a:pt x="3060" y="3894"/>
                </a:lnTo>
                <a:lnTo>
                  <a:pt x="3239" y="3715"/>
                </a:lnTo>
                <a:lnTo>
                  <a:pt x="3263" y="3584"/>
                </a:lnTo>
                <a:lnTo>
                  <a:pt x="3239" y="3453"/>
                </a:lnTo>
                <a:lnTo>
                  <a:pt x="3060" y="3275"/>
                </a:lnTo>
                <a:lnTo>
                  <a:pt x="2929" y="3263"/>
                </a:lnTo>
                <a:lnTo>
                  <a:pt x="1096" y="3263"/>
                </a:lnTo>
                <a:lnTo>
                  <a:pt x="1238" y="2977"/>
                </a:lnTo>
                <a:lnTo>
                  <a:pt x="1584" y="2441"/>
                </a:lnTo>
                <a:lnTo>
                  <a:pt x="2000" y="1965"/>
                </a:lnTo>
                <a:lnTo>
                  <a:pt x="2489" y="1560"/>
                </a:lnTo>
                <a:lnTo>
                  <a:pt x="3012" y="1215"/>
                </a:lnTo>
                <a:lnTo>
                  <a:pt x="3596" y="941"/>
                </a:lnTo>
                <a:lnTo>
                  <a:pt x="4215" y="762"/>
                </a:lnTo>
                <a:lnTo>
                  <a:pt x="4870" y="667"/>
                </a:lnTo>
                <a:lnTo>
                  <a:pt x="5215" y="655"/>
                </a:lnTo>
                <a:lnTo>
                  <a:pt x="5680" y="667"/>
                </a:lnTo>
                <a:lnTo>
                  <a:pt x="6573" y="858"/>
                </a:lnTo>
                <a:lnTo>
                  <a:pt x="7394" y="1203"/>
                </a:lnTo>
                <a:lnTo>
                  <a:pt x="8120" y="1691"/>
                </a:lnTo>
                <a:lnTo>
                  <a:pt x="8740" y="2310"/>
                </a:lnTo>
                <a:lnTo>
                  <a:pt x="9228" y="3036"/>
                </a:lnTo>
                <a:lnTo>
                  <a:pt x="9573" y="3858"/>
                </a:lnTo>
                <a:lnTo>
                  <a:pt x="9752" y="4739"/>
                </a:lnTo>
                <a:lnTo>
                  <a:pt x="9776" y="5215"/>
                </a:lnTo>
                <a:lnTo>
                  <a:pt x="9752" y="5680"/>
                </a:lnTo>
                <a:lnTo>
                  <a:pt x="9573" y="6573"/>
                </a:lnTo>
                <a:lnTo>
                  <a:pt x="9228" y="7382"/>
                </a:lnTo>
                <a:lnTo>
                  <a:pt x="8740" y="8109"/>
                </a:lnTo>
                <a:lnTo>
                  <a:pt x="8120" y="8728"/>
                </a:lnTo>
                <a:lnTo>
                  <a:pt x="7394" y="9228"/>
                </a:lnTo>
                <a:lnTo>
                  <a:pt x="6573" y="9573"/>
                </a:lnTo>
                <a:lnTo>
                  <a:pt x="5680" y="9752"/>
                </a:lnTo>
                <a:lnTo>
                  <a:pt x="5215" y="9764"/>
                </a:lnTo>
                <a:lnTo>
                  <a:pt x="4929" y="9764"/>
                </a:lnTo>
                <a:lnTo>
                  <a:pt x="4394" y="9692"/>
                </a:lnTo>
                <a:lnTo>
                  <a:pt x="3870" y="9573"/>
                </a:lnTo>
                <a:lnTo>
                  <a:pt x="3382" y="9383"/>
                </a:lnTo>
                <a:lnTo>
                  <a:pt x="2917" y="9145"/>
                </a:lnTo>
                <a:lnTo>
                  <a:pt x="2477" y="8859"/>
                </a:lnTo>
                <a:lnTo>
                  <a:pt x="2084" y="8525"/>
                </a:lnTo>
                <a:lnTo>
                  <a:pt x="1727" y="8144"/>
                </a:lnTo>
                <a:lnTo>
                  <a:pt x="1572" y="7942"/>
                </a:lnTo>
                <a:lnTo>
                  <a:pt x="1477" y="7847"/>
                </a:lnTo>
                <a:lnTo>
                  <a:pt x="1226" y="7811"/>
                </a:lnTo>
                <a:lnTo>
                  <a:pt x="1107" y="7883"/>
                </a:lnTo>
                <a:lnTo>
                  <a:pt x="1012" y="7978"/>
                </a:lnTo>
                <a:lnTo>
                  <a:pt x="976" y="8216"/>
                </a:lnTo>
                <a:lnTo>
                  <a:pt x="1048" y="8335"/>
                </a:lnTo>
                <a:lnTo>
                  <a:pt x="1226" y="8573"/>
                </a:lnTo>
                <a:lnTo>
                  <a:pt x="1631" y="9002"/>
                </a:lnTo>
                <a:lnTo>
                  <a:pt x="2084" y="9383"/>
                </a:lnTo>
                <a:lnTo>
                  <a:pt x="2584" y="9716"/>
                </a:lnTo>
                <a:lnTo>
                  <a:pt x="3120" y="9978"/>
                </a:lnTo>
                <a:lnTo>
                  <a:pt x="3679" y="10192"/>
                </a:lnTo>
                <a:lnTo>
                  <a:pt x="4275" y="10335"/>
                </a:lnTo>
                <a:lnTo>
                  <a:pt x="4894" y="10407"/>
                </a:lnTo>
                <a:lnTo>
                  <a:pt x="5215" y="10419"/>
                </a:lnTo>
                <a:lnTo>
                  <a:pt x="5751" y="10395"/>
                </a:lnTo>
                <a:lnTo>
                  <a:pt x="6763" y="10192"/>
                </a:lnTo>
                <a:lnTo>
                  <a:pt x="7704" y="9800"/>
                </a:lnTo>
                <a:lnTo>
                  <a:pt x="8525" y="9240"/>
                </a:lnTo>
                <a:lnTo>
                  <a:pt x="9240" y="8525"/>
                </a:lnTo>
                <a:lnTo>
                  <a:pt x="9799" y="7692"/>
                </a:lnTo>
                <a:lnTo>
                  <a:pt x="10192" y="6763"/>
                </a:lnTo>
                <a:lnTo>
                  <a:pt x="10407" y="5739"/>
                </a:lnTo>
                <a:lnTo>
                  <a:pt x="10418" y="5215"/>
                </a:lnTo>
                <a:lnTo>
                  <a:pt x="10407" y="4680"/>
                </a:lnTo>
                <a:lnTo>
                  <a:pt x="10192" y="3656"/>
                </a:lnTo>
                <a:lnTo>
                  <a:pt x="9799" y="2727"/>
                </a:lnTo>
                <a:lnTo>
                  <a:pt x="9240" y="1893"/>
                </a:lnTo>
                <a:lnTo>
                  <a:pt x="8525" y="1179"/>
                </a:lnTo>
                <a:lnTo>
                  <a:pt x="7704" y="619"/>
                </a:lnTo>
                <a:lnTo>
                  <a:pt x="6763" y="226"/>
                </a:lnTo>
                <a:lnTo>
                  <a:pt x="5751" y="24"/>
                </a:lnTo>
                <a:lnTo>
                  <a:pt x="521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8" name="Google Shape;3268;p175"/>
          <p:cNvSpPr/>
          <p:nvPr/>
        </p:nvSpPr>
        <p:spPr>
          <a:xfrm>
            <a:off x="13160085" y="2220400"/>
            <a:ext cx="525272" cy="525222"/>
          </a:xfrm>
          <a:custGeom>
            <a:rect b="b" l="l" r="r" t="t"/>
            <a:pathLst>
              <a:path extrusionOk="0" h="10419" w="10420">
                <a:moveTo>
                  <a:pt x="9252" y="655"/>
                </a:moveTo>
                <a:lnTo>
                  <a:pt x="9490" y="762"/>
                </a:lnTo>
                <a:lnTo>
                  <a:pt x="9657" y="941"/>
                </a:lnTo>
                <a:lnTo>
                  <a:pt x="9764" y="1167"/>
                </a:lnTo>
                <a:lnTo>
                  <a:pt x="9764" y="1298"/>
                </a:lnTo>
                <a:lnTo>
                  <a:pt x="9764" y="5858"/>
                </a:lnTo>
                <a:lnTo>
                  <a:pt x="9764" y="5989"/>
                </a:lnTo>
                <a:lnTo>
                  <a:pt x="9657" y="6227"/>
                </a:lnTo>
                <a:lnTo>
                  <a:pt x="9490" y="6406"/>
                </a:lnTo>
                <a:lnTo>
                  <a:pt x="9252" y="6501"/>
                </a:lnTo>
                <a:lnTo>
                  <a:pt x="9121" y="6513"/>
                </a:lnTo>
                <a:lnTo>
                  <a:pt x="4561" y="6513"/>
                </a:lnTo>
                <a:lnTo>
                  <a:pt x="4430" y="6501"/>
                </a:lnTo>
                <a:lnTo>
                  <a:pt x="4192" y="6406"/>
                </a:lnTo>
                <a:lnTo>
                  <a:pt x="4013" y="6227"/>
                </a:lnTo>
                <a:lnTo>
                  <a:pt x="3918" y="5989"/>
                </a:lnTo>
                <a:lnTo>
                  <a:pt x="3906" y="5858"/>
                </a:lnTo>
                <a:lnTo>
                  <a:pt x="3906" y="1298"/>
                </a:lnTo>
                <a:lnTo>
                  <a:pt x="3918" y="1167"/>
                </a:lnTo>
                <a:lnTo>
                  <a:pt x="4013" y="941"/>
                </a:lnTo>
                <a:lnTo>
                  <a:pt x="4192" y="762"/>
                </a:lnTo>
                <a:lnTo>
                  <a:pt x="4430" y="655"/>
                </a:lnTo>
                <a:close/>
                <a:moveTo>
                  <a:pt x="4561" y="0"/>
                </a:moveTo>
                <a:lnTo>
                  <a:pt x="4299" y="24"/>
                </a:lnTo>
                <a:lnTo>
                  <a:pt x="3823" y="215"/>
                </a:lnTo>
                <a:lnTo>
                  <a:pt x="3478" y="572"/>
                </a:lnTo>
                <a:lnTo>
                  <a:pt x="3275" y="1036"/>
                </a:lnTo>
                <a:lnTo>
                  <a:pt x="3263" y="1298"/>
                </a:lnTo>
                <a:lnTo>
                  <a:pt x="3263" y="5858"/>
                </a:lnTo>
                <a:lnTo>
                  <a:pt x="3275" y="6120"/>
                </a:lnTo>
                <a:lnTo>
                  <a:pt x="3478" y="6597"/>
                </a:lnTo>
                <a:lnTo>
                  <a:pt x="3823" y="6942"/>
                </a:lnTo>
                <a:lnTo>
                  <a:pt x="4299" y="7144"/>
                </a:lnTo>
                <a:lnTo>
                  <a:pt x="4561" y="7168"/>
                </a:lnTo>
                <a:lnTo>
                  <a:pt x="9121" y="7168"/>
                </a:lnTo>
                <a:lnTo>
                  <a:pt x="9383" y="7144"/>
                </a:lnTo>
                <a:lnTo>
                  <a:pt x="9848" y="6942"/>
                </a:lnTo>
                <a:lnTo>
                  <a:pt x="10205" y="6597"/>
                </a:lnTo>
                <a:lnTo>
                  <a:pt x="10407" y="6120"/>
                </a:lnTo>
                <a:lnTo>
                  <a:pt x="10419" y="5858"/>
                </a:lnTo>
                <a:lnTo>
                  <a:pt x="10419" y="1298"/>
                </a:lnTo>
                <a:lnTo>
                  <a:pt x="10407" y="1036"/>
                </a:lnTo>
                <a:lnTo>
                  <a:pt x="10205" y="572"/>
                </a:lnTo>
                <a:lnTo>
                  <a:pt x="9848" y="215"/>
                </a:lnTo>
                <a:lnTo>
                  <a:pt x="9383" y="24"/>
                </a:lnTo>
                <a:lnTo>
                  <a:pt x="9121" y="0"/>
                </a:lnTo>
                <a:close/>
                <a:moveTo>
                  <a:pt x="1311" y="3263"/>
                </a:moveTo>
                <a:lnTo>
                  <a:pt x="1037" y="3275"/>
                </a:lnTo>
                <a:lnTo>
                  <a:pt x="572" y="3477"/>
                </a:lnTo>
                <a:lnTo>
                  <a:pt x="227" y="3822"/>
                </a:lnTo>
                <a:lnTo>
                  <a:pt x="25" y="4299"/>
                </a:lnTo>
                <a:lnTo>
                  <a:pt x="1" y="4561"/>
                </a:lnTo>
                <a:lnTo>
                  <a:pt x="1" y="9121"/>
                </a:lnTo>
                <a:lnTo>
                  <a:pt x="25" y="9383"/>
                </a:lnTo>
                <a:lnTo>
                  <a:pt x="227" y="9847"/>
                </a:lnTo>
                <a:lnTo>
                  <a:pt x="572" y="10204"/>
                </a:lnTo>
                <a:lnTo>
                  <a:pt x="1037" y="10395"/>
                </a:lnTo>
                <a:lnTo>
                  <a:pt x="1311" y="10419"/>
                </a:lnTo>
                <a:lnTo>
                  <a:pt x="5871" y="10419"/>
                </a:lnTo>
                <a:lnTo>
                  <a:pt x="6133" y="10395"/>
                </a:lnTo>
                <a:lnTo>
                  <a:pt x="6597" y="10204"/>
                </a:lnTo>
                <a:lnTo>
                  <a:pt x="6954" y="9847"/>
                </a:lnTo>
                <a:lnTo>
                  <a:pt x="7145" y="9383"/>
                </a:lnTo>
                <a:lnTo>
                  <a:pt x="7169" y="9121"/>
                </a:lnTo>
                <a:lnTo>
                  <a:pt x="7169" y="8144"/>
                </a:lnTo>
                <a:lnTo>
                  <a:pt x="7145" y="8013"/>
                </a:lnTo>
                <a:lnTo>
                  <a:pt x="6966" y="7835"/>
                </a:lnTo>
                <a:lnTo>
                  <a:pt x="6847" y="7811"/>
                </a:lnTo>
                <a:lnTo>
                  <a:pt x="6716" y="7835"/>
                </a:lnTo>
                <a:lnTo>
                  <a:pt x="6538" y="8013"/>
                </a:lnTo>
                <a:lnTo>
                  <a:pt x="6514" y="8144"/>
                </a:lnTo>
                <a:lnTo>
                  <a:pt x="6514" y="9121"/>
                </a:lnTo>
                <a:lnTo>
                  <a:pt x="6502" y="9252"/>
                </a:lnTo>
                <a:lnTo>
                  <a:pt x="6407" y="9478"/>
                </a:lnTo>
                <a:lnTo>
                  <a:pt x="6228" y="9657"/>
                </a:lnTo>
                <a:lnTo>
                  <a:pt x="6002" y="9764"/>
                </a:lnTo>
                <a:lnTo>
                  <a:pt x="1311" y="9764"/>
                </a:lnTo>
                <a:lnTo>
                  <a:pt x="1311" y="9776"/>
                </a:lnTo>
                <a:lnTo>
                  <a:pt x="1180" y="9764"/>
                </a:lnTo>
                <a:lnTo>
                  <a:pt x="941" y="9657"/>
                </a:lnTo>
                <a:lnTo>
                  <a:pt x="763" y="9490"/>
                </a:lnTo>
                <a:lnTo>
                  <a:pt x="668" y="9252"/>
                </a:lnTo>
                <a:lnTo>
                  <a:pt x="656" y="9121"/>
                </a:lnTo>
                <a:lnTo>
                  <a:pt x="656" y="4561"/>
                </a:lnTo>
                <a:lnTo>
                  <a:pt x="668" y="4430"/>
                </a:lnTo>
                <a:lnTo>
                  <a:pt x="763" y="4191"/>
                </a:lnTo>
                <a:lnTo>
                  <a:pt x="941" y="4013"/>
                </a:lnTo>
                <a:lnTo>
                  <a:pt x="1180" y="3918"/>
                </a:lnTo>
                <a:lnTo>
                  <a:pt x="1311" y="3906"/>
                </a:lnTo>
                <a:lnTo>
                  <a:pt x="2287" y="3906"/>
                </a:lnTo>
                <a:lnTo>
                  <a:pt x="2418" y="3894"/>
                </a:lnTo>
                <a:lnTo>
                  <a:pt x="2596" y="3715"/>
                </a:lnTo>
                <a:lnTo>
                  <a:pt x="2608" y="3584"/>
                </a:lnTo>
                <a:lnTo>
                  <a:pt x="2596" y="3453"/>
                </a:lnTo>
                <a:lnTo>
                  <a:pt x="2418" y="3275"/>
                </a:lnTo>
                <a:lnTo>
                  <a:pt x="2287" y="3263"/>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69" name="Google Shape;3269;p175"/>
          <p:cNvSpPr/>
          <p:nvPr/>
        </p:nvSpPr>
        <p:spPr>
          <a:xfrm>
            <a:off x="14133647" y="2253418"/>
            <a:ext cx="590654" cy="459185"/>
          </a:xfrm>
          <a:custGeom>
            <a:rect b="b" l="l" r="r" t="t"/>
            <a:pathLst>
              <a:path extrusionOk="0" h="9109" w="11717">
                <a:moveTo>
                  <a:pt x="3954" y="2620"/>
                </a:moveTo>
                <a:lnTo>
                  <a:pt x="3573" y="2691"/>
                </a:lnTo>
                <a:lnTo>
                  <a:pt x="3227" y="2834"/>
                </a:lnTo>
                <a:lnTo>
                  <a:pt x="2906" y="3036"/>
                </a:lnTo>
                <a:lnTo>
                  <a:pt x="2763" y="3167"/>
                </a:lnTo>
                <a:lnTo>
                  <a:pt x="2620" y="3322"/>
                </a:lnTo>
                <a:lnTo>
                  <a:pt x="2406" y="3644"/>
                </a:lnTo>
                <a:lnTo>
                  <a:pt x="2263" y="4001"/>
                </a:lnTo>
                <a:lnTo>
                  <a:pt x="2191" y="4370"/>
                </a:lnTo>
                <a:lnTo>
                  <a:pt x="2191" y="4739"/>
                </a:lnTo>
                <a:lnTo>
                  <a:pt x="2263" y="5108"/>
                </a:lnTo>
                <a:lnTo>
                  <a:pt x="2406" y="5465"/>
                </a:lnTo>
                <a:lnTo>
                  <a:pt x="2620" y="5787"/>
                </a:lnTo>
                <a:lnTo>
                  <a:pt x="2763" y="5942"/>
                </a:lnTo>
                <a:lnTo>
                  <a:pt x="2906" y="6073"/>
                </a:lnTo>
                <a:lnTo>
                  <a:pt x="3215" y="6287"/>
                </a:lnTo>
                <a:lnTo>
                  <a:pt x="3573" y="6430"/>
                </a:lnTo>
                <a:lnTo>
                  <a:pt x="3942" y="6501"/>
                </a:lnTo>
                <a:lnTo>
                  <a:pt x="4144" y="6513"/>
                </a:lnTo>
                <a:lnTo>
                  <a:pt x="4335" y="6501"/>
                </a:lnTo>
                <a:lnTo>
                  <a:pt x="4716" y="6430"/>
                </a:lnTo>
                <a:lnTo>
                  <a:pt x="5061" y="6287"/>
                </a:lnTo>
                <a:lnTo>
                  <a:pt x="5382" y="6073"/>
                </a:lnTo>
                <a:lnTo>
                  <a:pt x="5525" y="5942"/>
                </a:lnTo>
                <a:lnTo>
                  <a:pt x="5597" y="5834"/>
                </a:lnTo>
                <a:lnTo>
                  <a:pt x="5597" y="5584"/>
                </a:lnTo>
                <a:lnTo>
                  <a:pt x="5525" y="5477"/>
                </a:lnTo>
                <a:lnTo>
                  <a:pt x="5418" y="5394"/>
                </a:lnTo>
                <a:lnTo>
                  <a:pt x="5168" y="5394"/>
                </a:lnTo>
                <a:lnTo>
                  <a:pt x="5061" y="5477"/>
                </a:lnTo>
                <a:lnTo>
                  <a:pt x="4870" y="5644"/>
                </a:lnTo>
                <a:lnTo>
                  <a:pt x="4394" y="5834"/>
                </a:lnTo>
                <a:lnTo>
                  <a:pt x="3882" y="5834"/>
                </a:lnTo>
                <a:lnTo>
                  <a:pt x="3418" y="5644"/>
                </a:lnTo>
                <a:lnTo>
                  <a:pt x="3215" y="5477"/>
                </a:lnTo>
                <a:lnTo>
                  <a:pt x="3049" y="5275"/>
                </a:lnTo>
                <a:lnTo>
                  <a:pt x="2858" y="4810"/>
                </a:lnTo>
                <a:lnTo>
                  <a:pt x="2858" y="4310"/>
                </a:lnTo>
                <a:lnTo>
                  <a:pt x="3049" y="3834"/>
                </a:lnTo>
                <a:lnTo>
                  <a:pt x="3215" y="3632"/>
                </a:lnTo>
                <a:lnTo>
                  <a:pt x="3418" y="3465"/>
                </a:lnTo>
                <a:lnTo>
                  <a:pt x="3882" y="3274"/>
                </a:lnTo>
                <a:lnTo>
                  <a:pt x="4394" y="3274"/>
                </a:lnTo>
                <a:lnTo>
                  <a:pt x="4859" y="3465"/>
                </a:lnTo>
                <a:lnTo>
                  <a:pt x="5061" y="3632"/>
                </a:lnTo>
                <a:lnTo>
                  <a:pt x="5168" y="3715"/>
                </a:lnTo>
                <a:lnTo>
                  <a:pt x="5418" y="3715"/>
                </a:lnTo>
                <a:lnTo>
                  <a:pt x="5513" y="3632"/>
                </a:lnTo>
                <a:lnTo>
                  <a:pt x="5597" y="3525"/>
                </a:lnTo>
                <a:lnTo>
                  <a:pt x="5597" y="3274"/>
                </a:lnTo>
                <a:lnTo>
                  <a:pt x="5513" y="3167"/>
                </a:lnTo>
                <a:lnTo>
                  <a:pt x="5382" y="3036"/>
                </a:lnTo>
                <a:lnTo>
                  <a:pt x="5061" y="2834"/>
                </a:lnTo>
                <a:lnTo>
                  <a:pt x="4704" y="2691"/>
                </a:lnTo>
                <a:lnTo>
                  <a:pt x="4323" y="2620"/>
                </a:lnTo>
                <a:close/>
                <a:moveTo>
                  <a:pt x="7859" y="2620"/>
                </a:moveTo>
                <a:lnTo>
                  <a:pt x="7478" y="2691"/>
                </a:lnTo>
                <a:lnTo>
                  <a:pt x="7133" y="2834"/>
                </a:lnTo>
                <a:lnTo>
                  <a:pt x="6811" y="3036"/>
                </a:lnTo>
                <a:lnTo>
                  <a:pt x="6668" y="3167"/>
                </a:lnTo>
                <a:lnTo>
                  <a:pt x="6525" y="3322"/>
                </a:lnTo>
                <a:lnTo>
                  <a:pt x="6311" y="3644"/>
                </a:lnTo>
                <a:lnTo>
                  <a:pt x="6168" y="4001"/>
                </a:lnTo>
                <a:lnTo>
                  <a:pt x="6097" y="4370"/>
                </a:lnTo>
                <a:lnTo>
                  <a:pt x="6097" y="4739"/>
                </a:lnTo>
                <a:lnTo>
                  <a:pt x="6168" y="5108"/>
                </a:lnTo>
                <a:lnTo>
                  <a:pt x="6311" y="5465"/>
                </a:lnTo>
                <a:lnTo>
                  <a:pt x="6525" y="5787"/>
                </a:lnTo>
                <a:lnTo>
                  <a:pt x="6668" y="5942"/>
                </a:lnTo>
                <a:lnTo>
                  <a:pt x="6811" y="6073"/>
                </a:lnTo>
                <a:lnTo>
                  <a:pt x="7121" y="6287"/>
                </a:lnTo>
                <a:lnTo>
                  <a:pt x="7478" y="6430"/>
                </a:lnTo>
                <a:lnTo>
                  <a:pt x="7847" y="6501"/>
                </a:lnTo>
                <a:lnTo>
                  <a:pt x="8050" y="6513"/>
                </a:lnTo>
                <a:lnTo>
                  <a:pt x="8240" y="6501"/>
                </a:lnTo>
                <a:lnTo>
                  <a:pt x="8621" y="6430"/>
                </a:lnTo>
                <a:lnTo>
                  <a:pt x="8966" y="6287"/>
                </a:lnTo>
                <a:lnTo>
                  <a:pt x="9288" y="6073"/>
                </a:lnTo>
                <a:lnTo>
                  <a:pt x="9431" y="5942"/>
                </a:lnTo>
                <a:lnTo>
                  <a:pt x="9502" y="5834"/>
                </a:lnTo>
                <a:lnTo>
                  <a:pt x="9502" y="5584"/>
                </a:lnTo>
                <a:lnTo>
                  <a:pt x="9431" y="5477"/>
                </a:lnTo>
                <a:lnTo>
                  <a:pt x="9324" y="5394"/>
                </a:lnTo>
                <a:lnTo>
                  <a:pt x="9073" y="5394"/>
                </a:lnTo>
                <a:lnTo>
                  <a:pt x="8966" y="5477"/>
                </a:lnTo>
                <a:lnTo>
                  <a:pt x="8776" y="5644"/>
                </a:lnTo>
                <a:lnTo>
                  <a:pt x="8300" y="5834"/>
                </a:lnTo>
                <a:lnTo>
                  <a:pt x="7799" y="5834"/>
                </a:lnTo>
                <a:lnTo>
                  <a:pt x="7323" y="5644"/>
                </a:lnTo>
                <a:lnTo>
                  <a:pt x="7121" y="5477"/>
                </a:lnTo>
                <a:lnTo>
                  <a:pt x="6954" y="5275"/>
                </a:lnTo>
                <a:lnTo>
                  <a:pt x="6764" y="4810"/>
                </a:lnTo>
                <a:lnTo>
                  <a:pt x="6764" y="4310"/>
                </a:lnTo>
                <a:lnTo>
                  <a:pt x="6954" y="3834"/>
                </a:lnTo>
                <a:lnTo>
                  <a:pt x="7121" y="3632"/>
                </a:lnTo>
                <a:lnTo>
                  <a:pt x="7323" y="3465"/>
                </a:lnTo>
                <a:lnTo>
                  <a:pt x="7799" y="3274"/>
                </a:lnTo>
                <a:lnTo>
                  <a:pt x="8300" y="3274"/>
                </a:lnTo>
                <a:lnTo>
                  <a:pt x="8776" y="3465"/>
                </a:lnTo>
                <a:lnTo>
                  <a:pt x="8966" y="3632"/>
                </a:lnTo>
                <a:lnTo>
                  <a:pt x="9073" y="3715"/>
                </a:lnTo>
                <a:lnTo>
                  <a:pt x="9324" y="3715"/>
                </a:lnTo>
                <a:lnTo>
                  <a:pt x="9431" y="3632"/>
                </a:lnTo>
                <a:lnTo>
                  <a:pt x="9502" y="3525"/>
                </a:lnTo>
                <a:lnTo>
                  <a:pt x="9502" y="3274"/>
                </a:lnTo>
                <a:lnTo>
                  <a:pt x="9431" y="3167"/>
                </a:lnTo>
                <a:lnTo>
                  <a:pt x="9288" y="3036"/>
                </a:lnTo>
                <a:lnTo>
                  <a:pt x="8966" y="2834"/>
                </a:lnTo>
                <a:lnTo>
                  <a:pt x="8609" y="2691"/>
                </a:lnTo>
                <a:lnTo>
                  <a:pt x="8240" y="2620"/>
                </a:lnTo>
                <a:close/>
                <a:moveTo>
                  <a:pt x="10407" y="643"/>
                </a:moveTo>
                <a:lnTo>
                  <a:pt x="10550" y="655"/>
                </a:lnTo>
                <a:lnTo>
                  <a:pt x="10776" y="750"/>
                </a:lnTo>
                <a:lnTo>
                  <a:pt x="10955" y="929"/>
                </a:lnTo>
                <a:lnTo>
                  <a:pt x="11050" y="1167"/>
                </a:lnTo>
                <a:lnTo>
                  <a:pt x="11062" y="1298"/>
                </a:lnTo>
                <a:lnTo>
                  <a:pt x="11062" y="7811"/>
                </a:lnTo>
                <a:lnTo>
                  <a:pt x="11050" y="7942"/>
                </a:lnTo>
                <a:lnTo>
                  <a:pt x="10955" y="8180"/>
                </a:lnTo>
                <a:lnTo>
                  <a:pt x="10776" y="8359"/>
                </a:lnTo>
                <a:lnTo>
                  <a:pt x="10550" y="8454"/>
                </a:lnTo>
                <a:lnTo>
                  <a:pt x="10407" y="8466"/>
                </a:lnTo>
                <a:lnTo>
                  <a:pt x="1298" y="8466"/>
                </a:lnTo>
                <a:lnTo>
                  <a:pt x="1167" y="8454"/>
                </a:lnTo>
                <a:lnTo>
                  <a:pt x="929" y="8359"/>
                </a:lnTo>
                <a:lnTo>
                  <a:pt x="751" y="8180"/>
                </a:lnTo>
                <a:lnTo>
                  <a:pt x="655" y="7942"/>
                </a:lnTo>
                <a:lnTo>
                  <a:pt x="644" y="7811"/>
                </a:lnTo>
                <a:lnTo>
                  <a:pt x="644" y="1298"/>
                </a:lnTo>
                <a:lnTo>
                  <a:pt x="655" y="1167"/>
                </a:lnTo>
                <a:lnTo>
                  <a:pt x="751" y="929"/>
                </a:lnTo>
                <a:lnTo>
                  <a:pt x="929" y="750"/>
                </a:lnTo>
                <a:lnTo>
                  <a:pt x="1167" y="655"/>
                </a:lnTo>
                <a:lnTo>
                  <a:pt x="1298" y="643"/>
                </a:lnTo>
                <a:close/>
                <a:moveTo>
                  <a:pt x="1298" y="0"/>
                </a:moveTo>
                <a:lnTo>
                  <a:pt x="1036" y="12"/>
                </a:lnTo>
                <a:lnTo>
                  <a:pt x="560" y="214"/>
                </a:lnTo>
                <a:lnTo>
                  <a:pt x="215" y="572"/>
                </a:lnTo>
                <a:lnTo>
                  <a:pt x="12" y="1036"/>
                </a:lnTo>
                <a:lnTo>
                  <a:pt x="1" y="1298"/>
                </a:lnTo>
                <a:lnTo>
                  <a:pt x="1" y="7811"/>
                </a:lnTo>
                <a:lnTo>
                  <a:pt x="12" y="8073"/>
                </a:lnTo>
                <a:lnTo>
                  <a:pt x="215" y="8549"/>
                </a:lnTo>
                <a:lnTo>
                  <a:pt x="560" y="8894"/>
                </a:lnTo>
                <a:lnTo>
                  <a:pt x="1036" y="9097"/>
                </a:lnTo>
                <a:lnTo>
                  <a:pt x="1298" y="9109"/>
                </a:lnTo>
                <a:lnTo>
                  <a:pt x="10419" y="9109"/>
                </a:lnTo>
                <a:lnTo>
                  <a:pt x="10681" y="9097"/>
                </a:lnTo>
                <a:lnTo>
                  <a:pt x="11145" y="8894"/>
                </a:lnTo>
                <a:lnTo>
                  <a:pt x="11502" y="8549"/>
                </a:lnTo>
                <a:lnTo>
                  <a:pt x="11693" y="8073"/>
                </a:lnTo>
                <a:lnTo>
                  <a:pt x="11717" y="7811"/>
                </a:lnTo>
                <a:lnTo>
                  <a:pt x="11717" y="1298"/>
                </a:lnTo>
                <a:lnTo>
                  <a:pt x="11693" y="1036"/>
                </a:lnTo>
                <a:lnTo>
                  <a:pt x="11502" y="572"/>
                </a:lnTo>
                <a:lnTo>
                  <a:pt x="11145" y="214"/>
                </a:lnTo>
                <a:lnTo>
                  <a:pt x="10681" y="12"/>
                </a:lnTo>
                <a:lnTo>
                  <a:pt x="10419"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0" name="Google Shape;3270;p175"/>
          <p:cNvSpPr/>
          <p:nvPr/>
        </p:nvSpPr>
        <p:spPr>
          <a:xfrm>
            <a:off x="2094551" y="2220400"/>
            <a:ext cx="525222" cy="525222"/>
          </a:xfrm>
          <a:custGeom>
            <a:rect b="b" l="l" r="r" t="t"/>
            <a:pathLst>
              <a:path extrusionOk="0" h="10419" w="10419">
                <a:moveTo>
                  <a:pt x="3262" y="4882"/>
                </a:moveTo>
                <a:lnTo>
                  <a:pt x="3131" y="4906"/>
                </a:lnTo>
                <a:lnTo>
                  <a:pt x="2953" y="5084"/>
                </a:lnTo>
                <a:lnTo>
                  <a:pt x="2929" y="5215"/>
                </a:lnTo>
                <a:lnTo>
                  <a:pt x="2953" y="5346"/>
                </a:lnTo>
                <a:lnTo>
                  <a:pt x="3131" y="5513"/>
                </a:lnTo>
                <a:lnTo>
                  <a:pt x="3262" y="5537"/>
                </a:lnTo>
                <a:lnTo>
                  <a:pt x="7168" y="5537"/>
                </a:lnTo>
                <a:lnTo>
                  <a:pt x="7299" y="5513"/>
                </a:lnTo>
                <a:lnTo>
                  <a:pt x="7477" y="5346"/>
                </a:lnTo>
                <a:lnTo>
                  <a:pt x="7489" y="5215"/>
                </a:lnTo>
                <a:lnTo>
                  <a:pt x="7477" y="5084"/>
                </a:lnTo>
                <a:lnTo>
                  <a:pt x="7299" y="4906"/>
                </a:lnTo>
                <a:lnTo>
                  <a:pt x="7168" y="4882"/>
                </a:lnTo>
                <a:close/>
                <a:moveTo>
                  <a:pt x="5215" y="655"/>
                </a:moveTo>
                <a:lnTo>
                  <a:pt x="5680" y="667"/>
                </a:lnTo>
                <a:lnTo>
                  <a:pt x="6573" y="846"/>
                </a:lnTo>
                <a:lnTo>
                  <a:pt x="7394" y="1191"/>
                </a:lnTo>
                <a:lnTo>
                  <a:pt x="8120" y="1691"/>
                </a:lnTo>
                <a:lnTo>
                  <a:pt x="8740" y="2310"/>
                </a:lnTo>
                <a:lnTo>
                  <a:pt x="9228" y="3036"/>
                </a:lnTo>
                <a:lnTo>
                  <a:pt x="9573" y="3846"/>
                </a:lnTo>
                <a:lnTo>
                  <a:pt x="9752" y="4739"/>
                </a:lnTo>
                <a:lnTo>
                  <a:pt x="9775" y="5215"/>
                </a:lnTo>
                <a:lnTo>
                  <a:pt x="9752" y="5680"/>
                </a:lnTo>
                <a:lnTo>
                  <a:pt x="9573" y="6573"/>
                </a:lnTo>
                <a:lnTo>
                  <a:pt x="9228" y="7382"/>
                </a:lnTo>
                <a:lnTo>
                  <a:pt x="8740" y="8109"/>
                </a:lnTo>
                <a:lnTo>
                  <a:pt x="8120" y="8728"/>
                </a:lnTo>
                <a:lnTo>
                  <a:pt x="7394" y="9228"/>
                </a:lnTo>
                <a:lnTo>
                  <a:pt x="6573" y="9573"/>
                </a:lnTo>
                <a:lnTo>
                  <a:pt x="5680" y="9752"/>
                </a:lnTo>
                <a:lnTo>
                  <a:pt x="5215" y="9764"/>
                </a:lnTo>
                <a:lnTo>
                  <a:pt x="4739" y="9752"/>
                </a:lnTo>
                <a:lnTo>
                  <a:pt x="3858" y="9573"/>
                </a:lnTo>
                <a:lnTo>
                  <a:pt x="3036" y="9228"/>
                </a:lnTo>
                <a:lnTo>
                  <a:pt x="2310" y="8728"/>
                </a:lnTo>
                <a:lnTo>
                  <a:pt x="1691" y="8109"/>
                </a:lnTo>
                <a:lnTo>
                  <a:pt x="1203" y="7382"/>
                </a:lnTo>
                <a:lnTo>
                  <a:pt x="857" y="6573"/>
                </a:lnTo>
                <a:lnTo>
                  <a:pt x="667" y="5680"/>
                </a:lnTo>
                <a:lnTo>
                  <a:pt x="655" y="5215"/>
                </a:lnTo>
                <a:lnTo>
                  <a:pt x="667" y="4739"/>
                </a:lnTo>
                <a:lnTo>
                  <a:pt x="857" y="3846"/>
                </a:lnTo>
                <a:lnTo>
                  <a:pt x="1203" y="3036"/>
                </a:lnTo>
                <a:lnTo>
                  <a:pt x="1691" y="2310"/>
                </a:lnTo>
                <a:lnTo>
                  <a:pt x="2310" y="1691"/>
                </a:lnTo>
                <a:lnTo>
                  <a:pt x="3036" y="1191"/>
                </a:lnTo>
                <a:lnTo>
                  <a:pt x="3858" y="846"/>
                </a:lnTo>
                <a:lnTo>
                  <a:pt x="4739" y="667"/>
                </a:lnTo>
                <a:lnTo>
                  <a:pt x="5215" y="655"/>
                </a:lnTo>
                <a:close/>
                <a:moveTo>
                  <a:pt x="5215" y="0"/>
                </a:moveTo>
                <a:lnTo>
                  <a:pt x="4679" y="24"/>
                </a:lnTo>
                <a:lnTo>
                  <a:pt x="3655" y="226"/>
                </a:lnTo>
                <a:lnTo>
                  <a:pt x="2727" y="619"/>
                </a:lnTo>
                <a:lnTo>
                  <a:pt x="1893" y="1179"/>
                </a:lnTo>
                <a:lnTo>
                  <a:pt x="1191" y="1893"/>
                </a:lnTo>
                <a:lnTo>
                  <a:pt x="619" y="2727"/>
                </a:lnTo>
                <a:lnTo>
                  <a:pt x="226" y="3656"/>
                </a:lnTo>
                <a:lnTo>
                  <a:pt x="24" y="4680"/>
                </a:lnTo>
                <a:lnTo>
                  <a:pt x="0" y="5215"/>
                </a:lnTo>
                <a:lnTo>
                  <a:pt x="24" y="5739"/>
                </a:lnTo>
                <a:lnTo>
                  <a:pt x="226" y="6763"/>
                </a:lnTo>
                <a:lnTo>
                  <a:pt x="619" y="7692"/>
                </a:lnTo>
                <a:lnTo>
                  <a:pt x="1191" y="8525"/>
                </a:lnTo>
                <a:lnTo>
                  <a:pt x="1893" y="9240"/>
                </a:lnTo>
                <a:lnTo>
                  <a:pt x="2727" y="9800"/>
                </a:lnTo>
                <a:lnTo>
                  <a:pt x="3655" y="10192"/>
                </a:lnTo>
                <a:lnTo>
                  <a:pt x="4679" y="10395"/>
                </a:lnTo>
                <a:lnTo>
                  <a:pt x="5215" y="10419"/>
                </a:lnTo>
                <a:lnTo>
                  <a:pt x="5751" y="10395"/>
                </a:lnTo>
                <a:lnTo>
                  <a:pt x="6763" y="10192"/>
                </a:lnTo>
                <a:lnTo>
                  <a:pt x="7704" y="9800"/>
                </a:lnTo>
                <a:lnTo>
                  <a:pt x="8525" y="9240"/>
                </a:lnTo>
                <a:lnTo>
                  <a:pt x="9240" y="8525"/>
                </a:lnTo>
                <a:lnTo>
                  <a:pt x="9799" y="7692"/>
                </a:lnTo>
                <a:lnTo>
                  <a:pt x="10192" y="6763"/>
                </a:lnTo>
                <a:lnTo>
                  <a:pt x="10407" y="5739"/>
                </a:lnTo>
                <a:lnTo>
                  <a:pt x="10418" y="5215"/>
                </a:lnTo>
                <a:lnTo>
                  <a:pt x="10407" y="4680"/>
                </a:lnTo>
                <a:lnTo>
                  <a:pt x="10192" y="3656"/>
                </a:lnTo>
                <a:lnTo>
                  <a:pt x="9799" y="2727"/>
                </a:lnTo>
                <a:lnTo>
                  <a:pt x="9240" y="1893"/>
                </a:lnTo>
                <a:lnTo>
                  <a:pt x="8525" y="1179"/>
                </a:lnTo>
                <a:lnTo>
                  <a:pt x="7704" y="619"/>
                </a:lnTo>
                <a:lnTo>
                  <a:pt x="6763" y="226"/>
                </a:lnTo>
                <a:lnTo>
                  <a:pt x="5751" y="24"/>
                </a:lnTo>
                <a:lnTo>
                  <a:pt x="5215"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1" name="Google Shape;3271;p175"/>
          <p:cNvSpPr/>
          <p:nvPr/>
        </p:nvSpPr>
        <p:spPr>
          <a:xfrm>
            <a:off x="3035045" y="2220400"/>
            <a:ext cx="656691" cy="525222"/>
          </a:xfrm>
          <a:custGeom>
            <a:rect b="b" l="l" r="r" t="t"/>
            <a:pathLst>
              <a:path extrusionOk="0" h="10419" w="13027">
                <a:moveTo>
                  <a:pt x="7812" y="1953"/>
                </a:moveTo>
                <a:lnTo>
                  <a:pt x="7812" y="2608"/>
                </a:lnTo>
                <a:lnTo>
                  <a:pt x="7157" y="2608"/>
                </a:lnTo>
                <a:lnTo>
                  <a:pt x="7157" y="1953"/>
                </a:lnTo>
                <a:close/>
                <a:moveTo>
                  <a:pt x="7002" y="1298"/>
                </a:moveTo>
                <a:lnTo>
                  <a:pt x="6895" y="1310"/>
                </a:lnTo>
                <a:lnTo>
                  <a:pt x="6728" y="1381"/>
                </a:lnTo>
                <a:lnTo>
                  <a:pt x="6585" y="1512"/>
                </a:lnTo>
                <a:lnTo>
                  <a:pt x="6514" y="1691"/>
                </a:lnTo>
                <a:lnTo>
                  <a:pt x="6514" y="1786"/>
                </a:lnTo>
                <a:lnTo>
                  <a:pt x="6514" y="2763"/>
                </a:lnTo>
                <a:lnTo>
                  <a:pt x="6514" y="2870"/>
                </a:lnTo>
                <a:lnTo>
                  <a:pt x="6585" y="3036"/>
                </a:lnTo>
                <a:lnTo>
                  <a:pt x="6728" y="3167"/>
                </a:lnTo>
                <a:lnTo>
                  <a:pt x="6895" y="3251"/>
                </a:lnTo>
                <a:lnTo>
                  <a:pt x="8074" y="3251"/>
                </a:lnTo>
                <a:lnTo>
                  <a:pt x="8252" y="3167"/>
                </a:lnTo>
                <a:lnTo>
                  <a:pt x="8383" y="3036"/>
                </a:lnTo>
                <a:lnTo>
                  <a:pt x="8455" y="2870"/>
                </a:lnTo>
                <a:lnTo>
                  <a:pt x="8467" y="2763"/>
                </a:lnTo>
                <a:lnTo>
                  <a:pt x="8467" y="1786"/>
                </a:lnTo>
                <a:lnTo>
                  <a:pt x="8455" y="1691"/>
                </a:lnTo>
                <a:lnTo>
                  <a:pt x="8383" y="1512"/>
                </a:lnTo>
                <a:lnTo>
                  <a:pt x="8252" y="1381"/>
                </a:lnTo>
                <a:lnTo>
                  <a:pt x="8074" y="1310"/>
                </a:lnTo>
                <a:lnTo>
                  <a:pt x="7978" y="1298"/>
                </a:lnTo>
                <a:close/>
                <a:moveTo>
                  <a:pt x="2608" y="3251"/>
                </a:moveTo>
                <a:lnTo>
                  <a:pt x="2608" y="3906"/>
                </a:lnTo>
                <a:lnTo>
                  <a:pt x="1954" y="3906"/>
                </a:lnTo>
                <a:lnTo>
                  <a:pt x="1954" y="3251"/>
                </a:lnTo>
                <a:close/>
                <a:moveTo>
                  <a:pt x="1692" y="2608"/>
                </a:moveTo>
                <a:lnTo>
                  <a:pt x="1513" y="2691"/>
                </a:lnTo>
                <a:lnTo>
                  <a:pt x="1382" y="2822"/>
                </a:lnTo>
                <a:lnTo>
                  <a:pt x="1311" y="2989"/>
                </a:lnTo>
                <a:lnTo>
                  <a:pt x="1299" y="3096"/>
                </a:lnTo>
                <a:lnTo>
                  <a:pt x="1299" y="4072"/>
                </a:lnTo>
                <a:lnTo>
                  <a:pt x="1311" y="4168"/>
                </a:lnTo>
                <a:lnTo>
                  <a:pt x="1382" y="4346"/>
                </a:lnTo>
                <a:lnTo>
                  <a:pt x="1513" y="4477"/>
                </a:lnTo>
                <a:lnTo>
                  <a:pt x="1692" y="4549"/>
                </a:lnTo>
                <a:lnTo>
                  <a:pt x="1787" y="4561"/>
                </a:lnTo>
                <a:lnTo>
                  <a:pt x="2763" y="4561"/>
                </a:lnTo>
                <a:lnTo>
                  <a:pt x="2870" y="4549"/>
                </a:lnTo>
                <a:lnTo>
                  <a:pt x="3037" y="4477"/>
                </a:lnTo>
                <a:lnTo>
                  <a:pt x="3168" y="4346"/>
                </a:lnTo>
                <a:lnTo>
                  <a:pt x="3251" y="4168"/>
                </a:lnTo>
                <a:lnTo>
                  <a:pt x="3251" y="4072"/>
                </a:lnTo>
                <a:lnTo>
                  <a:pt x="3251" y="3096"/>
                </a:lnTo>
                <a:lnTo>
                  <a:pt x="3251" y="2989"/>
                </a:lnTo>
                <a:lnTo>
                  <a:pt x="3168" y="2822"/>
                </a:lnTo>
                <a:lnTo>
                  <a:pt x="3037" y="2691"/>
                </a:lnTo>
                <a:lnTo>
                  <a:pt x="2870" y="2608"/>
                </a:lnTo>
                <a:close/>
                <a:moveTo>
                  <a:pt x="7812" y="4561"/>
                </a:moveTo>
                <a:lnTo>
                  <a:pt x="7812" y="5204"/>
                </a:lnTo>
                <a:lnTo>
                  <a:pt x="7157" y="5204"/>
                </a:lnTo>
                <a:lnTo>
                  <a:pt x="7157" y="4561"/>
                </a:lnTo>
                <a:close/>
                <a:moveTo>
                  <a:pt x="7002" y="3906"/>
                </a:moveTo>
                <a:lnTo>
                  <a:pt x="6895" y="3918"/>
                </a:lnTo>
                <a:lnTo>
                  <a:pt x="6728" y="3989"/>
                </a:lnTo>
                <a:lnTo>
                  <a:pt x="6585" y="4120"/>
                </a:lnTo>
                <a:lnTo>
                  <a:pt x="6514" y="4299"/>
                </a:lnTo>
                <a:lnTo>
                  <a:pt x="6514" y="4394"/>
                </a:lnTo>
                <a:lnTo>
                  <a:pt x="6514" y="5370"/>
                </a:lnTo>
                <a:lnTo>
                  <a:pt x="6514" y="5465"/>
                </a:lnTo>
                <a:lnTo>
                  <a:pt x="6585" y="5644"/>
                </a:lnTo>
                <a:lnTo>
                  <a:pt x="6728" y="5775"/>
                </a:lnTo>
                <a:lnTo>
                  <a:pt x="6895" y="5846"/>
                </a:lnTo>
                <a:lnTo>
                  <a:pt x="7002" y="5858"/>
                </a:lnTo>
                <a:lnTo>
                  <a:pt x="7978" y="5858"/>
                </a:lnTo>
                <a:lnTo>
                  <a:pt x="8074" y="5846"/>
                </a:lnTo>
                <a:lnTo>
                  <a:pt x="8252" y="5775"/>
                </a:lnTo>
                <a:lnTo>
                  <a:pt x="8383" y="5644"/>
                </a:lnTo>
                <a:lnTo>
                  <a:pt x="8455" y="5465"/>
                </a:lnTo>
                <a:lnTo>
                  <a:pt x="8467" y="5370"/>
                </a:lnTo>
                <a:lnTo>
                  <a:pt x="8467" y="4394"/>
                </a:lnTo>
                <a:lnTo>
                  <a:pt x="8455" y="4299"/>
                </a:lnTo>
                <a:lnTo>
                  <a:pt x="8383" y="4120"/>
                </a:lnTo>
                <a:lnTo>
                  <a:pt x="8252" y="3989"/>
                </a:lnTo>
                <a:lnTo>
                  <a:pt x="8074" y="3918"/>
                </a:lnTo>
                <a:lnTo>
                  <a:pt x="7978" y="3906"/>
                </a:lnTo>
                <a:close/>
                <a:moveTo>
                  <a:pt x="11062" y="5204"/>
                </a:moveTo>
                <a:lnTo>
                  <a:pt x="11062" y="5858"/>
                </a:lnTo>
                <a:lnTo>
                  <a:pt x="10419" y="5858"/>
                </a:lnTo>
                <a:lnTo>
                  <a:pt x="10419" y="5204"/>
                </a:lnTo>
                <a:close/>
                <a:moveTo>
                  <a:pt x="2608" y="5858"/>
                </a:moveTo>
                <a:lnTo>
                  <a:pt x="2608" y="6513"/>
                </a:lnTo>
                <a:lnTo>
                  <a:pt x="1954" y="6513"/>
                </a:lnTo>
                <a:lnTo>
                  <a:pt x="1954" y="5858"/>
                </a:lnTo>
                <a:close/>
                <a:moveTo>
                  <a:pt x="10157" y="4561"/>
                </a:moveTo>
                <a:lnTo>
                  <a:pt x="9979" y="4644"/>
                </a:lnTo>
                <a:lnTo>
                  <a:pt x="9848" y="4775"/>
                </a:lnTo>
                <a:lnTo>
                  <a:pt x="9776" y="4942"/>
                </a:lnTo>
                <a:lnTo>
                  <a:pt x="9764" y="5049"/>
                </a:lnTo>
                <a:lnTo>
                  <a:pt x="9764" y="6025"/>
                </a:lnTo>
                <a:lnTo>
                  <a:pt x="9776" y="6120"/>
                </a:lnTo>
                <a:lnTo>
                  <a:pt x="9848" y="6299"/>
                </a:lnTo>
                <a:lnTo>
                  <a:pt x="9979" y="6430"/>
                </a:lnTo>
                <a:lnTo>
                  <a:pt x="10157" y="6501"/>
                </a:lnTo>
                <a:lnTo>
                  <a:pt x="10253" y="6513"/>
                </a:lnTo>
                <a:lnTo>
                  <a:pt x="11229" y="6513"/>
                </a:lnTo>
                <a:lnTo>
                  <a:pt x="11324" y="6501"/>
                </a:lnTo>
                <a:lnTo>
                  <a:pt x="11503" y="6430"/>
                </a:lnTo>
                <a:lnTo>
                  <a:pt x="11634" y="6299"/>
                </a:lnTo>
                <a:lnTo>
                  <a:pt x="11705" y="6120"/>
                </a:lnTo>
                <a:lnTo>
                  <a:pt x="11717" y="6025"/>
                </a:lnTo>
                <a:lnTo>
                  <a:pt x="11717" y="5049"/>
                </a:lnTo>
                <a:lnTo>
                  <a:pt x="11705" y="4942"/>
                </a:lnTo>
                <a:lnTo>
                  <a:pt x="11634" y="4775"/>
                </a:lnTo>
                <a:lnTo>
                  <a:pt x="11503" y="4644"/>
                </a:lnTo>
                <a:lnTo>
                  <a:pt x="11324" y="4561"/>
                </a:lnTo>
                <a:close/>
                <a:moveTo>
                  <a:pt x="1692" y="5215"/>
                </a:moveTo>
                <a:lnTo>
                  <a:pt x="1513" y="5287"/>
                </a:lnTo>
                <a:lnTo>
                  <a:pt x="1382" y="5418"/>
                </a:lnTo>
                <a:lnTo>
                  <a:pt x="1311" y="5596"/>
                </a:lnTo>
                <a:lnTo>
                  <a:pt x="1299" y="5704"/>
                </a:lnTo>
                <a:lnTo>
                  <a:pt x="1299" y="6680"/>
                </a:lnTo>
                <a:lnTo>
                  <a:pt x="1311" y="6775"/>
                </a:lnTo>
                <a:lnTo>
                  <a:pt x="1382" y="6954"/>
                </a:lnTo>
                <a:lnTo>
                  <a:pt x="1513" y="7085"/>
                </a:lnTo>
                <a:lnTo>
                  <a:pt x="1692" y="7156"/>
                </a:lnTo>
                <a:lnTo>
                  <a:pt x="1787" y="7168"/>
                </a:lnTo>
                <a:lnTo>
                  <a:pt x="2763" y="7168"/>
                </a:lnTo>
                <a:lnTo>
                  <a:pt x="2870" y="7156"/>
                </a:lnTo>
                <a:lnTo>
                  <a:pt x="3037" y="7085"/>
                </a:lnTo>
                <a:lnTo>
                  <a:pt x="3168" y="6954"/>
                </a:lnTo>
                <a:lnTo>
                  <a:pt x="3251" y="6775"/>
                </a:lnTo>
                <a:lnTo>
                  <a:pt x="3251" y="6680"/>
                </a:lnTo>
                <a:lnTo>
                  <a:pt x="3251" y="5704"/>
                </a:lnTo>
                <a:lnTo>
                  <a:pt x="3251" y="5596"/>
                </a:lnTo>
                <a:lnTo>
                  <a:pt x="3168" y="5418"/>
                </a:lnTo>
                <a:lnTo>
                  <a:pt x="3037" y="5287"/>
                </a:lnTo>
                <a:lnTo>
                  <a:pt x="2870" y="5215"/>
                </a:lnTo>
                <a:close/>
                <a:moveTo>
                  <a:pt x="7812" y="7156"/>
                </a:moveTo>
                <a:lnTo>
                  <a:pt x="7812" y="7811"/>
                </a:lnTo>
                <a:lnTo>
                  <a:pt x="7157" y="7811"/>
                </a:lnTo>
                <a:lnTo>
                  <a:pt x="7157" y="7156"/>
                </a:lnTo>
                <a:close/>
                <a:moveTo>
                  <a:pt x="6895" y="6513"/>
                </a:moveTo>
                <a:lnTo>
                  <a:pt x="6728" y="6597"/>
                </a:lnTo>
                <a:lnTo>
                  <a:pt x="6585" y="6728"/>
                </a:lnTo>
                <a:lnTo>
                  <a:pt x="6514" y="6894"/>
                </a:lnTo>
                <a:lnTo>
                  <a:pt x="6514" y="7001"/>
                </a:lnTo>
                <a:lnTo>
                  <a:pt x="6514" y="7978"/>
                </a:lnTo>
                <a:lnTo>
                  <a:pt x="6514" y="8073"/>
                </a:lnTo>
                <a:lnTo>
                  <a:pt x="6585" y="8252"/>
                </a:lnTo>
                <a:lnTo>
                  <a:pt x="6728" y="8383"/>
                </a:lnTo>
                <a:lnTo>
                  <a:pt x="6895" y="8454"/>
                </a:lnTo>
                <a:lnTo>
                  <a:pt x="7002" y="8466"/>
                </a:lnTo>
                <a:lnTo>
                  <a:pt x="7978" y="8466"/>
                </a:lnTo>
                <a:lnTo>
                  <a:pt x="8074" y="8454"/>
                </a:lnTo>
                <a:lnTo>
                  <a:pt x="8252" y="8383"/>
                </a:lnTo>
                <a:lnTo>
                  <a:pt x="8383" y="8252"/>
                </a:lnTo>
                <a:lnTo>
                  <a:pt x="8455" y="8073"/>
                </a:lnTo>
                <a:lnTo>
                  <a:pt x="8467" y="7978"/>
                </a:lnTo>
                <a:lnTo>
                  <a:pt x="8467" y="7001"/>
                </a:lnTo>
                <a:lnTo>
                  <a:pt x="8455" y="6894"/>
                </a:lnTo>
                <a:lnTo>
                  <a:pt x="8383" y="6728"/>
                </a:lnTo>
                <a:lnTo>
                  <a:pt x="8252" y="6597"/>
                </a:lnTo>
                <a:lnTo>
                  <a:pt x="8074" y="6513"/>
                </a:lnTo>
                <a:close/>
                <a:moveTo>
                  <a:pt x="11062" y="7811"/>
                </a:moveTo>
                <a:lnTo>
                  <a:pt x="11062" y="8466"/>
                </a:lnTo>
                <a:lnTo>
                  <a:pt x="10419" y="8466"/>
                </a:lnTo>
                <a:lnTo>
                  <a:pt x="10419" y="7811"/>
                </a:lnTo>
                <a:close/>
                <a:moveTo>
                  <a:pt x="10157" y="7168"/>
                </a:moveTo>
                <a:lnTo>
                  <a:pt x="9979" y="7240"/>
                </a:lnTo>
                <a:lnTo>
                  <a:pt x="9848" y="7371"/>
                </a:lnTo>
                <a:lnTo>
                  <a:pt x="9776" y="7549"/>
                </a:lnTo>
                <a:lnTo>
                  <a:pt x="9764" y="7656"/>
                </a:lnTo>
                <a:lnTo>
                  <a:pt x="9764" y="8633"/>
                </a:lnTo>
                <a:lnTo>
                  <a:pt x="9776" y="8728"/>
                </a:lnTo>
                <a:lnTo>
                  <a:pt x="9848" y="8906"/>
                </a:lnTo>
                <a:lnTo>
                  <a:pt x="9979" y="9037"/>
                </a:lnTo>
                <a:lnTo>
                  <a:pt x="10157" y="9109"/>
                </a:lnTo>
                <a:lnTo>
                  <a:pt x="10253" y="9121"/>
                </a:lnTo>
                <a:lnTo>
                  <a:pt x="11229" y="9121"/>
                </a:lnTo>
                <a:lnTo>
                  <a:pt x="11324" y="9109"/>
                </a:lnTo>
                <a:lnTo>
                  <a:pt x="11503" y="9037"/>
                </a:lnTo>
                <a:lnTo>
                  <a:pt x="11634" y="8906"/>
                </a:lnTo>
                <a:lnTo>
                  <a:pt x="11705" y="8728"/>
                </a:lnTo>
                <a:lnTo>
                  <a:pt x="11717" y="8633"/>
                </a:lnTo>
                <a:lnTo>
                  <a:pt x="11717" y="7656"/>
                </a:lnTo>
                <a:lnTo>
                  <a:pt x="11705" y="7549"/>
                </a:lnTo>
                <a:lnTo>
                  <a:pt x="11634" y="7371"/>
                </a:lnTo>
                <a:lnTo>
                  <a:pt x="11503" y="7240"/>
                </a:lnTo>
                <a:lnTo>
                  <a:pt x="11324" y="7168"/>
                </a:lnTo>
                <a:close/>
                <a:moveTo>
                  <a:pt x="9241" y="655"/>
                </a:moveTo>
                <a:lnTo>
                  <a:pt x="9479" y="762"/>
                </a:lnTo>
                <a:lnTo>
                  <a:pt x="9657" y="929"/>
                </a:lnTo>
                <a:lnTo>
                  <a:pt x="9753" y="1167"/>
                </a:lnTo>
                <a:lnTo>
                  <a:pt x="9764" y="1298"/>
                </a:lnTo>
                <a:lnTo>
                  <a:pt x="9764" y="3906"/>
                </a:lnTo>
                <a:lnTo>
                  <a:pt x="11717" y="3906"/>
                </a:lnTo>
                <a:lnTo>
                  <a:pt x="11848" y="3918"/>
                </a:lnTo>
                <a:lnTo>
                  <a:pt x="12086" y="4013"/>
                </a:lnTo>
                <a:lnTo>
                  <a:pt x="12265" y="4191"/>
                </a:lnTo>
                <a:lnTo>
                  <a:pt x="12360" y="4430"/>
                </a:lnTo>
                <a:lnTo>
                  <a:pt x="12372" y="4561"/>
                </a:lnTo>
                <a:lnTo>
                  <a:pt x="12372" y="9121"/>
                </a:lnTo>
                <a:lnTo>
                  <a:pt x="12360" y="9252"/>
                </a:lnTo>
                <a:lnTo>
                  <a:pt x="12265" y="9478"/>
                </a:lnTo>
                <a:lnTo>
                  <a:pt x="12086" y="9657"/>
                </a:lnTo>
                <a:lnTo>
                  <a:pt x="11848" y="9752"/>
                </a:lnTo>
                <a:lnTo>
                  <a:pt x="11717" y="9764"/>
                </a:lnTo>
                <a:lnTo>
                  <a:pt x="5859" y="9764"/>
                </a:lnTo>
                <a:lnTo>
                  <a:pt x="5728" y="9752"/>
                </a:lnTo>
                <a:lnTo>
                  <a:pt x="5490" y="9657"/>
                </a:lnTo>
                <a:lnTo>
                  <a:pt x="5311" y="9478"/>
                </a:lnTo>
                <a:lnTo>
                  <a:pt x="5216" y="9252"/>
                </a:lnTo>
                <a:lnTo>
                  <a:pt x="5204" y="9121"/>
                </a:lnTo>
                <a:lnTo>
                  <a:pt x="5204" y="1298"/>
                </a:lnTo>
                <a:lnTo>
                  <a:pt x="5216" y="1167"/>
                </a:lnTo>
                <a:lnTo>
                  <a:pt x="5311" y="929"/>
                </a:lnTo>
                <a:lnTo>
                  <a:pt x="5490" y="762"/>
                </a:lnTo>
                <a:lnTo>
                  <a:pt x="5728" y="655"/>
                </a:lnTo>
                <a:close/>
                <a:moveTo>
                  <a:pt x="1632" y="0"/>
                </a:moveTo>
                <a:lnTo>
                  <a:pt x="1501" y="24"/>
                </a:lnTo>
                <a:lnTo>
                  <a:pt x="1323" y="203"/>
                </a:lnTo>
                <a:lnTo>
                  <a:pt x="1299" y="334"/>
                </a:lnTo>
                <a:lnTo>
                  <a:pt x="1299" y="1310"/>
                </a:lnTo>
                <a:lnTo>
                  <a:pt x="1037" y="1322"/>
                </a:lnTo>
                <a:lnTo>
                  <a:pt x="572" y="1524"/>
                </a:lnTo>
                <a:lnTo>
                  <a:pt x="215" y="1870"/>
                </a:lnTo>
                <a:lnTo>
                  <a:pt x="13" y="2346"/>
                </a:lnTo>
                <a:lnTo>
                  <a:pt x="1" y="2608"/>
                </a:lnTo>
                <a:lnTo>
                  <a:pt x="1" y="9121"/>
                </a:lnTo>
                <a:lnTo>
                  <a:pt x="13" y="9383"/>
                </a:lnTo>
                <a:lnTo>
                  <a:pt x="215" y="9847"/>
                </a:lnTo>
                <a:lnTo>
                  <a:pt x="572" y="10204"/>
                </a:lnTo>
                <a:lnTo>
                  <a:pt x="1037" y="10407"/>
                </a:lnTo>
                <a:lnTo>
                  <a:pt x="1299" y="10419"/>
                </a:lnTo>
                <a:lnTo>
                  <a:pt x="3906" y="10419"/>
                </a:lnTo>
                <a:lnTo>
                  <a:pt x="4037" y="10407"/>
                </a:lnTo>
                <a:lnTo>
                  <a:pt x="4216" y="10228"/>
                </a:lnTo>
                <a:lnTo>
                  <a:pt x="4228" y="10097"/>
                </a:lnTo>
                <a:lnTo>
                  <a:pt x="4216" y="9966"/>
                </a:lnTo>
                <a:lnTo>
                  <a:pt x="4037" y="9788"/>
                </a:lnTo>
                <a:lnTo>
                  <a:pt x="3906" y="9776"/>
                </a:lnTo>
                <a:lnTo>
                  <a:pt x="1299" y="9776"/>
                </a:lnTo>
                <a:lnTo>
                  <a:pt x="1168" y="9764"/>
                </a:lnTo>
                <a:lnTo>
                  <a:pt x="930" y="9657"/>
                </a:lnTo>
                <a:lnTo>
                  <a:pt x="763" y="9490"/>
                </a:lnTo>
                <a:lnTo>
                  <a:pt x="656" y="9252"/>
                </a:lnTo>
                <a:lnTo>
                  <a:pt x="656" y="9121"/>
                </a:lnTo>
                <a:lnTo>
                  <a:pt x="656" y="2608"/>
                </a:lnTo>
                <a:lnTo>
                  <a:pt x="656" y="2477"/>
                </a:lnTo>
                <a:lnTo>
                  <a:pt x="763" y="2239"/>
                </a:lnTo>
                <a:lnTo>
                  <a:pt x="930" y="2060"/>
                </a:lnTo>
                <a:lnTo>
                  <a:pt x="1168" y="1965"/>
                </a:lnTo>
                <a:lnTo>
                  <a:pt x="1299" y="1953"/>
                </a:lnTo>
                <a:lnTo>
                  <a:pt x="3585" y="1953"/>
                </a:lnTo>
                <a:lnTo>
                  <a:pt x="3716" y="1941"/>
                </a:lnTo>
                <a:lnTo>
                  <a:pt x="3882" y="1762"/>
                </a:lnTo>
                <a:lnTo>
                  <a:pt x="3906" y="1631"/>
                </a:lnTo>
                <a:lnTo>
                  <a:pt x="3906" y="322"/>
                </a:lnTo>
                <a:lnTo>
                  <a:pt x="3882" y="191"/>
                </a:lnTo>
                <a:lnTo>
                  <a:pt x="3716" y="24"/>
                </a:lnTo>
                <a:lnTo>
                  <a:pt x="3585" y="0"/>
                </a:lnTo>
                <a:lnTo>
                  <a:pt x="3454" y="24"/>
                </a:lnTo>
                <a:lnTo>
                  <a:pt x="3275" y="191"/>
                </a:lnTo>
                <a:lnTo>
                  <a:pt x="3251" y="322"/>
                </a:lnTo>
                <a:lnTo>
                  <a:pt x="3251" y="1298"/>
                </a:lnTo>
                <a:lnTo>
                  <a:pt x="1954" y="1298"/>
                </a:lnTo>
                <a:lnTo>
                  <a:pt x="1954" y="334"/>
                </a:lnTo>
                <a:lnTo>
                  <a:pt x="1930" y="203"/>
                </a:lnTo>
                <a:lnTo>
                  <a:pt x="1763" y="24"/>
                </a:lnTo>
                <a:lnTo>
                  <a:pt x="1632" y="0"/>
                </a:lnTo>
                <a:close/>
                <a:moveTo>
                  <a:pt x="5859" y="0"/>
                </a:moveTo>
                <a:lnTo>
                  <a:pt x="5597" y="12"/>
                </a:lnTo>
                <a:lnTo>
                  <a:pt x="5121" y="215"/>
                </a:lnTo>
                <a:lnTo>
                  <a:pt x="4775" y="572"/>
                </a:lnTo>
                <a:lnTo>
                  <a:pt x="4573" y="1036"/>
                </a:lnTo>
                <a:lnTo>
                  <a:pt x="4561" y="1298"/>
                </a:lnTo>
                <a:lnTo>
                  <a:pt x="4561" y="9109"/>
                </a:lnTo>
                <a:lnTo>
                  <a:pt x="4573" y="9383"/>
                </a:lnTo>
                <a:lnTo>
                  <a:pt x="4775" y="9847"/>
                </a:lnTo>
                <a:lnTo>
                  <a:pt x="5121" y="10204"/>
                </a:lnTo>
                <a:lnTo>
                  <a:pt x="5597" y="10395"/>
                </a:lnTo>
                <a:lnTo>
                  <a:pt x="5859" y="10419"/>
                </a:lnTo>
                <a:lnTo>
                  <a:pt x="11717" y="10419"/>
                </a:lnTo>
                <a:lnTo>
                  <a:pt x="11979" y="10395"/>
                </a:lnTo>
                <a:lnTo>
                  <a:pt x="12455" y="10204"/>
                </a:lnTo>
                <a:lnTo>
                  <a:pt x="12801" y="9847"/>
                </a:lnTo>
                <a:lnTo>
                  <a:pt x="13003" y="9383"/>
                </a:lnTo>
                <a:lnTo>
                  <a:pt x="13027" y="9109"/>
                </a:lnTo>
                <a:lnTo>
                  <a:pt x="13027" y="4561"/>
                </a:lnTo>
                <a:lnTo>
                  <a:pt x="13003" y="4287"/>
                </a:lnTo>
                <a:lnTo>
                  <a:pt x="12801" y="3822"/>
                </a:lnTo>
                <a:lnTo>
                  <a:pt x="12455" y="3465"/>
                </a:lnTo>
                <a:lnTo>
                  <a:pt x="11979" y="3275"/>
                </a:lnTo>
                <a:lnTo>
                  <a:pt x="11717" y="3251"/>
                </a:lnTo>
                <a:lnTo>
                  <a:pt x="10419" y="3251"/>
                </a:lnTo>
                <a:lnTo>
                  <a:pt x="10419" y="1298"/>
                </a:lnTo>
                <a:lnTo>
                  <a:pt x="10395" y="1036"/>
                </a:lnTo>
                <a:lnTo>
                  <a:pt x="10205" y="572"/>
                </a:lnTo>
                <a:lnTo>
                  <a:pt x="9848" y="215"/>
                </a:lnTo>
                <a:lnTo>
                  <a:pt x="9383" y="12"/>
                </a:lnTo>
                <a:lnTo>
                  <a:pt x="9110"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2" name="Google Shape;3272;p175"/>
          <p:cNvSpPr/>
          <p:nvPr/>
        </p:nvSpPr>
        <p:spPr>
          <a:xfrm>
            <a:off x="4106452" y="2253418"/>
            <a:ext cx="525222" cy="459185"/>
          </a:xfrm>
          <a:custGeom>
            <a:rect b="b" l="l" r="r" t="t"/>
            <a:pathLst>
              <a:path extrusionOk="0" h="9109" w="10419">
                <a:moveTo>
                  <a:pt x="2632" y="655"/>
                </a:moveTo>
                <a:lnTo>
                  <a:pt x="679" y="2608"/>
                </a:lnTo>
                <a:lnTo>
                  <a:pt x="655" y="2608"/>
                </a:lnTo>
                <a:lnTo>
                  <a:pt x="655" y="1298"/>
                </a:lnTo>
                <a:lnTo>
                  <a:pt x="667" y="1167"/>
                </a:lnTo>
                <a:lnTo>
                  <a:pt x="762" y="929"/>
                </a:lnTo>
                <a:lnTo>
                  <a:pt x="941" y="762"/>
                </a:lnTo>
                <a:lnTo>
                  <a:pt x="1179" y="655"/>
                </a:lnTo>
                <a:close/>
                <a:moveTo>
                  <a:pt x="5728" y="655"/>
                </a:moveTo>
                <a:lnTo>
                  <a:pt x="3775" y="2608"/>
                </a:lnTo>
                <a:lnTo>
                  <a:pt x="1608" y="2608"/>
                </a:lnTo>
                <a:lnTo>
                  <a:pt x="3561" y="655"/>
                </a:lnTo>
                <a:close/>
                <a:moveTo>
                  <a:pt x="8823" y="655"/>
                </a:moveTo>
                <a:lnTo>
                  <a:pt x="6871" y="2608"/>
                </a:lnTo>
                <a:lnTo>
                  <a:pt x="4692" y="2608"/>
                </a:lnTo>
                <a:lnTo>
                  <a:pt x="6644" y="655"/>
                </a:lnTo>
                <a:close/>
                <a:moveTo>
                  <a:pt x="9562" y="834"/>
                </a:moveTo>
                <a:lnTo>
                  <a:pt x="9657" y="929"/>
                </a:lnTo>
                <a:lnTo>
                  <a:pt x="9764" y="1167"/>
                </a:lnTo>
                <a:lnTo>
                  <a:pt x="9776" y="1298"/>
                </a:lnTo>
                <a:lnTo>
                  <a:pt x="9776" y="2608"/>
                </a:lnTo>
                <a:lnTo>
                  <a:pt x="7787" y="2608"/>
                </a:lnTo>
                <a:lnTo>
                  <a:pt x="9562" y="834"/>
                </a:lnTo>
                <a:close/>
                <a:moveTo>
                  <a:pt x="9776" y="3251"/>
                </a:moveTo>
                <a:lnTo>
                  <a:pt x="9776" y="7811"/>
                </a:lnTo>
                <a:lnTo>
                  <a:pt x="9764" y="7942"/>
                </a:lnTo>
                <a:lnTo>
                  <a:pt x="9669" y="8180"/>
                </a:lnTo>
                <a:lnTo>
                  <a:pt x="9490" y="8359"/>
                </a:lnTo>
                <a:lnTo>
                  <a:pt x="9252" y="8454"/>
                </a:lnTo>
                <a:lnTo>
                  <a:pt x="9121" y="8466"/>
                </a:lnTo>
                <a:lnTo>
                  <a:pt x="1310" y="8466"/>
                </a:lnTo>
                <a:lnTo>
                  <a:pt x="1179" y="8454"/>
                </a:lnTo>
                <a:lnTo>
                  <a:pt x="941" y="8359"/>
                </a:lnTo>
                <a:lnTo>
                  <a:pt x="762" y="8180"/>
                </a:lnTo>
                <a:lnTo>
                  <a:pt x="667" y="7942"/>
                </a:lnTo>
                <a:lnTo>
                  <a:pt x="655" y="7811"/>
                </a:lnTo>
                <a:lnTo>
                  <a:pt x="655" y="3251"/>
                </a:lnTo>
                <a:close/>
                <a:moveTo>
                  <a:pt x="1310" y="0"/>
                </a:moveTo>
                <a:lnTo>
                  <a:pt x="1036" y="12"/>
                </a:lnTo>
                <a:lnTo>
                  <a:pt x="572" y="214"/>
                </a:lnTo>
                <a:lnTo>
                  <a:pt x="215" y="572"/>
                </a:lnTo>
                <a:lnTo>
                  <a:pt x="24" y="1036"/>
                </a:lnTo>
                <a:lnTo>
                  <a:pt x="0" y="1298"/>
                </a:lnTo>
                <a:lnTo>
                  <a:pt x="0" y="7811"/>
                </a:lnTo>
                <a:lnTo>
                  <a:pt x="24" y="8073"/>
                </a:lnTo>
                <a:lnTo>
                  <a:pt x="215" y="8549"/>
                </a:lnTo>
                <a:lnTo>
                  <a:pt x="572" y="8894"/>
                </a:lnTo>
                <a:lnTo>
                  <a:pt x="1036" y="9097"/>
                </a:lnTo>
                <a:lnTo>
                  <a:pt x="1310" y="9109"/>
                </a:lnTo>
                <a:lnTo>
                  <a:pt x="9121" y="9109"/>
                </a:lnTo>
                <a:lnTo>
                  <a:pt x="9383" y="9097"/>
                </a:lnTo>
                <a:lnTo>
                  <a:pt x="9847" y="8894"/>
                </a:lnTo>
                <a:lnTo>
                  <a:pt x="10205" y="8549"/>
                </a:lnTo>
                <a:lnTo>
                  <a:pt x="10407" y="8073"/>
                </a:lnTo>
                <a:lnTo>
                  <a:pt x="10419" y="7811"/>
                </a:lnTo>
                <a:lnTo>
                  <a:pt x="10419" y="1298"/>
                </a:lnTo>
                <a:lnTo>
                  <a:pt x="10407" y="1036"/>
                </a:lnTo>
                <a:lnTo>
                  <a:pt x="10205" y="572"/>
                </a:lnTo>
                <a:lnTo>
                  <a:pt x="9847" y="214"/>
                </a:lnTo>
                <a:lnTo>
                  <a:pt x="9383" y="12"/>
                </a:lnTo>
                <a:lnTo>
                  <a:pt x="9121"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3" name="Google Shape;3273;p175"/>
          <p:cNvSpPr/>
          <p:nvPr/>
        </p:nvSpPr>
        <p:spPr>
          <a:xfrm>
            <a:off x="5178415" y="2220400"/>
            <a:ext cx="393803" cy="525222"/>
          </a:xfrm>
          <a:custGeom>
            <a:rect b="b" l="l" r="r" t="t"/>
            <a:pathLst>
              <a:path extrusionOk="0" h="10419" w="7812">
                <a:moveTo>
                  <a:pt x="4037" y="655"/>
                </a:moveTo>
                <a:lnTo>
                  <a:pt x="4275" y="762"/>
                </a:lnTo>
                <a:lnTo>
                  <a:pt x="4442" y="941"/>
                </a:lnTo>
                <a:lnTo>
                  <a:pt x="4549" y="1167"/>
                </a:lnTo>
                <a:lnTo>
                  <a:pt x="4561" y="1298"/>
                </a:lnTo>
                <a:lnTo>
                  <a:pt x="4549" y="1441"/>
                </a:lnTo>
                <a:lnTo>
                  <a:pt x="4442" y="1667"/>
                </a:lnTo>
                <a:lnTo>
                  <a:pt x="4275" y="1846"/>
                </a:lnTo>
                <a:lnTo>
                  <a:pt x="4037" y="1941"/>
                </a:lnTo>
                <a:lnTo>
                  <a:pt x="3906" y="1953"/>
                </a:lnTo>
                <a:lnTo>
                  <a:pt x="3775" y="1941"/>
                </a:lnTo>
                <a:lnTo>
                  <a:pt x="3537" y="1846"/>
                </a:lnTo>
                <a:lnTo>
                  <a:pt x="3359" y="1667"/>
                </a:lnTo>
                <a:lnTo>
                  <a:pt x="3263" y="1429"/>
                </a:lnTo>
                <a:lnTo>
                  <a:pt x="3251" y="1298"/>
                </a:lnTo>
                <a:lnTo>
                  <a:pt x="3263" y="1167"/>
                </a:lnTo>
                <a:lnTo>
                  <a:pt x="3359" y="941"/>
                </a:lnTo>
                <a:lnTo>
                  <a:pt x="3537" y="762"/>
                </a:lnTo>
                <a:lnTo>
                  <a:pt x="3775" y="655"/>
                </a:lnTo>
                <a:close/>
                <a:moveTo>
                  <a:pt x="3906" y="0"/>
                </a:moveTo>
                <a:lnTo>
                  <a:pt x="3632" y="12"/>
                </a:lnTo>
                <a:lnTo>
                  <a:pt x="3168" y="215"/>
                </a:lnTo>
                <a:lnTo>
                  <a:pt x="2823" y="572"/>
                </a:lnTo>
                <a:lnTo>
                  <a:pt x="2620" y="1036"/>
                </a:lnTo>
                <a:lnTo>
                  <a:pt x="2597" y="1298"/>
                </a:lnTo>
                <a:lnTo>
                  <a:pt x="2608" y="1477"/>
                </a:lnTo>
                <a:lnTo>
                  <a:pt x="2704" y="1810"/>
                </a:lnTo>
                <a:lnTo>
                  <a:pt x="2787" y="1953"/>
                </a:lnTo>
                <a:lnTo>
                  <a:pt x="2275" y="1953"/>
                </a:lnTo>
                <a:lnTo>
                  <a:pt x="2144" y="1977"/>
                </a:lnTo>
                <a:lnTo>
                  <a:pt x="1965" y="2143"/>
                </a:lnTo>
                <a:lnTo>
                  <a:pt x="1954" y="2274"/>
                </a:lnTo>
                <a:lnTo>
                  <a:pt x="1965" y="2405"/>
                </a:lnTo>
                <a:lnTo>
                  <a:pt x="2144" y="2584"/>
                </a:lnTo>
                <a:lnTo>
                  <a:pt x="2275" y="2608"/>
                </a:lnTo>
                <a:lnTo>
                  <a:pt x="5526" y="2608"/>
                </a:lnTo>
                <a:lnTo>
                  <a:pt x="5657" y="2584"/>
                </a:lnTo>
                <a:lnTo>
                  <a:pt x="5835" y="2405"/>
                </a:lnTo>
                <a:lnTo>
                  <a:pt x="5859" y="2274"/>
                </a:lnTo>
                <a:lnTo>
                  <a:pt x="5835" y="2143"/>
                </a:lnTo>
                <a:lnTo>
                  <a:pt x="5657" y="1977"/>
                </a:lnTo>
                <a:lnTo>
                  <a:pt x="5526" y="1953"/>
                </a:lnTo>
                <a:lnTo>
                  <a:pt x="5026" y="1953"/>
                </a:lnTo>
                <a:lnTo>
                  <a:pt x="5109" y="1810"/>
                </a:lnTo>
                <a:lnTo>
                  <a:pt x="5192" y="1477"/>
                </a:lnTo>
                <a:lnTo>
                  <a:pt x="5204" y="1298"/>
                </a:lnTo>
                <a:lnTo>
                  <a:pt x="5192" y="1036"/>
                </a:lnTo>
                <a:lnTo>
                  <a:pt x="4990" y="572"/>
                </a:lnTo>
                <a:lnTo>
                  <a:pt x="4633" y="215"/>
                </a:lnTo>
                <a:lnTo>
                  <a:pt x="4168" y="12"/>
                </a:lnTo>
                <a:lnTo>
                  <a:pt x="3906" y="0"/>
                </a:lnTo>
                <a:close/>
                <a:moveTo>
                  <a:pt x="1299" y="1298"/>
                </a:moveTo>
                <a:lnTo>
                  <a:pt x="1037" y="1322"/>
                </a:lnTo>
                <a:lnTo>
                  <a:pt x="561" y="1524"/>
                </a:lnTo>
                <a:lnTo>
                  <a:pt x="215" y="1870"/>
                </a:lnTo>
                <a:lnTo>
                  <a:pt x="13" y="2346"/>
                </a:lnTo>
                <a:lnTo>
                  <a:pt x="1" y="2608"/>
                </a:lnTo>
                <a:lnTo>
                  <a:pt x="1" y="9121"/>
                </a:lnTo>
                <a:lnTo>
                  <a:pt x="13" y="9383"/>
                </a:lnTo>
                <a:lnTo>
                  <a:pt x="215" y="9847"/>
                </a:lnTo>
                <a:lnTo>
                  <a:pt x="561" y="10204"/>
                </a:lnTo>
                <a:lnTo>
                  <a:pt x="1037" y="10395"/>
                </a:lnTo>
                <a:lnTo>
                  <a:pt x="1299" y="10419"/>
                </a:lnTo>
                <a:lnTo>
                  <a:pt x="6514" y="10419"/>
                </a:lnTo>
                <a:lnTo>
                  <a:pt x="6776" y="10395"/>
                </a:lnTo>
                <a:lnTo>
                  <a:pt x="7240" y="10204"/>
                </a:lnTo>
                <a:lnTo>
                  <a:pt x="7597" y="9847"/>
                </a:lnTo>
                <a:lnTo>
                  <a:pt x="7788" y="9383"/>
                </a:lnTo>
                <a:lnTo>
                  <a:pt x="7812" y="9121"/>
                </a:lnTo>
                <a:lnTo>
                  <a:pt x="7812" y="2608"/>
                </a:lnTo>
                <a:lnTo>
                  <a:pt x="7788" y="2346"/>
                </a:lnTo>
                <a:lnTo>
                  <a:pt x="7597" y="1870"/>
                </a:lnTo>
                <a:lnTo>
                  <a:pt x="7240" y="1524"/>
                </a:lnTo>
                <a:lnTo>
                  <a:pt x="6776" y="1322"/>
                </a:lnTo>
                <a:lnTo>
                  <a:pt x="6514" y="1298"/>
                </a:lnTo>
                <a:lnTo>
                  <a:pt x="6383" y="1322"/>
                </a:lnTo>
                <a:lnTo>
                  <a:pt x="6204" y="1501"/>
                </a:lnTo>
                <a:lnTo>
                  <a:pt x="6180" y="1631"/>
                </a:lnTo>
                <a:lnTo>
                  <a:pt x="6204" y="1762"/>
                </a:lnTo>
                <a:lnTo>
                  <a:pt x="6383" y="1941"/>
                </a:lnTo>
                <a:lnTo>
                  <a:pt x="6514" y="1953"/>
                </a:lnTo>
                <a:lnTo>
                  <a:pt x="6645" y="1965"/>
                </a:lnTo>
                <a:lnTo>
                  <a:pt x="6871" y="2060"/>
                </a:lnTo>
                <a:lnTo>
                  <a:pt x="7050" y="2239"/>
                </a:lnTo>
                <a:lnTo>
                  <a:pt x="7145" y="2477"/>
                </a:lnTo>
                <a:lnTo>
                  <a:pt x="7157" y="2608"/>
                </a:lnTo>
                <a:lnTo>
                  <a:pt x="7157" y="9121"/>
                </a:lnTo>
                <a:lnTo>
                  <a:pt x="7145" y="9252"/>
                </a:lnTo>
                <a:lnTo>
                  <a:pt x="7050" y="9490"/>
                </a:lnTo>
                <a:lnTo>
                  <a:pt x="6871" y="9657"/>
                </a:lnTo>
                <a:lnTo>
                  <a:pt x="6645" y="9764"/>
                </a:lnTo>
                <a:lnTo>
                  <a:pt x="6514" y="9776"/>
                </a:lnTo>
                <a:lnTo>
                  <a:pt x="1299" y="9776"/>
                </a:lnTo>
                <a:lnTo>
                  <a:pt x="1168" y="9764"/>
                </a:lnTo>
                <a:lnTo>
                  <a:pt x="930" y="9657"/>
                </a:lnTo>
                <a:lnTo>
                  <a:pt x="751" y="9490"/>
                </a:lnTo>
                <a:lnTo>
                  <a:pt x="656" y="9252"/>
                </a:lnTo>
                <a:lnTo>
                  <a:pt x="644" y="9121"/>
                </a:lnTo>
                <a:lnTo>
                  <a:pt x="644" y="2608"/>
                </a:lnTo>
                <a:lnTo>
                  <a:pt x="656" y="2477"/>
                </a:lnTo>
                <a:lnTo>
                  <a:pt x="751" y="2239"/>
                </a:lnTo>
                <a:lnTo>
                  <a:pt x="930" y="2060"/>
                </a:lnTo>
                <a:lnTo>
                  <a:pt x="1168" y="1965"/>
                </a:lnTo>
                <a:lnTo>
                  <a:pt x="1299" y="1953"/>
                </a:lnTo>
                <a:lnTo>
                  <a:pt x="1430" y="1941"/>
                </a:lnTo>
                <a:lnTo>
                  <a:pt x="1608" y="1762"/>
                </a:lnTo>
                <a:lnTo>
                  <a:pt x="1620" y="1631"/>
                </a:lnTo>
                <a:lnTo>
                  <a:pt x="1608" y="1501"/>
                </a:lnTo>
                <a:lnTo>
                  <a:pt x="1430" y="1322"/>
                </a:lnTo>
                <a:lnTo>
                  <a:pt x="1299"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4" name="Google Shape;3274;p175"/>
          <p:cNvSpPr/>
          <p:nvPr/>
        </p:nvSpPr>
        <p:spPr>
          <a:xfrm>
            <a:off x="10208244" y="2220400"/>
            <a:ext cx="393803" cy="525222"/>
          </a:xfrm>
          <a:custGeom>
            <a:rect b="b" l="l" r="r" t="t"/>
            <a:pathLst>
              <a:path extrusionOk="0" h="10419" w="7812">
                <a:moveTo>
                  <a:pt x="3906" y="655"/>
                </a:moveTo>
                <a:lnTo>
                  <a:pt x="4037" y="667"/>
                </a:lnTo>
                <a:lnTo>
                  <a:pt x="4275" y="762"/>
                </a:lnTo>
                <a:lnTo>
                  <a:pt x="4442" y="941"/>
                </a:lnTo>
                <a:lnTo>
                  <a:pt x="4549" y="1167"/>
                </a:lnTo>
                <a:lnTo>
                  <a:pt x="4561" y="1310"/>
                </a:lnTo>
                <a:lnTo>
                  <a:pt x="4549" y="1441"/>
                </a:lnTo>
                <a:lnTo>
                  <a:pt x="4442" y="1667"/>
                </a:lnTo>
                <a:lnTo>
                  <a:pt x="4275" y="1846"/>
                </a:lnTo>
                <a:lnTo>
                  <a:pt x="4037" y="1941"/>
                </a:lnTo>
                <a:lnTo>
                  <a:pt x="3906" y="1953"/>
                </a:lnTo>
                <a:lnTo>
                  <a:pt x="3775" y="1941"/>
                </a:lnTo>
                <a:lnTo>
                  <a:pt x="3537" y="1846"/>
                </a:lnTo>
                <a:lnTo>
                  <a:pt x="3358" y="1667"/>
                </a:lnTo>
                <a:lnTo>
                  <a:pt x="3263" y="1441"/>
                </a:lnTo>
                <a:lnTo>
                  <a:pt x="3251" y="1310"/>
                </a:lnTo>
                <a:lnTo>
                  <a:pt x="3263" y="1167"/>
                </a:lnTo>
                <a:lnTo>
                  <a:pt x="3358" y="941"/>
                </a:lnTo>
                <a:lnTo>
                  <a:pt x="3537" y="762"/>
                </a:lnTo>
                <a:lnTo>
                  <a:pt x="3775" y="667"/>
                </a:lnTo>
                <a:lnTo>
                  <a:pt x="3906" y="655"/>
                </a:lnTo>
                <a:close/>
                <a:moveTo>
                  <a:pt x="3906" y="0"/>
                </a:moveTo>
                <a:lnTo>
                  <a:pt x="3644" y="24"/>
                </a:lnTo>
                <a:lnTo>
                  <a:pt x="3168" y="215"/>
                </a:lnTo>
                <a:lnTo>
                  <a:pt x="2822" y="572"/>
                </a:lnTo>
                <a:lnTo>
                  <a:pt x="2620" y="1036"/>
                </a:lnTo>
                <a:lnTo>
                  <a:pt x="2608" y="1298"/>
                </a:lnTo>
                <a:lnTo>
                  <a:pt x="2608" y="1477"/>
                </a:lnTo>
                <a:lnTo>
                  <a:pt x="2703" y="1810"/>
                </a:lnTo>
                <a:lnTo>
                  <a:pt x="2787" y="1953"/>
                </a:lnTo>
                <a:lnTo>
                  <a:pt x="2275" y="1953"/>
                </a:lnTo>
                <a:lnTo>
                  <a:pt x="2144" y="1977"/>
                </a:lnTo>
                <a:lnTo>
                  <a:pt x="1965" y="2155"/>
                </a:lnTo>
                <a:lnTo>
                  <a:pt x="1953" y="2286"/>
                </a:lnTo>
                <a:lnTo>
                  <a:pt x="1965" y="2405"/>
                </a:lnTo>
                <a:lnTo>
                  <a:pt x="2144" y="2584"/>
                </a:lnTo>
                <a:lnTo>
                  <a:pt x="2275" y="2608"/>
                </a:lnTo>
                <a:lnTo>
                  <a:pt x="5537" y="2608"/>
                </a:lnTo>
                <a:lnTo>
                  <a:pt x="5668" y="2584"/>
                </a:lnTo>
                <a:lnTo>
                  <a:pt x="5835" y="2405"/>
                </a:lnTo>
                <a:lnTo>
                  <a:pt x="5859" y="2286"/>
                </a:lnTo>
                <a:lnTo>
                  <a:pt x="5835" y="2155"/>
                </a:lnTo>
                <a:lnTo>
                  <a:pt x="5668" y="1977"/>
                </a:lnTo>
                <a:lnTo>
                  <a:pt x="5537" y="1953"/>
                </a:lnTo>
                <a:lnTo>
                  <a:pt x="5025" y="1953"/>
                </a:lnTo>
                <a:lnTo>
                  <a:pt x="5108" y="1810"/>
                </a:lnTo>
                <a:lnTo>
                  <a:pt x="5204" y="1477"/>
                </a:lnTo>
                <a:lnTo>
                  <a:pt x="5204" y="1298"/>
                </a:lnTo>
                <a:lnTo>
                  <a:pt x="5192" y="1036"/>
                </a:lnTo>
                <a:lnTo>
                  <a:pt x="4989" y="572"/>
                </a:lnTo>
                <a:lnTo>
                  <a:pt x="4632" y="215"/>
                </a:lnTo>
                <a:lnTo>
                  <a:pt x="4168" y="24"/>
                </a:lnTo>
                <a:lnTo>
                  <a:pt x="3906" y="0"/>
                </a:lnTo>
                <a:close/>
                <a:moveTo>
                  <a:pt x="4037" y="4239"/>
                </a:moveTo>
                <a:lnTo>
                  <a:pt x="4275" y="4346"/>
                </a:lnTo>
                <a:lnTo>
                  <a:pt x="4442" y="4513"/>
                </a:lnTo>
                <a:lnTo>
                  <a:pt x="4549" y="4751"/>
                </a:lnTo>
                <a:lnTo>
                  <a:pt x="4561" y="4882"/>
                </a:lnTo>
                <a:lnTo>
                  <a:pt x="4549" y="5013"/>
                </a:lnTo>
                <a:lnTo>
                  <a:pt x="4442" y="5251"/>
                </a:lnTo>
                <a:lnTo>
                  <a:pt x="4275" y="5430"/>
                </a:lnTo>
                <a:lnTo>
                  <a:pt x="4037" y="5525"/>
                </a:lnTo>
                <a:lnTo>
                  <a:pt x="3906" y="5537"/>
                </a:lnTo>
                <a:lnTo>
                  <a:pt x="3775" y="5525"/>
                </a:lnTo>
                <a:lnTo>
                  <a:pt x="3537" y="5430"/>
                </a:lnTo>
                <a:lnTo>
                  <a:pt x="3358" y="5251"/>
                </a:lnTo>
                <a:lnTo>
                  <a:pt x="3263" y="5013"/>
                </a:lnTo>
                <a:lnTo>
                  <a:pt x="3251" y="4882"/>
                </a:lnTo>
                <a:lnTo>
                  <a:pt x="3263" y="4751"/>
                </a:lnTo>
                <a:lnTo>
                  <a:pt x="3358" y="4513"/>
                </a:lnTo>
                <a:lnTo>
                  <a:pt x="3537" y="4346"/>
                </a:lnTo>
                <a:lnTo>
                  <a:pt x="3775" y="4239"/>
                </a:lnTo>
                <a:close/>
                <a:moveTo>
                  <a:pt x="3906" y="3584"/>
                </a:moveTo>
                <a:lnTo>
                  <a:pt x="3632" y="3596"/>
                </a:lnTo>
                <a:lnTo>
                  <a:pt x="3168" y="3799"/>
                </a:lnTo>
                <a:lnTo>
                  <a:pt x="2822" y="4156"/>
                </a:lnTo>
                <a:lnTo>
                  <a:pt x="2620" y="4620"/>
                </a:lnTo>
                <a:lnTo>
                  <a:pt x="2596" y="4882"/>
                </a:lnTo>
                <a:lnTo>
                  <a:pt x="2620" y="5156"/>
                </a:lnTo>
                <a:lnTo>
                  <a:pt x="2822" y="5620"/>
                </a:lnTo>
                <a:lnTo>
                  <a:pt x="3168" y="5966"/>
                </a:lnTo>
                <a:lnTo>
                  <a:pt x="3632" y="6168"/>
                </a:lnTo>
                <a:lnTo>
                  <a:pt x="3906" y="6192"/>
                </a:lnTo>
                <a:lnTo>
                  <a:pt x="4168" y="6168"/>
                </a:lnTo>
                <a:lnTo>
                  <a:pt x="4632" y="5966"/>
                </a:lnTo>
                <a:lnTo>
                  <a:pt x="4989" y="5620"/>
                </a:lnTo>
                <a:lnTo>
                  <a:pt x="5192" y="5156"/>
                </a:lnTo>
                <a:lnTo>
                  <a:pt x="5204" y="4882"/>
                </a:lnTo>
                <a:lnTo>
                  <a:pt x="5192" y="4620"/>
                </a:lnTo>
                <a:lnTo>
                  <a:pt x="4989" y="4156"/>
                </a:lnTo>
                <a:lnTo>
                  <a:pt x="4632" y="3799"/>
                </a:lnTo>
                <a:lnTo>
                  <a:pt x="4168" y="3596"/>
                </a:lnTo>
                <a:lnTo>
                  <a:pt x="3906" y="3584"/>
                </a:lnTo>
                <a:close/>
                <a:moveTo>
                  <a:pt x="3251" y="6835"/>
                </a:moveTo>
                <a:lnTo>
                  <a:pt x="3084" y="6847"/>
                </a:lnTo>
                <a:lnTo>
                  <a:pt x="2763" y="6906"/>
                </a:lnTo>
                <a:lnTo>
                  <a:pt x="2477" y="7037"/>
                </a:lnTo>
                <a:lnTo>
                  <a:pt x="2215" y="7204"/>
                </a:lnTo>
                <a:lnTo>
                  <a:pt x="1989" y="7430"/>
                </a:lnTo>
                <a:lnTo>
                  <a:pt x="1822" y="7692"/>
                </a:lnTo>
                <a:lnTo>
                  <a:pt x="1691" y="7978"/>
                </a:lnTo>
                <a:lnTo>
                  <a:pt x="1632" y="8299"/>
                </a:lnTo>
                <a:lnTo>
                  <a:pt x="1620" y="8466"/>
                </a:lnTo>
                <a:lnTo>
                  <a:pt x="1644" y="8597"/>
                </a:lnTo>
                <a:lnTo>
                  <a:pt x="1822" y="8776"/>
                </a:lnTo>
                <a:lnTo>
                  <a:pt x="1953" y="8787"/>
                </a:lnTo>
                <a:lnTo>
                  <a:pt x="2084" y="8776"/>
                </a:lnTo>
                <a:lnTo>
                  <a:pt x="2263" y="8597"/>
                </a:lnTo>
                <a:lnTo>
                  <a:pt x="2275" y="8466"/>
                </a:lnTo>
                <a:lnTo>
                  <a:pt x="2287" y="8264"/>
                </a:lnTo>
                <a:lnTo>
                  <a:pt x="2441" y="7918"/>
                </a:lnTo>
                <a:lnTo>
                  <a:pt x="2703" y="7656"/>
                </a:lnTo>
                <a:lnTo>
                  <a:pt x="3049" y="7502"/>
                </a:lnTo>
                <a:lnTo>
                  <a:pt x="3251" y="7490"/>
                </a:lnTo>
                <a:lnTo>
                  <a:pt x="4561" y="7490"/>
                </a:lnTo>
                <a:lnTo>
                  <a:pt x="4751" y="7502"/>
                </a:lnTo>
                <a:lnTo>
                  <a:pt x="5108" y="7656"/>
                </a:lnTo>
                <a:lnTo>
                  <a:pt x="5370" y="7918"/>
                </a:lnTo>
                <a:lnTo>
                  <a:pt x="5513" y="8264"/>
                </a:lnTo>
                <a:lnTo>
                  <a:pt x="5537" y="8466"/>
                </a:lnTo>
                <a:lnTo>
                  <a:pt x="5549" y="8597"/>
                </a:lnTo>
                <a:lnTo>
                  <a:pt x="5728" y="8776"/>
                </a:lnTo>
                <a:lnTo>
                  <a:pt x="5859" y="8787"/>
                </a:lnTo>
                <a:lnTo>
                  <a:pt x="5990" y="8776"/>
                </a:lnTo>
                <a:lnTo>
                  <a:pt x="6168" y="8597"/>
                </a:lnTo>
                <a:lnTo>
                  <a:pt x="6180" y="8466"/>
                </a:lnTo>
                <a:lnTo>
                  <a:pt x="6180" y="8299"/>
                </a:lnTo>
                <a:lnTo>
                  <a:pt x="6109" y="7978"/>
                </a:lnTo>
                <a:lnTo>
                  <a:pt x="5990" y="7692"/>
                </a:lnTo>
                <a:lnTo>
                  <a:pt x="5811" y="7430"/>
                </a:lnTo>
                <a:lnTo>
                  <a:pt x="5597" y="7204"/>
                </a:lnTo>
                <a:lnTo>
                  <a:pt x="5335" y="7037"/>
                </a:lnTo>
                <a:lnTo>
                  <a:pt x="5037" y="6906"/>
                </a:lnTo>
                <a:lnTo>
                  <a:pt x="4727" y="6847"/>
                </a:lnTo>
                <a:lnTo>
                  <a:pt x="4561" y="6835"/>
                </a:lnTo>
                <a:close/>
                <a:moveTo>
                  <a:pt x="1298" y="1298"/>
                </a:moveTo>
                <a:lnTo>
                  <a:pt x="1036" y="1322"/>
                </a:lnTo>
                <a:lnTo>
                  <a:pt x="560" y="1524"/>
                </a:lnTo>
                <a:lnTo>
                  <a:pt x="215" y="1870"/>
                </a:lnTo>
                <a:lnTo>
                  <a:pt x="12" y="2346"/>
                </a:lnTo>
                <a:lnTo>
                  <a:pt x="0" y="2608"/>
                </a:lnTo>
                <a:lnTo>
                  <a:pt x="0" y="9121"/>
                </a:lnTo>
                <a:lnTo>
                  <a:pt x="12" y="9383"/>
                </a:lnTo>
                <a:lnTo>
                  <a:pt x="215" y="9847"/>
                </a:lnTo>
                <a:lnTo>
                  <a:pt x="560" y="10204"/>
                </a:lnTo>
                <a:lnTo>
                  <a:pt x="1036" y="10395"/>
                </a:lnTo>
                <a:lnTo>
                  <a:pt x="1298" y="10419"/>
                </a:lnTo>
                <a:lnTo>
                  <a:pt x="6513" y="10419"/>
                </a:lnTo>
                <a:lnTo>
                  <a:pt x="6775" y="10395"/>
                </a:lnTo>
                <a:lnTo>
                  <a:pt x="7240" y="10204"/>
                </a:lnTo>
                <a:lnTo>
                  <a:pt x="7597" y="9847"/>
                </a:lnTo>
                <a:lnTo>
                  <a:pt x="7787" y="9383"/>
                </a:lnTo>
                <a:lnTo>
                  <a:pt x="7811" y="9121"/>
                </a:lnTo>
                <a:lnTo>
                  <a:pt x="7811" y="2608"/>
                </a:lnTo>
                <a:lnTo>
                  <a:pt x="7787" y="2346"/>
                </a:lnTo>
                <a:lnTo>
                  <a:pt x="7597" y="1870"/>
                </a:lnTo>
                <a:lnTo>
                  <a:pt x="7240" y="1524"/>
                </a:lnTo>
                <a:lnTo>
                  <a:pt x="6775" y="1322"/>
                </a:lnTo>
                <a:lnTo>
                  <a:pt x="6513" y="1298"/>
                </a:lnTo>
                <a:lnTo>
                  <a:pt x="6382" y="1322"/>
                </a:lnTo>
                <a:lnTo>
                  <a:pt x="6204" y="1501"/>
                </a:lnTo>
                <a:lnTo>
                  <a:pt x="6180" y="1631"/>
                </a:lnTo>
                <a:lnTo>
                  <a:pt x="6204" y="1762"/>
                </a:lnTo>
                <a:lnTo>
                  <a:pt x="6382" y="1941"/>
                </a:lnTo>
                <a:lnTo>
                  <a:pt x="6513" y="1953"/>
                </a:lnTo>
                <a:lnTo>
                  <a:pt x="6644" y="1965"/>
                </a:lnTo>
                <a:lnTo>
                  <a:pt x="6871" y="2060"/>
                </a:lnTo>
                <a:lnTo>
                  <a:pt x="7049" y="2239"/>
                </a:lnTo>
                <a:lnTo>
                  <a:pt x="7144" y="2477"/>
                </a:lnTo>
                <a:lnTo>
                  <a:pt x="7156" y="2608"/>
                </a:lnTo>
                <a:lnTo>
                  <a:pt x="7156" y="9121"/>
                </a:lnTo>
                <a:lnTo>
                  <a:pt x="7144" y="9252"/>
                </a:lnTo>
                <a:lnTo>
                  <a:pt x="7049" y="9490"/>
                </a:lnTo>
                <a:lnTo>
                  <a:pt x="6871" y="9657"/>
                </a:lnTo>
                <a:lnTo>
                  <a:pt x="6644" y="9764"/>
                </a:lnTo>
                <a:lnTo>
                  <a:pt x="6513" y="9776"/>
                </a:lnTo>
                <a:lnTo>
                  <a:pt x="1298" y="9776"/>
                </a:lnTo>
                <a:lnTo>
                  <a:pt x="1167" y="9764"/>
                </a:lnTo>
                <a:lnTo>
                  <a:pt x="929" y="9657"/>
                </a:lnTo>
                <a:lnTo>
                  <a:pt x="751" y="9490"/>
                </a:lnTo>
                <a:lnTo>
                  <a:pt x="655" y="9252"/>
                </a:lnTo>
                <a:lnTo>
                  <a:pt x="643" y="9121"/>
                </a:lnTo>
                <a:lnTo>
                  <a:pt x="643" y="2608"/>
                </a:lnTo>
                <a:lnTo>
                  <a:pt x="655" y="2477"/>
                </a:lnTo>
                <a:lnTo>
                  <a:pt x="751" y="2239"/>
                </a:lnTo>
                <a:lnTo>
                  <a:pt x="929" y="2060"/>
                </a:lnTo>
                <a:lnTo>
                  <a:pt x="1167" y="1965"/>
                </a:lnTo>
                <a:lnTo>
                  <a:pt x="1298" y="1953"/>
                </a:lnTo>
                <a:lnTo>
                  <a:pt x="1429" y="1941"/>
                </a:lnTo>
                <a:lnTo>
                  <a:pt x="1608" y="1762"/>
                </a:lnTo>
                <a:lnTo>
                  <a:pt x="1620" y="1631"/>
                </a:lnTo>
                <a:lnTo>
                  <a:pt x="1608" y="1501"/>
                </a:lnTo>
                <a:lnTo>
                  <a:pt x="1429" y="1322"/>
                </a:lnTo>
                <a:lnTo>
                  <a:pt x="1298"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5" name="Google Shape;3275;p175"/>
          <p:cNvSpPr/>
          <p:nvPr/>
        </p:nvSpPr>
        <p:spPr>
          <a:xfrm>
            <a:off x="11148183" y="2220400"/>
            <a:ext cx="525222" cy="525222"/>
          </a:xfrm>
          <a:custGeom>
            <a:rect b="b" l="l" r="r" t="t"/>
            <a:pathLst>
              <a:path extrusionOk="0" h="10419" w="10419">
                <a:moveTo>
                  <a:pt x="5216" y="1953"/>
                </a:moveTo>
                <a:lnTo>
                  <a:pt x="5085" y="1977"/>
                </a:lnTo>
                <a:lnTo>
                  <a:pt x="4906" y="2143"/>
                </a:lnTo>
                <a:lnTo>
                  <a:pt x="4894" y="2274"/>
                </a:lnTo>
                <a:lnTo>
                  <a:pt x="4870" y="5215"/>
                </a:lnTo>
                <a:lnTo>
                  <a:pt x="4882" y="5287"/>
                </a:lnTo>
                <a:lnTo>
                  <a:pt x="4965" y="5430"/>
                </a:lnTo>
                <a:lnTo>
                  <a:pt x="5037" y="5477"/>
                </a:lnTo>
                <a:lnTo>
                  <a:pt x="6990" y="6787"/>
                </a:lnTo>
                <a:lnTo>
                  <a:pt x="7109" y="6835"/>
                </a:lnTo>
                <a:lnTo>
                  <a:pt x="7347" y="6787"/>
                </a:lnTo>
                <a:lnTo>
                  <a:pt x="7442" y="6692"/>
                </a:lnTo>
                <a:lnTo>
                  <a:pt x="7490" y="6573"/>
                </a:lnTo>
                <a:lnTo>
                  <a:pt x="7442" y="6323"/>
                </a:lnTo>
                <a:lnTo>
                  <a:pt x="7347" y="6239"/>
                </a:lnTo>
                <a:lnTo>
                  <a:pt x="5537" y="5037"/>
                </a:lnTo>
                <a:lnTo>
                  <a:pt x="5537" y="2274"/>
                </a:lnTo>
                <a:lnTo>
                  <a:pt x="5525" y="2143"/>
                </a:lnTo>
                <a:lnTo>
                  <a:pt x="5347" y="1977"/>
                </a:lnTo>
                <a:lnTo>
                  <a:pt x="5216" y="1953"/>
                </a:lnTo>
                <a:close/>
                <a:moveTo>
                  <a:pt x="5216" y="655"/>
                </a:moveTo>
                <a:lnTo>
                  <a:pt x="5680" y="667"/>
                </a:lnTo>
                <a:lnTo>
                  <a:pt x="6573" y="846"/>
                </a:lnTo>
                <a:lnTo>
                  <a:pt x="7394" y="1191"/>
                </a:lnTo>
                <a:lnTo>
                  <a:pt x="8121" y="1691"/>
                </a:lnTo>
                <a:lnTo>
                  <a:pt x="8740" y="2310"/>
                </a:lnTo>
                <a:lnTo>
                  <a:pt x="9228" y="3036"/>
                </a:lnTo>
                <a:lnTo>
                  <a:pt x="9573" y="3846"/>
                </a:lnTo>
                <a:lnTo>
                  <a:pt x="9752" y="4739"/>
                </a:lnTo>
                <a:lnTo>
                  <a:pt x="9776" y="5215"/>
                </a:lnTo>
                <a:lnTo>
                  <a:pt x="9752" y="5680"/>
                </a:lnTo>
                <a:lnTo>
                  <a:pt x="9573" y="6573"/>
                </a:lnTo>
                <a:lnTo>
                  <a:pt x="9228" y="7382"/>
                </a:lnTo>
                <a:lnTo>
                  <a:pt x="8740" y="8109"/>
                </a:lnTo>
                <a:lnTo>
                  <a:pt x="8121" y="8728"/>
                </a:lnTo>
                <a:lnTo>
                  <a:pt x="7394" y="9228"/>
                </a:lnTo>
                <a:lnTo>
                  <a:pt x="6573" y="9573"/>
                </a:lnTo>
                <a:lnTo>
                  <a:pt x="5680" y="9752"/>
                </a:lnTo>
                <a:lnTo>
                  <a:pt x="5216" y="9764"/>
                </a:lnTo>
                <a:lnTo>
                  <a:pt x="4739" y="9752"/>
                </a:lnTo>
                <a:lnTo>
                  <a:pt x="3858" y="9573"/>
                </a:lnTo>
                <a:lnTo>
                  <a:pt x="3037" y="9228"/>
                </a:lnTo>
                <a:lnTo>
                  <a:pt x="2310" y="8728"/>
                </a:lnTo>
                <a:lnTo>
                  <a:pt x="1691" y="8109"/>
                </a:lnTo>
                <a:lnTo>
                  <a:pt x="1203" y="7382"/>
                </a:lnTo>
                <a:lnTo>
                  <a:pt x="858" y="6573"/>
                </a:lnTo>
                <a:lnTo>
                  <a:pt x="667" y="5680"/>
                </a:lnTo>
                <a:lnTo>
                  <a:pt x="655" y="5215"/>
                </a:lnTo>
                <a:lnTo>
                  <a:pt x="667" y="4739"/>
                </a:lnTo>
                <a:lnTo>
                  <a:pt x="858" y="3846"/>
                </a:lnTo>
                <a:lnTo>
                  <a:pt x="1203" y="3036"/>
                </a:lnTo>
                <a:lnTo>
                  <a:pt x="1691" y="2310"/>
                </a:lnTo>
                <a:lnTo>
                  <a:pt x="2310" y="1691"/>
                </a:lnTo>
                <a:lnTo>
                  <a:pt x="3037" y="1191"/>
                </a:lnTo>
                <a:lnTo>
                  <a:pt x="3858" y="846"/>
                </a:lnTo>
                <a:lnTo>
                  <a:pt x="4739" y="667"/>
                </a:lnTo>
                <a:lnTo>
                  <a:pt x="5216" y="655"/>
                </a:lnTo>
                <a:close/>
                <a:moveTo>
                  <a:pt x="5216" y="0"/>
                </a:moveTo>
                <a:lnTo>
                  <a:pt x="4680" y="24"/>
                </a:lnTo>
                <a:lnTo>
                  <a:pt x="3656" y="226"/>
                </a:lnTo>
                <a:lnTo>
                  <a:pt x="2727" y="619"/>
                </a:lnTo>
                <a:lnTo>
                  <a:pt x="1894" y="1179"/>
                </a:lnTo>
                <a:lnTo>
                  <a:pt x="1191" y="1893"/>
                </a:lnTo>
                <a:lnTo>
                  <a:pt x="620" y="2727"/>
                </a:lnTo>
                <a:lnTo>
                  <a:pt x="227" y="3656"/>
                </a:lnTo>
                <a:lnTo>
                  <a:pt x="24" y="4680"/>
                </a:lnTo>
                <a:lnTo>
                  <a:pt x="0" y="5215"/>
                </a:lnTo>
                <a:lnTo>
                  <a:pt x="24" y="5739"/>
                </a:lnTo>
                <a:lnTo>
                  <a:pt x="227" y="6763"/>
                </a:lnTo>
                <a:lnTo>
                  <a:pt x="620" y="7692"/>
                </a:lnTo>
                <a:lnTo>
                  <a:pt x="1191" y="8525"/>
                </a:lnTo>
                <a:lnTo>
                  <a:pt x="1894" y="9240"/>
                </a:lnTo>
                <a:lnTo>
                  <a:pt x="2727" y="9800"/>
                </a:lnTo>
                <a:lnTo>
                  <a:pt x="3656" y="10192"/>
                </a:lnTo>
                <a:lnTo>
                  <a:pt x="4680" y="10395"/>
                </a:lnTo>
                <a:lnTo>
                  <a:pt x="5216" y="10419"/>
                </a:lnTo>
                <a:lnTo>
                  <a:pt x="5751" y="10395"/>
                </a:lnTo>
                <a:lnTo>
                  <a:pt x="6763" y="10192"/>
                </a:lnTo>
                <a:lnTo>
                  <a:pt x="7704" y="9800"/>
                </a:lnTo>
                <a:lnTo>
                  <a:pt x="8526" y="9240"/>
                </a:lnTo>
                <a:lnTo>
                  <a:pt x="9240" y="8525"/>
                </a:lnTo>
                <a:lnTo>
                  <a:pt x="9800" y="7692"/>
                </a:lnTo>
                <a:lnTo>
                  <a:pt x="10193" y="6763"/>
                </a:lnTo>
                <a:lnTo>
                  <a:pt x="10407" y="5739"/>
                </a:lnTo>
                <a:lnTo>
                  <a:pt x="10419" y="5215"/>
                </a:lnTo>
                <a:lnTo>
                  <a:pt x="10407" y="4680"/>
                </a:lnTo>
                <a:lnTo>
                  <a:pt x="10193" y="3656"/>
                </a:lnTo>
                <a:lnTo>
                  <a:pt x="9800" y="2727"/>
                </a:lnTo>
                <a:lnTo>
                  <a:pt x="9240" y="1893"/>
                </a:lnTo>
                <a:lnTo>
                  <a:pt x="8526" y="1179"/>
                </a:lnTo>
                <a:lnTo>
                  <a:pt x="7704" y="619"/>
                </a:lnTo>
                <a:lnTo>
                  <a:pt x="6763" y="226"/>
                </a:lnTo>
                <a:lnTo>
                  <a:pt x="5751" y="24"/>
                </a:lnTo>
                <a:lnTo>
                  <a:pt x="5216" y="0"/>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6" name="Google Shape;3276;p175"/>
          <p:cNvSpPr/>
          <p:nvPr/>
        </p:nvSpPr>
        <p:spPr>
          <a:xfrm>
            <a:off x="7190367" y="2220400"/>
            <a:ext cx="393803" cy="525222"/>
          </a:xfrm>
          <a:custGeom>
            <a:rect b="b" l="l" r="r" t="t"/>
            <a:pathLst>
              <a:path extrusionOk="0" h="10419" w="7812">
                <a:moveTo>
                  <a:pt x="3906" y="655"/>
                </a:moveTo>
                <a:lnTo>
                  <a:pt x="4037" y="667"/>
                </a:lnTo>
                <a:lnTo>
                  <a:pt x="4275" y="762"/>
                </a:lnTo>
                <a:lnTo>
                  <a:pt x="4442" y="941"/>
                </a:lnTo>
                <a:lnTo>
                  <a:pt x="4549" y="1167"/>
                </a:lnTo>
                <a:lnTo>
                  <a:pt x="4561" y="1310"/>
                </a:lnTo>
                <a:lnTo>
                  <a:pt x="4549" y="1441"/>
                </a:lnTo>
                <a:lnTo>
                  <a:pt x="4442" y="1667"/>
                </a:lnTo>
                <a:lnTo>
                  <a:pt x="4275" y="1846"/>
                </a:lnTo>
                <a:lnTo>
                  <a:pt x="4037" y="1941"/>
                </a:lnTo>
                <a:lnTo>
                  <a:pt x="3906" y="1953"/>
                </a:lnTo>
                <a:lnTo>
                  <a:pt x="3775" y="1941"/>
                </a:lnTo>
                <a:lnTo>
                  <a:pt x="3537" y="1846"/>
                </a:lnTo>
                <a:lnTo>
                  <a:pt x="3358" y="1667"/>
                </a:lnTo>
                <a:lnTo>
                  <a:pt x="3263" y="1441"/>
                </a:lnTo>
                <a:lnTo>
                  <a:pt x="3251" y="1310"/>
                </a:lnTo>
                <a:lnTo>
                  <a:pt x="3263" y="1167"/>
                </a:lnTo>
                <a:lnTo>
                  <a:pt x="3358" y="941"/>
                </a:lnTo>
                <a:lnTo>
                  <a:pt x="3537" y="762"/>
                </a:lnTo>
                <a:lnTo>
                  <a:pt x="3775" y="667"/>
                </a:lnTo>
                <a:lnTo>
                  <a:pt x="3906" y="655"/>
                </a:lnTo>
                <a:close/>
                <a:moveTo>
                  <a:pt x="3906" y="0"/>
                </a:moveTo>
                <a:lnTo>
                  <a:pt x="3632" y="24"/>
                </a:lnTo>
                <a:lnTo>
                  <a:pt x="3167" y="215"/>
                </a:lnTo>
                <a:lnTo>
                  <a:pt x="2822" y="572"/>
                </a:lnTo>
                <a:lnTo>
                  <a:pt x="2620" y="1036"/>
                </a:lnTo>
                <a:lnTo>
                  <a:pt x="2596" y="1298"/>
                </a:lnTo>
                <a:lnTo>
                  <a:pt x="2608" y="1477"/>
                </a:lnTo>
                <a:lnTo>
                  <a:pt x="2703" y="1810"/>
                </a:lnTo>
                <a:lnTo>
                  <a:pt x="2786" y="1953"/>
                </a:lnTo>
                <a:lnTo>
                  <a:pt x="2274" y="1953"/>
                </a:lnTo>
                <a:lnTo>
                  <a:pt x="2144" y="1977"/>
                </a:lnTo>
                <a:lnTo>
                  <a:pt x="1965" y="2155"/>
                </a:lnTo>
                <a:lnTo>
                  <a:pt x="1953" y="2286"/>
                </a:lnTo>
                <a:lnTo>
                  <a:pt x="1965" y="2405"/>
                </a:lnTo>
                <a:lnTo>
                  <a:pt x="2144" y="2584"/>
                </a:lnTo>
                <a:lnTo>
                  <a:pt x="2274" y="2608"/>
                </a:lnTo>
                <a:lnTo>
                  <a:pt x="5537" y="2608"/>
                </a:lnTo>
                <a:lnTo>
                  <a:pt x="5656" y="2584"/>
                </a:lnTo>
                <a:lnTo>
                  <a:pt x="5835" y="2405"/>
                </a:lnTo>
                <a:lnTo>
                  <a:pt x="5858" y="2286"/>
                </a:lnTo>
                <a:lnTo>
                  <a:pt x="5835" y="2155"/>
                </a:lnTo>
                <a:lnTo>
                  <a:pt x="5656" y="1977"/>
                </a:lnTo>
                <a:lnTo>
                  <a:pt x="5537" y="1953"/>
                </a:lnTo>
                <a:lnTo>
                  <a:pt x="5025" y="1953"/>
                </a:lnTo>
                <a:lnTo>
                  <a:pt x="5108" y="1810"/>
                </a:lnTo>
                <a:lnTo>
                  <a:pt x="5192" y="1477"/>
                </a:lnTo>
                <a:lnTo>
                  <a:pt x="5204" y="1298"/>
                </a:lnTo>
                <a:lnTo>
                  <a:pt x="5192" y="1036"/>
                </a:lnTo>
                <a:lnTo>
                  <a:pt x="4989" y="572"/>
                </a:lnTo>
                <a:lnTo>
                  <a:pt x="4632" y="215"/>
                </a:lnTo>
                <a:lnTo>
                  <a:pt x="4168" y="24"/>
                </a:lnTo>
                <a:lnTo>
                  <a:pt x="3906" y="0"/>
                </a:lnTo>
                <a:close/>
                <a:moveTo>
                  <a:pt x="3572" y="4882"/>
                </a:moveTo>
                <a:lnTo>
                  <a:pt x="3441" y="4906"/>
                </a:lnTo>
                <a:lnTo>
                  <a:pt x="3275" y="5084"/>
                </a:lnTo>
                <a:lnTo>
                  <a:pt x="3251" y="5215"/>
                </a:lnTo>
                <a:lnTo>
                  <a:pt x="3275" y="5346"/>
                </a:lnTo>
                <a:lnTo>
                  <a:pt x="3441" y="5513"/>
                </a:lnTo>
                <a:lnTo>
                  <a:pt x="3572" y="5537"/>
                </a:lnTo>
                <a:lnTo>
                  <a:pt x="6180" y="5537"/>
                </a:lnTo>
                <a:lnTo>
                  <a:pt x="6311" y="5513"/>
                </a:lnTo>
                <a:lnTo>
                  <a:pt x="6489" y="5346"/>
                </a:lnTo>
                <a:lnTo>
                  <a:pt x="6513" y="5215"/>
                </a:lnTo>
                <a:lnTo>
                  <a:pt x="6489" y="5084"/>
                </a:lnTo>
                <a:lnTo>
                  <a:pt x="6311" y="4906"/>
                </a:lnTo>
                <a:lnTo>
                  <a:pt x="6180" y="4882"/>
                </a:lnTo>
                <a:close/>
                <a:moveTo>
                  <a:pt x="1846" y="4727"/>
                </a:moveTo>
                <a:lnTo>
                  <a:pt x="1679" y="4799"/>
                </a:lnTo>
                <a:lnTo>
                  <a:pt x="1536" y="4930"/>
                </a:lnTo>
                <a:lnTo>
                  <a:pt x="1465" y="5108"/>
                </a:lnTo>
                <a:lnTo>
                  <a:pt x="1465" y="5215"/>
                </a:lnTo>
                <a:lnTo>
                  <a:pt x="1465" y="5311"/>
                </a:lnTo>
                <a:lnTo>
                  <a:pt x="1536" y="5489"/>
                </a:lnTo>
                <a:lnTo>
                  <a:pt x="1679" y="5620"/>
                </a:lnTo>
                <a:lnTo>
                  <a:pt x="1846" y="5692"/>
                </a:lnTo>
                <a:lnTo>
                  <a:pt x="1953" y="5704"/>
                </a:lnTo>
                <a:lnTo>
                  <a:pt x="2048" y="5692"/>
                </a:lnTo>
                <a:lnTo>
                  <a:pt x="2227" y="5620"/>
                </a:lnTo>
                <a:lnTo>
                  <a:pt x="2358" y="5489"/>
                </a:lnTo>
                <a:lnTo>
                  <a:pt x="2429" y="5311"/>
                </a:lnTo>
                <a:lnTo>
                  <a:pt x="2441" y="5215"/>
                </a:lnTo>
                <a:lnTo>
                  <a:pt x="2429" y="5108"/>
                </a:lnTo>
                <a:lnTo>
                  <a:pt x="2358" y="4930"/>
                </a:lnTo>
                <a:lnTo>
                  <a:pt x="2227" y="4799"/>
                </a:lnTo>
                <a:lnTo>
                  <a:pt x="2048" y="4727"/>
                </a:lnTo>
                <a:close/>
                <a:moveTo>
                  <a:pt x="3572" y="6835"/>
                </a:moveTo>
                <a:lnTo>
                  <a:pt x="3441" y="6859"/>
                </a:lnTo>
                <a:lnTo>
                  <a:pt x="3275" y="7037"/>
                </a:lnTo>
                <a:lnTo>
                  <a:pt x="3251" y="7168"/>
                </a:lnTo>
                <a:lnTo>
                  <a:pt x="3275" y="7299"/>
                </a:lnTo>
                <a:lnTo>
                  <a:pt x="3441" y="7466"/>
                </a:lnTo>
                <a:lnTo>
                  <a:pt x="3572" y="7490"/>
                </a:lnTo>
                <a:lnTo>
                  <a:pt x="6180" y="7490"/>
                </a:lnTo>
                <a:lnTo>
                  <a:pt x="6311" y="7466"/>
                </a:lnTo>
                <a:lnTo>
                  <a:pt x="6489" y="7299"/>
                </a:lnTo>
                <a:lnTo>
                  <a:pt x="6513" y="7168"/>
                </a:lnTo>
                <a:lnTo>
                  <a:pt x="6489" y="7037"/>
                </a:lnTo>
                <a:lnTo>
                  <a:pt x="6311" y="6859"/>
                </a:lnTo>
                <a:lnTo>
                  <a:pt x="6180" y="6835"/>
                </a:lnTo>
                <a:close/>
                <a:moveTo>
                  <a:pt x="1846" y="6680"/>
                </a:moveTo>
                <a:lnTo>
                  <a:pt x="1679" y="6751"/>
                </a:lnTo>
                <a:lnTo>
                  <a:pt x="1536" y="6894"/>
                </a:lnTo>
                <a:lnTo>
                  <a:pt x="1465" y="7061"/>
                </a:lnTo>
                <a:lnTo>
                  <a:pt x="1465" y="7168"/>
                </a:lnTo>
                <a:lnTo>
                  <a:pt x="1465" y="7263"/>
                </a:lnTo>
                <a:lnTo>
                  <a:pt x="1536" y="7442"/>
                </a:lnTo>
                <a:lnTo>
                  <a:pt x="1679" y="7573"/>
                </a:lnTo>
                <a:lnTo>
                  <a:pt x="1846" y="7644"/>
                </a:lnTo>
                <a:lnTo>
                  <a:pt x="1953" y="7656"/>
                </a:lnTo>
                <a:lnTo>
                  <a:pt x="2048" y="7644"/>
                </a:lnTo>
                <a:lnTo>
                  <a:pt x="2227" y="7573"/>
                </a:lnTo>
                <a:lnTo>
                  <a:pt x="2358" y="7442"/>
                </a:lnTo>
                <a:lnTo>
                  <a:pt x="2429" y="7263"/>
                </a:lnTo>
                <a:lnTo>
                  <a:pt x="2441" y="7168"/>
                </a:lnTo>
                <a:lnTo>
                  <a:pt x="2429" y="7061"/>
                </a:lnTo>
                <a:lnTo>
                  <a:pt x="2358" y="6894"/>
                </a:lnTo>
                <a:lnTo>
                  <a:pt x="2227" y="6751"/>
                </a:lnTo>
                <a:lnTo>
                  <a:pt x="2048" y="6680"/>
                </a:lnTo>
                <a:close/>
                <a:moveTo>
                  <a:pt x="1298" y="1298"/>
                </a:moveTo>
                <a:lnTo>
                  <a:pt x="1036" y="1322"/>
                </a:lnTo>
                <a:lnTo>
                  <a:pt x="560" y="1524"/>
                </a:lnTo>
                <a:lnTo>
                  <a:pt x="215" y="1870"/>
                </a:lnTo>
                <a:lnTo>
                  <a:pt x="12" y="2346"/>
                </a:lnTo>
                <a:lnTo>
                  <a:pt x="0" y="2608"/>
                </a:lnTo>
                <a:lnTo>
                  <a:pt x="0" y="9121"/>
                </a:lnTo>
                <a:lnTo>
                  <a:pt x="12" y="9383"/>
                </a:lnTo>
                <a:lnTo>
                  <a:pt x="215" y="9847"/>
                </a:lnTo>
                <a:lnTo>
                  <a:pt x="560" y="10204"/>
                </a:lnTo>
                <a:lnTo>
                  <a:pt x="1036" y="10395"/>
                </a:lnTo>
                <a:lnTo>
                  <a:pt x="1298" y="10419"/>
                </a:lnTo>
                <a:lnTo>
                  <a:pt x="6513" y="10419"/>
                </a:lnTo>
                <a:lnTo>
                  <a:pt x="6775" y="10395"/>
                </a:lnTo>
                <a:lnTo>
                  <a:pt x="7240" y="10204"/>
                </a:lnTo>
                <a:lnTo>
                  <a:pt x="7597" y="9847"/>
                </a:lnTo>
                <a:lnTo>
                  <a:pt x="7787" y="9383"/>
                </a:lnTo>
                <a:lnTo>
                  <a:pt x="7811" y="9121"/>
                </a:lnTo>
                <a:lnTo>
                  <a:pt x="7811" y="2608"/>
                </a:lnTo>
                <a:lnTo>
                  <a:pt x="7787" y="2346"/>
                </a:lnTo>
                <a:lnTo>
                  <a:pt x="7597" y="1870"/>
                </a:lnTo>
                <a:lnTo>
                  <a:pt x="7240" y="1524"/>
                </a:lnTo>
                <a:lnTo>
                  <a:pt x="6775" y="1322"/>
                </a:lnTo>
                <a:lnTo>
                  <a:pt x="6513" y="1298"/>
                </a:lnTo>
                <a:lnTo>
                  <a:pt x="6382" y="1322"/>
                </a:lnTo>
                <a:lnTo>
                  <a:pt x="6204" y="1501"/>
                </a:lnTo>
                <a:lnTo>
                  <a:pt x="6180" y="1631"/>
                </a:lnTo>
                <a:lnTo>
                  <a:pt x="6204" y="1762"/>
                </a:lnTo>
                <a:lnTo>
                  <a:pt x="6382" y="1941"/>
                </a:lnTo>
                <a:lnTo>
                  <a:pt x="6513" y="1953"/>
                </a:lnTo>
                <a:lnTo>
                  <a:pt x="6644" y="1965"/>
                </a:lnTo>
                <a:lnTo>
                  <a:pt x="6870" y="2060"/>
                </a:lnTo>
                <a:lnTo>
                  <a:pt x="7049" y="2239"/>
                </a:lnTo>
                <a:lnTo>
                  <a:pt x="7144" y="2477"/>
                </a:lnTo>
                <a:lnTo>
                  <a:pt x="7156" y="2608"/>
                </a:lnTo>
                <a:lnTo>
                  <a:pt x="7156" y="9121"/>
                </a:lnTo>
                <a:lnTo>
                  <a:pt x="7144" y="9252"/>
                </a:lnTo>
                <a:lnTo>
                  <a:pt x="7049" y="9490"/>
                </a:lnTo>
                <a:lnTo>
                  <a:pt x="6870" y="9657"/>
                </a:lnTo>
                <a:lnTo>
                  <a:pt x="6644" y="9764"/>
                </a:lnTo>
                <a:lnTo>
                  <a:pt x="6513" y="9776"/>
                </a:lnTo>
                <a:lnTo>
                  <a:pt x="1298" y="9776"/>
                </a:lnTo>
                <a:lnTo>
                  <a:pt x="1167" y="9764"/>
                </a:lnTo>
                <a:lnTo>
                  <a:pt x="929" y="9657"/>
                </a:lnTo>
                <a:lnTo>
                  <a:pt x="750" y="9490"/>
                </a:lnTo>
                <a:lnTo>
                  <a:pt x="655" y="9252"/>
                </a:lnTo>
                <a:lnTo>
                  <a:pt x="643" y="9121"/>
                </a:lnTo>
                <a:lnTo>
                  <a:pt x="643" y="2608"/>
                </a:lnTo>
                <a:lnTo>
                  <a:pt x="655" y="2477"/>
                </a:lnTo>
                <a:lnTo>
                  <a:pt x="750" y="2239"/>
                </a:lnTo>
                <a:lnTo>
                  <a:pt x="929" y="2060"/>
                </a:lnTo>
                <a:lnTo>
                  <a:pt x="1167" y="1965"/>
                </a:lnTo>
                <a:lnTo>
                  <a:pt x="1298" y="1953"/>
                </a:lnTo>
                <a:lnTo>
                  <a:pt x="1429" y="1941"/>
                </a:lnTo>
                <a:lnTo>
                  <a:pt x="1608" y="1762"/>
                </a:lnTo>
                <a:lnTo>
                  <a:pt x="1620" y="1631"/>
                </a:lnTo>
                <a:lnTo>
                  <a:pt x="1608" y="1501"/>
                </a:lnTo>
                <a:lnTo>
                  <a:pt x="1429" y="1322"/>
                </a:lnTo>
                <a:lnTo>
                  <a:pt x="1298"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7" name="Google Shape;3277;p175"/>
          <p:cNvSpPr/>
          <p:nvPr/>
        </p:nvSpPr>
        <p:spPr>
          <a:xfrm>
            <a:off x="8196342" y="2220400"/>
            <a:ext cx="393753" cy="525222"/>
          </a:xfrm>
          <a:custGeom>
            <a:rect b="b" l="l" r="r" t="t"/>
            <a:pathLst>
              <a:path extrusionOk="0" h="10419" w="7811">
                <a:moveTo>
                  <a:pt x="4036" y="655"/>
                </a:moveTo>
                <a:lnTo>
                  <a:pt x="4275" y="762"/>
                </a:lnTo>
                <a:lnTo>
                  <a:pt x="4453" y="941"/>
                </a:lnTo>
                <a:lnTo>
                  <a:pt x="4548" y="1167"/>
                </a:lnTo>
                <a:lnTo>
                  <a:pt x="4560" y="1298"/>
                </a:lnTo>
                <a:lnTo>
                  <a:pt x="4548" y="1441"/>
                </a:lnTo>
                <a:lnTo>
                  <a:pt x="4453" y="1667"/>
                </a:lnTo>
                <a:lnTo>
                  <a:pt x="4275" y="1846"/>
                </a:lnTo>
                <a:lnTo>
                  <a:pt x="4036" y="1941"/>
                </a:lnTo>
                <a:lnTo>
                  <a:pt x="3905" y="1953"/>
                </a:lnTo>
                <a:lnTo>
                  <a:pt x="3774" y="1941"/>
                </a:lnTo>
                <a:lnTo>
                  <a:pt x="3536" y="1846"/>
                </a:lnTo>
                <a:lnTo>
                  <a:pt x="3358" y="1667"/>
                </a:lnTo>
                <a:lnTo>
                  <a:pt x="3262" y="1429"/>
                </a:lnTo>
                <a:lnTo>
                  <a:pt x="3251" y="1298"/>
                </a:lnTo>
                <a:lnTo>
                  <a:pt x="3262" y="1167"/>
                </a:lnTo>
                <a:lnTo>
                  <a:pt x="3358" y="941"/>
                </a:lnTo>
                <a:lnTo>
                  <a:pt x="3536" y="762"/>
                </a:lnTo>
                <a:lnTo>
                  <a:pt x="3774" y="655"/>
                </a:lnTo>
                <a:close/>
                <a:moveTo>
                  <a:pt x="3905" y="0"/>
                </a:moveTo>
                <a:lnTo>
                  <a:pt x="3643" y="12"/>
                </a:lnTo>
                <a:lnTo>
                  <a:pt x="3167" y="215"/>
                </a:lnTo>
                <a:lnTo>
                  <a:pt x="2822" y="572"/>
                </a:lnTo>
                <a:lnTo>
                  <a:pt x="2619" y="1036"/>
                </a:lnTo>
                <a:lnTo>
                  <a:pt x="2608" y="1298"/>
                </a:lnTo>
                <a:lnTo>
                  <a:pt x="2608" y="1477"/>
                </a:lnTo>
                <a:lnTo>
                  <a:pt x="2703" y="1810"/>
                </a:lnTo>
                <a:lnTo>
                  <a:pt x="2786" y="1953"/>
                </a:lnTo>
                <a:lnTo>
                  <a:pt x="2274" y="1953"/>
                </a:lnTo>
                <a:lnTo>
                  <a:pt x="2143" y="1977"/>
                </a:lnTo>
                <a:lnTo>
                  <a:pt x="1965" y="2143"/>
                </a:lnTo>
                <a:lnTo>
                  <a:pt x="1953" y="2274"/>
                </a:lnTo>
                <a:lnTo>
                  <a:pt x="1965" y="2405"/>
                </a:lnTo>
                <a:lnTo>
                  <a:pt x="2143" y="2584"/>
                </a:lnTo>
                <a:lnTo>
                  <a:pt x="2274" y="2608"/>
                </a:lnTo>
                <a:lnTo>
                  <a:pt x="5537" y="2608"/>
                </a:lnTo>
                <a:lnTo>
                  <a:pt x="5668" y="2584"/>
                </a:lnTo>
                <a:lnTo>
                  <a:pt x="5834" y="2405"/>
                </a:lnTo>
                <a:lnTo>
                  <a:pt x="5858" y="2274"/>
                </a:lnTo>
                <a:lnTo>
                  <a:pt x="5834" y="2143"/>
                </a:lnTo>
                <a:lnTo>
                  <a:pt x="5668" y="1977"/>
                </a:lnTo>
                <a:lnTo>
                  <a:pt x="5537" y="1953"/>
                </a:lnTo>
                <a:lnTo>
                  <a:pt x="5025" y="1953"/>
                </a:lnTo>
                <a:lnTo>
                  <a:pt x="5108" y="1810"/>
                </a:lnTo>
                <a:lnTo>
                  <a:pt x="5203" y="1477"/>
                </a:lnTo>
                <a:lnTo>
                  <a:pt x="5203" y="1298"/>
                </a:lnTo>
                <a:lnTo>
                  <a:pt x="5191" y="1036"/>
                </a:lnTo>
                <a:lnTo>
                  <a:pt x="4989" y="572"/>
                </a:lnTo>
                <a:lnTo>
                  <a:pt x="4632" y="215"/>
                </a:lnTo>
                <a:lnTo>
                  <a:pt x="4167" y="12"/>
                </a:lnTo>
                <a:lnTo>
                  <a:pt x="3905" y="0"/>
                </a:lnTo>
                <a:close/>
                <a:moveTo>
                  <a:pt x="4227" y="4882"/>
                </a:moveTo>
                <a:lnTo>
                  <a:pt x="4096" y="4906"/>
                </a:lnTo>
                <a:lnTo>
                  <a:pt x="3917" y="5084"/>
                </a:lnTo>
                <a:lnTo>
                  <a:pt x="3905" y="5215"/>
                </a:lnTo>
                <a:lnTo>
                  <a:pt x="3917" y="5346"/>
                </a:lnTo>
                <a:lnTo>
                  <a:pt x="4096" y="5513"/>
                </a:lnTo>
                <a:lnTo>
                  <a:pt x="4227" y="5537"/>
                </a:lnTo>
                <a:lnTo>
                  <a:pt x="6180" y="5537"/>
                </a:lnTo>
                <a:lnTo>
                  <a:pt x="6311" y="5513"/>
                </a:lnTo>
                <a:lnTo>
                  <a:pt x="6489" y="5346"/>
                </a:lnTo>
                <a:lnTo>
                  <a:pt x="6513" y="5215"/>
                </a:lnTo>
                <a:lnTo>
                  <a:pt x="6489" y="5084"/>
                </a:lnTo>
                <a:lnTo>
                  <a:pt x="6311" y="4906"/>
                </a:lnTo>
                <a:lnTo>
                  <a:pt x="6180" y="4882"/>
                </a:lnTo>
                <a:close/>
                <a:moveTo>
                  <a:pt x="3691" y="3918"/>
                </a:moveTo>
                <a:lnTo>
                  <a:pt x="3441" y="3929"/>
                </a:lnTo>
                <a:lnTo>
                  <a:pt x="3346" y="4013"/>
                </a:lnTo>
                <a:lnTo>
                  <a:pt x="2298" y="5084"/>
                </a:lnTo>
                <a:lnTo>
                  <a:pt x="1846" y="4644"/>
                </a:lnTo>
                <a:lnTo>
                  <a:pt x="1738" y="4572"/>
                </a:lnTo>
                <a:lnTo>
                  <a:pt x="1488" y="4572"/>
                </a:lnTo>
                <a:lnTo>
                  <a:pt x="1381" y="4668"/>
                </a:lnTo>
                <a:lnTo>
                  <a:pt x="1310" y="4775"/>
                </a:lnTo>
                <a:lnTo>
                  <a:pt x="1322" y="5025"/>
                </a:lnTo>
                <a:lnTo>
                  <a:pt x="1405" y="5120"/>
                </a:lnTo>
                <a:lnTo>
                  <a:pt x="2108" y="5775"/>
                </a:lnTo>
                <a:lnTo>
                  <a:pt x="2215" y="5846"/>
                </a:lnTo>
                <a:lnTo>
                  <a:pt x="2334" y="5858"/>
                </a:lnTo>
                <a:lnTo>
                  <a:pt x="2465" y="5846"/>
                </a:lnTo>
                <a:lnTo>
                  <a:pt x="2560" y="5763"/>
                </a:lnTo>
                <a:lnTo>
                  <a:pt x="3810" y="4453"/>
                </a:lnTo>
                <a:lnTo>
                  <a:pt x="3894" y="4346"/>
                </a:lnTo>
                <a:lnTo>
                  <a:pt x="3882" y="4096"/>
                </a:lnTo>
                <a:lnTo>
                  <a:pt x="3798" y="4001"/>
                </a:lnTo>
                <a:lnTo>
                  <a:pt x="3691" y="3918"/>
                </a:lnTo>
                <a:close/>
                <a:moveTo>
                  <a:pt x="3584" y="6835"/>
                </a:moveTo>
                <a:lnTo>
                  <a:pt x="3453" y="6859"/>
                </a:lnTo>
                <a:lnTo>
                  <a:pt x="3274" y="7037"/>
                </a:lnTo>
                <a:lnTo>
                  <a:pt x="3251" y="7168"/>
                </a:lnTo>
                <a:lnTo>
                  <a:pt x="3274" y="7299"/>
                </a:lnTo>
                <a:lnTo>
                  <a:pt x="3453" y="7466"/>
                </a:lnTo>
                <a:lnTo>
                  <a:pt x="3584" y="7490"/>
                </a:lnTo>
                <a:lnTo>
                  <a:pt x="6180" y="7490"/>
                </a:lnTo>
                <a:lnTo>
                  <a:pt x="6311" y="7466"/>
                </a:lnTo>
                <a:lnTo>
                  <a:pt x="6489" y="7299"/>
                </a:lnTo>
                <a:lnTo>
                  <a:pt x="6513" y="7168"/>
                </a:lnTo>
                <a:lnTo>
                  <a:pt x="6489" y="7037"/>
                </a:lnTo>
                <a:lnTo>
                  <a:pt x="6311" y="6859"/>
                </a:lnTo>
                <a:lnTo>
                  <a:pt x="6180" y="6835"/>
                </a:lnTo>
                <a:close/>
                <a:moveTo>
                  <a:pt x="1846" y="6680"/>
                </a:moveTo>
                <a:lnTo>
                  <a:pt x="1679" y="6751"/>
                </a:lnTo>
                <a:lnTo>
                  <a:pt x="1548" y="6882"/>
                </a:lnTo>
                <a:lnTo>
                  <a:pt x="1465" y="7061"/>
                </a:lnTo>
                <a:lnTo>
                  <a:pt x="1465" y="7168"/>
                </a:lnTo>
                <a:lnTo>
                  <a:pt x="1465" y="7263"/>
                </a:lnTo>
                <a:lnTo>
                  <a:pt x="1548" y="7442"/>
                </a:lnTo>
                <a:lnTo>
                  <a:pt x="1679" y="7573"/>
                </a:lnTo>
                <a:lnTo>
                  <a:pt x="1846" y="7644"/>
                </a:lnTo>
                <a:lnTo>
                  <a:pt x="1953" y="7656"/>
                </a:lnTo>
                <a:lnTo>
                  <a:pt x="2048" y="7644"/>
                </a:lnTo>
                <a:lnTo>
                  <a:pt x="2227" y="7573"/>
                </a:lnTo>
                <a:lnTo>
                  <a:pt x="2358" y="7442"/>
                </a:lnTo>
                <a:lnTo>
                  <a:pt x="2429" y="7263"/>
                </a:lnTo>
                <a:lnTo>
                  <a:pt x="2441" y="7168"/>
                </a:lnTo>
                <a:lnTo>
                  <a:pt x="2429" y="7061"/>
                </a:lnTo>
                <a:lnTo>
                  <a:pt x="2358" y="6882"/>
                </a:lnTo>
                <a:lnTo>
                  <a:pt x="2227" y="6751"/>
                </a:lnTo>
                <a:lnTo>
                  <a:pt x="2048" y="6680"/>
                </a:lnTo>
                <a:close/>
                <a:moveTo>
                  <a:pt x="1298" y="1298"/>
                </a:moveTo>
                <a:lnTo>
                  <a:pt x="1036" y="1322"/>
                </a:lnTo>
                <a:lnTo>
                  <a:pt x="560" y="1524"/>
                </a:lnTo>
                <a:lnTo>
                  <a:pt x="214" y="1870"/>
                </a:lnTo>
                <a:lnTo>
                  <a:pt x="12" y="2346"/>
                </a:lnTo>
                <a:lnTo>
                  <a:pt x="0" y="2608"/>
                </a:lnTo>
                <a:lnTo>
                  <a:pt x="0" y="9121"/>
                </a:lnTo>
                <a:lnTo>
                  <a:pt x="12" y="9383"/>
                </a:lnTo>
                <a:lnTo>
                  <a:pt x="214" y="9847"/>
                </a:lnTo>
                <a:lnTo>
                  <a:pt x="560" y="10204"/>
                </a:lnTo>
                <a:lnTo>
                  <a:pt x="1036" y="10395"/>
                </a:lnTo>
                <a:lnTo>
                  <a:pt x="1298" y="10419"/>
                </a:lnTo>
                <a:lnTo>
                  <a:pt x="6513" y="10419"/>
                </a:lnTo>
                <a:lnTo>
                  <a:pt x="6775" y="10395"/>
                </a:lnTo>
                <a:lnTo>
                  <a:pt x="7239" y="10204"/>
                </a:lnTo>
                <a:lnTo>
                  <a:pt x="7597" y="9847"/>
                </a:lnTo>
                <a:lnTo>
                  <a:pt x="7787" y="9383"/>
                </a:lnTo>
                <a:lnTo>
                  <a:pt x="7811" y="9121"/>
                </a:lnTo>
                <a:lnTo>
                  <a:pt x="7811" y="2608"/>
                </a:lnTo>
                <a:lnTo>
                  <a:pt x="7787" y="2346"/>
                </a:lnTo>
                <a:lnTo>
                  <a:pt x="7597" y="1870"/>
                </a:lnTo>
                <a:lnTo>
                  <a:pt x="7239" y="1524"/>
                </a:lnTo>
                <a:lnTo>
                  <a:pt x="6775" y="1322"/>
                </a:lnTo>
                <a:lnTo>
                  <a:pt x="6513" y="1298"/>
                </a:lnTo>
                <a:lnTo>
                  <a:pt x="6382" y="1322"/>
                </a:lnTo>
                <a:lnTo>
                  <a:pt x="6203" y="1501"/>
                </a:lnTo>
                <a:lnTo>
                  <a:pt x="6180" y="1631"/>
                </a:lnTo>
                <a:lnTo>
                  <a:pt x="6203" y="1762"/>
                </a:lnTo>
                <a:lnTo>
                  <a:pt x="6382" y="1941"/>
                </a:lnTo>
                <a:lnTo>
                  <a:pt x="6513" y="1953"/>
                </a:lnTo>
                <a:lnTo>
                  <a:pt x="6644" y="1965"/>
                </a:lnTo>
                <a:lnTo>
                  <a:pt x="6870" y="2060"/>
                </a:lnTo>
                <a:lnTo>
                  <a:pt x="7049" y="2239"/>
                </a:lnTo>
                <a:lnTo>
                  <a:pt x="7144" y="2477"/>
                </a:lnTo>
                <a:lnTo>
                  <a:pt x="7156" y="2608"/>
                </a:lnTo>
                <a:lnTo>
                  <a:pt x="7156" y="9121"/>
                </a:lnTo>
                <a:lnTo>
                  <a:pt x="7144" y="9252"/>
                </a:lnTo>
                <a:lnTo>
                  <a:pt x="7049" y="9490"/>
                </a:lnTo>
                <a:lnTo>
                  <a:pt x="6870" y="9657"/>
                </a:lnTo>
                <a:lnTo>
                  <a:pt x="6644" y="9764"/>
                </a:lnTo>
                <a:lnTo>
                  <a:pt x="6513" y="9776"/>
                </a:lnTo>
                <a:lnTo>
                  <a:pt x="1298" y="9776"/>
                </a:lnTo>
                <a:lnTo>
                  <a:pt x="1167" y="9764"/>
                </a:lnTo>
                <a:lnTo>
                  <a:pt x="929" y="9657"/>
                </a:lnTo>
                <a:lnTo>
                  <a:pt x="750" y="9490"/>
                </a:lnTo>
                <a:lnTo>
                  <a:pt x="655" y="9252"/>
                </a:lnTo>
                <a:lnTo>
                  <a:pt x="643" y="9121"/>
                </a:lnTo>
                <a:lnTo>
                  <a:pt x="643" y="2608"/>
                </a:lnTo>
                <a:lnTo>
                  <a:pt x="655" y="2477"/>
                </a:lnTo>
                <a:lnTo>
                  <a:pt x="750" y="2239"/>
                </a:lnTo>
                <a:lnTo>
                  <a:pt x="929" y="2060"/>
                </a:lnTo>
                <a:lnTo>
                  <a:pt x="1167" y="1965"/>
                </a:lnTo>
                <a:lnTo>
                  <a:pt x="1298" y="1953"/>
                </a:lnTo>
                <a:lnTo>
                  <a:pt x="1429" y="1941"/>
                </a:lnTo>
                <a:lnTo>
                  <a:pt x="1607" y="1762"/>
                </a:lnTo>
                <a:lnTo>
                  <a:pt x="1619" y="1631"/>
                </a:lnTo>
                <a:lnTo>
                  <a:pt x="1607" y="1501"/>
                </a:lnTo>
                <a:lnTo>
                  <a:pt x="1429" y="1322"/>
                </a:lnTo>
                <a:lnTo>
                  <a:pt x="1298"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8" name="Google Shape;3278;p175"/>
          <p:cNvSpPr/>
          <p:nvPr/>
        </p:nvSpPr>
        <p:spPr>
          <a:xfrm>
            <a:off x="9202268" y="2220400"/>
            <a:ext cx="393803" cy="525222"/>
          </a:xfrm>
          <a:custGeom>
            <a:rect b="b" l="l" r="r" t="t"/>
            <a:pathLst>
              <a:path extrusionOk="0" h="10419" w="7812">
                <a:moveTo>
                  <a:pt x="3906" y="655"/>
                </a:moveTo>
                <a:lnTo>
                  <a:pt x="4037" y="667"/>
                </a:lnTo>
                <a:lnTo>
                  <a:pt x="4275" y="762"/>
                </a:lnTo>
                <a:lnTo>
                  <a:pt x="4454" y="941"/>
                </a:lnTo>
                <a:lnTo>
                  <a:pt x="4549" y="1167"/>
                </a:lnTo>
                <a:lnTo>
                  <a:pt x="4561" y="1310"/>
                </a:lnTo>
                <a:lnTo>
                  <a:pt x="4549" y="1441"/>
                </a:lnTo>
                <a:lnTo>
                  <a:pt x="4454" y="1667"/>
                </a:lnTo>
                <a:lnTo>
                  <a:pt x="4275" y="1846"/>
                </a:lnTo>
                <a:lnTo>
                  <a:pt x="4037" y="1941"/>
                </a:lnTo>
                <a:lnTo>
                  <a:pt x="3906" y="1953"/>
                </a:lnTo>
                <a:lnTo>
                  <a:pt x="3775" y="1941"/>
                </a:lnTo>
                <a:lnTo>
                  <a:pt x="3537" y="1846"/>
                </a:lnTo>
                <a:lnTo>
                  <a:pt x="3358" y="1667"/>
                </a:lnTo>
                <a:lnTo>
                  <a:pt x="3263" y="1441"/>
                </a:lnTo>
                <a:lnTo>
                  <a:pt x="3251" y="1310"/>
                </a:lnTo>
                <a:lnTo>
                  <a:pt x="3263" y="1167"/>
                </a:lnTo>
                <a:lnTo>
                  <a:pt x="3358" y="941"/>
                </a:lnTo>
                <a:lnTo>
                  <a:pt x="3537" y="762"/>
                </a:lnTo>
                <a:lnTo>
                  <a:pt x="3775" y="667"/>
                </a:lnTo>
                <a:lnTo>
                  <a:pt x="3906" y="655"/>
                </a:lnTo>
                <a:close/>
                <a:moveTo>
                  <a:pt x="3906" y="0"/>
                </a:moveTo>
                <a:lnTo>
                  <a:pt x="3632" y="24"/>
                </a:lnTo>
                <a:lnTo>
                  <a:pt x="3168" y="215"/>
                </a:lnTo>
                <a:lnTo>
                  <a:pt x="2811" y="572"/>
                </a:lnTo>
                <a:lnTo>
                  <a:pt x="2620" y="1036"/>
                </a:lnTo>
                <a:lnTo>
                  <a:pt x="2596" y="1298"/>
                </a:lnTo>
                <a:lnTo>
                  <a:pt x="2608" y="1477"/>
                </a:lnTo>
                <a:lnTo>
                  <a:pt x="2692" y="1810"/>
                </a:lnTo>
                <a:lnTo>
                  <a:pt x="2775" y="1953"/>
                </a:lnTo>
                <a:lnTo>
                  <a:pt x="2275" y="1953"/>
                </a:lnTo>
                <a:lnTo>
                  <a:pt x="2144" y="1977"/>
                </a:lnTo>
                <a:lnTo>
                  <a:pt x="1965" y="2155"/>
                </a:lnTo>
                <a:lnTo>
                  <a:pt x="1953" y="2286"/>
                </a:lnTo>
                <a:lnTo>
                  <a:pt x="1965" y="2405"/>
                </a:lnTo>
                <a:lnTo>
                  <a:pt x="2144" y="2584"/>
                </a:lnTo>
                <a:lnTo>
                  <a:pt x="2275" y="2608"/>
                </a:lnTo>
                <a:lnTo>
                  <a:pt x="5537" y="2608"/>
                </a:lnTo>
                <a:lnTo>
                  <a:pt x="5656" y="2584"/>
                </a:lnTo>
                <a:lnTo>
                  <a:pt x="5835" y="2405"/>
                </a:lnTo>
                <a:lnTo>
                  <a:pt x="5859" y="2286"/>
                </a:lnTo>
                <a:lnTo>
                  <a:pt x="5835" y="2155"/>
                </a:lnTo>
                <a:lnTo>
                  <a:pt x="5656" y="1977"/>
                </a:lnTo>
                <a:lnTo>
                  <a:pt x="5537" y="1953"/>
                </a:lnTo>
                <a:lnTo>
                  <a:pt x="5025" y="1953"/>
                </a:lnTo>
                <a:lnTo>
                  <a:pt x="5109" y="1810"/>
                </a:lnTo>
                <a:lnTo>
                  <a:pt x="5192" y="1477"/>
                </a:lnTo>
                <a:lnTo>
                  <a:pt x="5204" y="1298"/>
                </a:lnTo>
                <a:lnTo>
                  <a:pt x="5180" y="1036"/>
                </a:lnTo>
                <a:lnTo>
                  <a:pt x="4990" y="572"/>
                </a:lnTo>
                <a:lnTo>
                  <a:pt x="4632" y="215"/>
                </a:lnTo>
                <a:lnTo>
                  <a:pt x="4168" y="24"/>
                </a:lnTo>
                <a:lnTo>
                  <a:pt x="3906" y="0"/>
                </a:lnTo>
                <a:close/>
                <a:moveTo>
                  <a:pt x="3227" y="3906"/>
                </a:moveTo>
                <a:lnTo>
                  <a:pt x="3037" y="3918"/>
                </a:lnTo>
                <a:lnTo>
                  <a:pt x="2680" y="4037"/>
                </a:lnTo>
                <a:lnTo>
                  <a:pt x="2394" y="4263"/>
                </a:lnTo>
                <a:lnTo>
                  <a:pt x="2192" y="4572"/>
                </a:lnTo>
                <a:lnTo>
                  <a:pt x="2132" y="4763"/>
                </a:lnTo>
                <a:lnTo>
                  <a:pt x="2120" y="4775"/>
                </a:lnTo>
                <a:lnTo>
                  <a:pt x="2108" y="4906"/>
                </a:lnTo>
                <a:lnTo>
                  <a:pt x="2227" y="5120"/>
                </a:lnTo>
                <a:lnTo>
                  <a:pt x="2358" y="5168"/>
                </a:lnTo>
                <a:lnTo>
                  <a:pt x="2489" y="5192"/>
                </a:lnTo>
                <a:lnTo>
                  <a:pt x="2704" y="5061"/>
                </a:lnTo>
                <a:lnTo>
                  <a:pt x="2751" y="4942"/>
                </a:lnTo>
                <a:lnTo>
                  <a:pt x="2763" y="4930"/>
                </a:lnTo>
                <a:lnTo>
                  <a:pt x="2811" y="4775"/>
                </a:lnTo>
                <a:lnTo>
                  <a:pt x="3061" y="4572"/>
                </a:lnTo>
                <a:lnTo>
                  <a:pt x="3227" y="4561"/>
                </a:lnTo>
                <a:lnTo>
                  <a:pt x="4394" y="4561"/>
                </a:lnTo>
                <a:lnTo>
                  <a:pt x="4525" y="4572"/>
                </a:lnTo>
                <a:lnTo>
                  <a:pt x="4763" y="4668"/>
                </a:lnTo>
                <a:lnTo>
                  <a:pt x="4930" y="4846"/>
                </a:lnTo>
                <a:lnTo>
                  <a:pt x="5037" y="5084"/>
                </a:lnTo>
                <a:lnTo>
                  <a:pt x="5049" y="5215"/>
                </a:lnTo>
                <a:lnTo>
                  <a:pt x="5025" y="5394"/>
                </a:lnTo>
                <a:lnTo>
                  <a:pt x="4835" y="5704"/>
                </a:lnTo>
                <a:lnTo>
                  <a:pt x="4692" y="5799"/>
                </a:lnTo>
                <a:lnTo>
                  <a:pt x="3751" y="6275"/>
                </a:lnTo>
                <a:lnTo>
                  <a:pt x="3680" y="6323"/>
                </a:lnTo>
                <a:lnTo>
                  <a:pt x="3585" y="6478"/>
                </a:lnTo>
                <a:lnTo>
                  <a:pt x="3585" y="6561"/>
                </a:lnTo>
                <a:lnTo>
                  <a:pt x="3585" y="7168"/>
                </a:lnTo>
                <a:lnTo>
                  <a:pt x="3597" y="7299"/>
                </a:lnTo>
                <a:lnTo>
                  <a:pt x="3775" y="7466"/>
                </a:lnTo>
                <a:lnTo>
                  <a:pt x="3906" y="7490"/>
                </a:lnTo>
                <a:lnTo>
                  <a:pt x="4037" y="7466"/>
                </a:lnTo>
                <a:lnTo>
                  <a:pt x="4216" y="7299"/>
                </a:lnTo>
                <a:lnTo>
                  <a:pt x="4228" y="7168"/>
                </a:lnTo>
                <a:lnTo>
                  <a:pt x="4228" y="6763"/>
                </a:lnTo>
                <a:lnTo>
                  <a:pt x="4990" y="6382"/>
                </a:lnTo>
                <a:lnTo>
                  <a:pt x="5144" y="6287"/>
                </a:lnTo>
                <a:lnTo>
                  <a:pt x="5406" y="6049"/>
                </a:lnTo>
                <a:lnTo>
                  <a:pt x="5585" y="5739"/>
                </a:lnTo>
                <a:lnTo>
                  <a:pt x="5692" y="5394"/>
                </a:lnTo>
                <a:lnTo>
                  <a:pt x="5692" y="5215"/>
                </a:lnTo>
                <a:lnTo>
                  <a:pt x="5680" y="4953"/>
                </a:lnTo>
                <a:lnTo>
                  <a:pt x="5478" y="4477"/>
                </a:lnTo>
                <a:lnTo>
                  <a:pt x="5133" y="4132"/>
                </a:lnTo>
                <a:lnTo>
                  <a:pt x="4656" y="3929"/>
                </a:lnTo>
                <a:lnTo>
                  <a:pt x="4394" y="3906"/>
                </a:lnTo>
                <a:close/>
                <a:moveTo>
                  <a:pt x="3906" y="7978"/>
                </a:moveTo>
                <a:lnTo>
                  <a:pt x="3799" y="7990"/>
                </a:lnTo>
                <a:lnTo>
                  <a:pt x="3632" y="8061"/>
                </a:lnTo>
                <a:lnTo>
                  <a:pt x="3501" y="8192"/>
                </a:lnTo>
                <a:lnTo>
                  <a:pt x="3418" y="8371"/>
                </a:lnTo>
                <a:lnTo>
                  <a:pt x="3418" y="8466"/>
                </a:lnTo>
                <a:lnTo>
                  <a:pt x="3418" y="8561"/>
                </a:lnTo>
                <a:lnTo>
                  <a:pt x="3501" y="8740"/>
                </a:lnTo>
                <a:lnTo>
                  <a:pt x="3632" y="8871"/>
                </a:lnTo>
                <a:lnTo>
                  <a:pt x="3799" y="8942"/>
                </a:lnTo>
                <a:lnTo>
                  <a:pt x="3906" y="8954"/>
                </a:lnTo>
                <a:lnTo>
                  <a:pt x="4001" y="8942"/>
                </a:lnTo>
                <a:lnTo>
                  <a:pt x="4180" y="8871"/>
                </a:lnTo>
                <a:lnTo>
                  <a:pt x="4311" y="8740"/>
                </a:lnTo>
                <a:lnTo>
                  <a:pt x="4382" y="8561"/>
                </a:lnTo>
                <a:lnTo>
                  <a:pt x="4394" y="8466"/>
                </a:lnTo>
                <a:lnTo>
                  <a:pt x="4382" y="8371"/>
                </a:lnTo>
                <a:lnTo>
                  <a:pt x="4311" y="8192"/>
                </a:lnTo>
                <a:lnTo>
                  <a:pt x="4180" y="8061"/>
                </a:lnTo>
                <a:lnTo>
                  <a:pt x="4001" y="7990"/>
                </a:lnTo>
                <a:lnTo>
                  <a:pt x="3906" y="7978"/>
                </a:lnTo>
                <a:close/>
                <a:moveTo>
                  <a:pt x="1382" y="1298"/>
                </a:moveTo>
                <a:lnTo>
                  <a:pt x="1251" y="1310"/>
                </a:lnTo>
                <a:lnTo>
                  <a:pt x="1084" y="1334"/>
                </a:lnTo>
                <a:lnTo>
                  <a:pt x="858" y="1381"/>
                </a:lnTo>
                <a:lnTo>
                  <a:pt x="465" y="1620"/>
                </a:lnTo>
                <a:lnTo>
                  <a:pt x="167" y="1953"/>
                </a:lnTo>
                <a:lnTo>
                  <a:pt x="13" y="2382"/>
                </a:lnTo>
                <a:lnTo>
                  <a:pt x="1" y="2620"/>
                </a:lnTo>
                <a:lnTo>
                  <a:pt x="1" y="9121"/>
                </a:lnTo>
                <a:lnTo>
                  <a:pt x="13" y="9383"/>
                </a:lnTo>
                <a:lnTo>
                  <a:pt x="215" y="9847"/>
                </a:lnTo>
                <a:lnTo>
                  <a:pt x="572" y="10204"/>
                </a:lnTo>
                <a:lnTo>
                  <a:pt x="1037" y="10395"/>
                </a:lnTo>
                <a:lnTo>
                  <a:pt x="1299" y="10419"/>
                </a:lnTo>
                <a:lnTo>
                  <a:pt x="6514" y="10419"/>
                </a:lnTo>
                <a:lnTo>
                  <a:pt x="6776" y="10395"/>
                </a:lnTo>
                <a:lnTo>
                  <a:pt x="7240" y="10204"/>
                </a:lnTo>
                <a:lnTo>
                  <a:pt x="7597" y="9847"/>
                </a:lnTo>
                <a:lnTo>
                  <a:pt x="7788" y="9383"/>
                </a:lnTo>
                <a:lnTo>
                  <a:pt x="7812" y="9121"/>
                </a:lnTo>
                <a:lnTo>
                  <a:pt x="7812" y="2620"/>
                </a:lnTo>
                <a:lnTo>
                  <a:pt x="7800" y="2382"/>
                </a:lnTo>
                <a:lnTo>
                  <a:pt x="7633" y="1953"/>
                </a:lnTo>
                <a:lnTo>
                  <a:pt x="7347" y="1608"/>
                </a:lnTo>
                <a:lnTo>
                  <a:pt x="6954" y="1381"/>
                </a:lnTo>
                <a:lnTo>
                  <a:pt x="6728" y="1334"/>
                </a:lnTo>
                <a:lnTo>
                  <a:pt x="6561" y="1310"/>
                </a:lnTo>
                <a:lnTo>
                  <a:pt x="6430" y="1298"/>
                </a:lnTo>
                <a:lnTo>
                  <a:pt x="6228" y="1453"/>
                </a:lnTo>
                <a:lnTo>
                  <a:pt x="6192" y="1572"/>
                </a:lnTo>
                <a:lnTo>
                  <a:pt x="6180" y="1703"/>
                </a:lnTo>
                <a:lnTo>
                  <a:pt x="6335" y="1905"/>
                </a:lnTo>
                <a:lnTo>
                  <a:pt x="6454" y="1953"/>
                </a:lnTo>
                <a:lnTo>
                  <a:pt x="6621" y="1977"/>
                </a:lnTo>
                <a:lnTo>
                  <a:pt x="6728" y="2001"/>
                </a:lnTo>
                <a:lnTo>
                  <a:pt x="6930" y="2120"/>
                </a:lnTo>
                <a:lnTo>
                  <a:pt x="7073" y="2286"/>
                </a:lnTo>
                <a:lnTo>
                  <a:pt x="7157" y="2501"/>
                </a:lnTo>
                <a:lnTo>
                  <a:pt x="7157" y="2620"/>
                </a:lnTo>
                <a:lnTo>
                  <a:pt x="7157" y="9121"/>
                </a:lnTo>
                <a:lnTo>
                  <a:pt x="7145" y="9252"/>
                </a:lnTo>
                <a:lnTo>
                  <a:pt x="7050" y="9478"/>
                </a:lnTo>
                <a:lnTo>
                  <a:pt x="6871" y="9657"/>
                </a:lnTo>
                <a:lnTo>
                  <a:pt x="6645" y="9764"/>
                </a:lnTo>
                <a:lnTo>
                  <a:pt x="1168" y="9764"/>
                </a:lnTo>
                <a:lnTo>
                  <a:pt x="929" y="9657"/>
                </a:lnTo>
                <a:lnTo>
                  <a:pt x="751" y="9478"/>
                </a:lnTo>
                <a:lnTo>
                  <a:pt x="656" y="9252"/>
                </a:lnTo>
                <a:lnTo>
                  <a:pt x="644" y="9121"/>
                </a:lnTo>
                <a:lnTo>
                  <a:pt x="644" y="2620"/>
                </a:lnTo>
                <a:lnTo>
                  <a:pt x="656" y="2501"/>
                </a:lnTo>
                <a:lnTo>
                  <a:pt x="739" y="2286"/>
                </a:lnTo>
                <a:lnTo>
                  <a:pt x="882" y="2120"/>
                </a:lnTo>
                <a:lnTo>
                  <a:pt x="1072" y="2001"/>
                </a:lnTo>
                <a:lnTo>
                  <a:pt x="1191" y="1977"/>
                </a:lnTo>
                <a:lnTo>
                  <a:pt x="1358" y="1953"/>
                </a:lnTo>
                <a:lnTo>
                  <a:pt x="1477" y="1905"/>
                </a:lnTo>
                <a:lnTo>
                  <a:pt x="1620" y="1703"/>
                </a:lnTo>
                <a:lnTo>
                  <a:pt x="1620" y="1572"/>
                </a:lnTo>
                <a:lnTo>
                  <a:pt x="1584" y="1453"/>
                </a:lnTo>
                <a:lnTo>
                  <a:pt x="1382"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79" name="Google Shape;3279;p175"/>
          <p:cNvSpPr/>
          <p:nvPr/>
        </p:nvSpPr>
        <p:spPr>
          <a:xfrm>
            <a:off x="6184391" y="2220400"/>
            <a:ext cx="393803" cy="525222"/>
          </a:xfrm>
          <a:custGeom>
            <a:rect b="b" l="l" r="r" t="t"/>
            <a:pathLst>
              <a:path extrusionOk="0" h="10419" w="7812">
                <a:moveTo>
                  <a:pt x="4037" y="655"/>
                </a:moveTo>
                <a:lnTo>
                  <a:pt x="4275" y="762"/>
                </a:lnTo>
                <a:lnTo>
                  <a:pt x="4454" y="941"/>
                </a:lnTo>
                <a:lnTo>
                  <a:pt x="4549" y="1167"/>
                </a:lnTo>
                <a:lnTo>
                  <a:pt x="4561" y="1298"/>
                </a:lnTo>
                <a:lnTo>
                  <a:pt x="4549" y="1441"/>
                </a:lnTo>
                <a:lnTo>
                  <a:pt x="4454" y="1667"/>
                </a:lnTo>
                <a:lnTo>
                  <a:pt x="4275" y="1846"/>
                </a:lnTo>
                <a:lnTo>
                  <a:pt x="4037" y="1941"/>
                </a:lnTo>
                <a:lnTo>
                  <a:pt x="3906" y="1953"/>
                </a:lnTo>
                <a:lnTo>
                  <a:pt x="3775" y="1941"/>
                </a:lnTo>
                <a:lnTo>
                  <a:pt x="3537" y="1846"/>
                </a:lnTo>
                <a:lnTo>
                  <a:pt x="3358" y="1667"/>
                </a:lnTo>
                <a:lnTo>
                  <a:pt x="3263" y="1429"/>
                </a:lnTo>
                <a:lnTo>
                  <a:pt x="3251" y="1298"/>
                </a:lnTo>
                <a:lnTo>
                  <a:pt x="3263" y="1167"/>
                </a:lnTo>
                <a:lnTo>
                  <a:pt x="3358" y="941"/>
                </a:lnTo>
                <a:lnTo>
                  <a:pt x="3537" y="762"/>
                </a:lnTo>
                <a:lnTo>
                  <a:pt x="3775" y="655"/>
                </a:lnTo>
                <a:close/>
                <a:moveTo>
                  <a:pt x="3906" y="0"/>
                </a:moveTo>
                <a:lnTo>
                  <a:pt x="3644" y="12"/>
                </a:lnTo>
                <a:lnTo>
                  <a:pt x="3168" y="215"/>
                </a:lnTo>
                <a:lnTo>
                  <a:pt x="2822" y="572"/>
                </a:lnTo>
                <a:lnTo>
                  <a:pt x="2620" y="1036"/>
                </a:lnTo>
                <a:lnTo>
                  <a:pt x="2608" y="1298"/>
                </a:lnTo>
                <a:lnTo>
                  <a:pt x="2608" y="1477"/>
                </a:lnTo>
                <a:lnTo>
                  <a:pt x="2703" y="1810"/>
                </a:lnTo>
                <a:lnTo>
                  <a:pt x="2787" y="1953"/>
                </a:lnTo>
                <a:lnTo>
                  <a:pt x="2275" y="1953"/>
                </a:lnTo>
                <a:lnTo>
                  <a:pt x="2144" y="1977"/>
                </a:lnTo>
                <a:lnTo>
                  <a:pt x="1965" y="2143"/>
                </a:lnTo>
                <a:lnTo>
                  <a:pt x="1953" y="2274"/>
                </a:lnTo>
                <a:lnTo>
                  <a:pt x="1965" y="2405"/>
                </a:lnTo>
                <a:lnTo>
                  <a:pt x="2144" y="2584"/>
                </a:lnTo>
                <a:lnTo>
                  <a:pt x="2275" y="2608"/>
                </a:lnTo>
                <a:lnTo>
                  <a:pt x="5537" y="2608"/>
                </a:lnTo>
                <a:lnTo>
                  <a:pt x="5668" y="2584"/>
                </a:lnTo>
                <a:lnTo>
                  <a:pt x="5835" y="2405"/>
                </a:lnTo>
                <a:lnTo>
                  <a:pt x="5859" y="2274"/>
                </a:lnTo>
                <a:lnTo>
                  <a:pt x="5835" y="2143"/>
                </a:lnTo>
                <a:lnTo>
                  <a:pt x="5668" y="1977"/>
                </a:lnTo>
                <a:lnTo>
                  <a:pt x="5537" y="1953"/>
                </a:lnTo>
                <a:lnTo>
                  <a:pt x="5025" y="1953"/>
                </a:lnTo>
                <a:lnTo>
                  <a:pt x="5109" y="1810"/>
                </a:lnTo>
                <a:lnTo>
                  <a:pt x="5204" y="1477"/>
                </a:lnTo>
                <a:lnTo>
                  <a:pt x="5204" y="1298"/>
                </a:lnTo>
                <a:lnTo>
                  <a:pt x="5192" y="1036"/>
                </a:lnTo>
                <a:lnTo>
                  <a:pt x="4990" y="572"/>
                </a:lnTo>
                <a:lnTo>
                  <a:pt x="4632" y="215"/>
                </a:lnTo>
                <a:lnTo>
                  <a:pt x="4168" y="12"/>
                </a:lnTo>
                <a:lnTo>
                  <a:pt x="3906" y="0"/>
                </a:lnTo>
                <a:close/>
                <a:moveTo>
                  <a:pt x="5728" y="4251"/>
                </a:moveTo>
                <a:lnTo>
                  <a:pt x="5632" y="4322"/>
                </a:lnTo>
                <a:lnTo>
                  <a:pt x="3251" y="6704"/>
                </a:lnTo>
                <a:lnTo>
                  <a:pt x="2180" y="5632"/>
                </a:lnTo>
                <a:lnTo>
                  <a:pt x="2072" y="5549"/>
                </a:lnTo>
                <a:lnTo>
                  <a:pt x="1822" y="5549"/>
                </a:lnTo>
                <a:lnTo>
                  <a:pt x="1715" y="5632"/>
                </a:lnTo>
                <a:lnTo>
                  <a:pt x="1644" y="5739"/>
                </a:lnTo>
                <a:lnTo>
                  <a:pt x="1644" y="5989"/>
                </a:lnTo>
                <a:lnTo>
                  <a:pt x="1715" y="6097"/>
                </a:lnTo>
                <a:lnTo>
                  <a:pt x="3025" y="7394"/>
                </a:lnTo>
                <a:lnTo>
                  <a:pt x="3132" y="7478"/>
                </a:lnTo>
                <a:lnTo>
                  <a:pt x="3251" y="7490"/>
                </a:lnTo>
                <a:lnTo>
                  <a:pt x="3382" y="7478"/>
                </a:lnTo>
                <a:lnTo>
                  <a:pt x="3477" y="7394"/>
                </a:lnTo>
                <a:lnTo>
                  <a:pt x="6085" y="4787"/>
                </a:lnTo>
                <a:lnTo>
                  <a:pt x="6168" y="4680"/>
                </a:lnTo>
                <a:lnTo>
                  <a:pt x="6168" y="4430"/>
                </a:lnTo>
                <a:lnTo>
                  <a:pt x="6085" y="4322"/>
                </a:lnTo>
                <a:lnTo>
                  <a:pt x="5978" y="4251"/>
                </a:lnTo>
                <a:close/>
                <a:moveTo>
                  <a:pt x="1298" y="1298"/>
                </a:moveTo>
                <a:lnTo>
                  <a:pt x="1036" y="1322"/>
                </a:lnTo>
                <a:lnTo>
                  <a:pt x="560" y="1524"/>
                </a:lnTo>
                <a:lnTo>
                  <a:pt x="215" y="1870"/>
                </a:lnTo>
                <a:lnTo>
                  <a:pt x="12" y="2346"/>
                </a:lnTo>
                <a:lnTo>
                  <a:pt x="1" y="2608"/>
                </a:lnTo>
                <a:lnTo>
                  <a:pt x="1" y="9121"/>
                </a:lnTo>
                <a:lnTo>
                  <a:pt x="12" y="9383"/>
                </a:lnTo>
                <a:lnTo>
                  <a:pt x="215" y="9847"/>
                </a:lnTo>
                <a:lnTo>
                  <a:pt x="560" y="10204"/>
                </a:lnTo>
                <a:lnTo>
                  <a:pt x="1036" y="10395"/>
                </a:lnTo>
                <a:lnTo>
                  <a:pt x="1298" y="10419"/>
                </a:lnTo>
                <a:lnTo>
                  <a:pt x="6514" y="10419"/>
                </a:lnTo>
                <a:lnTo>
                  <a:pt x="6776" y="10395"/>
                </a:lnTo>
                <a:lnTo>
                  <a:pt x="7240" y="10204"/>
                </a:lnTo>
                <a:lnTo>
                  <a:pt x="7597" y="9847"/>
                </a:lnTo>
                <a:lnTo>
                  <a:pt x="7788" y="9383"/>
                </a:lnTo>
                <a:lnTo>
                  <a:pt x="7811" y="9121"/>
                </a:lnTo>
                <a:lnTo>
                  <a:pt x="7811" y="2608"/>
                </a:lnTo>
                <a:lnTo>
                  <a:pt x="7788" y="2346"/>
                </a:lnTo>
                <a:lnTo>
                  <a:pt x="7597" y="1870"/>
                </a:lnTo>
                <a:lnTo>
                  <a:pt x="7240" y="1524"/>
                </a:lnTo>
                <a:lnTo>
                  <a:pt x="6776" y="1322"/>
                </a:lnTo>
                <a:lnTo>
                  <a:pt x="6514" y="1298"/>
                </a:lnTo>
                <a:lnTo>
                  <a:pt x="6383" y="1322"/>
                </a:lnTo>
                <a:lnTo>
                  <a:pt x="6204" y="1501"/>
                </a:lnTo>
                <a:lnTo>
                  <a:pt x="6180" y="1631"/>
                </a:lnTo>
                <a:lnTo>
                  <a:pt x="6204" y="1762"/>
                </a:lnTo>
                <a:lnTo>
                  <a:pt x="6383" y="1941"/>
                </a:lnTo>
                <a:lnTo>
                  <a:pt x="6514" y="1953"/>
                </a:lnTo>
                <a:lnTo>
                  <a:pt x="6645" y="1965"/>
                </a:lnTo>
                <a:lnTo>
                  <a:pt x="6871" y="2060"/>
                </a:lnTo>
                <a:lnTo>
                  <a:pt x="7049" y="2239"/>
                </a:lnTo>
                <a:lnTo>
                  <a:pt x="7145" y="2477"/>
                </a:lnTo>
                <a:lnTo>
                  <a:pt x="7157" y="2608"/>
                </a:lnTo>
                <a:lnTo>
                  <a:pt x="7157" y="9121"/>
                </a:lnTo>
                <a:lnTo>
                  <a:pt x="7145" y="9252"/>
                </a:lnTo>
                <a:lnTo>
                  <a:pt x="7049" y="9490"/>
                </a:lnTo>
                <a:lnTo>
                  <a:pt x="6871" y="9657"/>
                </a:lnTo>
                <a:lnTo>
                  <a:pt x="6645" y="9764"/>
                </a:lnTo>
                <a:lnTo>
                  <a:pt x="6514" y="9776"/>
                </a:lnTo>
                <a:lnTo>
                  <a:pt x="1298" y="9776"/>
                </a:lnTo>
                <a:lnTo>
                  <a:pt x="1167" y="9764"/>
                </a:lnTo>
                <a:lnTo>
                  <a:pt x="929" y="9657"/>
                </a:lnTo>
                <a:lnTo>
                  <a:pt x="751" y="9490"/>
                </a:lnTo>
                <a:lnTo>
                  <a:pt x="655" y="9252"/>
                </a:lnTo>
                <a:lnTo>
                  <a:pt x="644" y="9121"/>
                </a:lnTo>
                <a:lnTo>
                  <a:pt x="644" y="2608"/>
                </a:lnTo>
                <a:lnTo>
                  <a:pt x="655" y="2477"/>
                </a:lnTo>
                <a:lnTo>
                  <a:pt x="751" y="2239"/>
                </a:lnTo>
                <a:lnTo>
                  <a:pt x="929" y="2060"/>
                </a:lnTo>
                <a:lnTo>
                  <a:pt x="1167" y="1965"/>
                </a:lnTo>
                <a:lnTo>
                  <a:pt x="1298" y="1953"/>
                </a:lnTo>
                <a:lnTo>
                  <a:pt x="1429" y="1941"/>
                </a:lnTo>
                <a:lnTo>
                  <a:pt x="1608" y="1762"/>
                </a:lnTo>
                <a:lnTo>
                  <a:pt x="1620" y="1631"/>
                </a:lnTo>
                <a:lnTo>
                  <a:pt x="1608" y="1501"/>
                </a:lnTo>
                <a:lnTo>
                  <a:pt x="1429" y="1322"/>
                </a:lnTo>
                <a:lnTo>
                  <a:pt x="1298" y="1298"/>
                </a:lnTo>
                <a:close/>
              </a:path>
            </a:pathLst>
          </a:custGeom>
          <a:solidFill>
            <a:schemeClr val="dk2"/>
          </a:solidFill>
          <a:ln>
            <a:noFill/>
          </a:ln>
        </p:spPr>
        <p:txBody>
          <a:bodyPr anchorCtr="0" anchor="ctr" bIns="81200" lIns="81200" spcFirstLastPara="1" rIns="81200" wrap="square" tIns="81200">
            <a:noAutofit/>
          </a:bodyPr>
          <a:lstStyle/>
          <a:p>
            <a:pPr indent="0" lvl="0" marL="0" rtl="0" algn="l">
              <a:spcBef>
                <a:spcPts val="0"/>
              </a:spcBef>
              <a:spcAft>
                <a:spcPts val="0"/>
              </a:spcAft>
              <a:buNone/>
            </a:pPr>
            <a:r>
              <a:t/>
            </a:r>
            <a:endParaRPr/>
          </a:p>
        </p:txBody>
      </p:sp>
      <p:sp>
        <p:nvSpPr>
          <p:cNvPr id="3280" name="Google Shape;3280;p175"/>
          <p:cNvSpPr/>
          <p:nvPr/>
        </p:nvSpPr>
        <p:spPr>
          <a:xfrm>
            <a:off x="15086800" y="4301132"/>
            <a:ext cx="657245" cy="459622"/>
          </a:xfrm>
          <a:custGeom>
            <a:rect b="b" l="l" r="r" t="t"/>
            <a:pathLst>
              <a:path extrusionOk="0" h="9110" w="13027">
                <a:moveTo>
                  <a:pt x="6525" y="644"/>
                </a:moveTo>
                <a:lnTo>
                  <a:pt x="12371" y="2751"/>
                </a:lnTo>
                <a:lnTo>
                  <a:pt x="6501" y="4871"/>
                </a:lnTo>
                <a:lnTo>
                  <a:pt x="2644" y="3489"/>
                </a:lnTo>
                <a:lnTo>
                  <a:pt x="6609" y="2251"/>
                </a:lnTo>
                <a:lnTo>
                  <a:pt x="6728" y="2191"/>
                </a:lnTo>
                <a:lnTo>
                  <a:pt x="6847" y="1977"/>
                </a:lnTo>
                <a:lnTo>
                  <a:pt x="6823" y="1846"/>
                </a:lnTo>
                <a:lnTo>
                  <a:pt x="6775" y="1727"/>
                </a:lnTo>
                <a:lnTo>
                  <a:pt x="6549" y="1608"/>
                </a:lnTo>
                <a:lnTo>
                  <a:pt x="6418" y="1632"/>
                </a:lnTo>
                <a:lnTo>
                  <a:pt x="1620" y="3120"/>
                </a:lnTo>
                <a:lnTo>
                  <a:pt x="655" y="2751"/>
                </a:lnTo>
                <a:lnTo>
                  <a:pt x="6525" y="644"/>
                </a:lnTo>
                <a:close/>
                <a:moveTo>
                  <a:pt x="1310" y="7359"/>
                </a:moveTo>
                <a:lnTo>
                  <a:pt x="1548" y="8431"/>
                </a:lnTo>
                <a:lnTo>
                  <a:pt x="1060" y="8431"/>
                </a:lnTo>
                <a:lnTo>
                  <a:pt x="1310" y="7359"/>
                </a:lnTo>
                <a:close/>
                <a:moveTo>
                  <a:pt x="6394" y="1"/>
                </a:moveTo>
                <a:lnTo>
                  <a:pt x="6287" y="24"/>
                </a:lnTo>
                <a:lnTo>
                  <a:pt x="453" y="2120"/>
                </a:lnTo>
                <a:lnTo>
                  <a:pt x="358" y="2156"/>
                </a:lnTo>
                <a:lnTo>
                  <a:pt x="191" y="2287"/>
                </a:lnTo>
                <a:lnTo>
                  <a:pt x="72" y="2453"/>
                </a:lnTo>
                <a:lnTo>
                  <a:pt x="12" y="2632"/>
                </a:lnTo>
                <a:lnTo>
                  <a:pt x="0" y="2739"/>
                </a:lnTo>
                <a:lnTo>
                  <a:pt x="12" y="2834"/>
                </a:lnTo>
                <a:lnTo>
                  <a:pt x="72" y="3037"/>
                </a:lnTo>
                <a:lnTo>
                  <a:pt x="191" y="3204"/>
                </a:lnTo>
                <a:lnTo>
                  <a:pt x="358" y="3335"/>
                </a:lnTo>
                <a:lnTo>
                  <a:pt x="453" y="3370"/>
                </a:lnTo>
                <a:lnTo>
                  <a:pt x="977" y="3585"/>
                </a:lnTo>
                <a:lnTo>
                  <a:pt x="977" y="5883"/>
                </a:lnTo>
                <a:lnTo>
                  <a:pt x="334" y="8704"/>
                </a:lnTo>
                <a:lnTo>
                  <a:pt x="322" y="8776"/>
                </a:lnTo>
                <a:lnTo>
                  <a:pt x="358" y="8919"/>
                </a:lnTo>
                <a:lnTo>
                  <a:pt x="405" y="8978"/>
                </a:lnTo>
                <a:lnTo>
                  <a:pt x="453" y="9038"/>
                </a:lnTo>
                <a:lnTo>
                  <a:pt x="584" y="9097"/>
                </a:lnTo>
                <a:lnTo>
                  <a:pt x="655" y="9109"/>
                </a:lnTo>
                <a:lnTo>
                  <a:pt x="1953" y="9109"/>
                </a:lnTo>
                <a:lnTo>
                  <a:pt x="2024" y="9097"/>
                </a:lnTo>
                <a:lnTo>
                  <a:pt x="2155" y="9038"/>
                </a:lnTo>
                <a:lnTo>
                  <a:pt x="2215" y="8978"/>
                </a:lnTo>
                <a:lnTo>
                  <a:pt x="2251" y="8919"/>
                </a:lnTo>
                <a:lnTo>
                  <a:pt x="2286" y="8776"/>
                </a:lnTo>
                <a:lnTo>
                  <a:pt x="2275" y="8704"/>
                </a:lnTo>
                <a:lnTo>
                  <a:pt x="1632" y="5847"/>
                </a:lnTo>
                <a:lnTo>
                  <a:pt x="1632" y="3811"/>
                </a:lnTo>
                <a:lnTo>
                  <a:pt x="6287" y="5478"/>
                </a:lnTo>
                <a:lnTo>
                  <a:pt x="6394" y="5513"/>
                </a:lnTo>
                <a:lnTo>
                  <a:pt x="6513" y="5525"/>
                </a:lnTo>
                <a:lnTo>
                  <a:pt x="6632" y="5513"/>
                </a:lnTo>
                <a:lnTo>
                  <a:pt x="6751" y="5478"/>
                </a:lnTo>
                <a:lnTo>
                  <a:pt x="12574" y="3394"/>
                </a:lnTo>
                <a:lnTo>
                  <a:pt x="12669" y="3346"/>
                </a:lnTo>
                <a:lnTo>
                  <a:pt x="12836" y="3227"/>
                </a:lnTo>
                <a:lnTo>
                  <a:pt x="12955" y="3061"/>
                </a:lnTo>
                <a:lnTo>
                  <a:pt x="13026" y="2846"/>
                </a:lnTo>
                <a:lnTo>
                  <a:pt x="13026" y="2739"/>
                </a:lnTo>
                <a:lnTo>
                  <a:pt x="13026" y="2620"/>
                </a:lnTo>
                <a:lnTo>
                  <a:pt x="12955" y="2430"/>
                </a:lnTo>
                <a:lnTo>
                  <a:pt x="12836" y="2275"/>
                </a:lnTo>
                <a:lnTo>
                  <a:pt x="12669" y="2156"/>
                </a:lnTo>
                <a:lnTo>
                  <a:pt x="12574" y="2120"/>
                </a:lnTo>
                <a:lnTo>
                  <a:pt x="6751" y="24"/>
                </a:lnTo>
                <a:lnTo>
                  <a:pt x="6632" y="1"/>
                </a:lnTo>
                <a:close/>
                <a:moveTo>
                  <a:pt x="3072" y="5204"/>
                </a:moveTo>
                <a:lnTo>
                  <a:pt x="2882" y="5359"/>
                </a:lnTo>
                <a:lnTo>
                  <a:pt x="2846" y="5478"/>
                </a:lnTo>
                <a:lnTo>
                  <a:pt x="2620" y="7252"/>
                </a:lnTo>
                <a:lnTo>
                  <a:pt x="2608" y="7419"/>
                </a:lnTo>
                <a:lnTo>
                  <a:pt x="2667" y="7752"/>
                </a:lnTo>
                <a:lnTo>
                  <a:pt x="2846" y="8050"/>
                </a:lnTo>
                <a:lnTo>
                  <a:pt x="3120" y="8288"/>
                </a:lnTo>
                <a:lnTo>
                  <a:pt x="3287" y="8371"/>
                </a:lnTo>
                <a:lnTo>
                  <a:pt x="3656" y="8538"/>
                </a:lnTo>
                <a:lnTo>
                  <a:pt x="4430" y="8800"/>
                </a:lnTo>
                <a:lnTo>
                  <a:pt x="5227" y="8990"/>
                </a:lnTo>
                <a:lnTo>
                  <a:pt x="6061" y="9085"/>
                </a:lnTo>
                <a:lnTo>
                  <a:pt x="6478" y="9109"/>
                </a:lnTo>
                <a:lnTo>
                  <a:pt x="6561" y="9109"/>
                </a:lnTo>
                <a:lnTo>
                  <a:pt x="6978" y="9085"/>
                </a:lnTo>
                <a:lnTo>
                  <a:pt x="7799" y="8990"/>
                </a:lnTo>
                <a:lnTo>
                  <a:pt x="8597" y="8800"/>
                </a:lnTo>
                <a:lnTo>
                  <a:pt x="9371" y="8538"/>
                </a:lnTo>
                <a:lnTo>
                  <a:pt x="9740" y="8371"/>
                </a:lnTo>
                <a:lnTo>
                  <a:pt x="9907" y="8288"/>
                </a:lnTo>
                <a:lnTo>
                  <a:pt x="10181" y="8050"/>
                </a:lnTo>
                <a:lnTo>
                  <a:pt x="10359" y="7752"/>
                </a:lnTo>
                <a:lnTo>
                  <a:pt x="10419" y="7419"/>
                </a:lnTo>
                <a:lnTo>
                  <a:pt x="10407" y="7240"/>
                </a:lnTo>
                <a:lnTo>
                  <a:pt x="10181" y="5478"/>
                </a:lnTo>
                <a:lnTo>
                  <a:pt x="10181" y="5490"/>
                </a:lnTo>
                <a:lnTo>
                  <a:pt x="10145" y="5359"/>
                </a:lnTo>
                <a:lnTo>
                  <a:pt x="9942" y="5204"/>
                </a:lnTo>
                <a:lnTo>
                  <a:pt x="9811" y="5204"/>
                </a:lnTo>
                <a:lnTo>
                  <a:pt x="9692" y="5240"/>
                </a:lnTo>
                <a:lnTo>
                  <a:pt x="9538" y="5442"/>
                </a:lnTo>
                <a:lnTo>
                  <a:pt x="9538" y="5573"/>
                </a:lnTo>
                <a:lnTo>
                  <a:pt x="9764" y="7335"/>
                </a:lnTo>
                <a:lnTo>
                  <a:pt x="9764" y="7466"/>
                </a:lnTo>
                <a:lnTo>
                  <a:pt x="9609" y="7704"/>
                </a:lnTo>
                <a:lnTo>
                  <a:pt x="9466" y="7788"/>
                </a:lnTo>
                <a:lnTo>
                  <a:pt x="9121" y="7931"/>
                </a:lnTo>
                <a:lnTo>
                  <a:pt x="8418" y="8169"/>
                </a:lnTo>
                <a:lnTo>
                  <a:pt x="7680" y="8347"/>
                </a:lnTo>
                <a:lnTo>
                  <a:pt x="6930" y="8443"/>
                </a:lnTo>
                <a:lnTo>
                  <a:pt x="6549" y="8454"/>
                </a:lnTo>
                <a:lnTo>
                  <a:pt x="6478" y="8454"/>
                </a:lnTo>
                <a:lnTo>
                  <a:pt x="6097" y="8443"/>
                </a:lnTo>
                <a:lnTo>
                  <a:pt x="5346" y="8347"/>
                </a:lnTo>
                <a:lnTo>
                  <a:pt x="4608" y="8181"/>
                </a:lnTo>
                <a:lnTo>
                  <a:pt x="3894" y="7931"/>
                </a:lnTo>
                <a:lnTo>
                  <a:pt x="3560" y="7788"/>
                </a:lnTo>
                <a:lnTo>
                  <a:pt x="3418" y="7704"/>
                </a:lnTo>
                <a:lnTo>
                  <a:pt x="3263" y="7466"/>
                </a:lnTo>
                <a:lnTo>
                  <a:pt x="3263" y="7335"/>
                </a:lnTo>
                <a:lnTo>
                  <a:pt x="3489" y="5573"/>
                </a:lnTo>
                <a:lnTo>
                  <a:pt x="3489" y="5442"/>
                </a:lnTo>
                <a:lnTo>
                  <a:pt x="3334" y="5240"/>
                </a:lnTo>
                <a:lnTo>
                  <a:pt x="3215" y="5204"/>
                </a:ln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sz="1264"/>
          </a:p>
        </p:txBody>
      </p:sp>
      <p:sp>
        <p:nvSpPr>
          <p:cNvPr id="3281" name="Google Shape;3281;p175"/>
          <p:cNvSpPr/>
          <p:nvPr/>
        </p:nvSpPr>
        <p:spPr>
          <a:xfrm flipH="1" rot="10800000">
            <a:off x="15183853" y="7621717"/>
            <a:ext cx="463071" cy="231539"/>
          </a:xfrm>
          <a:custGeom>
            <a:rect b="b" l="l" r="r" t="t"/>
            <a:pathLst>
              <a:path extrusionOk="0" h="91337" w="182671">
                <a:moveTo>
                  <a:pt x="6524" y="1"/>
                </a:moveTo>
                <a:cubicBezTo>
                  <a:pt x="2903" y="1"/>
                  <a:pt x="0" y="2937"/>
                  <a:pt x="0" y="6525"/>
                </a:cubicBezTo>
                <a:cubicBezTo>
                  <a:pt x="0" y="10113"/>
                  <a:pt x="2903" y="13049"/>
                  <a:pt x="6524" y="13049"/>
                </a:cubicBezTo>
                <a:lnTo>
                  <a:pt x="176147" y="13049"/>
                </a:lnTo>
                <a:cubicBezTo>
                  <a:pt x="179735" y="13049"/>
                  <a:pt x="182671" y="10113"/>
                  <a:pt x="182671" y="6525"/>
                </a:cubicBezTo>
                <a:cubicBezTo>
                  <a:pt x="182671" y="2937"/>
                  <a:pt x="179768" y="1"/>
                  <a:pt x="176147" y="1"/>
                </a:cubicBezTo>
                <a:close/>
                <a:moveTo>
                  <a:pt x="6524" y="78288"/>
                </a:moveTo>
                <a:cubicBezTo>
                  <a:pt x="2903" y="78288"/>
                  <a:pt x="0" y="81224"/>
                  <a:pt x="0" y="84812"/>
                </a:cubicBezTo>
                <a:cubicBezTo>
                  <a:pt x="0" y="88401"/>
                  <a:pt x="2903" y="91336"/>
                  <a:pt x="6524" y="91336"/>
                </a:cubicBezTo>
                <a:lnTo>
                  <a:pt x="176147" y="91336"/>
                </a:lnTo>
                <a:cubicBezTo>
                  <a:pt x="179768" y="91336"/>
                  <a:pt x="182671" y="88433"/>
                  <a:pt x="182671" y="84812"/>
                </a:cubicBezTo>
                <a:cubicBezTo>
                  <a:pt x="182671" y="81192"/>
                  <a:pt x="179735" y="78288"/>
                  <a:pt x="176147" y="78288"/>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a:p>
        </p:txBody>
      </p:sp>
      <p:sp>
        <p:nvSpPr>
          <p:cNvPr id="3282" name="Google Shape;3282;p175"/>
          <p:cNvSpPr/>
          <p:nvPr/>
        </p:nvSpPr>
        <p:spPr>
          <a:xfrm>
            <a:off x="15109992" y="3171667"/>
            <a:ext cx="610872" cy="542047"/>
          </a:xfrm>
          <a:custGeom>
            <a:rect b="b" l="l" r="r" t="t"/>
            <a:pathLst>
              <a:path extrusionOk="0" h="10396" w="11716">
                <a:moveTo>
                  <a:pt x="8819" y="1"/>
                </a:moveTo>
                <a:cubicBezTo>
                  <a:pt x="8805" y="1"/>
                  <a:pt x="8790" y="1"/>
                  <a:pt x="8775" y="1"/>
                </a:cubicBezTo>
                <a:cubicBezTo>
                  <a:pt x="7727" y="1"/>
                  <a:pt x="6739" y="573"/>
                  <a:pt x="6215" y="1513"/>
                </a:cubicBezTo>
                <a:cubicBezTo>
                  <a:pt x="6132" y="1680"/>
                  <a:pt x="6180" y="1870"/>
                  <a:pt x="6334" y="1966"/>
                </a:cubicBezTo>
                <a:cubicBezTo>
                  <a:pt x="6384" y="1987"/>
                  <a:pt x="6437" y="1998"/>
                  <a:pt x="6488" y="1998"/>
                </a:cubicBezTo>
                <a:cubicBezTo>
                  <a:pt x="6607" y="1998"/>
                  <a:pt x="6720" y="1939"/>
                  <a:pt x="6787" y="1823"/>
                </a:cubicBezTo>
                <a:cubicBezTo>
                  <a:pt x="7192" y="1097"/>
                  <a:pt x="7942" y="644"/>
                  <a:pt x="8775" y="644"/>
                </a:cubicBezTo>
                <a:cubicBezTo>
                  <a:pt x="10025" y="644"/>
                  <a:pt x="11061" y="1680"/>
                  <a:pt x="11061" y="2930"/>
                </a:cubicBezTo>
                <a:cubicBezTo>
                  <a:pt x="11061" y="4180"/>
                  <a:pt x="10025" y="5204"/>
                  <a:pt x="8775" y="5204"/>
                </a:cubicBezTo>
                <a:cubicBezTo>
                  <a:pt x="8501" y="5204"/>
                  <a:pt x="8204" y="5145"/>
                  <a:pt x="7930" y="5037"/>
                </a:cubicBezTo>
                <a:cubicBezTo>
                  <a:pt x="7893" y="5024"/>
                  <a:pt x="7856" y="5018"/>
                  <a:pt x="7819" y="5018"/>
                </a:cubicBezTo>
                <a:cubicBezTo>
                  <a:pt x="7690" y="5018"/>
                  <a:pt x="7569" y="5095"/>
                  <a:pt x="7513" y="5216"/>
                </a:cubicBezTo>
                <a:cubicBezTo>
                  <a:pt x="7442" y="5383"/>
                  <a:pt x="7525" y="5561"/>
                  <a:pt x="7692" y="5633"/>
                </a:cubicBezTo>
                <a:cubicBezTo>
                  <a:pt x="8049" y="5776"/>
                  <a:pt x="8418" y="5847"/>
                  <a:pt x="8799" y="5847"/>
                </a:cubicBezTo>
                <a:cubicBezTo>
                  <a:pt x="10418" y="5847"/>
                  <a:pt x="11716" y="4537"/>
                  <a:pt x="11716" y="2906"/>
                </a:cubicBezTo>
                <a:cubicBezTo>
                  <a:pt x="11716" y="1302"/>
                  <a:pt x="10441" y="1"/>
                  <a:pt x="8819" y="1"/>
                </a:cubicBezTo>
                <a:close/>
                <a:moveTo>
                  <a:pt x="7406" y="3240"/>
                </a:moveTo>
                <a:lnTo>
                  <a:pt x="4239" y="6669"/>
                </a:lnTo>
                <a:lnTo>
                  <a:pt x="1084" y="3240"/>
                </a:lnTo>
                <a:close/>
                <a:moveTo>
                  <a:pt x="322" y="2585"/>
                </a:moveTo>
                <a:cubicBezTo>
                  <a:pt x="203" y="2585"/>
                  <a:pt x="84" y="2656"/>
                  <a:pt x="48" y="2775"/>
                </a:cubicBezTo>
                <a:cubicBezTo>
                  <a:pt x="0" y="2894"/>
                  <a:pt x="12" y="3049"/>
                  <a:pt x="107" y="3132"/>
                </a:cubicBezTo>
                <a:lnTo>
                  <a:pt x="3917" y="7264"/>
                </a:lnTo>
                <a:lnTo>
                  <a:pt x="3917" y="9740"/>
                </a:lnTo>
                <a:lnTo>
                  <a:pt x="2286" y="9740"/>
                </a:lnTo>
                <a:cubicBezTo>
                  <a:pt x="2108" y="9740"/>
                  <a:pt x="1977" y="9895"/>
                  <a:pt x="1977" y="10074"/>
                </a:cubicBezTo>
                <a:cubicBezTo>
                  <a:pt x="1977" y="10252"/>
                  <a:pt x="2131" y="10395"/>
                  <a:pt x="2286" y="10395"/>
                </a:cubicBezTo>
                <a:lnTo>
                  <a:pt x="6180" y="10395"/>
                </a:lnTo>
                <a:cubicBezTo>
                  <a:pt x="6358" y="10395"/>
                  <a:pt x="6489" y="10252"/>
                  <a:pt x="6489" y="10074"/>
                </a:cubicBezTo>
                <a:cubicBezTo>
                  <a:pt x="6511" y="9907"/>
                  <a:pt x="6389" y="9762"/>
                  <a:pt x="6228" y="9762"/>
                </a:cubicBezTo>
                <a:cubicBezTo>
                  <a:pt x="6216" y="9762"/>
                  <a:pt x="6204" y="9763"/>
                  <a:pt x="6191" y="9764"/>
                </a:cubicBezTo>
                <a:lnTo>
                  <a:pt x="4572" y="9764"/>
                </a:lnTo>
                <a:lnTo>
                  <a:pt x="4572" y="7276"/>
                </a:lnTo>
                <a:lnTo>
                  <a:pt x="8394" y="3132"/>
                </a:lnTo>
                <a:cubicBezTo>
                  <a:pt x="8477" y="3025"/>
                  <a:pt x="8501" y="2894"/>
                  <a:pt x="8454" y="2775"/>
                </a:cubicBezTo>
                <a:cubicBezTo>
                  <a:pt x="8406" y="2656"/>
                  <a:pt x="8287" y="2585"/>
                  <a:pt x="8156" y="2585"/>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sz="1264"/>
          </a:p>
        </p:txBody>
      </p:sp>
      <p:sp>
        <p:nvSpPr>
          <p:cNvPr id="3283" name="Google Shape;3283;p175"/>
          <p:cNvSpPr/>
          <p:nvPr/>
        </p:nvSpPr>
        <p:spPr>
          <a:xfrm>
            <a:off x="15149263" y="2253425"/>
            <a:ext cx="532326" cy="510166"/>
          </a:xfrm>
          <a:custGeom>
            <a:rect b="b" l="l" r="r" t="t"/>
            <a:pathLst>
              <a:path extrusionOk="0" h="10419" w="10871">
                <a:moveTo>
                  <a:pt x="9990" y="655"/>
                </a:moveTo>
                <a:lnTo>
                  <a:pt x="8049" y="2608"/>
                </a:lnTo>
                <a:lnTo>
                  <a:pt x="2786" y="2608"/>
                </a:lnTo>
                <a:lnTo>
                  <a:pt x="881" y="655"/>
                </a:lnTo>
                <a:close/>
                <a:moveTo>
                  <a:pt x="7406" y="3263"/>
                </a:moveTo>
                <a:lnTo>
                  <a:pt x="5430" y="5275"/>
                </a:lnTo>
                <a:lnTo>
                  <a:pt x="3453" y="3263"/>
                </a:lnTo>
                <a:close/>
                <a:moveTo>
                  <a:pt x="905" y="0"/>
                </a:moveTo>
                <a:cubicBezTo>
                  <a:pt x="298" y="0"/>
                  <a:pt x="0" y="750"/>
                  <a:pt x="429" y="1179"/>
                </a:cubicBezTo>
                <a:lnTo>
                  <a:pt x="5108" y="5858"/>
                </a:lnTo>
                <a:lnTo>
                  <a:pt x="5108" y="9763"/>
                </a:lnTo>
                <a:lnTo>
                  <a:pt x="3156" y="9763"/>
                </a:lnTo>
                <a:cubicBezTo>
                  <a:pt x="2977" y="9763"/>
                  <a:pt x="2822" y="9918"/>
                  <a:pt x="2822" y="10097"/>
                </a:cubicBezTo>
                <a:cubicBezTo>
                  <a:pt x="2822" y="10275"/>
                  <a:pt x="2977" y="10418"/>
                  <a:pt x="3156" y="10418"/>
                </a:cubicBezTo>
                <a:lnTo>
                  <a:pt x="7704" y="10418"/>
                </a:lnTo>
                <a:cubicBezTo>
                  <a:pt x="7882" y="10418"/>
                  <a:pt x="8037" y="10275"/>
                  <a:pt x="8037" y="10097"/>
                </a:cubicBezTo>
                <a:cubicBezTo>
                  <a:pt x="8037" y="9918"/>
                  <a:pt x="7882" y="9763"/>
                  <a:pt x="7704" y="9763"/>
                </a:cubicBezTo>
                <a:lnTo>
                  <a:pt x="5775" y="9763"/>
                </a:lnTo>
                <a:lnTo>
                  <a:pt x="5775" y="5858"/>
                </a:lnTo>
                <a:lnTo>
                  <a:pt x="10430" y="1179"/>
                </a:lnTo>
                <a:cubicBezTo>
                  <a:pt x="10871" y="750"/>
                  <a:pt x="10561" y="0"/>
                  <a:pt x="9954" y="0"/>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sz="1264"/>
          </a:p>
        </p:txBody>
      </p:sp>
      <p:sp>
        <p:nvSpPr>
          <p:cNvPr id="3284" name="Google Shape;3284;p175"/>
          <p:cNvSpPr/>
          <p:nvPr/>
        </p:nvSpPr>
        <p:spPr>
          <a:xfrm>
            <a:off x="15144171" y="5439580"/>
            <a:ext cx="542275" cy="474493"/>
          </a:xfrm>
          <a:custGeom>
            <a:rect b="b" l="l" r="r" t="t"/>
            <a:pathLst>
              <a:path extrusionOk="0" h="182673" w="208768">
                <a:moveTo>
                  <a:pt x="52192" y="13049"/>
                </a:moveTo>
                <a:lnTo>
                  <a:pt x="52192" y="39145"/>
                </a:lnTo>
                <a:lnTo>
                  <a:pt x="13048" y="39145"/>
                </a:lnTo>
                <a:lnTo>
                  <a:pt x="13048" y="26097"/>
                </a:lnTo>
                <a:cubicBezTo>
                  <a:pt x="13048" y="18888"/>
                  <a:pt x="18887" y="13049"/>
                  <a:pt x="26096" y="13049"/>
                </a:cubicBezTo>
                <a:close/>
                <a:moveTo>
                  <a:pt x="182671" y="13049"/>
                </a:moveTo>
                <a:cubicBezTo>
                  <a:pt x="189880" y="13049"/>
                  <a:pt x="195719" y="18888"/>
                  <a:pt x="195719" y="26097"/>
                </a:cubicBezTo>
                <a:lnTo>
                  <a:pt x="195719" y="39145"/>
                </a:lnTo>
                <a:lnTo>
                  <a:pt x="65240" y="39145"/>
                </a:lnTo>
                <a:lnTo>
                  <a:pt x="65240" y="13049"/>
                </a:lnTo>
                <a:close/>
                <a:moveTo>
                  <a:pt x="195719" y="52193"/>
                </a:moveTo>
                <a:lnTo>
                  <a:pt x="195719" y="156576"/>
                </a:lnTo>
                <a:cubicBezTo>
                  <a:pt x="195719" y="163785"/>
                  <a:pt x="189880" y="169624"/>
                  <a:pt x="182671" y="169624"/>
                </a:cubicBezTo>
                <a:lnTo>
                  <a:pt x="26096" y="169624"/>
                </a:lnTo>
                <a:cubicBezTo>
                  <a:pt x="18887" y="169624"/>
                  <a:pt x="13048" y="163785"/>
                  <a:pt x="13048" y="156576"/>
                </a:cubicBezTo>
                <a:lnTo>
                  <a:pt x="13048" y="52193"/>
                </a:lnTo>
                <a:close/>
                <a:moveTo>
                  <a:pt x="26096" y="1"/>
                </a:moveTo>
                <a:cubicBezTo>
                  <a:pt x="11678" y="1"/>
                  <a:pt x="0" y="11679"/>
                  <a:pt x="0" y="26097"/>
                </a:cubicBezTo>
                <a:lnTo>
                  <a:pt x="0" y="156576"/>
                </a:lnTo>
                <a:cubicBezTo>
                  <a:pt x="0" y="170962"/>
                  <a:pt x="11678" y="182672"/>
                  <a:pt x="26096" y="182672"/>
                </a:cubicBezTo>
                <a:lnTo>
                  <a:pt x="182671" y="182672"/>
                </a:lnTo>
                <a:cubicBezTo>
                  <a:pt x="197057" y="182672"/>
                  <a:pt x="208767" y="170962"/>
                  <a:pt x="208767" y="156576"/>
                </a:cubicBezTo>
                <a:lnTo>
                  <a:pt x="208767" y="26097"/>
                </a:lnTo>
                <a:cubicBezTo>
                  <a:pt x="208767" y="11679"/>
                  <a:pt x="197057" y="1"/>
                  <a:pt x="182671" y="1"/>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sz="1264"/>
          </a:p>
        </p:txBody>
      </p:sp>
      <p:grpSp>
        <p:nvGrpSpPr>
          <p:cNvPr id="3285" name="Google Shape;3285;p175"/>
          <p:cNvGrpSpPr/>
          <p:nvPr/>
        </p:nvGrpSpPr>
        <p:grpSpPr>
          <a:xfrm>
            <a:off x="15123954" y="6526876"/>
            <a:ext cx="582829" cy="573068"/>
            <a:chOff x="1169400" y="238125"/>
            <a:chExt cx="5308100" cy="5219200"/>
          </a:xfrm>
        </p:grpSpPr>
        <p:sp>
          <p:nvSpPr>
            <p:cNvPr id="3286" name="Google Shape;3286;p175"/>
            <p:cNvSpPr/>
            <p:nvPr/>
          </p:nvSpPr>
          <p:spPr>
            <a:xfrm>
              <a:off x="1169400" y="238125"/>
              <a:ext cx="5308100" cy="5219200"/>
            </a:xfrm>
            <a:custGeom>
              <a:rect b="b" l="l" r="r" t="t"/>
              <a:pathLst>
                <a:path extrusionOk="0" h="208768" w="212324">
                  <a:moveTo>
                    <a:pt x="82431" y="0"/>
                  </a:moveTo>
                  <a:cubicBezTo>
                    <a:pt x="39830" y="0"/>
                    <a:pt x="2578" y="32652"/>
                    <a:pt x="947" y="75221"/>
                  </a:cubicBezTo>
                  <a:cubicBezTo>
                    <a:pt x="1" y="99654"/>
                    <a:pt x="10276" y="121542"/>
                    <a:pt x="26945" y="136547"/>
                  </a:cubicBezTo>
                  <a:lnTo>
                    <a:pt x="26586" y="202243"/>
                  </a:lnTo>
                  <a:cubicBezTo>
                    <a:pt x="26586" y="205831"/>
                    <a:pt x="29522" y="208767"/>
                    <a:pt x="33110" y="208767"/>
                  </a:cubicBezTo>
                  <a:cubicBezTo>
                    <a:pt x="36698" y="208767"/>
                    <a:pt x="39243" y="205831"/>
                    <a:pt x="39243" y="202243"/>
                  </a:cubicBezTo>
                  <a:lnTo>
                    <a:pt x="39243" y="130675"/>
                  </a:lnTo>
                  <a:lnTo>
                    <a:pt x="35687" y="126826"/>
                  </a:lnTo>
                  <a:cubicBezTo>
                    <a:pt x="21139" y="113778"/>
                    <a:pt x="13212" y="95185"/>
                    <a:pt x="13962" y="75711"/>
                  </a:cubicBezTo>
                  <a:cubicBezTo>
                    <a:pt x="15300" y="41199"/>
                    <a:pt x="45962" y="13048"/>
                    <a:pt x="82040" y="13048"/>
                  </a:cubicBezTo>
                  <a:lnTo>
                    <a:pt x="108984" y="13048"/>
                  </a:lnTo>
                  <a:cubicBezTo>
                    <a:pt x="132274" y="13048"/>
                    <a:pt x="154195" y="24432"/>
                    <a:pt x="167667" y="43482"/>
                  </a:cubicBezTo>
                  <a:cubicBezTo>
                    <a:pt x="172756" y="50757"/>
                    <a:pt x="179117" y="70687"/>
                    <a:pt x="184956" y="86736"/>
                  </a:cubicBezTo>
                  <a:cubicBezTo>
                    <a:pt x="189261" y="98479"/>
                    <a:pt x="193013" y="109472"/>
                    <a:pt x="196209" y="117432"/>
                  </a:cubicBezTo>
                  <a:lnTo>
                    <a:pt x="176996" y="117432"/>
                  </a:lnTo>
                  <a:cubicBezTo>
                    <a:pt x="173408" y="117432"/>
                    <a:pt x="170472" y="120367"/>
                    <a:pt x="170472" y="123955"/>
                  </a:cubicBezTo>
                  <a:lnTo>
                    <a:pt x="170472" y="156575"/>
                  </a:lnTo>
                  <a:cubicBezTo>
                    <a:pt x="170472" y="163752"/>
                    <a:pt x="164601" y="169623"/>
                    <a:pt x="157424" y="169623"/>
                  </a:cubicBezTo>
                  <a:lnTo>
                    <a:pt x="124804" y="169623"/>
                  </a:lnTo>
                  <a:cubicBezTo>
                    <a:pt x="121216" y="169623"/>
                    <a:pt x="118281" y="172526"/>
                    <a:pt x="118281" y="176147"/>
                  </a:cubicBezTo>
                  <a:lnTo>
                    <a:pt x="117922" y="202243"/>
                  </a:lnTo>
                  <a:cubicBezTo>
                    <a:pt x="117922" y="205831"/>
                    <a:pt x="120857" y="208767"/>
                    <a:pt x="124087" y="208767"/>
                  </a:cubicBezTo>
                  <a:cubicBezTo>
                    <a:pt x="127675" y="208767"/>
                    <a:pt x="130611" y="205831"/>
                    <a:pt x="130611" y="202243"/>
                  </a:cubicBezTo>
                  <a:lnTo>
                    <a:pt x="130611" y="182671"/>
                  </a:lnTo>
                  <a:lnTo>
                    <a:pt x="156707" y="182671"/>
                  </a:lnTo>
                  <a:cubicBezTo>
                    <a:pt x="171092" y="182671"/>
                    <a:pt x="182411" y="170961"/>
                    <a:pt x="182411" y="156934"/>
                  </a:cubicBezTo>
                  <a:lnTo>
                    <a:pt x="182411" y="130479"/>
                  </a:lnTo>
                  <a:lnTo>
                    <a:pt x="195100" y="130479"/>
                  </a:lnTo>
                  <a:cubicBezTo>
                    <a:pt x="205995" y="130479"/>
                    <a:pt x="212324" y="120726"/>
                    <a:pt x="208474" y="112147"/>
                  </a:cubicBezTo>
                  <a:cubicBezTo>
                    <a:pt x="199928" y="92934"/>
                    <a:pt x="188707" y="50235"/>
                    <a:pt x="178660" y="35947"/>
                  </a:cubicBezTo>
                  <a:cubicBezTo>
                    <a:pt x="162970" y="13700"/>
                    <a:pt x="137233" y="0"/>
                    <a:pt x="109343" y="0"/>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a:p>
          </p:txBody>
        </p:sp>
        <p:sp>
          <p:nvSpPr>
            <p:cNvPr id="3287" name="Google Shape;3287;p175"/>
            <p:cNvSpPr/>
            <p:nvPr/>
          </p:nvSpPr>
          <p:spPr>
            <a:xfrm>
              <a:off x="2083575" y="803250"/>
              <a:ext cx="2587600" cy="2633275"/>
            </a:xfrm>
            <a:custGeom>
              <a:rect b="b" l="l" r="r" t="t"/>
              <a:pathLst>
                <a:path extrusionOk="0" h="105331" w="103504">
                  <a:moveTo>
                    <a:pt x="59336" y="9852"/>
                  </a:moveTo>
                  <a:lnTo>
                    <a:pt x="62109" y="21301"/>
                  </a:lnTo>
                  <a:lnTo>
                    <a:pt x="64425" y="22280"/>
                  </a:lnTo>
                  <a:cubicBezTo>
                    <a:pt x="67035" y="23389"/>
                    <a:pt x="69481" y="24824"/>
                    <a:pt x="71667" y="26488"/>
                  </a:cubicBezTo>
                  <a:lnTo>
                    <a:pt x="73689" y="27988"/>
                  </a:lnTo>
                  <a:lnTo>
                    <a:pt x="85008" y="24661"/>
                  </a:lnTo>
                  <a:lnTo>
                    <a:pt x="92641" y="37872"/>
                  </a:lnTo>
                  <a:lnTo>
                    <a:pt x="84127" y="45962"/>
                  </a:lnTo>
                  <a:lnTo>
                    <a:pt x="84454" y="48474"/>
                  </a:lnTo>
                  <a:cubicBezTo>
                    <a:pt x="84649" y="49844"/>
                    <a:pt x="84715" y="51246"/>
                    <a:pt x="84715" y="52649"/>
                  </a:cubicBezTo>
                  <a:cubicBezTo>
                    <a:pt x="84715" y="54084"/>
                    <a:pt x="84649" y="55487"/>
                    <a:pt x="84454" y="56857"/>
                  </a:cubicBezTo>
                  <a:lnTo>
                    <a:pt x="84127" y="59336"/>
                  </a:lnTo>
                  <a:lnTo>
                    <a:pt x="92641" y="67458"/>
                  </a:lnTo>
                  <a:lnTo>
                    <a:pt x="85008" y="80669"/>
                  </a:lnTo>
                  <a:lnTo>
                    <a:pt x="73689" y="77342"/>
                  </a:lnTo>
                  <a:lnTo>
                    <a:pt x="71699" y="78843"/>
                  </a:lnTo>
                  <a:cubicBezTo>
                    <a:pt x="69481" y="80506"/>
                    <a:pt x="67035" y="81942"/>
                    <a:pt x="64425" y="83051"/>
                  </a:cubicBezTo>
                  <a:lnTo>
                    <a:pt x="62109" y="84029"/>
                  </a:lnTo>
                  <a:lnTo>
                    <a:pt x="59336" y="95479"/>
                  </a:lnTo>
                  <a:lnTo>
                    <a:pt x="44070" y="95479"/>
                  </a:lnTo>
                  <a:lnTo>
                    <a:pt x="41298" y="84029"/>
                  </a:lnTo>
                  <a:lnTo>
                    <a:pt x="38981" y="83051"/>
                  </a:lnTo>
                  <a:cubicBezTo>
                    <a:pt x="36372" y="81942"/>
                    <a:pt x="33925" y="80506"/>
                    <a:pt x="31740" y="78843"/>
                  </a:cubicBezTo>
                  <a:lnTo>
                    <a:pt x="29717" y="77342"/>
                  </a:lnTo>
                  <a:lnTo>
                    <a:pt x="18431" y="80669"/>
                  </a:lnTo>
                  <a:lnTo>
                    <a:pt x="10798" y="67458"/>
                  </a:lnTo>
                  <a:lnTo>
                    <a:pt x="19344" y="59336"/>
                  </a:lnTo>
                  <a:lnTo>
                    <a:pt x="18986" y="56857"/>
                  </a:lnTo>
                  <a:cubicBezTo>
                    <a:pt x="18822" y="55487"/>
                    <a:pt x="18757" y="54084"/>
                    <a:pt x="18757" y="52649"/>
                  </a:cubicBezTo>
                  <a:cubicBezTo>
                    <a:pt x="18757" y="51246"/>
                    <a:pt x="18822" y="49844"/>
                    <a:pt x="18986" y="48474"/>
                  </a:cubicBezTo>
                  <a:lnTo>
                    <a:pt x="19344" y="45962"/>
                  </a:lnTo>
                  <a:lnTo>
                    <a:pt x="10798" y="37872"/>
                  </a:lnTo>
                  <a:lnTo>
                    <a:pt x="18431" y="24661"/>
                  </a:lnTo>
                  <a:lnTo>
                    <a:pt x="29717" y="27988"/>
                  </a:lnTo>
                  <a:lnTo>
                    <a:pt x="31707" y="26488"/>
                  </a:lnTo>
                  <a:cubicBezTo>
                    <a:pt x="33925" y="24824"/>
                    <a:pt x="36372" y="23389"/>
                    <a:pt x="38981" y="22280"/>
                  </a:cubicBezTo>
                  <a:lnTo>
                    <a:pt x="41298" y="21301"/>
                  </a:lnTo>
                  <a:lnTo>
                    <a:pt x="44070" y="9852"/>
                  </a:lnTo>
                  <a:close/>
                  <a:moveTo>
                    <a:pt x="44135" y="1"/>
                  </a:moveTo>
                  <a:cubicBezTo>
                    <a:pt x="39569" y="1"/>
                    <a:pt x="35589" y="3132"/>
                    <a:pt x="34513" y="7536"/>
                  </a:cubicBezTo>
                  <a:lnTo>
                    <a:pt x="32914" y="14223"/>
                  </a:lnTo>
                  <a:cubicBezTo>
                    <a:pt x="31153" y="15071"/>
                    <a:pt x="29489" y="16050"/>
                    <a:pt x="27891" y="17126"/>
                  </a:cubicBezTo>
                  <a:lnTo>
                    <a:pt x="21073" y="15169"/>
                  </a:lnTo>
                  <a:cubicBezTo>
                    <a:pt x="20180" y="14890"/>
                    <a:pt x="19262" y="14755"/>
                    <a:pt x="18350" y="14755"/>
                  </a:cubicBezTo>
                  <a:cubicBezTo>
                    <a:pt x="14998" y="14755"/>
                    <a:pt x="11712" y="16568"/>
                    <a:pt x="9917" y="19670"/>
                  </a:cubicBezTo>
                  <a:lnTo>
                    <a:pt x="2284" y="32881"/>
                  </a:lnTo>
                  <a:cubicBezTo>
                    <a:pt x="1" y="36828"/>
                    <a:pt x="751" y="41852"/>
                    <a:pt x="4046" y="45016"/>
                  </a:cubicBezTo>
                  <a:lnTo>
                    <a:pt x="9004" y="49550"/>
                  </a:lnTo>
                  <a:cubicBezTo>
                    <a:pt x="8939" y="50724"/>
                    <a:pt x="8939" y="51638"/>
                    <a:pt x="8939" y="52453"/>
                  </a:cubicBezTo>
                  <a:cubicBezTo>
                    <a:pt x="8939" y="53595"/>
                    <a:pt x="8971" y="54574"/>
                    <a:pt x="9004" y="55520"/>
                  </a:cubicBezTo>
                  <a:lnTo>
                    <a:pt x="4046" y="60282"/>
                  </a:lnTo>
                  <a:cubicBezTo>
                    <a:pt x="751" y="63414"/>
                    <a:pt x="1" y="68437"/>
                    <a:pt x="2284" y="72384"/>
                  </a:cubicBezTo>
                  <a:lnTo>
                    <a:pt x="9917" y="85595"/>
                  </a:lnTo>
                  <a:cubicBezTo>
                    <a:pt x="11720" y="88738"/>
                    <a:pt x="15029" y="90558"/>
                    <a:pt x="18397" y="90558"/>
                  </a:cubicBezTo>
                  <a:cubicBezTo>
                    <a:pt x="19294" y="90558"/>
                    <a:pt x="20195" y="90429"/>
                    <a:pt x="21073" y="90162"/>
                  </a:cubicBezTo>
                  <a:lnTo>
                    <a:pt x="27891" y="88205"/>
                  </a:lnTo>
                  <a:cubicBezTo>
                    <a:pt x="29489" y="89281"/>
                    <a:pt x="31153" y="90260"/>
                    <a:pt x="32914" y="91108"/>
                  </a:cubicBezTo>
                  <a:lnTo>
                    <a:pt x="34513" y="97795"/>
                  </a:lnTo>
                  <a:cubicBezTo>
                    <a:pt x="35556" y="102199"/>
                    <a:pt x="39569" y="105330"/>
                    <a:pt x="44135" y="105330"/>
                  </a:cubicBezTo>
                  <a:lnTo>
                    <a:pt x="59369" y="105330"/>
                  </a:lnTo>
                  <a:cubicBezTo>
                    <a:pt x="63936" y="105330"/>
                    <a:pt x="67883" y="102199"/>
                    <a:pt x="68992" y="97795"/>
                  </a:cubicBezTo>
                  <a:lnTo>
                    <a:pt x="70590" y="91108"/>
                  </a:lnTo>
                  <a:cubicBezTo>
                    <a:pt x="72352" y="90260"/>
                    <a:pt x="74015" y="89281"/>
                    <a:pt x="75614" y="88205"/>
                  </a:cubicBezTo>
                  <a:lnTo>
                    <a:pt x="82203" y="90162"/>
                  </a:lnTo>
                  <a:cubicBezTo>
                    <a:pt x="83114" y="90418"/>
                    <a:pt x="84038" y="90542"/>
                    <a:pt x="84951" y="90542"/>
                  </a:cubicBezTo>
                  <a:cubicBezTo>
                    <a:pt x="88448" y="90542"/>
                    <a:pt x="91776" y="88725"/>
                    <a:pt x="93587" y="85595"/>
                  </a:cubicBezTo>
                  <a:lnTo>
                    <a:pt x="101220" y="72384"/>
                  </a:lnTo>
                  <a:cubicBezTo>
                    <a:pt x="103504" y="68437"/>
                    <a:pt x="102753" y="63414"/>
                    <a:pt x="99459" y="60282"/>
                  </a:cubicBezTo>
                  <a:lnTo>
                    <a:pt x="94435" y="55520"/>
                  </a:lnTo>
                  <a:cubicBezTo>
                    <a:pt x="94501" y="54574"/>
                    <a:pt x="94566" y="53595"/>
                    <a:pt x="94566" y="52616"/>
                  </a:cubicBezTo>
                  <a:cubicBezTo>
                    <a:pt x="94566" y="51638"/>
                    <a:pt x="94501" y="50724"/>
                    <a:pt x="94435" y="49583"/>
                  </a:cubicBezTo>
                  <a:lnTo>
                    <a:pt x="99459" y="45016"/>
                  </a:lnTo>
                  <a:cubicBezTo>
                    <a:pt x="102753" y="41852"/>
                    <a:pt x="103438" y="36861"/>
                    <a:pt x="101220" y="32881"/>
                  </a:cubicBezTo>
                  <a:lnTo>
                    <a:pt x="93587" y="19670"/>
                  </a:lnTo>
                  <a:cubicBezTo>
                    <a:pt x="91792" y="16568"/>
                    <a:pt x="88506" y="14755"/>
                    <a:pt x="85043" y="14755"/>
                  </a:cubicBezTo>
                  <a:cubicBezTo>
                    <a:pt x="84101" y="14755"/>
                    <a:pt x="83145" y="14890"/>
                    <a:pt x="82203" y="15169"/>
                  </a:cubicBezTo>
                  <a:lnTo>
                    <a:pt x="75614" y="17126"/>
                  </a:lnTo>
                  <a:cubicBezTo>
                    <a:pt x="74015" y="16050"/>
                    <a:pt x="72352" y="15071"/>
                    <a:pt x="70590" y="14223"/>
                  </a:cubicBezTo>
                  <a:lnTo>
                    <a:pt x="68992" y="7536"/>
                  </a:lnTo>
                  <a:cubicBezTo>
                    <a:pt x="67948" y="3099"/>
                    <a:pt x="63936" y="1"/>
                    <a:pt x="59369" y="1"/>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a:p>
          </p:txBody>
        </p:sp>
        <p:sp>
          <p:nvSpPr>
            <p:cNvPr id="3288" name="Google Shape;3288;p175"/>
            <p:cNvSpPr/>
            <p:nvPr/>
          </p:nvSpPr>
          <p:spPr>
            <a:xfrm>
              <a:off x="2883575" y="1625275"/>
              <a:ext cx="988425" cy="986775"/>
            </a:xfrm>
            <a:custGeom>
              <a:rect b="b" l="l" r="r" t="t"/>
              <a:pathLst>
                <a:path extrusionOk="0" h="39471" w="39537">
                  <a:moveTo>
                    <a:pt x="19736" y="9917"/>
                  </a:moveTo>
                  <a:cubicBezTo>
                    <a:pt x="25216" y="9917"/>
                    <a:pt x="29620" y="14321"/>
                    <a:pt x="29620" y="19801"/>
                  </a:cubicBezTo>
                  <a:cubicBezTo>
                    <a:pt x="29620" y="25248"/>
                    <a:pt x="25216" y="29652"/>
                    <a:pt x="19736" y="29652"/>
                  </a:cubicBezTo>
                  <a:cubicBezTo>
                    <a:pt x="14288" y="29652"/>
                    <a:pt x="9885" y="25248"/>
                    <a:pt x="9885" y="19801"/>
                  </a:cubicBezTo>
                  <a:cubicBezTo>
                    <a:pt x="9885" y="14321"/>
                    <a:pt x="14288" y="9917"/>
                    <a:pt x="19736" y="9917"/>
                  </a:cubicBezTo>
                  <a:close/>
                  <a:moveTo>
                    <a:pt x="19736" y="0"/>
                  </a:moveTo>
                  <a:cubicBezTo>
                    <a:pt x="8645" y="0"/>
                    <a:pt x="1" y="8645"/>
                    <a:pt x="1" y="19735"/>
                  </a:cubicBezTo>
                  <a:cubicBezTo>
                    <a:pt x="1" y="30630"/>
                    <a:pt x="8645" y="39470"/>
                    <a:pt x="19736" y="39470"/>
                  </a:cubicBezTo>
                  <a:cubicBezTo>
                    <a:pt x="30631" y="39470"/>
                    <a:pt x="39471" y="30630"/>
                    <a:pt x="39471" y="19735"/>
                  </a:cubicBezTo>
                  <a:cubicBezTo>
                    <a:pt x="39536" y="8710"/>
                    <a:pt x="30664" y="0"/>
                    <a:pt x="19736" y="0"/>
                  </a:cubicBezTo>
                  <a:close/>
                </a:path>
              </a:pathLst>
            </a:custGeom>
            <a:solidFill>
              <a:schemeClr val="dk2"/>
            </a:solidFill>
            <a:ln>
              <a:noFill/>
            </a:ln>
          </p:spPr>
          <p:txBody>
            <a:bodyPr anchorCtr="0" anchor="ctr" bIns="82575" lIns="82575" spcFirstLastPara="1" rIns="82575" wrap="square" tIns="82575">
              <a:noAutofit/>
            </a:bodyPr>
            <a:lstStyle/>
            <a:p>
              <a:pPr indent="0" lvl="0" marL="0" rtl="0" algn="l">
                <a:spcBef>
                  <a:spcPts val="0"/>
                </a:spcBef>
                <a:spcAft>
                  <a:spcPts val="0"/>
                </a:spcAft>
                <a:buNone/>
              </a:pPr>
              <a:r>
                <a:t/>
              </a:r>
              <a:endParaRPr/>
            </a:p>
          </p:txBody>
        </p:sp>
      </p:grpSp>
      <p:sp>
        <p:nvSpPr>
          <p:cNvPr id="3289" name="Google Shape;3289;p175"/>
          <p:cNvSpPr/>
          <p:nvPr/>
        </p:nvSpPr>
        <p:spPr>
          <a:xfrm>
            <a:off x="16133353" y="5473986"/>
            <a:ext cx="493678" cy="401140"/>
          </a:xfrm>
          <a:custGeom>
            <a:rect b="b" l="l" r="r" t="t"/>
            <a:pathLst>
              <a:path extrusionOk="0" h="8466" w="10419">
                <a:moveTo>
                  <a:pt x="1298" y="655"/>
                </a:moveTo>
                <a:lnTo>
                  <a:pt x="1298" y="1310"/>
                </a:lnTo>
                <a:lnTo>
                  <a:pt x="644" y="1310"/>
                </a:lnTo>
                <a:lnTo>
                  <a:pt x="644" y="655"/>
                </a:lnTo>
                <a:close/>
                <a:moveTo>
                  <a:pt x="3573" y="655"/>
                </a:moveTo>
                <a:lnTo>
                  <a:pt x="3442" y="667"/>
                </a:lnTo>
                <a:lnTo>
                  <a:pt x="3275" y="846"/>
                </a:lnTo>
                <a:lnTo>
                  <a:pt x="3251" y="977"/>
                </a:lnTo>
                <a:lnTo>
                  <a:pt x="3275" y="1108"/>
                </a:lnTo>
                <a:lnTo>
                  <a:pt x="3442" y="1286"/>
                </a:lnTo>
                <a:lnTo>
                  <a:pt x="3573" y="1310"/>
                </a:lnTo>
                <a:lnTo>
                  <a:pt x="10086" y="1310"/>
                </a:lnTo>
                <a:lnTo>
                  <a:pt x="10217" y="1286"/>
                </a:lnTo>
                <a:lnTo>
                  <a:pt x="10395" y="1108"/>
                </a:lnTo>
                <a:lnTo>
                  <a:pt x="10419" y="977"/>
                </a:lnTo>
                <a:lnTo>
                  <a:pt x="10395" y="846"/>
                </a:lnTo>
                <a:lnTo>
                  <a:pt x="10217" y="667"/>
                </a:lnTo>
                <a:lnTo>
                  <a:pt x="10086" y="655"/>
                </a:lnTo>
                <a:close/>
                <a:moveTo>
                  <a:pt x="3906" y="3906"/>
                </a:moveTo>
                <a:lnTo>
                  <a:pt x="3906" y="4560"/>
                </a:lnTo>
                <a:lnTo>
                  <a:pt x="3251" y="4560"/>
                </a:lnTo>
                <a:lnTo>
                  <a:pt x="3251" y="3906"/>
                </a:lnTo>
                <a:close/>
                <a:moveTo>
                  <a:pt x="6180" y="3906"/>
                </a:moveTo>
                <a:lnTo>
                  <a:pt x="6049" y="3929"/>
                </a:lnTo>
                <a:lnTo>
                  <a:pt x="5871" y="4108"/>
                </a:lnTo>
                <a:lnTo>
                  <a:pt x="5859" y="4239"/>
                </a:lnTo>
                <a:lnTo>
                  <a:pt x="5871" y="4370"/>
                </a:lnTo>
                <a:lnTo>
                  <a:pt x="6049" y="4549"/>
                </a:lnTo>
                <a:lnTo>
                  <a:pt x="6180" y="4560"/>
                </a:lnTo>
                <a:lnTo>
                  <a:pt x="10086" y="4560"/>
                </a:lnTo>
                <a:lnTo>
                  <a:pt x="10217" y="4549"/>
                </a:lnTo>
                <a:lnTo>
                  <a:pt x="10395" y="4370"/>
                </a:lnTo>
                <a:lnTo>
                  <a:pt x="10419" y="4239"/>
                </a:lnTo>
                <a:lnTo>
                  <a:pt x="10395" y="4108"/>
                </a:lnTo>
                <a:lnTo>
                  <a:pt x="10217" y="3929"/>
                </a:lnTo>
                <a:lnTo>
                  <a:pt x="10086" y="3906"/>
                </a:lnTo>
                <a:close/>
                <a:moveTo>
                  <a:pt x="3906" y="7168"/>
                </a:moveTo>
                <a:lnTo>
                  <a:pt x="3906" y="7823"/>
                </a:lnTo>
                <a:lnTo>
                  <a:pt x="3251" y="7823"/>
                </a:lnTo>
                <a:lnTo>
                  <a:pt x="3251" y="7168"/>
                </a:lnTo>
                <a:close/>
                <a:moveTo>
                  <a:pt x="6180" y="7168"/>
                </a:moveTo>
                <a:lnTo>
                  <a:pt x="6049" y="7180"/>
                </a:lnTo>
                <a:lnTo>
                  <a:pt x="5871" y="7359"/>
                </a:lnTo>
                <a:lnTo>
                  <a:pt x="5859" y="7490"/>
                </a:lnTo>
                <a:lnTo>
                  <a:pt x="5871" y="7621"/>
                </a:lnTo>
                <a:lnTo>
                  <a:pt x="6049" y="7799"/>
                </a:lnTo>
                <a:lnTo>
                  <a:pt x="6180" y="7823"/>
                </a:lnTo>
                <a:lnTo>
                  <a:pt x="10086" y="7823"/>
                </a:lnTo>
                <a:lnTo>
                  <a:pt x="10217" y="7799"/>
                </a:lnTo>
                <a:lnTo>
                  <a:pt x="10395" y="7621"/>
                </a:lnTo>
                <a:lnTo>
                  <a:pt x="10419" y="7490"/>
                </a:lnTo>
                <a:lnTo>
                  <a:pt x="10395" y="7359"/>
                </a:lnTo>
                <a:lnTo>
                  <a:pt x="10217" y="7180"/>
                </a:lnTo>
                <a:lnTo>
                  <a:pt x="10086" y="7168"/>
                </a:lnTo>
                <a:close/>
                <a:moveTo>
                  <a:pt x="489" y="0"/>
                </a:moveTo>
                <a:lnTo>
                  <a:pt x="382" y="12"/>
                </a:lnTo>
                <a:lnTo>
                  <a:pt x="215" y="84"/>
                </a:lnTo>
                <a:lnTo>
                  <a:pt x="72" y="215"/>
                </a:lnTo>
                <a:lnTo>
                  <a:pt x="1" y="393"/>
                </a:lnTo>
                <a:lnTo>
                  <a:pt x="1" y="488"/>
                </a:lnTo>
                <a:lnTo>
                  <a:pt x="1" y="1465"/>
                </a:lnTo>
                <a:lnTo>
                  <a:pt x="1" y="1572"/>
                </a:lnTo>
                <a:lnTo>
                  <a:pt x="84" y="1739"/>
                </a:lnTo>
                <a:lnTo>
                  <a:pt x="215" y="1881"/>
                </a:lnTo>
                <a:lnTo>
                  <a:pt x="382" y="1953"/>
                </a:lnTo>
                <a:lnTo>
                  <a:pt x="644" y="1953"/>
                </a:lnTo>
                <a:lnTo>
                  <a:pt x="644" y="6835"/>
                </a:lnTo>
                <a:lnTo>
                  <a:pt x="667" y="7037"/>
                </a:lnTo>
                <a:lnTo>
                  <a:pt x="810" y="7394"/>
                </a:lnTo>
                <a:lnTo>
                  <a:pt x="1072" y="7656"/>
                </a:lnTo>
                <a:lnTo>
                  <a:pt x="1429" y="7799"/>
                </a:lnTo>
                <a:lnTo>
                  <a:pt x="1620" y="7811"/>
                </a:lnTo>
                <a:lnTo>
                  <a:pt x="2596" y="7811"/>
                </a:lnTo>
                <a:lnTo>
                  <a:pt x="2596" y="7978"/>
                </a:lnTo>
                <a:lnTo>
                  <a:pt x="2608" y="8085"/>
                </a:lnTo>
                <a:lnTo>
                  <a:pt x="2680" y="8252"/>
                </a:lnTo>
                <a:lnTo>
                  <a:pt x="2811" y="8383"/>
                </a:lnTo>
                <a:lnTo>
                  <a:pt x="2989" y="8466"/>
                </a:lnTo>
                <a:lnTo>
                  <a:pt x="4168" y="8466"/>
                </a:lnTo>
                <a:lnTo>
                  <a:pt x="4335" y="8383"/>
                </a:lnTo>
                <a:lnTo>
                  <a:pt x="4478" y="8252"/>
                </a:lnTo>
                <a:lnTo>
                  <a:pt x="4549" y="8085"/>
                </a:lnTo>
                <a:lnTo>
                  <a:pt x="4549" y="7978"/>
                </a:lnTo>
                <a:lnTo>
                  <a:pt x="4549" y="7001"/>
                </a:lnTo>
                <a:lnTo>
                  <a:pt x="4549" y="6906"/>
                </a:lnTo>
                <a:lnTo>
                  <a:pt x="4478" y="6728"/>
                </a:lnTo>
                <a:lnTo>
                  <a:pt x="4335" y="6597"/>
                </a:lnTo>
                <a:lnTo>
                  <a:pt x="4168" y="6525"/>
                </a:lnTo>
                <a:lnTo>
                  <a:pt x="4061" y="6513"/>
                </a:lnTo>
                <a:lnTo>
                  <a:pt x="3084" y="6513"/>
                </a:lnTo>
                <a:lnTo>
                  <a:pt x="2989" y="6525"/>
                </a:lnTo>
                <a:lnTo>
                  <a:pt x="2811" y="6597"/>
                </a:lnTo>
                <a:lnTo>
                  <a:pt x="2680" y="6728"/>
                </a:lnTo>
                <a:lnTo>
                  <a:pt x="2608" y="6906"/>
                </a:lnTo>
                <a:lnTo>
                  <a:pt x="2596" y="7001"/>
                </a:lnTo>
                <a:lnTo>
                  <a:pt x="2596" y="7168"/>
                </a:lnTo>
                <a:lnTo>
                  <a:pt x="1620" y="7168"/>
                </a:lnTo>
                <a:lnTo>
                  <a:pt x="1489" y="7144"/>
                </a:lnTo>
                <a:lnTo>
                  <a:pt x="1322" y="6966"/>
                </a:lnTo>
                <a:lnTo>
                  <a:pt x="1298" y="6835"/>
                </a:lnTo>
                <a:lnTo>
                  <a:pt x="1298" y="4560"/>
                </a:lnTo>
                <a:lnTo>
                  <a:pt x="2596" y="4560"/>
                </a:lnTo>
                <a:lnTo>
                  <a:pt x="2596" y="4727"/>
                </a:lnTo>
                <a:lnTo>
                  <a:pt x="2608" y="4822"/>
                </a:lnTo>
                <a:lnTo>
                  <a:pt x="2680" y="5001"/>
                </a:lnTo>
                <a:lnTo>
                  <a:pt x="2811" y="5132"/>
                </a:lnTo>
                <a:lnTo>
                  <a:pt x="2989" y="5203"/>
                </a:lnTo>
                <a:lnTo>
                  <a:pt x="3084" y="5215"/>
                </a:lnTo>
                <a:lnTo>
                  <a:pt x="4061" y="5215"/>
                </a:lnTo>
                <a:lnTo>
                  <a:pt x="4168" y="5203"/>
                </a:lnTo>
                <a:lnTo>
                  <a:pt x="4335" y="5132"/>
                </a:lnTo>
                <a:lnTo>
                  <a:pt x="4478" y="5001"/>
                </a:lnTo>
                <a:lnTo>
                  <a:pt x="4549" y="4822"/>
                </a:lnTo>
                <a:lnTo>
                  <a:pt x="4549" y="4727"/>
                </a:lnTo>
                <a:lnTo>
                  <a:pt x="4549" y="3751"/>
                </a:lnTo>
                <a:lnTo>
                  <a:pt x="4549" y="3644"/>
                </a:lnTo>
                <a:lnTo>
                  <a:pt x="4478" y="3477"/>
                </a:lnTo>
                <a:lnTo>
                  <a:pt x="4335" y="3334"/>
                </a:lnTo>
                <a:lnTo>
                  <a:pt x="4168" y="3263"/>
                </a:lnTo>
                <a:lnTo>
                  <a:pt x="2989" y="3263"/>
                </a:lnTo>
                <a:lnTo>
                  <a:pt x="2811" y="3334"/>
                </a:lnTo>
                <a:lnTo>
                  <a:pt x="2680" y="3477"/>
                </a:lnTo>
                <a:lnTo>
                  <a:pt x="2608" y="3644"/>
                </a:lnTo>
                <a:lnTo>
                  <a:pt x="2596" y="3751"/>
                </a:lnTo>
                <a:lnTo>
                  <a:pt x="2596" y="3906"/>
                </a:lnTo>
                <a:lnTo>
                  <a:pt x="1298" y="3906"/>
                </a:lnTo>
                <a:lnTo>
                  <a:pt x="1298" y="1953"/>
                </a:lnTo>
                <a:lnTo>
                  <a:pt x="1560" y="1953"/>
                </a:lnTo>
                <a:lnTo>
                  <a:pt x="1739" y="1870"/>
                </a:lnTo>
                <a:lnTo>
                  <a:pt x="1870" y="1739"/>
                </a:lnTo>
                <a:lnTo>
                  <a:pt x="1941" y="1572"/>
                </a:lnTo>
                <a:lnTo>
                  <a:pt x="1953" y="1465"/>
                </a:lnTo>
                <a:lnTo>
                  <a:pt x="1953" y="488"/>
                </a:lnTo>
                <a:lnTo>
                  <a:pt x="1941" y="393"/>
                </a:lnTo>
                <a:lnTo>
                  <a:pt x="1870" y="215"/>
                </a:lnTo>
                <a:lnTo>
                  <a:pt x="1739" y="84"/>
                </a:lnTo>
                <a:lnTo>
                  <a:pt x="1560" y="12"/>
                </a:lnTo>
                <a:lnTo>
                  <a:pt x="1465" y="0"/>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0" name="Google Shape;3290;p175"/>
          <p:cNvSpPr/>
          <p:nvPr/>
        </p:nvSpPr>
        <p:spPr>
          <a:xfrm>
            <a:off x="16108953" y="6561857"/>
            <a:ext cx="555181" cy="493678"/>
          </a:xfrm>
          <a:custGeom>
            <a:rect b="b" l="l" r="r" t="t"/>
            <a:pathLst>
              <a:path extrusionOk="0" h="10419" w="11717">
                <a:moveTo>
                  <a:pt x="1620" y="2608"/>
                </a:moveTo>
                <a:lnTo>
                  <a:pt x="1489" y="2620"/>
                </a:lnTo>
                <a:lnTo>
                  <a:pt x="1322" y="2799"/>
                </a:lnTo>
                <a:lnTo>
                  <a:pt x="1298" y="2930"/>
                </a:lnTo>
                <a:lnTo>
                  <a:pt x="1322" y="3061"/>
                </a:lnTo>
                <a:lnTo>
                  <a:pt x="1489" y="3239"/>
                </a:lnTo>
                <a:lnTo>
                  <a:pt x="1620" y="3263"/>
                </a:lnTo>
                <a:lnTo>
                  <a:pt x="6180" y="3263"/>
                </a:lnTo>
                <a:lnTo>
                  <a:pt x="6311" y="3239"/>
                </a:lnTo>
                <a:lnTo>
                  <a:pt x="6490" y="3061"/>
                </a:lnTo>
                <a:lnTo>
                  <a:pt x="6514" y="2930"/>
                </a:lnTo>
                <a:lnTo>
                  <a:pt x="6490" y="2799"/>
                </a:lnTo>
                <a:lnTo>
                  <a:pt x="6311" y="2620"/>
                </a:lnTo>
                <a:lnTo>
                  <a:pt x="6180" y="2608"/>
                </a:lnTo>
                <a:close/>
                <a:moveTo>
                  <a:pt x="1620" y="4561"/>
                </a:moveTo>
                <a:lnTo>
                  <a:pt x="1489" y="4573"/>
                </a:lnTo>
                <a:lnTo>
                  <a:pt x="1322" y="4751"/>
                </a:lnTo>
                <a:lnTo>
                  <a:pt x="1298" y="4882"/>
                </a:lnTo>
                <a:lnTo>
                  <a:pt x="1322" y="5013"/>
                </a:lnTo>
                <a:lnTo>
                  <a:pt x="1489" y="5192"/>
                </a:lnTo>
                <a:lnTo>
                  <a:pt x="1620" y="5216"/>
                </a:lnTo>
                <a:lnTo>
                  <a:pt x="5537" y="5216"/>
                </a:lnTo>
                <a:lnTo>
                  <a:pt x="5656" y="5192"/>
                </a:lnTo>
                <a:lnTo>
                  <a:pt x="5835" y="5013"/>
                </a:lnTo>
                <a:lnTo>
                  <a:pt x="5859" y="4882"/>
                </a:lnTo>
                <a:lnTo>
                  <a:pt x="5835" y="4751"/>
                </a:lnTo>
                <a:lnTo>
                  <a:pt x="5656" y="4573"/>
                </a:lnTo>
                <a:lnTo>
                  <a:pt x="5537" y="4561"/>
                </a:lnTo>
                <a:close/>
                <a:moveTo>
                  <a:pt x="8788" y="5859"/>
                </a:moveTo>
                <a:lnTo>
                  <a:pt x="8681" y="5871"/>
                </a:lnTo>
                <a:lnTo>
                  <a:pt x="8514" y="5942"/>
                </a:lnTo>
                <a:lnTo>
                  <a:pt x="8383" y="6073"/>
                </a:lnTo>
                <a:lnTo>
                  <a:pt x="8300" y="6252"/>
                </a:lnTo>
                <a:lnTo>
                  <a:pt x="8300" y="6347"/>
                </a:lnTo>
                <a:lnTo>
                  <a:pt x="8300" y="6454"/>
                </a:lnTo>
                <a:lnTo>
                  <a:pt x="8383" y="6621"/>
                </a:lnTo>
                <a:lnTo>
                  <a:pt x="8514" y="6752"/>
                </a:lnTo>
                <a:lnTo>
                  <a:pt x="8681" y="6835"/>
                </a:lnTo>
                <a:lnTo>
                  <a:pt x="8883" y="6835"/>
                </a:lnTo>
                <a:lnTo>
                  <a:pt x="9062" y="6752"/>
                </a:lnTo>
                <a:lnTo>
                  <a:pt x="9193" y="6621"/>
                </a:lnTo>
                <a:lnTo>
                  <a:pt x="9264" y="6454"/>
                </a:lnTo>
                <a:lnTo>
                  <a:pt x="9276" y="6347"/>
                </a:lnTo>
                <a:lnTo>
                  <a:pt x="9264" y="6252"/>
                </a:lnTo>
                <a:lnTo>
                  <a:pt x="9193" y="6073"/>
                </a:lnTo>
                <a:lnTo>
                  <a:pt x="9062" y="5942"/>
                </a:lnTo>
                <a:lnTo>
                  <a:pt x="8883" y="5871"/>
                </a:lnTo>
                <a:lnTo>
                  <a:pt x="8788" y="5859"/>
                </a:lnTo>
                <a:close/>
                <a:moveTo>
                  <a:pt x="1620" y="6514"/>
                </a:moveTo>
                <a:lnTo>
                  <a:pt x="1489" y="6525"/>
                </a:lnTo>
                <a:lnTo>
                  <a:pt x="1322" y="6704"/>
                </a:lnTo>
                <a:lnTo>
                  <a:pt x="1298" y="6835"/>
                </a:lnTo>
                <a:lnTo>
                  <a:pt x="1322" y="6966"/>
                </a:lnTo>
                <a:lnTo>
                  <a:pt x="1489" y="7145"/>
                </a:lnTo>
                <a:lnTo>
                  <a:pt x="1620" y="7168"/>
                </a:lnTo>
                <a:lnTo>
                  <a:pt x="4227" y="7168"/>
                </a:lnTo>
                <a:lnTo>
                  <a:pt x="4358" y="7145"/>
                </a:lnTo>
                <a:lnTo>
                  <a:pt x="4537" y="6966"/>
                </a:lnTo>
                <a:lnTo>
                  <a:pt x="4561" y="6835"/>
                </a:lnTo>
                <a:lnTo>
                  <a:pt x="4537" y="6704"/>
                </a:lnTo>
                <a:lnTo>
                  <a:pt x="4358" y="6525"/>
                </a:lnTo>
                <a:lnTo>
                  <a:pt x="4227" y="6514"/>
                </a:lnTo>
                <a:close/>
                <a:moveTo>
                  <a:pt x="8466" y="7156"/>
                </a:moveTo>
                <a:lnTo>
                  <a:pt x="8335" y="7180"/>
                </a:lnTo>
                <a:lnTo>
                  <a:pt x="8157" y="7359"/>
                </a:lnTo>
                <a:lnTo>
                  <a:pt x="8133" y="7490"/>
                </a:lnTo>
                <a:lnTo>
                  <a:pt x="8157" y="7621"/>
                </a:lnTo>
                <a:lnTo>
                  <a:pt x="8323" y="7788"/>
                </a:lnTo>
                <a:lnTo>
                  <a:pt x="8442" y="7811"/>
                </a:lnTo>
                <a:lnTo>
                  <a:pt x="8442" y="8466"/>
                </a:lnTo>
                <a:lnTo>
                  <a:pt x="8323" y="8478"/>
                </a:lnTo>
                <a:lnTo>
                  <a:pt x="8157" y="8657"/>
                </a:lnTo>
                <a:lnTo>
                  <a:pt x="8133" y="8788"/>
                </a:lnTo>
                <a:lnTo>
                  <a:pt x="8157" y="8919"/>
                </a:lnTo>
                <a:lnTo>
                  <a:pt x="8335" y="9097"/>
                </a:lnTo>
                <a:lnTo>
                  <a:pt x="8466" y="9109"/>
                </a:lnTo>
                <a:lnTo>
                  <a:pt x="9109" y="9109"/>
                </a:lnTo>
                <a:lnTo>
                  <a:pt x="9240" y="9097"/>
                </a:lnTo>
                <a:lnTo>
                  <a:pt x="9419" y="8919"/>
                </a:lnTo>
                <a:lnTo>
                  <a:pt x="9443" y="8788"/>
                </a:lnTo>
                <a:lnTo>
                  <a:pt x="9419" y="8657"/>
                </a:lnTo>
                <a:lnTo>
                  <a:pt x="9240" y="8478"/>
                </a:lnTo>
                <a:lnTo>
                  <a:pt x="9109" y="8466"/>
                </a:lnTo>
                <a:lnTo>
                  <a:pt x="9097" y="7490"/>
                </a:lnTo>
                <a:lnTo>
                  <a:pt x="9074" y="7359"/>
                </a:lnTo>
                <a:lnTo>
                  <a:pt x="8907" y="7180"/>
                </a:lnTo>
                <a:lnTo>
                  <a:pt x="8764" y="7156"/>
                </a:lnTo>
                <a:close/>
                <a:moveTo>
                  <a:pt x="9026" y="5216"/>
                </a:moveTo>
                <a:lnTo>
                  <a:pt x="9466" y="5311"/>
                </a:lnTo>
                <a:lnTo>
                  <a:pt x="9871" y="5478"/>
                </a:lnTo>
                <a:lnTo>
                  <a:pt x="10240" y="5728"/>
                </a:lnTo>
                <a:lnTo>
                  <a:pt x="10550" y="6037"/>
                </a:lnTo>
                <a:lnTo>
                  <a:pt x="10788" y="6394"/>
                </a:lnTo>
                <a:lnTo>
                  <a:pt x="10967" y="6811"/>
                </a:lnTo>
                <a:lnTo>
                  <a:pt x="11062" y="7252"/>
                </a:lnTo>
                <a:lnTo>
                  <a:pt x="11062" y="7490"/>
                </a:lnTo>
                <a:lnTo>
                  <a:pt x="11062" y="7728"/>
                </a:lnTo>
                <a:lnTo>
                  <a:pt x="10967" y="8169"/>
                </a:lnTo>
                <a:lnTo>
                  <a:pt x="10788" y="8573"/>
                </a:lnTo>
                <a:lnTo>
                  <a:pt x="10550" y="8942"/>
                </a:lnTo>
                <a:lnTo>
                  <a:pt x="10240" y="9252"/>
                </a:lnTo>
                <a:lnTo>
                  <a:pt x="9871" y="9490"/>
                </a:lnTo>
                <a:lnTo>
                  <a:pt x="9466" y="9669"/>
                </a:lnTo>
                <a:lnTo>
                  <a:pt x="9026" y="9764"/>
                </a:lnTo>
                <a:lnTo>
                  <a:pt x="8550" y="9764"/>
                </a:lnTo>
                <a:lnTo>
                  <a:pt x="8109" y="9669"/>
                </a:lnTo>
                <a:lnTo>
                  <a:pt x="7692" y="9490"/>
                </a:lnTo>
                <a:lnTo>
                  <a:pt x="7335" y="9252"/>
                </a:lnTo>
                <a:lnTo>
                  <a:pt x="7026" y="8942"/>
                </a:lnTo>
                <a:lnTo>
                  <a:pt x="6776" y="8573"/>
                </a:lnTo>
                <a:lnTo>
                  <a:pt x="6609" y="8169"/>
                </a:lnTo>
                <a:lnTo>
                  <a:pt x="6514" y="7728"/>
                </a:lnTo>
                <a:lnTo>
                  <a:pt x="6514" y="7490"/>
                </a:lnTo>
                <a:lnTo>
                  <a:pt x="6514" y="7252"/>
                </a:lnTo>
                <a:lnTo>
                  <a:pt x="6609" y="6811"/>
                </a:lnTo>
                <a:lnTo>
                  <a:pt x="6776" y="6394"/>
                </a:lnTo>
                <a:lnTo>
                  <a:pt x="7026" y="6037"/>
                </a:lnTo>
                <a:lnTo>
                  <a:pt x="7335" y="5728"/>
                </a:lnTo>
                <a:lnTo>
                  <a:pt x="7692" y="5478"/>
                </a:lnTo>
                <a:lnTo>
                  <a:pt x="8109" y="5311"/>
                </a:lnTo>
                <a:lnTo>
                  <a:pt x="8550" y="5216"/>
                </a:lnTo>
                <a:close/>
                <a:moveTo>
                  <a:pt x="1298" y="1"/>
                </a:moveTo>
                <a:lnTo>
                  <a:pt x="1036" y="24"/>
                </a:lnTo>
                <a:lnTo>
                  <a:pt x="560" y="215"/>
                </a:lnTo>
                <a:lnTo>
                  <a:pt x="215" y="572"/>
                </a:lnTo>
                <a:lnTo>
                  <a:pt x="12" y="1036"/>
                </a:lnTo>
                <a:lnTo>
                  <a:pt x="1" y="1310"/>
                </a:lnTo>
                <a:lnTo>
                  <a:pt x="1" y="9121"/>
                </a:lnTo>
                <a:lnTo>
                  <a:pt x="12" y="9383"/>
                </a:lnTo>
                <a:lnTo>
                  <a:pt x="215" y="9847"/>
                </a:lnTo>
                <a:lnTo>
                  <a:pt x="560" y="10205"/>
                </a:lnTo>
                <a:lnTo>
                  <a:pt x="1036" y="10407"/>
                </a:lnTo>
                <a:lnTo>
                  <a:pt x="1298" y="10419"/>
                </a:lnTo>
                <a:lnTo>
                  <a:pt x="6609" y="10419"/>
                </a:lnTo>
                <a:lnTo>
                  <a:pt x="6704" y="10407"/>
                </a:lnTo>
                <a:lnTo>
                  <a:pt x="6514" y="10264"/>
                </a:lnTo>
                <a:lnTo>
                  <a:pt x="6168" y="9943"/>
                </a:lnTo>
                <a:lnTo>
                  <a:pt x="6025" y="9776"/>
                </a:lnTo>
                <a:lnTo>
                  <a:pt x="1298" y="9776"/>
                </a:lnTo>
                <a:lnTo>
                  <a:pt x="1167" y="9764"/>
                </a:lnTo>
                <a:lnTo>
                  <a:pt x="929" y="9657"/>
                </a:lnTo>
                <a:lnTo>
                  <a:pt x="751" y="9490"/>
                </a:lnTo>
                <a:lnTo>
                  <a:pt x="655" y="9252"/>
                </a:lnTo>
                <a:lnTo>
                  <a:pt x="644" y="9121"/>
                </a:lnTo>
                <a:lnTo>
                  <a:pt x="644" y="1310"/>
                </a:lnTo>
                <a:lnTo>
                  <a:pt x="655" y="1167"/>
                </a:lnTo>
                <a:lnTo>
                  <a:pt x="751" y="941"/>
                </a:lnTo>
                <a:lnTo>
                  <a:pt x="929" y="763"/>
                </a:lnTo>
                <a:lnTo>
                  <a:pt x="1167" y="667"/>
                </a:lnTo>
                <a:lnTo>
                  <a:pt x="1298" y="655"/>
                </a:lnTo>
                <a:lnTo>
                  <a:pt x="6502" y="655"/>
                </a:lnTo>
                <a:lnTo>
                  <a:pt x="6645" y="667"/>
                </a:lnTo>
                <a:lnTo>
                  <a:pt x="6871" y="763"/>
                </a:lnTo>
                <a:lnTo>
                  <a:pt x="7049" y="941"/>
                </a:lnTo>
                <a:lnTo>
                  <a:pt x="7145" y="1167"/>
                </a:lnTo>
                <a:lnTo>
                  <a:pt x="7157" y="1310"/>
                </a:lnTo>
                <a:lnTo>
                  <a:pt x="7157" y="4299"/>
                </a:lnTo>
                <a:lnTo>
                  <a:pt x="7478" y="4156"/>
                </a:lnTo>
                <a:lnTo>
                  <a:pt x="7811" y="4049"/>
                </a:lnTo>
                <a:lnTo>
                  <a:pt x="7811" y="1310"/>
                </a:lnTo>
                <a:lnTo>
                  <a:pt x="7788" y="1036"/>
                </a:lnTo>
                <a:lnTo>
                  <a:pt x="7597" y="572"/>
                </a:lnTo>
                <a:lnTo>
                  <a:pt x="7240" y="215"/>
                </a:lnTo>
                <a:lnTo>
                  <a:pt x="6776" y="24"/>
                </a:lnTo>
                <a:lnTo>
                  <a:pt x="6514" y="1"/>
                </a:lnTo>
                <a:close/>
                <a:moveTo>
                  <a:pt x="8788" y="4561"/>
                </a:moveTo>
                <a:lnTo>
                  <a:pt x="8490" y="4573"/>
                </a:lnTo>
                <a:lnTo>
                  <a:pt x="7919" y="4680"/>
                </a:lnTo>
                <a:lnTo>
                  <a:pt x="7383" y="4906"/>
                </a:lnTo>
                <a:lnTo>
                  <a:pt x="6918" y="5228"/>
                </a:lnTo>
                <a:lnTo>
                  <a:pt x="6525" y="5620"/>
                </a:lnTo>
                <a:lnTo>
                  <a:pt x="6204" y="6085"/>
                </a:lnTo>
                <a:lnTo>
                  <a:pt x="5978" y="6621"/>
                </a:lnTo>
                <a:lnTo>
                  <a:pt x="5871" y="7192"/>
                </a:lnTo>
                <a:lnTo>
                  <a:pt x="5859" y="7490"/>
                </a:lnTo>
                <a:lnTo>
                  <a:pt x="5871" y="7788"/>
                </a:lnTo>
                <a:lnTo>
                  <a:pt x="5978" y="8359"/>
                </a:lnTo>
                <a:lnTo>
                  <a:pt x="6204" y="8883"/>
                </a:lnTo>
                <a:lnTo>
                  <a:pt x="6525" y="9359"/>
                </a:lnTo>
                <a:lnTo>
                  <a:pt x="6918" y="9752"/>
                </a:lnTo>
                <a:lnTo>
                  <a:pt x="7383" y="10074"/>
                </a:lnTo>
                <a:lnTo>
                  <a:pt x="7919" y="10288"/>
                </a:lnTo>
                <a:lnTo>
                  <a:pt x="8490" y="10407"/>
                </a:lnTo>
                <a:lnTo>
                  <a:pt x="8788" y="10419"/>
                </a:lnTo>
                <a:lnTo>
                  <a:pt x="9085" y="10407"/>
                </a:lnTo>
                <a:lnTo>
                  <a:pt x="9657" y="10288"/>
                </a:lnTo>
                <a:lnTo>
                  <a:pt x="10181" y="10074"/>
                </a:lnTo>
                <a:lnTo>
                  <a:pt x="10657" y="9752"/>
                </a:lnTo>
                <a:lnTo>
                  <a:pt x="11050" y="9359"/>
                </a:lnTo>
                <a:lnTo>
                  <a:pt x="11372" y="8883"/>
                </a:lnTo>
                <a:lnTo>
                  <a:pt x="11586" y="8359"/>
                </a:lnTo>
                <a:lnTo>
                  <a:pt x="11705" y="7788"/>
                </a:lnTo>
                <a:lnTo>
                  <a:pt x="11717" y="7490"/>
                </a:lnTo>
                <a:lnTo>
                  <a:pt x="11705" y="7192"/>
                </a:lnTo>
                <a:lnTo>
                  <a:pt x="11586" y="6621"/>
                </a:lnTo>
                <a:lnTo>
                  <a:pt x="11372" y="6085"/>
                </a:lnTo>
                <a:lnTo>
                  <a:pt x="11050" y="5620"/>
                </a:lnTo>
                <a:lnTo>
                  <a:pt x="10657" y="5228"/>
                </a:lnTo>
                <a:lnTo>
                  <a:pt x="10181" y="4906"/>
                </a:lnTo>
                <a:lnTo>
                  <a:pt x="9657" y="4680"/>
                </a:lnTo>
                <a:lnTo>
                  <a:pt x="9085" y="4573"/>
                </a:lnTo>
                <a:lnTo>
                  <a:pt x="8788" y="4561"/>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1" name="Google Shape;3291;p175"/>
          <p:cNvSpPr/>
          <p:nvPr/>
        </p:nvSpPr>
        <p:spPr>
          <a:xfrm>
            <a:off x="16133503" y="7490952"/>
            <a:ext cx="431655" cy="431607"/>
          </a:xfrm>
          <a:custGeom>
            <a:rect b="b" l="l" r="r" t="t"/>
            <a:pathLst>
              <a:path extrusionOk="0" h="9109" w="9110">
                <a:moveTo>
                  <a:pt x="8419" y="5858"/>
                </a:moveTo>
                <a:lnTo>
                  <a:pt x="8359" y="5989"/>
                </a:lnTo>
                <a:lnTo>
                  <a:pt x="8276" y="6108"/>
                </a:lnTo>
                <a:lnTo>
                  <a:pt x="8264" y="6108"/>
                </a:lnTo>
                <a:lnTo>
                  <a:pt x="6097" y="8275"/>
                </a:lnTo>
                <a:lnTo>
                  <a:pt x="5990" y="8370"/>
                </a:lnTo>
                <a:lnTo>
                  <a:pt x="5859" y="8418"/>
                </a:lnTo>
                <a:lnTo>
                  <a:pt x="5859" y="6180"/>
                </a:lnTo>
                <a:lnTo>
                  <a:pt x="5871" y="6049"/>
                </a:lnTo>
                <a:lnTo>
                  <a:pt x="6049" y="5870"/>
                </a:lnTo>
                <a:lnTo>
                  <a:pt x="6180" y="5858"/>
                </a:lnTo>
                <a:close/>
                <a:moveTo>
                  <a:pt x="7811" y="643"/>
                </a:moveTo>
                <a:lnTo>
                  <a:pt x="7942" y="655"/>
                </a:lnTo>
                <a:lnTo>
                  <a:pt x="8181" y="750"/>
                </a:lnTo>
                <a:lnTo>
                  <a:pt x="8359" y="929"/>
                </a:lnTo>
                <a:lnTo>
                  <a:pt x="8454" y="1167"/>
                </a:lnTo>
                <a:lnTo>
                  <a:pt x="8466" y="1298"/>
                </a:lnTo>
                <a:lnTo>
                  <a:pt x="8466" y="5203"/>
                </a:lnTo>
                <a:lnTo>
                  <a:pt x="6180" y="5203"/>
                </a:lnTo>
                <a:lnTo>
                  <a:pt x="5978" y="5227"/>
                </a:lnTo>
                <a:lnTo>
                  <a:pt x="5632" y="5370"/>
                </a:lnTo>
                <a:lnTo>
                  <a:pt x="5371" y="5632"/>
                </a:lnTo>
                <a:lnTo>
                  <a:pt x="5216" y="5989"/>
                </a:lnTo>
                <a:lnTo>
                  <a:pt x="5204" y="6180"/>
                </a:lnTo>
                <a:lnTo>
                  <a:pt x="5204" y="8466"/>
                </a:lnTo>
                <a:lnTo>
                  <a:pt x="1298" y="8466"/>
                </a:lnTo>
                <a:lnTo>
                  <a:pt x="1167" y="8454"/>
                </a:lnTo>
                <a:lnTo>
                  <a:pt x="929" y="8359"/>
                </a:lnTo>
                <a:lnTo>
                  <a:pt x="751" y="8180"/>
                </a:lnTo>
                <a:lnTo>
                  <a:pt x="655" y="7942"/>
                </a:lnTo>
                <a:lnTo>
                  <a:pt x="644" y="7811"/>
                </a:lnTo>
                <a:lnTo>
                  <a:pt x="644" y="1298"/>
                </a:lnTo>
                <a:lnTo>
                  <a:pt x="655" y="1167"/>
                </a:lnTo>
                <a:lnTo>
                  <a:pt x="751" y="929"/>
                </a:lnTo>
                <a:lnTo>
                  <a:pt x="929" y="750"/>
                </a:lnTo>
                <a:lnTo>
                  <a:pt x="1167" y="655"/>
                </a:lnTo>
                <a:lnTo>
                  <a:pt x="1298" y="643"/>
                </a:lnTo>
                <a:close/>
                <a:moveTo>
                  <a:pt x="1298" y="0"/>
                </a:moveTo>
                <a:lnTo>
                  <a:pt x="1036" y="12"/>
                </a:lnTo>
                <a:lnTo>
                  <a:pt x="560" y="214"/>
                </a:lnTo>
                <a:lnTo>
                  <a:pt x="215" y="572"/>
                </a:lnTo>
                <a:lnTo>
                  <a:pt x="12" y="1036"/>
                </a:lnTo>
                <a:lnTo>
                  <a:pt x="1" y="1298"/>
                </a:lnTo>
                <a:lnTo>
                  <a:pt x="1" y="7811"/>
                </a:lnTo>
                <a:lnTo>
                  <a:pt x="12" y="8073"/>
                </a:lnTo>
                <a:lnTo>
                  <a:pt x="215" y="8549"/>
                </a:lnTo>
                <a:lnTo>
                  <a:pt x="560" y="8894"/>
                </a:lnTo>
                <a:lnTo>
                  <a:pt x="1036" y="9097"/>
                </a:lnTo>
                <a:lnTo>
                  <a:pt x="1298" y="9109"/>
                </a:lnTo>
                <a:lnTo>
                  <a:pt x="5644" y="9109"/>
                </a:lnTo>
                <a:lnTo>
                  <a:pt x="5894" y="9097"/>
                </a:lnTo>
                <a:lnTo>
                  <a:pt x="6371" y="8906"/>
                </a:lnTo>
                <a:lnTo>
                  <a:pt x="6561" y="8728"/>
                </a:lnTo>
                <a:lnTo>
                  <a:pt x="8728" y="6561"/>
                </a:lnTo>
                <a:lnTo>
                  <a:pt x="8907" y="6370"/>
                </a:lnTo>
                <a:lnTo>
                  <a:pt x="9097" y="5906"/>
                </a:lnTo>
                <a:lnTo>
                  <a:pt x="9109" y="5644"/>
                </a:lnTo>
                <a:lnTo>
                  <a:pt x="9109" y="1298"/>
                </a:lnTo>
                <a:lnTo>
                  <a:pt x="9097" y="1036"/>
                </a:lnTo>
                <a:lnTo>
                  <a:pt x="8895" y="572"/>
                </a:lnTo>
                <a:lnTo>
                  <a:pt x="8538" y="214"/>
                </a:lnTo>
                <a:lnTo>
                  <a:pt x="8073" y="12"/>
                </a:lnTo>
                <a:lnTo>
                  <a:pt x="7811" y="0"/>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2" name="Google Shape;3292;p175"/>
          <p:cNvSpPr/>
          <p:nvPr/>
        </p:nvSpPr>
        <p:spPr>
          <a:xfrm>
            <a:off x="16178005" y="8529819"/>
            <a:ext cx="308128" cy="494294"/>
          </a:xfrm>
          <a:custGeom>
            <a:rect b="b" l="l" r="r" t="t"/>
            <a:pathLst>
              <a:path extrusionOk="0" h="10432" w="6503">
                <a:moveTo>
                  <a:pt x="4156" y="656"/>
                </a:moveTo>
                <a:lnTo>
                  <a:pt x="4335" y="739"/>
                </a:lnTo>
                <a:lnTo>
                  <a:pt x="4466" y="870"/>
                </a:lnTo>
                <a:lnTo>
                  <a:pt x="4537" y="1037"/>
                </a:lnTo>
                <a:lnTo>
                  <a:pt x="4549" y="1144"/>
                </a:lnTo>
                <a:lnTo>
                  <a:pt x="4537" y="1239"/>
                </a:lnTo>
                <a:lnTo>
                  <a:pt x="4466" y="1418"/>
                </a:lnTo>
                <a:lnTo>
                  <a:pt x="4335" y="1549"/>
                </a:lnTo>
                <a:lnTo>
                  <a:pt x="4156" y="1620"/>
                </a:lnTo>
                <a:lnTo>
                  <a:pt x="4061" y="1632"/>
                </a:lnTo>
                <a:lnTo>
                  <a:pt x="3954" y="1620"/>
                </a:lnTo>
                <a:lnTo>
                  <a:pt x="3787" y="1549"/>
                </a:lnTo>
                <a:lnTo>
                  <a:pt x="3656" y="1418"/>
                </a:lnTo>
                <a:lnTo>
                  <a:pt x="3573" y="1239"/>
                </a:lnTo>
                <a:lnTo>
                  <a:pt x="3573" y="1144"/>
                </a:lnTo>
                <a:lnTo>
                  <a:pt x="3573" y="1037"/>
                </a:lnTo>
                <a:lnTo>
                  <a:pt x="3656" y="870"/>
                </a:lnTo>
                <a:lnTo>
                  <a:pt x="3787" y="739"/>
                </a:lnTo>
                <a:lnTo>
                  <a:pt x="3954" y="656"/>
                </a:lnTo>
                <a:close/>
                <a:moveTo>
                  <a:pt x="4061" y="1"/>
                </a:moveTo>
                <a:lnTo>
                  <a:pt x="3823" y="13"/>
                </a:lnTo>
                <a:lnTo>
                  <a:pt x="3418" y="191"/>
                </a:lnTo>
                <a:lnTo>
                  <a:pt x="3109" y="501"/>
                </a:lnTo>
                <a:lnTo>
                  <a:pt x="2930" y="906"/>
                </a:lnTo>
                <a:lnTo>
                  <a:pt x="2918" y="1144"/>
                </a:lnTo>
                <a:lnTo>
                  <a:pt x="2930" y="1370"/>
                </a:lnTo>
                <a:lnTo>
                  <a:pt x="3109" y="1787"/>
                </a:lnTo>
                <a:lnTo>
                  <a:pt x="3418" y="2096"/>
                </a:lnTo>
                <a:lnTo>
                  <a:pt x="3823" y="2263"/>
                </a:lnTo>
                <a:lnTo>
                  <a:pt x="4061" y="2275"/>
                </a:lnTo>
                <a:lnTo>
                  <a:pt x="4287" y="2263"/>
                </a:lnTo>
                <a:lnTo>
                  <a:pt x="4704" y="2096"/>
                </a:lnTo>
                <a:lnTo>
                  <a:pt x="5014" y="1787"/>
                </a:lnTo>
                <a:lnTo>
                  <a:pt x="5180" y="1370"/>
                </a:lnTo>
                <a:lnTo>
                  <a:pt x="5204" y="1144"/>
                </a:lnTo>
                <a:lnTo>
                  <a:pt x="5180" y="906"/>
                </a:lnTo>
                <a:lnTo>
                  <a:pt x="5014" y="501"/>
                </a:lnTo>
                <a:lnTo>
                  <a:pt x="4704" y="191"/>
                </a:lnTo>
                <a:lnTo>
                  <a:pt x="4287" y="13"/>
                </a:lnTo>
                <a:lnTo>
                  <a:pt x="4061" y="1"/>
                </a:lnTo>
                <a:close/>
                <a:moveTo>
                  <a:pt x="3371" y="3251"/>
                </a:moveTo>
                <a:lnTo>
                  <a:pt x="3609" y="3275"/>
                </a:lnTo>
                <a:lnTo>
                  <a:pt x="4025" y="3466"/>
                </a:lnTo>
                <a:lnTo>
                  <a:pt x="4192" y="3620"/>
                </a:lnTo>
                <a:lnTo>
                  <a:pt x="3263" y="6276"/>
                </a:lnTo>
                <a:lnTo>
                  <a:pt x="2644" y="5728"/>
                </a:lnTo>
                <a:lnTo>
                  <a:pt x="2573" y="5668"/>
                </a:lnTo>
                <a:lnTo>
                  <a:pt x="2525" y="5478"/>
                </a:lnTo>
                <a:lnTo>
                  <a:pt x="2537" y="5395"/>
                </a:lnTo>
                <a:lnTo>
                  <a:pt x="3204" y="3263"/>
                </a:lnTo>
                <a:lnTo>
                  <a:pt x="3287" y="3263"/>
                </a:lnTo>
                <a:lnTo>
                  <a:pt x="3371" y="3251"/>
                </a:lnTo>
                <a:close/>
                <a:moveTo>
                  <a:pt x="2287" y="7157"/>
                </a:moveTo>
                <a:lnTo>
                  <a:pt x="2049" y="7228"/>
                </a:lnTo>
                <a:lnTo>
                  <a:pt x="1977" y="7335"/>
                </a:lnTo>
                <a:lnTo>
                  <a:pt x="1346" y="8598"/>
                </a:lnTo>
                <a:lnTo>
                  <a:pt x="84" y="9860"/>
                </a:lnTo>
                <a:lnTo>
                  <a:pt x="1" y="9967"/>
                </a:lnTo>
                <a:lnTo>
                  <a:pt x="1" y="10217"/>
                </a:lnTo>
                <a:lnTo>
                  <a:pt x="84" y="10324"/>
                </a:lnTo>
                <a:lnTo>
                  <a:pt x="191" y="10407"/>
                </a:lnTo>
                <a:lnTo>
                  <a:pt x="442" y="10407"/>
                </a:lnTo>
                <a:lnTo>
                  <a:pt x="549" y="10324"/>
                </a:lnTo>
                <a:lnTo>
                  <a:pt x="1811" y="9062"/>
                </a:lnTo>
                <a:lnTo>
                  <a:pt x="1882" y="8979"/>
                </a:lnTo>
                <a:lnTo>
                  <a:pt x="1930" y="8895"/>
                </a:lnTo>
                <a:lnTo>
                  <a:pt x="1930" y="8883"/>
                </a:lnTo>
                <a:lnTo>
                  <a:pt x="2561" y="7633"/>
                </a:lnTo>
                <a:lnTo>
                  <a:pt x="2597" y="7514"/>
                </a:lnTo>
                <a:lnTo>
                  <a:pt x="2525" y="7276"/>
                </a:lnTo>
                <a:lnTo>
                  <a:pt x="2418" y="7193"/>
                </a:lnTo>
                <a:lnTo>
                  <a:pt x="2287" y="7157"/>
                </a:lnTo>
                <a:close/>
                <a:moveTo>
                  <a:pt x="3371" y="2585"/>
                </a:moveTo>
                <a:lnTo>
                  <a:pt x="3025" y="2608"/>
                </a:lnTo>
                <a:lnTo>
                  <a:pt x="2370" y="2787"/>
                </a:lnTo>
                <a:lnTo>
                  <a:pt x="2061" y="2942"/>
                </a:lnTo>
                <a:lnTo>
                  <a:pt x="1561" y="3216"/>
                </a:lnTo>
                <a:lnTo>
                  <a:pt x="1358" y="3335"/>
                </a:lnTo>
                <a:lnTo>
                  <a:pt x="1001" y="3644"/>
                </a:lnTo>
                <a:lnTo>
                  <a:pt x="715" y="4002"/>
                </a:lnTo>
                <a:lnTo>
                  <a:pt x="501" y="4418"/>
                </a:lnTo>
                <a:lnTo>
                  <a:pt x="442" y="4644"/>
                </a:lnTo>
                <a:lnTo>
                  <a:pt x="322" y="5133"/>
                </a:lnTo>
                <a:lnTo>
                  <a:pt x="311" y="5264"/>
                </a:lnTo>
                <a:lnTo>
                  <a:pt x="442" y="5478"/>
                </a:lnTo>
                <a:lnTo>
                  <a:pt x="561" y="5526"/>
                </a:lnTo>
                <a:lnTo>
                  <a:pt x="692" y="5537"/>
                </a:lnTo>
                <a:lnTo>
                  <a:pt x="906" y="5406"/>
                </a:lnTo>
                <a:lnTo>
                  <a:pt x="954" y="5287"/>
                </a:lnTo>
                <a:lnTo>
                  <a:pt x="1073" y="4823"/>
                </a:lnTo>
                <a:lnTo>
                  <a:pt x="1120" y="4656"/>
                </a:lnTo>
                <a:lnTo>
                  <a:pt x="1263" y="4347"/>
                </a:lnTo>
                <a:lnTo>
                  <a:pt x="1465" y="4085"/>
                </a:lnTo>
                <a:lnTo>
                  <a:pt x="1727" y="3871"/>
                </a:lnTo>
                <a:lnTo>
                  <a:pt x="1870" y="3787"/>
                </a:lnTo>
                <a:lnTo>
                  <a:pt x="2370" y="3513"/>
                </a:lnTo>
                <a:lnTo>
                  <a:pt x="2418" y="3490"/>
                </a:lnTo>
                <a:lnTo>
                  <a:pt x="2452" y="3473"/>
                </a:lnTo>
                <a:lnTo>
                  <a:pt x="2452" y="3473"/>
                </a:lnTo>
                <a:lnTo>
                  <a:pt x="1918" y="5192"/>
                </a:lnTo>
                <a:lnTo>
                  <a:pt x="1882" y="5335"/>
                </a:lnTo>
                <a:lnTo>
                  <a:pt x="1882" y="5621"/>
                </a:lnTo>
                <a:lnTo>
                  <a:pt x="1954" y="5883"/>
                </a:lnTo>
                <a:lnTo>
                  <a:pt x="2108" y="6121"/>
                </a:lnTo>
                <a:lnTo>
                  <a:pt x="2216" y="6228"/>
                </a:lnTo>
                <a:lnTo>
                  <a:pt x="4252" y="7978"/>
                </a:lnTo>
                <a:lnTo>
                  <a:pt x="4883" y="10193"/>
                </a:lnTo>
                <a:lnTo>
                  <a:pt x="4930" y="10312"/>
                </a:lnTo>
                <a:lnTo>
                  <a:pt x="5157" y="10431"/>
                </a:lnTo>
                <a:lnTo>
                  <a:pt x="5288" y="10407"/>
                </a:lnTo>
                <a:lnTo>
                  <a:pt x="5407" y="10348"/>
                </a:lnTo>
                <a:lnTo>
                  <a:pt x="5526" y="10133"/>
                </a:lnTo>
                <a:lnTo>
                  <a:pt x="5514" y="10002"/>
                </a:lnTo>
                <a:lnTo>
                  <a:pt x="4883" y="7824"/>
                </a:lnTo>
                <a:lnTo>
                  <a:pt x="4799" y="7645"/>
                </a:lnTo>
                <a:lnTo>
                  <a:pt x="4680" y="7514"/>
                </a:lnTo>
                <a:lnTo>
                  <a:pt x="3799" y="6740"/>
                </a:lnTo>
                <a:lnTo>
                  <a:pt x="4585" y="4466"/>
                </a:lnTo>
                <a:lnTo>
                  <a:pt x="4859" y="5216"/>
                </a:lnTo>
                <a:lnTo>
                  <a:pt x="4895" y="5311"/>
                </a:lnTo>
                <a:lnTo>
                  <a:pt x="5014" y="5478"/>
                </a:lnTo>
                <a:lnTo>
                  <a:pt x="5109" y="5549"/>
                </a:lnTo>
                <a:lnTo>
                  <a:pt x="5990" y="6133"/>
                </a:lnTo>
                <a:lnTo>
                  <a:pt x="6109" y="6192"/>
                </a:lnTo>
                <a:lnTo>
                  <a:pt x="6359" y="6145"/>
                </a:lnTo>
                <a:lnTo>
                  <a:pt x="6443" y="6049"/>
                </a:lnTo>
                <a:lnTo>
                  <a:pt x="6502" y="5918"/>
                </a:lnTo>
                <a:lnTo>
                  <a:pt x="6454" y="5680"/>
                </a:lnTo>
                <a:lnTo>
                  <a:pt x="6359" y="5597"/>
                </a:lnTo>
                <a:lnTo>
                  <a:pt x="5466" y="5002"/>
                </a:lnTo>
                <a:lnTo>
                  <a:pt x="5026" y="3775"/>
                </a:lnTo>
                <a:lnTo>
                  <a:pt x="4918" y="3525"/>
                </a:lnTo>
                <a:lnTo>
                  <a:pt x="4597" y="3085"/>
                </a:lnTo>
                <a:lnTo>
                  <a:pt x="4156" y="2775"/>
                </a:lnTo>
                <a:lnTo>
                  <a:pt x="3644" y="2608"/>
                </a:lnTo>
                <a:lnTo>
                  <a:pt x="3371" y="2585"/>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3" name="Google Shape;3293;p175"/>
          <p:cNvSpPr/>
          <p:nvPr/>
        </p:nvSpPr>
        <p:spPr>
          <a:xfrm>
            <a:off x="16134724" y="4294138"/>
            <a:ext cx="493678" cy="493110"/>
          </a:xfrm>
          <a:custGeom>
            <a:rect b="b" l="l" r="r" t="t"/>
            <a:pathLst>
              <a:path extrusionOk="0" h="10407" w="10419">
                <a:moveTo>
                  <a:pt x="7478" y="2429"/>
                </a:moveTo>
                <a:lnTo>
                  <a:pt x="7383" y="2441"/>
                </a:lnTo>
                <a:lnTo>
                  <a:pt x="7204" y="2512"/>
                </a:lnTo>
                <a:lnTo>
                  <a:pt x="7073" y="2643"/>
                </a:lnTo>
                <a:lnTo>
                  <a:pt x="7002" y="2822"/>
                </a:lnTo>
                <a:lnTo>
                  <a:pt x="6990" y="2917"/>
                </a:lnTo>
                <a:lnTo>
                  <a:pt x="7002" y="3024"/>
                </a:lnTo>
                <a:lnTo>
                  <a:pt x="7073" y="3191"/>
                </a:lnTo>
                <a:lnTo>
                  <a:pt x="7204" y="3322"/>
                </a:lnTo>
                <a:lnTo>
                  <a:pt x="7383" y="3405"/>
                </a:lnTo>
                <a:lnTo>
                  <a:pt x="7585" y="3405"/>
                </a:lnTo>
                <a:lnTo>
                  <a:pt x="7752" y="3322"/>
                </a:lnTo>
                <a:lnTo>
                  <a:pt x="7895" y="3191"/>
                </a:lnTo>
                <a:lnTo>
                  <a:pt x="7966" y="3024"/>
                </a:lnTo>
                <a:lnTo>
                  <a:pt x="7966" y="2917"/>
                </a:lnTo>
                <a:lnTo>
                  <a:pt x="7966" y="2822"/>
                </a:lnTo>
                <a:lnTo>
                  <a:pt x="7895" y="2643"/>
                </a:lnTo>
                <a:lnTo>
                  <a:pt x="7752" y="2512"/>
                </a:lnTo>
                <a:lnTo>
                  <a:pt x="7585" y="2441"/>
                </a:lnTo>
                <a:lnTo>
                  <a:pt x="7478" y="2429"/>
                </a:lnTo>
                <a:close/>
                <a:moveTo>
                  <a:pt x="6835" y="643"/>
                </a:moveTo>
                <a:lnTo>
                  <a:pt x="7133" y="655"/>
                </a:lnTo>
                <a:lnTo>
                  <a:pt x="7704" y="762"/>
                </a:lnTo>
                <a:lnTo>
                  <a:pt x="8228" y="988"/>
                </a:lnTo>
                <a:lnTo>
                  <a:pt x="8704" y="1310"/>
                </a:lnTo>
                <a:lnTo>
                  <a:pt x="9097" y="1703"/>
                </a:lnTo>
                <a:lnTo>
                  <a:pt x="9407" y="2167"/>
                </a:lnTo>
                <a:lnTo>
                  <a:pt x="9633" y="2703"/>
                </a:lnTo>
                <a:lnTo>
                  <a:pt x="9752" y="3274"/>
                </a:lnTo>
                <a:lnTo>
                  <a:pt x="9764" y="3572"/>
                </a:lnTo>
                <a:lnTo>
                  <a:pt x="9752" y="3870"/>
                </a:lnTo>
                <a:lnTo>
                  <a:pt x="9633" y="4441"/>
                </a:lnTo>
                <a:lnTo>
                  <a:pt x="9407" y="4965"/>
                </a:lnTo>
                <a:lnTo>
                  <a:pt x="9097" y="5441"/>
                </a:lnTo>
                <a:lnTo>
                  <a:pt x="8704" y="5834"/>
                </a:lnTo>
                <a:lnTo>
                  <a:pt x="8228" y="6156"/>
                </a:lnTo>
                <a:lnTo>
                  <a:pt x="7704" y="6370"/>
                </a:lnTo>
                <a:lnTo>
                  <a:pt x="7133" y="6489"/>
                </a:lnTo>
                <a:lnTo>
                  <a:pt x="6835" y="6501"/>
                </a:lnTo>
                <a:lnTo>
                  <a:pt x="6597" y="6489"/>
                </a:lnTo>
                <a:lnTo>
                  <a:pt x="6371" y="6465"/>
                </a:lnTo>
                <a:lnTo>
                  <a:pt x="6037" y="6406"/>
                </a:lnTo>
                <a:lnTo>
                  <a:pt x="5299" y="7156"/>
                </a:lnTo>
                <a:lnTo>
                  <a:pt x="3906" y="7156"/>
                </a:lnTo>
                <a:lnTo>
                  <a:pt x="3906" y="8454"/>
                </a:lnTo>
                <a:lnTo>
                  <a:pt x="2596" y="8454"/>
                </a:lnTo>
                <a:lnTo>
                  <a:pt x="2596" y="9752"/>
                </a:lnTo>
                <a:lnTo>
                  <a:pt x="644" y="9752"/>
                </a:lnTo>
                <a:lnTo>
                  <a:pt x="644" y="8037"/>
                </a:lnTo>
                <a:lnTo>
                  <a:pt x="4061" y="4608"/>
                </a:lnTo>
                <a:lnTo>
                  <a:pt x="3965" y="4263"/>
                </a:lnTo>
                <a:lnTo>
                  <a:pt x="3918" y="3917"/>
                </a:lnTo>
                <a:lnTo>
                  <a:pt x="3906" y="3572"/>
                </a:lnTo>
                <a:lnTo>
                  <a:pt x="3906" y="3274"/>
                </a:lnTo>
                <a:lnTo>
                  <a:pt x="4025" y="2691"/>
                </a:lnTo>
                <a:lnTo>
                  <a:pt x="4251" y="2167"/>
                </a:lnTo>
                <a:lnTo>
                  <a:pt x="4573" y="1703"/>
                </a:lnTo>
                <a:lnTo>
                  <a:pt x="4966" y="1310"/>
                </a:lnTo>
                <a:lnTo>
                  <a:pt x="5430" y="988"/>
                </a:lnTo>
                <a:lnTo>
                  <a:pt x="5954" y="762"/>
                </a:lnTo>
                <a:lnTo>
                  <a:pt x="6525" y="655"/>
                </a:lnTo>
                <a:lnTo>
                  <a:pt x="6835" y="643"/>
                </a:lnTo>
                <a:close/>
                <a:moveTo>
                  <a:pt x="6835" y="0"/>
                </a:moveTo>
                <a:lnTo>
                  <a:pt x="6466" y="12"/>
                </a:lnTo>
                <a:lnTo>
                  <a:pt x="5763" y="155"/>
                </a:lnTo>
                <a:lnTo>
                  <a:pt x="5120" y="417"/>
                </a:lnTo>
                <a:lnTo>
                  <a:pt x="4549" y="810"/>
                </a:lnTo>
                <a:lnTo>
                  <a:pt x="4061" y="1298"/>
                </a:lnTo>
                <a:lnTo>
                  <a:pt x="3680" y="1869"/>
                </a:lnTo>
                <a:lnTo>
                  <a:pt x="3406" y="2512"/>
                </a:lnTo>
                <a:lnTo>
                  <a:pt x="3263" y="3203"/>
                </a:lnTo>
                <a:lnTo>
                  <a:pt x="3251" y="3572"/>
                </a:lnTo>
                <a:lnTo>
                  <a:pt x="3263" y="4001"/>
                </a:lnTo>
                <a:lnTo>
                  <a:pt x="3346" y="4418"/>
                </a:lnTo>
                <a:lnTo>
                  <a:pt x="143" y="7620"/>
                </a:lnTo>
                <a:lnTo>
                  <a:pt x="72" y="7692"/>
                </a:lnTo>
                <a:lnTo>
                  <a:pt x="1" y="7870"/>
                </a:lnTo>
                <a:lnTo>
                  <a:pt x="1" y="7966"/>
                </a:lnTo>
                <a:lnTo>
                  <a:pt x="1" y="9918"/>
                </a:lnTo>
                <a:lnTo>
                  <a:pt x="1" y="10026"/>
                </a:lnTo>
                <a:lnTo>
                  <a:pt x="72" y="10192"/>
                </a:lnTo>
                <a:lnTo>
                  <a:pt x="215" y="10323"/>
                </a:lnTo>
                <a:lnTo>
                  <a:pt x="382" y="10407"/>
                </a:lnTo>
                <a:lnTo>
                  <a:pt x="2858" y="10407"/>
                </a:lnTo>
                <a:lnTo>
                  <a:pt x="3037" y="10323"/>
                </a:lnTo>
                <a:lnTo>
                  <a:pt x="3168" y="10192"/>
                </a:lnTo>
                <a:lnTo>
                  <a:pt x="3239" y="10026"/>
                </a:lnTo>
                <a:lnTo>
                  <a:pt x="3251" y="9918"/>
                </a:lnTo>
                <a:lnTo>
                  <a:pt x="3251" y="9109"/>
                </a:lnTo>
                <a:lnTo>
                  <a:pt x="4061" y="9109"/>
                </a:lnTo>
                <a:lnTo>
                  <a:pt x="4168" y="9097"/>
                </a:lnTo>
                <a:lnTo>
                  <a:pt x="4335" y="9025"/>
                </a:lnTo>
                <a:lnTo>
                  <a:pt x="4477" y="8894"/>
                </a:lnTo>
                <a:lnTo>
                  <a:pt x="4549" y="8716"/>
                </a:lnTo>
                <a:lnTo>
                  <a:pt x="4549" y="8621"/>
                </a:lnTo>
                <a:lnTo>
                  <a:pt x="4549" y="7811"/>
                </a:lnTo>
                <a:lnTo>
                  <a:pt x="5370" y="7811"/>
                </a:lnTo>
                <a:lnTo>
                  <a:pt x="5466" y="7799"/>
                </a:lnTo>
                <a:lnTo>
                  <a:pt x="5632" y="7716"/>
                </a:lnTo>
                <a:lnTo>
                  <a:pt x="5692" y="7644"/>
                </a:lnTo>
                <a:lnTo>
                  <a:pt x="6263" y="7108"/>
                </a:lnTo>
                <a:lnTo>
                  <a:pt x="6549" y="7144"/>
                </a:lnTo>
                <a:lnTo>
                  <a:pt x="6835" y="7156"/>
                </a:lnTo>
                <a:lnTo>
                  <a:pt x="7204" y="7144"/>
                </a:lnTo>
                <a:lnTo>
                  <a:pt x="7895" y="7001"/>
                </a:lnTo>
                <a:lnTo>
                  <a:pt x="8538" y="6727"/>
                </a:lnTo>
                <a:lnTo>
                  <a:pt x="9109" y="6346"/>
                </a:lnTo>
                <a:lnTo>
                  <a:pt x="9597" y="5858"/>
                </a:lnTo>
                <a:lnTo>
                  <a:pt x="9990" y="5287"/>
                </a:lnTo>
                <a:lnTo>
                  <a:pt x="10252" y="4644"/>
                </a:lnTo>
                <a:lnTo>
                  <a:pt x="10395" y="3941"/>
                </a:lnTo>
                <a:lnTo>
                  <a:pt x="10419" y="3572"/>
                </a:lnTo>
                <a:lnTo>
                  <a:pt x="10395" y="3203"/>
                </a:lnTo>
                <a:lnTo>
                  <a:pt x="10252" y="2512"/>
                </a:lnTo>
                <a:lnTo>
                  <a:pt x="9990" y="1869"/>
                </a:lnTo>
                <a:lnTo>
                  <a:pt x="9597" y="1298"/>
                </a:lnTo>
                <a:lnTo>
                  <a:pt x="9109" y="810"/>
                </a:lnTo>
                <a:lnTo>
                  <a:pt x="8538" y="417"/>
                </a:lnTo>
                <a:lnTo>
                  <a:pt x="7895" y="155"/>
                </a:lnTo>
                <a:lnTo>
                  <a:pt x="7204" y="12"/>
                </a:lnTo>
                <a:lnTo>
                  <a:pt x="6835" y="0"/>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4" name="Google Shape;3294;p175"/>
          <p:cNvSpPr/>
          <p:nvPr/>
        </p:nvSpPr>
        <p:spPr>
          <a:xfrm>
            <a:off x="16178584" y="2261660"/>
            <a:ext cx="385930" cy="493726"/>
          </a:xfrm>
          <a:custGeom>
            <a:rect b="b" l="l" r="r" t="t"/>
            <a:pathLst>
              <a:path extrusionOk="0" h="10420" w="8145">
                <a:moveTo>
                  <a:pt x="3739" y="3906"/>
                </a:moveTo>
                <a:lnTo>
                  <a:pt x="3846" y="3918"/>
                </a:lnTo>
                <a:lnTo>
                  <a:pt x="4013" y="3990"/>
                </a:lnTo>
                <a:lnTo>
                  <a:pt x="4156" y="4121"/>
                </a:lnTo>
                <a:lnTo>
                  <a:pt x="4227" y="4299"/>
                </a:lnTo>
                <a:lnTo>
                  <a:pt x="4227" y="4394"/>
                </a:lnTo>
                <a:lnTo>
                  <a:pt x="4227" y="5073"/>
                </a:lnTo>
                <a:lnTo>
                  <a:pt x="4084" y="4990"/>
                </a:lnTo>
                <a:lnTo>
                  <a:pt x="3751" y="4895"/>
                </a:lnTo>
                <a:lnTo>
                  <a:pt x="3441" y="4895"/>
                </a:lnTo>
                <a:lnTo>
                  <a:pt x="3310" y="4918"/>
                </a:lnTo>
                <a:lnTo>
                  <a:pt x="3251" y="4906"/>
                </a:lnTo>
                <a:lnTo>
                  <a:pt x="3251" y="4406"/>
                </a:lnTo>
                <a:lnTo>
                  <a:pt x="3263" y="4299"/>
                </a:lnTo>
                <a:lnTo>
                  <a:pt x="3334" y="4121"/>
                </a:lnTo>
                <a:lnTo>
                  <a:pt x="3465" y="3990"/>
                </a:lnTo>
                <a:lnTo>
                  <a:pt x="3644" y="3918"/>
                </a:lnTo>
                <a:lnTo>
                  <a:pt x="3739" y="3906"/>
                </a:lnTo>
                <a:close/>
                <a:moveTo>
                  <a:pt x="2119" y="656"/>
                </a:moveTo>
                <a:lnTo>
                  <a:pt x="2215" y="668"/>
                </a:lnTo>
                <a:lnTo>
                  <a:pt x="2393" y="739"/>
                </a:lnTo>
                <a:lnTo>
                  <a:pt x="2524" y="870"/>
                </a:lnTo>
                <a:lnTo>
                  <a:pt x="2596" y="1049"/>
                </a:lnTo>
                <a:lnTo>
                  <a:pt x="2608" y="1144"/>
                </a:lnTo>
                <a:lnTo>
                  <a:pt x="2608" y="5073"/>
                </a:lnTo>
                <a:lnTo>
                  <a:pt x="1631" y="5276"/>
                </a:lnTo>
                <a:lnTo>
                  <a:pt x="1631" y="1144"/>
                </a:lnTo>
                <a:lnTo>
                  <a:pt x="1631" y="1049"/>
                </a:lnTo>
                <a:lnTo>
                  <a:pt x="1703" y="870"/>
                </a:lnTo>
                <a:lnTo>
                  <a:pt x="1846" y="739"/>
                </a:lnTo>
                <a:lnTo>
                  <a:pt x="2012" y="668"/>
                </a:lnTo>
                <a:lnTo>
                  <a:pt x="2119" y="656"/>
                </a:lnTo>
                <a:close/>
                <a:moveTo>
                  <a:pt x="5465" y="4240"/>
                </a:moveTo>
                <a:lnTo>
                  <a:pt x="5644" y="4323"/>
                </a:lnTo>
                <a:lnTo>
                  <a:pt x="5775" y="4454"/>
                </a:lnTo>
                <a:lnTo>
                  <a:pt x="5858" y="4633"/>
                </a:lnTo>
                <a:lnTo>
                  <a:pt x="5858" y="4728"/>
                </a:lnTo>
                <a:lnTo>
                  <a:pt x="5858" y="6681"/>
                </a:lnTo>
                <a:lnTo>
                  <a:pt x="5858" y="6776"/>
                </a:lnTo>
                <a:lnTo>
                  <a:pt x="5775" y="6954"/>
                </a:lnTo>
                <a:lnTo>
                  <a:pt x="5644" y="7085"/>
                </a:lnTo>
                <a:lnTo>
                  <a:pt x="5465" y="7157"/>
                </a:lnTo>
                <a:lnTo>
                  <a:pt x="5370" y="7169"/>
                </a:lnTo>
                <a:lnTo>
                  <a:pt x="5275" y="7157"/>
                </a:lnTo>
                <a:lnTo>
                  <a:pt x="5096" y="7085"/>
                </a:lnTo>
                <a:lnTo>
                  <a:pt x="4965" y="6954"/>
                </a:lnTo>
                <a:lnTo>
                  <a:pt x="4894" y="6776"/>
                </a:lnTo>
                <a:lnTo>
                  <a:pt x="4882" y="6681"/>
                </a:lnTo>
                <a:lnTo>
                  <a:pt x="4882" y="4728"/>
                </a:lnTo>
                <a:lnTo>
                  <a:pt x="4894" y="4633"/>
                </a:lnTo>
                <a:lnTo>
                  <a:pt x="4965" y="4454"/>
                </a:lnTo>
                <a:lnTo>
                  <a:pt x="5096" y="4323"/>
                </a:lnTo>
                <a:lnTo>
                  <a:pt x="5275" y="4240"/>
                </a:lnTo>
                <a:close/>
                <a:moveTo>
                  <a:pt x="7001" y="1954"/>
                </a:moveTo>
                <a:lnTo>
                  <a:pt x="7096" y="1965"/>
                </a:lnTo>
                <a:lnTo>
                  <a:pt x="7275" y="2037"/>
                </a:lnTo>
                <a:lnTo>
                  <a:pt x="7406" y="2168"/>
                </a:lnTo>
                <a:lnTo>
                  <a:pt x="7477" y="2347"/>
                </a:lnTo>
                <a:lnTo>
                  <a:pt x="7489" y="2442"/>
                </a:lnTo>
                <a:lnTo>
                  <a:pt x="7477" y="2442"/>
                </a:lnTo>
                <a:lnTo>
                  <a:pt x="7477" y="7324"/>
                </a:lnTo>
                <a:lnTo>
                  <a:pt x="7477" y="7574"/>
                </a:lnTo>
                <a:lnTo>
                  <a:pt x="7382" y="8050"/>
                </a:lnTo>
                <a:lnTo>
                  <a:pt x="7192" y="8490"/>
                </a:lnTo>
                <a:lnTo>
                  <a:pt x="6930" y="8883"/>
                </a:lnTo>
                <a:lnTo>
                  <a:pt x="6596" y="9217"/>
                </a:lnTo>
                <a:lnTo>
                  <a:pt x="6203" y="9479"/>
                </a:lnTo>
                <a:lnTo>
                  <a:pt x="5763" y="9669"/>
                </a:lnTo>
                <a:lnTo>
                  <a:pt x="5287" y="9764"/>
                </a:lnTo>
                <a:lnTo>
                  <a:pt x="5037" y="9776"/>
                </a:lnTo>
                <a:lnTo>
                  <a:pt x="3429" y="9776"/>
                </a:lnTo>
                <a:lnTo>
                  <a:pt x="3215" y="9764"/>
                </a:lnTo>
                <a:lnTo>
                  <a:pt x="2798" y="9693"/>
                </a:lnTo>
                <a:lnTo>
                  <a:pt x="2381" y="9550"/>
                </a:lnTo>
                <a:lnTo>
                  <a:pt x="2012" y="9348"/>
                </a:lnTo>
                <a:lnTo>
                  <a:pt x="1834" y="9229"/>
                </a:lnTo>
                <a:lnTo>
                  <a:pt x="893" y="8490"/>
                </a:lnTo>
                <a:lnTo>
                  <a:pt x="786" y="8395"/>
                </a:lnTo>
                <a:lnTo>
                  <a:pt x="655" y="8133"/>
                </a:lnTo>
                <a:lnTo>
                  <a:pt x="643" y="7978"/>
                </a:lnTo>
                <a:lnTo>
                  <a:pt x="643" y="6681"/>
                </a:lnTo>
                <a:lnTo>
                  <a:pt x="655" y="6561"/>
                </a:lnTo>
                <a:lnTo>
                  <a:pt x="726" y="6359"/>
                </a:lnTo>
                <a:lnTo>
                  <a:pt x="869" y="6192"/>
                </a:lnTo>
                <a:lnTo>
                  <a:pt x="1048" y="6073"/>
                </a:lnTo>
                <a:lnTo>
                  <a:pt x="1167" y="6038"/>
                </a:lnTo>
                <a:lnTo>
                  <a:pt x="3441" y="5549"/>
                </a:lnTo>
                <a:lnTo>
                  <a:pt x="3501" y="5538"/>
                </a:lnTo>
                <a:lnTo>
                  <a:pt x="3572" y="5538"/>
                </a:lnTo>
                <a:lnTo>
                  <a:pt x="3691" y="5549"/>
                </a:lnTo>
                <a:lnTo>
                  <a:pt x="3929" y="5633"/>
                </a:lnTo>
                <a:lnTo>
                  <a:pt x="4108" y="5811"/>
                </a:lnTo>
                <a:lnTo>
                  <a:pt x="4215" y="6049"/>
                </a:lnTo>
                <a:lnTo>
                  <a:pt x="4227" y="6192"/>
                </a:lnTo>
                <a:lnTo>
                  <a:pt x="4227" y="6300"/>
                </a:lnTo>
                <a:lnTo>
                  <a:pt x="4156" y="6502"/>
                </a:lnTo>
                <a:lnTo>
                  <a:pt x="4013" y="6681"/>
                </a:lnTo>
                <a:lnTo>
                  <a:pt x="3822" y="6800"/>
                </a:lnTo>
                <a:lnTo>
                  <a:pt x="3715" y="6823"/>
                </a:lnTo>
                <a:lnTo>
                  <a:pt x="2203" y="7145"/>
                </a:lnTo>
                <a:lnTo>
                  <a:pt x="2096" y="7193"/>
                </a:lnTo>
                <a:lnTo>
                  <a:pt x="1965" y="7359"/>
                </a:lnTo>
                <a:lnTo>
                  <a:pt x="1953" y="7466"/>
                </a:lnTo>
                <a:lnTo>
                  <a:pt x="1977" y="7609"/>
                </a:lnTo>
                <a:lnTo>
                  <a:pt x="2155" y="7776"/>
                </a:lnTo>
                <a:lnTo>
                  <a:pt x="2274" y="7800"/>
                </a:lnTo>
                <a:lnTo>
                  <a:pt x="2310" y="7788"/>
                </a:lnTo>
                <a:lnTo>
                  <a:pt x="2346" y="7788"/>
                </a:lnTo>
                <a:lnTo>
                  <a:pt x="3858" y="7466"/>
                </a:lnTo>
                <a:lnTo>
                  <a:pt x="4001" y="7431"/>
                </a:lnTo>
                <a:lnTo>
                  <a:pt x="4263" y="7300"/>
                </a:lnTo>
                <a:lnTo>
                  <a:pt x="4370" y="7216"/>
                </a:lnTo>
                <a:lnTo>
                  <a:pt x="4453" y="7347"/>
                </a:lnTo>
                <a:lnTo>
                  <a:pt x="4656" y="7562"/>
                </a:lnTo>
                <a:lnTo>
                  <a:pt x="4918" y="7716"/>
                </a:lnTo>
                <a:lnTo>
                  <a:pt x="5215" y="7812"/>
                </a:lnTo>
                <a:lnTo>
                  <a:pt x="5370" y="7824"/>
                </a:lnTo>
                <a:lnTo>
                  <a:pt x="5608" y="7800"/>
                </a:lnTo>
                <a:lnTo>
                  <a:pt x="6013" y="7633"/>
                </a:lnTo>
                <a:lnTo>
                  <a:pt x="6323" y="7324"/>
                </a:lnTo>
                <a:lnTo>
                  <a:pt x="6501" y="6907"/>
                </a:lnTo>
                <a:lnTo>
                  <a:pt x="6513" y="6681"/>
                </a:lnTo>
                <a:lnTo>
                  <a:pt x="6513" y="4728"/>
                </a:lnTo>
                <a:lnTo>
                  <a:pt x="6513" y="4668"/>
                </a:lnTo>
                <a:lnTo>
                  <a:pt x="6501" y="4621"/>
                </a:lnTo>
                <a:lnTo>
                  <a:pt x="6513" y="4585"/>
                </a:lnTo>
                <a:lnTo>
                  <a:pt x="6513" y="4561"/>
                </a:lnTo>
                <a:lnTo>
                  <a:pt x="6513" y="2442"/>
                </a:lnTo>
                <a:lnTo>
                  <a:pt x="6513" y="2347"/>
                </a:lnTo>
                <a:lnTo>
                  <a:pt x="6596" y="2168"/>
                </a:lnTo>
                <a:lnTo>
                  <a:pt x="6727" y="2037"/>
                </a:lnTo>
                <a:lnTo>
                  <a:pt x="6906" y="1965"/>
                </a:lnTo>
                <a:lnTo>
                  <a:pt x="7001" y="1954"/>
                </a:lnTo>
                <a:close/>
                <a:moveTo>
                  <a:pt x="2119" y="1"/>
                </a:moveTo>
                <a:lnTo>
                  <a:pt x="1881" y="13"/>
                </a:lnTo>
                <a:lnTo>
                  <a:pt x="1476" y="191"/>
                </a:lnTo>
                <a:lnTo>
                  <a:pt x="1167" y="501"/>
                </a:lnTo>
                <a:lnTo>
                  <a:pt x="988" y="906"/>
                </a:lnTo>
                <a:lnTo>
                  <a:pt x="976" y="1144"/>
                </a:lnTo>
                <a:lnTo>
                  <a:pt x="976" y="5418"/>
                </a:lnTo>
                <a:lnTo>
                  <a:pt x="774" y="5490"/>
                </a:lnTo>
                <a:lnTo>
                  <a:pt x="417" y="5728"/>
                </a:lnTo>
                <a:lnTo>
                  <a:pt x="155" y="6061"/>
                </a:lnTo>
                <a:lnTo>
                  <a:pt x="12" y="6454"/>
                </a:lnTo>
                <a:lnTo>
                  <a:pt x="0" y="6681"/>
                </a:lnTo>
                <a:lnTo>
                  <a:pt x="0" y="7978"/>
                </a:lnTo>
                <a:lnTo>
                  <a:pt x="12" y="8133"/>
                </a:lnTo>
                <a:lnTo>
                  <a:pt x="72" y="8419"/>
                </a:lnTo>
                <a:lnTo>
                  <a:pt x="202" y="8681"/>
                </a:lnTo>
                <a:lnTo>
                  <a:pt x="393" y="8907"/>
                </a:lnTo>
                <a:lnTo>
                  <a:pt x="500" y="9014"/>
                </a:lnTo>
                <a:lnTo>
                  <a:pt x="1441" y="9741"/>
                </a:lnTo>
                <a:lnTo>
                  <a:pt x="1655" y="9895"/>
                </a:lnTo>
                <a:lnTo>
                  <a:pt x="2131" y="10145"/>
                </a:lnTo>
                <a:lnTo>
                  <a:pt x="2643" y="10324"/>
                </a:lnTo>
                <a:lnTo>
                  <a:pt x="3167" y="10419"/>
                </a:lnTo>
                <a:lnTo>
                  <a:pt x="5049" y="10419"/>
                </a:lnTo>
                <a:lnTo>
                  <a:pt x="5370" y="10407"/>
                </a:lnTo>
                <a:lnTo>
                  <a:pt x="5965" y="10288"/>
                </a:lnTo>
                <a:lnTo>
                  <a:pt x="6525" y="10050"/>
                </a:lnTo>
                <a:lnTo>
                  <a:pt x="7013" y="9717"/>
                </a:lnTo>
                <a:lnTo>
                  <a:pt x="7442" y="9300"/>
                </a:lnTo>
                <a:lnTo>
                  <a:pt x="7775" y="8800"/>
                </a:lnTo>
                <a:lnTo>
                  <a:pt x="8001" y="8252"/>
                </a:lnTo>
                <a:lnTo>
                  <a:pt x="8132" y="7645"/>
                </a:lnTo>
                <a:lnTo>
                  <a:pt x="8144" y="7335"/>
                </a:lnTo>
                <a:lnTo>
                  <a:pt x="8144" y="2442"/>
                </a:lnTo>
                <a:lnTo>
                  <a:pt x="8132" y="2216"/>
                </a:lnTo>
                <a:lnTo>
                  <a:pt x="7954" y="1799"/>
                </a:lnTo>
                <a:lnTo>
                  <a:pt x="7644" y="1489"/>
                </a:lnTo>
                <a:lnTo>
                  <a:pt x="7239" y="1323"/>
                </a:lnTo>
                <a:lnTo>
                  <a:pt x="7001" y="1311"/>
                </a:lnTo>
                <a:lnTo>
                  <a:pt x="6775" y="1323"/>
                </a:lnTo>
                <a:lnTo>
                  <a:pt x="6358" y="1489"/>
                </a:lnTo>
                <a:lnTo>
                  <a:pt x="6049" y="1799"/>
                </a:lnTo>
                <a:lnTo>
                  <a:pt x="5882" y="2216"/>
                </a:lnTo>
                <a:lnTo>
                  <a:pt x="5858" y="2442"/>
                </a:lnTo>
                <a:lnTo>
                  <a:pt x="5858" y="3704"/>
                </a:lnTo>
                <a:lnTo>
                  <a:pt x="5751" y="3644"/>
                </a:lnTo>
                <a:lnTo>
                  <a:pt x="5501" y="3585"/>
                </a:lnTo>
                <a:lnTo>
                  <a:pt x="5370" y="3585"/>
                </a:lnTo>
                <a:lnTo>
                  <a:pt x="5191" y="3597"/>
                </a:lnTo>
                <a:lnTo>
                  <a:pt x="4858" y="3704"/>
                </a:lnTo>
                <a:lnTo>
                  <a:pt x="4715" y="3799"/>
                </a:lnTo>
                <a:lnTo>
                  <a:pt x="4632" y="3680"/>
                </a:lnTo>
                <a:lnTo>
                  <a:pt x="4429" y="3478"/>
                </a:lnTo>
                <a:lnTo>
                  <a:pt x="4179" y="3335"/>
                </a:lnTo>
                <a:lnTo>
                  <a:pt x="3894" y="3263"/>
                </a:lnTo>
                <a:lnTo>
                  <a:pt x="3620" y="3263"/>
                </a:lnTo>
                <a:lnTo>
                  <a:pt x="3370" y="3323"/>
                </a:lnTo>
                <a:lnTo>
                  <a:pt x="3263" y="3370"/>
                </a:lnTo>
                <a:lnTo>
                  <a:pt x="3263" y="1144"/>
                </a:lnTo>
                <a:lnTo>
                  <a:pt x="3239" y="906"/>
                </a:lnTo>
                <a:lnTo>
                  <a:pt x="3072" y="501"/>
                </a:lnTo>
                <a:lnTo>
                  <a:pt x="2762" y="191"/>
                </a:lnTo>
                <a:lnTo>
                  <a:pt x="2346" y="13"/>
                </a:lnTo>
                <a:lnTo>
                  <a:pt x="2119" y="1"/>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5" name="Google Shape;3295;p175"/>
          <p:cNvSpPr/>
          <p:nvPr/>
        </p:nvSpPr>
        <p:spPr>
          <a:xfrm>
            <a:off x="16121809" y="3184826"/>
            <a:ext cx="494247" cy="422605"/>
          </a:xfrm>
          <a:custGeom>
            <a:rect b="b" l="l" r="r" t="t"/>
            <a:pathLst>
              <a:path extrusionOk="0" h="8919" w="10431">
                <a:moveTo>
                  <a:pt x="7609" y="656"/>
                </a:moveTo>
                <a:lnTo>
                  <a:pt x="7895" y="691"/>
                </a:lnTo>
                <a:lnTo>
                  <a:pt x="8085" y="727"/>
                </a:lnTo>
                <a:lnTo>
                  <a:pt x="8466" y="858"/>
                </a:lnTo>
                <a:lnTo>
                  <a:pt x="8812" y="1061"/>
                </a:lnTo>
                <a:lnTo>
                  <a:pt x="9109" y="1311"/>
                </a:lnTo>
                <a:lnTo>
                  <a:pt x="9359" y="1608"/>
                </a:lnTo>
                <a:lnTo>
                  <a:pt x="9562" y="1942"/>
                </a:lnTo>
                <a:lnTo>
                  <a:pt x="9693" y="2311"/>
                </a:lnTo>
                <a:lnTo>
                  <a:pt x="9764" y="2704"/>
                </a:lnTo>
                <a:lnTo>
                  <a:pt x="9776" y="2918"/>
                </a:lnTo>
                <a:lnTo>
                  <a:pt x="9776" y="3037"/>
                </a:lnTo>
                <a:lnTo>
                  <a:pt x="9764" y="3275"/>
                </a:lnTo>
                <a:lnTo>
                  <a:pt x="9669" y="3763"/>
                </a:lnTo>
                <a:lnTo>
                  <a:pt x="9467" y="4204"/>
                </a:lnTo>
                <a:lnTo>
                  <a:pt x="9193" y="4609"/>
                </a:lnTo>
                <a:lnTo>
                  <a:pt x="9014" y="4787"/>
                </a:lnTo>
                <a:lnTo>
                  <a:pt x="5335" y="8216"/>
                </a:lnTo>
                <a:lnTo>
                  <a:pt x="5287" y="8252"/>
                </a:lnTo>
                <a:lnTo>
                  <a:pt x="5204" y="8264"/>
                </a:lnTo>
                <a:lnTo>
                  <a:pt x="5156" y="8252"/>
                </a:lnTo>
                <a:lnTo>
                  <a:pt x="5097" y="8216"/>
                </a:lnTo>
                <a:lnTo>
                  <a:pt x="1418" y="4787"/>
                </a:lnTo>
                <a:lnTo>
                  <a:pt x="1239" y="4609"/>
                </a:lnTo>
                <a:lnTo>
                  <a:pt x="953" y="4204"/>
                </a:lnTo>
                <a:lnTo>
                  <a:pt x="751" y="3763"/>
                </a:lnTo>
                <a:lnTo>
                  <a:pt x="656" y="3275"/>
                </a:lnTo>
                <a:lnTo>
                  <a:pt x="644" y="3037"/>
                </a:lnTo>
                <a:lnTo>
                  <a:pt x="644" y="2918"/>
                </a:lnTo>
                <a:lnTo>
                  <a:pt x="644" y="2704"/>
                </a:lnTo>
                <a:lnTo>
                  <a:pt x="715" y="2311"/>
                </a:lnTo>
                <a:lnTo>
                  <a:pt x="858" y="1942"/>
                </a:lnTo>
                <a:lnTo>
                  <a:pt x="1060" y="1608"/>
                </a:lnTo>
                <a:lnTo>
                  <a:pt x="1322" y="1311"/>
                </a:lnTo>
                <a:lnTo>
                  <a:pt x="1620" y="1061"/>
                </a:lnTo>
                <a:lnTo>
                  <a:pt x="1965" y="858"/>
                </a:lnTo>
                <a:lnTo>
                  <a:pt x="2346" y="727"/>
                </a:lnTo>
                <a:lnTo>
                  <a:pt x="2549" y="691"/>
                </a:lnTo>
                <a:lnTo>
                  <a:pt x="2811" y="656"/>
                </a:lnTo>
                <a:lnTo>
                  <a:pt x="3346" y="691"/>
                </a:lnTo>
                <a:lnTo>
                  <a:pt x="3858" y="858"/>
                </a:lnTo>
                <a:lnTo>
                  <a:pt x="4311" y="1132"/>
                </a:lnTo>
                <a:lnTo>
                  <a:pt x="4513" y="1322"/>
                </a:lnTo>
                <a:lnTo>
                  <a:pt x="5204" y="2025"/>
                </a:lnTo>
                <a:lnTo>
                  <a:pt x="5918" y="1322"/>
                </a:lnTo>
                <a:lnTo>
                  <a:pt x="6121" y="1132"/>
                </a:lnTo>
                <a:lnTo>
                  <a:pt x="6573" y="858"/>
                </a:lnTo>
                <a:lnTo>
                  <a:pt x="7073" y="691"/>
                </a:lnTo>
                <a:lnTo>
                  <a:pt x="7609" y="656"/>
                </a:lnTo>
                <a:close/>
                <a:moveTo>
                  <a:pt x="2775" y="1"/>
                </a:moveTo>
                <a:lnTo>
                  <a:pt x="2430" y="48"/>
                </a:lnTo>
                <a:lnTo>
                  <a:pt x="2180" y="96"/>
                </a:lnTo>
                <a:lnTo>
                  <a:pt x="1691" y="275"/>
                </a:lnTo>
                <a:lnTo>
                  <a:pt x="1251" y="525"/>
                </a:lnTo>
                <a:lnTo>
                  <a:pt x="858" y="846"/>
                </a:lnTo>
                <a:lnTo>
                  <a:pt x="536" y="1227"/>
                </a:lnTo>
                <a:lnTo>
                  <a:pt x="286" y="1668"/>
                </a:lnTo>
                <a:lnTo>
                  <a:pt x="108" y="2144"/>
                </a:lnTo>
                <a:lnTo>
                  <a:pt x="13" y="2644"/>
                </a:lnTo>
                <a:lnTo>
                  <a:pt x="1" y="2918"/>
                </a:lnTo>
                <a:lnTo>
                  <a:pt x="1" y="3037"/>
                </a:lnTo>
                <a:lnTo>
                  <a:pt x="13" y="3347"/>
                </a:lnTo>
                <a:lnTo>
                  <a:pt x="144" y="3954"/>
                </a:lnTo>
                <a:lnTo>
                  <a:pt x="394" y="4525"/>
                </a:lnTo>
                <a:lnTo>
                  <a:pt x="751" y="5037"/>
                </a:lnTo>
                <a:lnTo>
                  <a:pt x="977" y="5264"/>
                </a:lnTo>
                <a:lnTo>
                  <a:pt x="4656" y="8693"/>
                </a:lnTo>
                <a:lnTo>
                  <a:pt x="4775" y="8788"/>
                </a:lnTo>
                <a:lnTo>
                  <a:pt x="5061" y="8907"/>
                </a:lnTo>
                <a:lnTo>
                  <a:pt x="5216" y="8919"/>
                </a:lnTo>
                <a:lnTo>
                  <a:pt x="5371" y="8907"/>
                </a:lnTo>
                <a:lnTo>
                  <a:pt x="5656" y="8788"/>
                </a:lnTo>
                <a:lnTo>
                  <a:pt x="5775" y="8693"/>
                </a:lnTo>
                <a:lnTo>
                  <a:pt x="9455" y="5264"/>
                </a:lnTo>
                <a:lnTo>
                  <a:pt x="9681" y="5037"/>
                </a:lnTo>
                <a:lnTo>
                  <a:pt x="10038" y="4525"/>
                </a:lnTo>
                <a:lnTo>
                  <a:pt x="10288" y="3954"/>
                </a:lnTo>
                <a:lnTo>
                  <a:pt x="10419" y="3347"/>
                </a:lnTo>
                <a:lnTo>
                  <a:pt x="10431" y="3037"/>
                </a:lnTo>
                <a:lnTo>
                  <a:pt x="10431" y="2918"/>
                </a:lnTo>
                <a:lnTo>
                  <a:pt x="10419" y="2644"/>
                </a:lnTo>
                <a:lnTo>
                  <a:pt x="10324" y="2144"/>
                </a:lnTo>
                <a:lnTo>
                  <a:pt x="10145" y="1668"/>
                </a:lnTo>
                <a:lnTo>
                  <a:pt x="9895" y="1227"/>
                </a:lnTo>
                <a:lnTo>
                  <a:pt x="9574" y="846"/>
                </a:lnTo>
                <a:lnTo>
                  <a:pt x="9181" y="525"/>
                </a:lnTo>
                <a:lnTo>
                  <a:pt x="8740" y="275"/>
                </a:lnTo>
                <a:lnTo>
                  <a:pt x="8252" y="96"/>
                </a:lnTo>
                <a:lnTo>
                  <a:pt x="8002" y="48"/>
                </a:lnTo>
                <a:lnTo>
                  <a:pt x="7645" y="1"/>
                </a:lnTo>
                <a:lnTo>
                  <a:pt x="6954" y="48"/>
                </a:lnTo>
                <a:lnTo>
                  <a:pt x="6299" y="263"/>
                </a:lnTo>
                <a:lnTo>
                  <a:pt x="5704" y="620"/>
                </a:lnTo>
                <a:lnTo>
                  <a:pt x="5442" y="858"/>
                </a:lnTo>
                <a:lnTo>
                  <a:pt x="5204" y="1096"/>
                </a:lnTo>
                <a:lnTo>
                  <a:pt x="5192" y="1096"/>
                </a:lnTo>
                <a:lnTo>
                  <a:pt x="4966" y="858"/>
                </a:lnTo>
                <a:lnTo>
                  <a:pt x="4716" y="620"/>
                </a:lnTo>
                <a:lnTo>
                  <a:pt x="4120" y="263"/>
                </a:lnTo>
                <a:lnTo>
                  <a:pt x="3466" y="48"/>
                </a:lnTo>
                <a:lnTo>
                  <a:pt x="2775" y="1"/>
                </a:lnTo>
                <a:close/>
              </a:path>
            </a:pathLst>
          </a:custGeom>
          <a:solidFill>
            <a:schemeClr val="dk2"/>
          </a:solidFill>
          <a:ln>
            <a:noFill/>
          </a:ln>
        </p:spPr>
        <p:txBody>
          <a:bodyPr anchorCtr="0" anchor="ctr" bIns="77550" lIns="77550" spcFirstLastPara="1" rIns="77550" wrap="square" tIns="77550">
            <a:noAutofit/>
          </a:bodyPr>
          <a:lstStyle/>
          <a:p>
            <a:pPr indent="0" lvl="0" marL="0" rtl="0" algn="l">
              <a:spcBef>
                <a:spcPts val="0"/>
              </a:spcBef>
              <a:spcAft>
                <a:spcPts val="0"/>
              </a:spcAft>
              <a:buNone/>
            </a:pPr>
            <a:r>
              <a:t/>
            </a:r>
            <a:endParaRPr/>
          </a:p>
        </p:txBody>
      </p:sp>
      <p:sp>
        <p:nvSpPr>
          <p:cNvPr id="3296" name="Google Shape;3296;p175"/>
          <p:cNvSpPr/>
          <p:nvPr/>
        </p:nvSpPr>
        <p:spPr>
          <a:xfrm>
            <a:off x="15327660" y="8485895"/>
            <a:ext cx="218218" cy="582139"/>
          </a:xfrm>
          <a:custGeom>
            <a:rect b="b" l="l" r="r" t="t"/>
            <a:pathLst>
              <a:path extrusionOk="0" h="10420" w="3906">
                <a:moveTo>
                  <a:pt x="2084" y="656"/>
                </a:moveTo>
                <a:lnTo>
                  <a:pt x="2322" y="763"/>
                </a:lnTo>
                <a:lnTo>
                  <a:pt x="2500" y="941"/>
                </a:lnTo>
                <a:lnTo>
                  <a:pt x="2596" y="1168"/>
                </a:lnTo>
                <a:lnTo>
                  <a:pt x="2608" y="1299"/>
                </a:lnTo>
                <a:lnTo>
                  <a:pt x="2596" y="1442"/>
                </a:lnTo>
                <a:lnTo>
                  <a:pt x="2500" y="1668"/>
                </a:lnTo>
                <a:lnTo>
                  <a:pt x="2322" y="1846"/>
                </a:lnTo>
                <a:lnTo>
                  <a:pt x="2084" y="1942"/>
                </a:lnTo>
                <a:lnTo>
                  <a:pt x="1953" y="1954"/>
                </a:lnTo>
                <a:lnTo>
                  <a:pt x="1822" y="1942"/>
                </a:lnTo>
                <a:lnTo>
                  <a:pt x="1584" y="1846"/>
                </a:lnTo>
                <a:lnTo>
                  <a:pt x="1417" y="1668"/>
                </a:lnTo>
                <a:lnTo>
                  <a:pt x="1310" y="1442"/>
                </a:lnTo>
                <a:lnTo>
                  <a:pt x="1310" y="1299"/>
                </a:lnTo>
                <a:lnTo>
                  <a:pt x="1310" y="1168"/>
                </a:lnTo>
                <a:lnTo>
                  <a:pt x="1417" y="941"/>
                </a:lnTo>
                <a:lnTo>
                  <a:pt x="1584" y="763"/>
                </a:lnTo>
                <a:lnTo>
                  <a:pt x="1822" y="656"/>
                </a:lnTo>
                <a:close/>
                <a:moveTo>
                  <a:pt x="1953" y="1"/>
                </a:moveTo>
                <a:lnTo>
                  <a:pt x="1691" y="25"/>
                </a:lnTo>
                <a:lnTo>
                  <a:pt x="1226" y="215"/>
                </a:lnTo>
                <a:lnTo>
                  <a:pt x="869" y="572"/>
                </a:lnTo>
                <a:lnTo>
                  <a:pt x="667" y="1037"/>
                </a:lnTo>
                <a:lnTo>
                  <a:pt x="655" y="1299"/>
                </a:lnTo>
                <a:lnTo>
                  <a:pt x="667" y="1573"/>
                </a:lnTo>
                <a:lnTo>
                  <a:pt x="869" y="2037"/>
                </a:lnTo>
                <a:lnTo>
                  <a:pt x="1226" y="2394"/>
                </a:lnTo>
                <a:lnTo>
                  <a:pt x="1691" y="2585"/>
                </a:lnTo>
                <a:lnTo>
                  <a:pt x="1953" y="2608"/>
                </a:lnTo>
                <a:lnTo>
                  <a:pt x="2215" y="2585"/>
                </a:lnTo>
                <a:lnTo>
                  <a:pt x="2691" y="2394"/>
                </a:lnTo>
                <a:lnTo>
                  <a:pt x="3036" y="2037"/>
                </a:lnTo>
                <a:lnTo>
                  <a:pt x="3239" y="1573"/>
                </a:lnTo>
                <a:lnTo>
                  <a:pt x="3263" y="1299"/>
                </a:lnTo>
                <a:lnTo>
                  <a:pt x="3239" y="1037"/>
                </a:lnTo>
                <a:lnTo>
                  <a:pt x="3036" y="572"/>
                </a:lnTo>
                <a:lnTo>
                  <a:pt x="2691" y="215"/>
                </a:lnTo>
                <a:lnTo>
                  <a:pt x="2215" y="25"/>
                </a:lnTo>
                <a:lnTo>
                  <a:pt x="1953" y="1"/>
                </a:lnTo>
                <a:close/>
                <a:moveTo>
                  <a:pt x="2608" y="3906"/>
                </a:moveTo>
                <a:lnTo>
                  <a:pt x="2739" y="3918"/>
                </a:lnTo>
                <a:lnTo>
                  <a:pt x="2977" y="4013"/>
                </a:lnTo>
                <a:lnTo>
                  <a:pt x="3143" y="4192"/>
                </a:lnTo>
                <a:lnTo>
                  <a:pt x="3251" y="4430"/>
                </a:lnTo>
                <a:lnTo>
                  <a:pt x="3263" y="4561"/>
                </a:lnTo>
                <a:lnTo>
                  <a:pt x="3251" y="4561"/>
                </a:lnTo>
                <a:lnTo>
                  <a:pt x="3251" y="6514"/>
                </a:lnTo>
                <a:lnTo>
                  <a:pt x="655" y="6514"/>
                </a:lnTo>
                <a:lnTo>
                  <a:pt x="655" y="4561"/>
                </a:lnTo>
                <a:lnTo>
                  <a:pt x="655" y="4430"/>
                </a:lnTo>
                <a:lnTo>
                  <a:pt x="762" y="4192"/>
                </a:lnTo>
                <a:lnTo>
                  <a:pt x="941" y="4013"/>
                </a:lnTo>
                <a:lnTo>
                  <a:pt x="1167" y="3918"/>
                </a:lnTo>
                <a:lnTo>
                  <a:pt x="1298" y="3906"/>
                </a:lnTo>
                <a:close/>
                <a:moveTo>
                  <a:pt x="1298" y="3263"/>
                </a:moveTo>
                <a:lnTo>
                  <a:pt x="1036" y="3275"/>
                </a:lnTo>
                <a:lnTo>
                  <a:pt x="572" y="3478"/>
                </a:lnTo>
                <a:lnTo>
                  <a:pt x="214" y="3823"/>
                </a:lnTo>
                <a:lnTo>
                  <a:pt x="12" y="4299"/>
                </a:lnTo>
                <a:lnTo>
                  <a:pt x="0" y="4561"/>
                </a:lnTo>
                <a:lnTo>
                  <a:pt x="0" y="6514"/>
                </a:lnTo>
                <a:lnTo>
                  <a:pt x="12" y="6645"/>
                </a:lnTo>
                <a:lnTo>
                  <a:pt x="107" y="6883"/>
                </a:lnTo>
                <a:lnTo>
                  <a:pt x="286" y="7062"/>
                </a:lnTo>
                <a:lnTo>
                  <a:pt x="512" y="7157"/>
                </a:lnTo>
                <a:lnTo>
                  <a:pt x="655" y="7169"/>
                </a:lnTo>
                <a:lnTo>
                  <a:pt x="655" y="10098"/>
                </a:lnTo>
                <a:lnTo>
                  <a:pt x="667" y="10229"/>
                </a:lnTo>
                <a:lnTo>
                  <a:pt x="845" y="10407"/>
                </a:lnTo>
                <a:lnTo>
                  <a:pt x="976" y="10419"/>
                </a:lnTo>
                <a:lnTo>
                  <a:pt x="1107" y="10407"/>
                </a:lnTo>
                <a:lnTo>
                  <a:pt x="1286" y="10229"/>
                </a:lnTo>
                <a:lnTo>
                  <a:pt x="1298" y="10098"/>
                </a:lnTo>
                <a:lnTo>
                  <a:pt x="1298" y="7169"/>
                </a:lnTo>
                <a:lnTo>
                  <a:pt x="2608" y="7169"/>
                </a:lnTo>
                <a:lnTo>
                  <a:pt x="2608" y="10098"/>
                </a:lnTo>
                <a:lnTo>
                  <a:pt x="2620" y="10229"/>
                </a:lnTo>
                <a:lnTo>
                  <a:pt x="2798" y="10407"/>
                </a:lnTo>
                <a:lnTo>
                  <a:pt x="2929" y="10419"/>
                </a:lnTo>
                <a:lnTo>
                  <a:pt x="3060" y="10407"/>
                </a:lnTo>
                <a:lnTo>
                  <a:pt x="3239" y="10229"/>
                </a:lnTo>
                <a:lnTo>
                  <a:pt x="3263" y="10098"/>
                </a:lnTo>
                <a:lnTo>
                  <a:pt x="3263" y="7169"/>
                </a:lnTo>
                <a:lnTo>
                  <a:pt x="3393" y="7157"/>
                </a:lnTo>
                <a:lnTo>
                  <a:pt x="3620" y="7062"/>
                </a:lnTo>
                <a:lnTo>
                  <a:pt x="3798" y="6883"/>
                </a:lnTo>
                <a:lnTo>
                  <a:pt x="3894" y="6645"/>
                </a:lnTo>
                <a:lnTo>
                  <a:pt x="3905" y="6514"/>
                </a:lnTo>
                <a:lnTo>
                  <a:pt x="3905" y="4561"/>
                </a:lnTo>
                <a:lnTo>
                  <a:pt x="3882" y="4299"/>
                </a:lnTo>
                <a:lnTo>
                  <a:pt x="3691" y="3823"/>
                </a:lnTo>
                <a:lnTo>
                  <a:pt x="3334" y="3478"/>
                </a:lnTo>
                <a:lnTo>
                  <a:pt x="2870" y="3275"/>
                </a:lnTo>
                <a:lnTo>
                  <a:pt x="2608" y="3263"/>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0" name="Shape 3300"/>
        <p:cNvGrpSpPr/>
        <p:nvPr/>
      </p:nvGrpSpPr>
      <p:grpSpPr>
        <a:xfrm>
          <a:off x="0" y="0"/>
          <a:ext cx="0" cy="0"/>
          <a:chOff x="0" y="0"/>
          <a:chExt cx="0" cy="0"/>
        </a:xfrm>
      </p:grpSpPr>
      <p:sp>
        <p:nvSpPr>
          <p:cNvPr id="3301" name="Google Shape;3301;p176"/>
          <p:cNvSpPr txBox="1"/>
          <p:nvPr>
            <p:ph type="title"/>
          </p:nvPr>
        </p:nvSpPr>
        <p:spPr>
          <a:xfrm>
            <a:off x="1088575" y="1140800"/>
            <a:ext cx="21672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Icons</a:t>
            </a:r>
            <a:endParaRPr/>
          </a:p>
        </p:txBody>
      </p:sp>
      <p:sp>
        <p:nvSpPr>
          <p:cNvPr id="3302" name="Google Shape;3302;p176"/>
          <p:cNvSpPr/>
          <p:nvPr/>
        </p:nvSpPr>
        <p:spPr>
          <a:xfrm>
            <a:off x="8325628" y="5660917"/>
            <a:ext cx="540642" cy="472718"/>
          </a:xfrm>
          <a:custGeom>
            <a:rect b="b" l="l" r="r" t="t"/>
            <a:pathLst>
              <a:path extrusionOk="0" h="9110" w="10419">
                <a:moveTo>
                  <a:pt x="7644" y="1"/>
                </a:moveTo>
                <a:lnTo>
                  <a:pt x="7513" y="13"/>
                </a:lnTo>
                <a:lnTo>
                  <a:pt x="7347" y="191"/>
                </a:lnTo>
                <a:lnTo>
                  <a:pt x="7323" y="322"/>
                </a:lnTo>
                <a:lnTo>
                  <a:pt x="7347" y="453"/>
                </a:lnTo>
                <a:lnTo>
                  <a:pt x="7513" y="632"/>
                </a:lnTo>
                <a:lnTo>
                  <a:pt x="7644" y="644"/>
                </a:lnTo>
                <a:lnTo>
                  <a:pt x="9930" y="644"/>
                </a:lnTo>
                <a:lnTo>
                  <a:pt x="10061" y="632"/>
                </a:lnTo>
                <a:lnTo>
                  <a:pt x="10240" y="453"/>
                </a:lnTo>
                <a:lnTo>
                  <a:pt x="10252" y="322"/>
                </a:lnTo>
                <a:lnTo>
                  <a:pt x="10240" y="191"/>
                </a:lnTo>
                <a:lnTo>
                  <a:pt x="10061" y="13"/>
                </a:lnTo>
                <a:lnTo>
                  <a:pt x="9930" y="1"/>
                </a:lnTo>
                <a:close/>
                <a:moveTo>
                  <a:pt x="5299" y="1953"/>
                </a:moveTo>
                <a:lnTo>
                  <a:pt x="5382" y="1989"/>
                </a:lnTo>
                <a:lnTo>
                  <a:pt x="9656" y="3906"/>
                </a:lnTo>
                <a:lnTo>
                  <a:pt x="5382" y="5823"/>
                </a:lnTo>
                <a:lnTo>
                  <a:pt x="5299" y="5847"/>
                </a:lnTo>
                <a:lnTo>
                  <a:pt x="5203" y="5859"/>
                </a:lnTo>
                <a:lnTo>
                  <a:pt x="5096" y="5847"/>
                </a:lnTo>
                <a:lnTo>
                  <a:pt x="5025" y="5823"/>
                </a:lnTo>
                <a:lnTo>
                  <a:pt x="762" y="3906"/>
                </a:lnTo>
                <a:lnTo>
                  <a:pt x="5025" y="1989"/>
                </a:lnTo>
                <a:lnTo>
                  <a:pt x="5096" y="1953"/>
                </a:lnTo>
                <a:close/>
                <a:moveTo>
                  <a:pt x="5203" y="1298"/>
                </a:moveTo>
                <a:lnTo>
                  <a:pt x="4977" y="1310"/>
                </a:lnTo>
                <a:lnTo>
                  <a:pt x="4763" y="1394"/>
                </a:lnTo>
                <a:lnTo>
                  <a:pt x="333" y="3382"/>
                </a:lnTo>
                <a:lnTo>
                  <a:pt x="191" y="3465"/>
                </a:lnTo>
                <a:lnTo>
                  <a:pt x="12" y="3739"/>
                </a:lnTo>
                <a:lnTo>
                  <a:pt x="0" y="3906"/>
                </a:lnTo>
                <a:lnTo>
                  <a:pt x="12" y="4073"/>
                </a:lnTo>
                <a:lnTo>
                  <a:pt x="191" y="4347"/>
                </a:lnTo>
                <a:lnTo>
                  <a:pt x="333" y="4430"/>
                </a:lnTo>
                <a:lnTo>
                  <a:pt x="4763" y="6418"/>
                </a:lnTo>
                <a:lnTo>
                  <a:pt x="4977" y="6490"/>
                </a:lnTo>
                <a:lnTo>
                  <a:pt x="5203" y="6514"/>
                </a:lnTo>
                <a:lnTo>
                  <a:pt x="5430" y="6490"/>
                </a:lnTo>
                <a:lnTo>
                  <a:pt x="5656" y="6418"/>
                </a:lnTo>
                <a:lnTo>
                  <a:pt x="10073" y="4430"/>
                </a:lnTo>
                <a:lnTo>
                  <a:pt x="10216" y="4347"/>
                </a:lnTo>
                <a:lnTo>
                  <a:pt x="10395" y="4073"/>
                </a:lnTo>
                <a:lnTo>
                  <a:pt x="10418" y="3906"/>
                </a:lnTo>
                <a:lnTo>
                  <a:pt x="10395" y="3739"/>
                </a:lnTo>
                <a:lnTo>
                  <a:pt x="10216" y="3465"/>
                </a:lnTo>
                <a:lnTo>
                  <a:pt x="10073" y="3382"/>
                </a:lnTo>
                <a:lnTo>
                  <a:pt x="5656" y="1394"/>
                </a:lnTo>
                <a:lnTo>
                  <a:pt x="5430" y="1310"/>
                </a:lnTo>
                <a:lnTo>
                  <a:pt x="5203" y="1298"/>
                </a:lnTo>
                <a:close/>
                <a:moveTo>
                  <a:pt x="1286" y="5573"/>
                </a:moveTo>
                <a:lnTo>
                  <a:pt x="1167" y="5609"/>
                </a:lnTo>
                <a:lnTo>
                  <a:pt x="333" y="5978"/>
                </a:lnTo>
                <a:lnTo>
                  <a:pt x="191" y="6061"/>
                </a:lnTo>
                <a:lnTo>
                  <a:pt x="12" y="6335"/>
                </a:lnTo>
                <a:lnTo>
                  <a:pt x="0" y="6502"/>
                </a:lnTo>
                <a:lnTo>
                  <a:pt x="12" y="6680"/>
                </a:lnTo>
                <a:lnTo>
                  <a:pt x="191" y="6954"/>
                </a:lnTo>
                <a:lnTo>
                  <a:pt x="333" y="7037"/>
                </a:lnTo>
                <a:lnTo>
                  <a:pt x="4763" y="9014"/>
                </a:lnTo>
                <a:lnTo>
                  <a:pt x="4977" y="9097"/>
                </a:lnTo>
                <a:lnTo>
                  <a:pt x="5203" y="9109"/>
                </a:lnTo>
                <a:lnTo>
                  <a:pt x="5430" y="9097"/>
                </a:lnTo>
                <a:lnTo>
                  <a:pt x="5644" y="9014"/>
                </a:lnTo>
                <a:lnTo>
                  <a:pt x="10073" y="7037"/>
                </a:lnTo>
                <a:lnTo>
                  <a:pt x="10216" y="6954"/>
                </a:lnTo>
                <a:lnTo>
                  <a:pt x="10395" y="6680"/>
                </a:lnTo>
                <a:lnTo>
                  <a:pt x="10418" y="6502"/>
                </a:lnTo>
                <a:lnTo>
                  <a:pt x="10395" y="6335"/>
                </a:lnTo>
                <a:lnTo>
                  <a:pt x="10216" y="6061"/>
                </a:lnTo>
                <a:lnTo>
                  <a:pt x="10073" y="5978"/>
                </a:lnTo>
                <a:lnTo>
                  <a:pt x="9240" y="5609"/>
                </a:lnTo>
                <a:lnTo>
                  <a:pt x="9121" y="5573"/>
                </a:lnTo>
                <a:lnTo>
                  <a:pt x="8882" y="5656"/>
                </a:lnTo>
                <a:lnTo>
                  <a:pt x="8811" y="5775"/>
                </a:lnTo>
                <a:lnTo>
                  <a:pt x="8775" y="5894"/>
                </a:lnTo>
                <a:lnTo>
                  <a:pt x="8871" y="6133"/>
                </a:lnTo>
                <a:lnTo>
                  <a:pt x="8978" y="6204"/>
                </a:lnTo>
                <a:lnTo>
                  <a:pt x="9656" y="6502"/>
                </a:lnTo>
                <a:lnTo>
                  <a:pt x="5382" y="8419"/>
                </a:lnTo>
                <a:lnTo>
                  <a:pt x="5299" y="8454"/>
                </a:lnTo>
                <a:lnTo>
                  <a:pt x="5203" y="8466"/>
                </a:lnTo>
                <a:lnTo>
                  <a:pt x="5096" y="8454"/>
                </a:lnTo>
                <a:lnTo>
                  <a:pt x="5025" y="8419"/>
                </a:lnTo>
                <a:lnTo>
                  <a:pt x="762" y="6502"/>
                </a:lnTo>
                <a:lnTo>
                  <a:pt x="1429" y="6204"/>
                </a:lnTo>
                <a:lnTo>
                  <a:pt x="1548" y="6133"/>
                </a:lnTo>
                <a:lnTo>
                  <a:pt x="1631" y="5894"/>
                </a:lnTo>
                <a:lnTo>
                  <a:pt x="1596" y="5775"/>
                </a:lnTo>
                <a:lnTo>
                  <a:pt x="1524" y="5656"/>
                </a:lnTo>
                <a:lnTo>
                  <a:pt x="1286" y="557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3" name="Google Shape;3303;p176"/>
          <p:cNvSpPr/>
          <p:nvPr/>
        </p:nvSpPr>
        <p:spPr>
          <a:xfrm>
            <a:off x="2107237" y="5660917"/>
            <a:ext cx="608618" cy="405365"/>
          </a:xfrm>
          <a:custGeom>
            <a:rect b="b" l="l" r="r" t="t"/>
            <a:pathLst>
              <a:path extrusionOk="0" h="7812" w="11729">
                <a:moveTo>
                  <a:pt x="3668" y="1453"/>
                </a:moveTo>
                <a:lnTo>
                  <a:pt x="3573" y="1477"/>
                </a:lnTo>
                <a:lnTo>
                  <a:pt x="3430" y="1608"/>
                </a:lnTo>
                <a:lnTo>
                  <a:pt x="3418" y="1703"/>
                </a:lnTo>
                <a:lnTo>
                  <a:pt x="3418" y="2191"/>
                </a:lnTo>
                <a:lnTo>
                  <a:pt x="3430" y="2287"/>
                </a:lnTo>
                <a:lnTo>
                  <a:pt x="3573" y="2418"/>
                </a:lnTo>
                <a:lnTo>
                  <a:pt x="3668" y="2430"/>
                </a:lnTo>
                <a:lnTo>
                  <a:pt x="4156" y="2430"/>
                </a:lnTo>
                <a:lnTo>
                  <a:pt x="4251" y="2418"/>
                </a:lnTo>
                <a:lnTo>
                  <a:pt x="4382" y="2287"/>
                </a:lnTo>
                <a:lnTo>
                  <a:pt x="4394" y="2191"/>
                </a:lnTo>
                <a:lnTo>
                  <a:pt x="4394" y="1703"/>
                </a:lnTo>
                <a:lnTo>
                  <a:pt x="4382" y="1608"/>
                </a:lnTo>
                <a:lnTo>
                  <a:pt x="4251" y="1477"/>
                </a:lnTo>
                <a:lnTo>
                  <a:pt x="4156" y="1453"/>
                </a:lnTo>
                <a:close/>
                <a:moveTo>
                  <a:pt x="5621" y="1453"/>
                </a:moveTo>
                <a:lnTo>
                  <a:pt x="5525" y="1477"/>
                </a:lnTo>
                <a:lnTo>
                  <a:pt x="5382" y="1608"/>
                </a:lnTo>
                <a:lnTo>
                  <a:pt x="5371" y="1703"/>
                </a:lnTo>
                <a:lnTo>
                  <a:pt x="5371" y="2191"/>
                </a:lnTo>
                <a:lnTo>
                  <a:pt x="5382" y="2287"/>
                </a:lnTo>
                <a:lnTo>
                  <a:pt x="5525" y="2418"/>
                </a:lnTo>
                <a:lnTo>
                  <a:pt x="5621" y="2430"/>
                </a:lnTo>
                <a:lnTo>
                  <a:pt x="6109" y="2430"/>
                </a:lnTo>
                <a:lnTo>
                  <a:pt x="6204" y="2418"/>
                </a:lnTo>
                <a:lnTo>
                  <a:pt x="6335" y="2287"/>
                </a:lnTo>
                <a:lnTo>
                  <a:pt x="6347" y="2191"/>
                </a:lnTo>
                <a:lnTo>
                  <a:pt x="6347" y="1703"/>
                </a:lnTo>
                <a:lnTo>
                  <a:pt x="6335" y="1608"/>
                </a:lnTo>
                <a:lnTo>
                  <a:pt x="6204" y="1477"/>
                </a:lnTo>
                <a:lnTo>
                  <a:pt x="6109" y="1453"/>
                </a:lnTo>
                <a:close/>
                <a:moveTo>
                  <a:pt x="7573" y="1453"/>
                </a:moveTo>
                <a:lnTo>
                  <a:pt x="7478" y="1477"/>
                </a:lnTo>
                <a:lnTo>
                  <a:pt x="7335" y="1608"/>
                </a:lnTo>
                <a:lnTo>
                  <a:pt x="7323" y="1703"/>
                </a:lnTo>
                <a:lnTo>
                  <a:pt x="7323" y="2191"/>
                </a:lnTo>
                <a:lnTo>
                  <a:pt x="7335" y="2287"/>
                </a:lnTo>
                <a:lnTo>
                  <a:pt x="7478" y="2418"/>
                </a:lnTo>
                <a:lnTo>
                  <a:pt x="7573" y="2430"/>
                </a:lnTo>
                <a:lnTo>
                  <a:pt x="8062" y="2430"/>
                </a:lnTo>
                <a:lnTo>
                  <a:pt x="8157" y="2418"/>
                </a:lnTo>
                <a:lnTo>
                  <a:pt x="8288" y="2287"/>
                </a:lnTo>
                <a:lnTo>
                  <a:pt x="8300" y="2191"/>
                </a:lnTo>
                <a:lnTo>
                  <a:pt x="8300" y="1703"/>
                </a:lnTo>
                <a:lnTo>
                  <a:pt x="8288" y="1608"/>
                </a:lnTo>
                <a:lnTo>
                  <a:pt x="8157" y="1477"/>
                </a:lnTo>
                <a:lnTo>
                  <a:pt x="8062" y="1453"/>
                </a:lnTo>
                <a:close/>
                <a:moveTo>
                  <a:pt x="9526" y="1453"/>
                </a:moveTo>
                <a:lnTo>
                  <a:pt x="9431" y="1465"/>
                </a:lnTo>
                <a:lnTo>
                  <a:pt x="9300" y="1608"/>
                </a:lnTo>
                <a:lnTo>
                  <a:pt x="9276" y="1703"/>
                </a:lnTo>
                <a:lnTo>
                  <a:pt x="9276" y="2191"/>
                </a:lnTo>
                <a:lnTo>
                  <a:pt x="9300" y="2287"/>
                </a:lnTo>
                <a:lnTo>
                  <a:pt x="9431" y="2418"/>
                </a:lnTo>
                <a:lnTo>
                  <a:pt x="9526" y="2430"/>
                </a:lnTo>
                <a:lnTo>
                  <a:pt x="10014" y="2430"/>
                </a:lnTo>
                <a:lnTo>
                  <a:pt x="10109" y="2418"/>
                </a:lnTo>
                <a:lnTo>
                  <a:pt x="10240" y="2287"/>
                </a:lnTo>
                <a:lnTo>
                  <a:pt x="10252" y="2191"/>
                </a:lnTo>
                <a:lnTo>
                  <a:pt x="10252" y="1703"/>
                </a:lnTo>
                <a:lnTo>
                  <a:pt x="10240" y="1608"/>
                </a:lnTo>
                <a:lnTo>
                  <a:pt x="10109" y="1465"/>
                </a:lnTo>
                <a:lnTo>
                  <a:pt x="10014" y="1453"/>
                </a:lnTo>
                <a:close/>
                <a:moveTo>
                  <a:pt x="1715" y="1465"/>
                </a:moveTo>
                <a:lnTo>
                  <a:pt x="1620" y="1477"/>
                </a:lnTo>
                <a:lnTo>
                  <a:pt x="1477" y="1608"/>
                </a:lnTo>
                <a:lnTo>
                  <a:pt x="1465" y="1703"/>
                </a:lnTo>
                <a:lnTo>
                  <a:pt x="1465" y="2191"/>
                </a:lnTo>
                <a:lnTo>
                  <a:pt x="1477" y="2287"/>
                </a:lnTo>
                <a:lnTo>
                  <a:pt x="1620" y="2418"/>
                </a:lnTo>
                <a:lnTo>
                  <a:pt x="1715" y="2441"/>
                </a:lnTo>
                <a:lnTo>
                  <a:pt x="2203" y="2441"/>
                </a:lnTo>
                <a:lnTo>
                  <a:pt x="2299" y="2418"/>
                </a:lnTo>
                <a:lnTo>
                  <a:pt x="2430" y="2287"/>
                </a:lnTo>
                <a:lnTo>
                  <a:pt x="2442" y="2191"/>
                </a:lnTo>
                <a:lnTo>
                  <a:pt x="2442" y="1703"/>
                </a:lnTo>
                <a:lnTo>
                  <a:pt x="2430" y="1608"/>
                </a:lnTo>
                <a:lnTo>
                  <a:pt x="2299" y="1477"/>
                </a:lnTo>
                <a:lnTo>
                  <a:pt x="2203" y="1465"/>
                </a:lnTo>
                <a:close/>
                <a:moveTo>
                  <a:pt x="3668" y="3406"/>
                </a:moveTo>
                <a:lnTo>
                  <a:pt x="3573" y="3430"/>
                </a:lnTo>
                <a:lnTo>
                  <a:pt x="3430" y="3561"/>
                </a:lnTo>
                <a:lnTo>
                  <a:pt x="3418" y="3656"/>
                </a:lnTo>
                <a:lnTo>
                  <a:pt x="3418" y="4144"/>
                </a:lnTo>
                <a:lnTo>
                  <a:pt x="3430" y="4239"/>
                </a:lnTo>
                <a:lnTo>
                  <a:pt x="3573" y="4370"/>
                </a:lnTo>
                <a:lnTo>
                  <a:pt x="3668" y="4382"/>
                </a:lnTo>
                <a:lnTo>
                  <a:pt x="4156" y="4382"/>
                </a:lnTo>
                <a:lnTo>
                  <a:pt x="4251" y="4370"/>
                </a:lnTo>
                <a:lnTo>
                  <a:pt x="4382" y="4239"/>
                </a:lnTo>
                <a:lnTo>
                  <a:pt x="4394" y="4144"/>
                </a:lnTo>
                <a:lnTo>
                  <a:pt x="4394" y="3656"/>
                </a:lnTo>
                <a:lnTo>
                  <a:pt x="4382" y="3561"/>
                </a:lnTo>
                <a:lnTo>
                  <a:pt x="4251" y="3430"/>
                </a:lnTo>
                <a:lnTo>
                  <a:pt x="4156" y="3406"/>
                </a:lnTo>
                <a:close/>
                <a:moveTo>
                  <a:pt x="5621" y="3406"/>
                </a:moveTo>
                <a:lnTo>
                  <a:pt x="5525" y="3430"/>
                </a:lnTo>
                <a:lnTo>
                  <a:pt x="5382" y="3561"/>
                </a:lnTo>
                <a:lnTo>
                  <a:pt x="5371" y="3656"/>
                </a:lnTo>
                <a:lnTo>
                  <a:pt x="5371" y="4144"/>
                </a:lnTo>
                <a:lnTo>
                  <a:pt x="5382" y="4239"/>
                </a:lnTo>
                <a:lnTo>
                  <a:pt x="5525" y="4370"/>
                </a:lnTo>
                <a:lnTo>
                  <a:pt x="5621" y="4382"/>
                </a:lnTo>
                <a:lnTo>
                  <a:pt x="6109" y="4382"/>
                </a:lnTo>
                <a:lnTo>
                  <a:pt x="6204" y="4370"/>
                </a:lnTo>
                <a:lnTo>
                  <a:pt x="6335" y="4239"/>
                </a:lnTo>
                <a:lnTo>
                  <a:pt x="6347" y="4144"/>
                </a:lnTo>
                <a:lnTo>
                  <a:pt x="6347" y="3656"/>
                </a:lnTo>
                <a:lnTo>
                  <a:pt x="6335" y="3561"/>
                </a:lnTo>
                <a:lnTo>
                  <a:pt x="6204" y="3430"/>
                </a:lnTo>
                <a:lnTo>
                  <a:pt x="6109" y="3406"/>
                </a:lnTo>
                <a:close/>
                <a:moveTo>
                  <a:pt x="7573" y="3406"/>
                </a:moveTo>
                <a:lnTo>
                  <a:pt x="7478" y="3430"/>
                </a:lnTo>
                <a:lnTo>
                  <a:pt x="7335" y="3561"/>
                </a:lnTo>
                <a:lnTo>
                  <a:pt x="7323" y="3656"/>
                </a:lnTo>
                <a:lnTo>
                  <a:pt x="7323" y="4144"/>
                </a:lnTo>
                <a:lnTo>
                  <a:pt x="7335" y="4239"/>
                </a:lnTo>
                <a:lnTo>
                  <a:pt x="7478" y="4370"/>
                </a:lnTo>
                <a:lnTo>
                  <a:pt x="7573" y="4382"/>
                </a:lnTo>
                <a:lnTo>
                  <a:pt x="8062" y="4382"/>
                </a:lnTo>
                <a:lnTo>
                  <a:pt x="8157" y="4370"/>
                </a:lnTo>
                <a:lnTo>
                  <a:pt x="8288" y="4239"/>
                </a:lnTo>
                <a:lnTo>
                  <a:pt x="8300" y="4144"/>
                </a:lnTo>
                <a:lnTo>
                  <a:pt x="8300" y="3656"/>
                </a:lnTo>
                <a:lnTo>
                  <a:pt x="8288" y="3561"/>
                </a:lnTo>
                <a:lnTo>
                  <a:pt x="8157" y="3430"/>
                </a:lnTo>
                <a:lnTo>
                  <a:pt x="8062" y="3406"/>
                </a:lnTo>
                <a:close/>
                <a:moveTo>
                  <a:pt x="9526" y="3406"/>
                </a:moveTo>
                <a:lnTo>
                  <a:pt x="9431" y="3418"/>
                </a:lnTo>
                <a:lnTo>
                  <a:pt x="9300" y="3561"/>
                </a:lnTo>
                <a:lnTo>
                  <a:pt x="9276" y="3656"/>
                </a:lnTo>
                <a:lnTo>
                  <a:pt x="9276" y="4144"/>
                </a:lnTo>
                <a:lnTo>
                  <a:pt x="9300" y="4239"/>
                </a:lnTo>
                <a:lnTo>
                  <a:pt x="9431" y="4370"/>
                </a:lnTo>
                <a:lnTo>
                  <a:pt x="9526" y="4382"/>
                </a:lnTo>
                <a:lnTo>
                  <a:pt x="10014" y="4382"/>
                </a:lnTo>
                <a:lnTo>
                  <a:pt x="10109" y="4370"/>
                </a:lnTo>
                <a:lnTo>
                  <a:pt x="10240" y="4239"/>
                </a:lnTo>
                <a:lnTo>
                  <a:pt x="10252" y="4144"/>
                </a:lnTo>
                <a:lnTo>
                  <a:pt x="10252" y="3656"/>
                </a:lnTo>
                <a:lnTo>
                  <a:pt x="10240" y="3561"/>
                </a:lnTo>
                <a:lnTo>
                  <a:pt x="10109" y="3418"/>
                </a:lnTo>
                <a:lnTo>
                  <a:pt x="10014" y="3406"/>
                </a:lnTo>
                <a:close/>
                <a:moveTo>
                  <a:pt x="1715" y="3418"/>
                </a:moveTo>
                <a:lnTo>
                  <a:pt x="1620" y="3430"/>
                </a:lnTo>
                <a:lnTo>
                  <a:pt x="1477" y="3561"/>
                </a:lnTo>
                <a:lnTo>
                  <a:pt x="1465" y="3656"/>
                </a:lnTo>
                <a:lnTo>
                  <a:pt x="1465" y="4144"/>
                </a:lnTo>
                <a:lnTo>
                  <a:pt x="1477" y="4239"/>
                </a:lnTo>
                <a:lnTo>
                  <a:pt x="1620" y="4370"/>
                </a:lnTo>
                <a:lnTo>
                  <a:pt x="1715" y="4394"/>
                </a:lnTo>
                <a:lnTo>
                  <a:pt x="2203" y="4394"/>
                </a:lnTo>
                <a:lnTo>
                  <a:pt x="2299" y="4370"/>
                </a:lnTo>
                <a:lnTo>
                  <a:pt x="2430" y="4239"/>
                </a:lnTo>
                <a:lnTo>
                  <a:pt x="2442" y="4144"/>
                </a:lnTo>
                <a:lnTo>
                  <a:pt x="2442" y="3656"/>
                </a:lnTo>
                <a:lnTo>
                  <a:pt x="2430" y="3561"/>
                </a:lnTo>
                <a:lnTo>
                  <a:pt x="2299" y="3430"/>
                </a:lnTo>
                <a:lnTo>
                  <a:pt x="2203" y="3418"/>
                </a:lnTo>
                <a:close/>
                <a:moveTo>
                  <a:pt x="3585" y="5525"/>
                </a:moveTo>
                <a:lnTo>
                  <a:pt x="3454" y="5549"/>
                </a:lnTo>
                <a:lnTo>
                  <a:pt x="3275" y="5728"/>
                </a:lnTo>
                <a:lnTo>
                  <a:pt x="3263" y="5859"/>
                </a:lnTo>
                <a:lnTo>
                  <a:pt x="3275" y="5978"/>
                </a:lnTo>
                <a:lnTo>
                  <a:pt x="3454" y="6156"/>
                </a:lnTo>
                <a:lnTo>
                  <a:pt x="3585" y="6180"/>
                </a:lnTo>
                <a:lnTo>
                  <a:pt x="8145" y="6180"/>
                </a:lnTo>
                <a:lnTo>
                  <a:pt x="8276" y="6156"/>
                </a:lnTo>
                <a:lnTo>
                  <a:pt x="8454" y="5978"/>
                </a:lnTo>
                <a:lnTo>
                  <a:pt x="8466" y="5859"/>
                </a:lnTo>
                <a:lnTo>
                  <a:pt x="8454" y="5728"/>
                </a:lnTo>
                <a:lnTo>
                  <a:pt x="8276" y="5549"/>
                </a:lnTo>
                <a:lnTo>
                  <a:pt x="8145" y="5525"/>
                </a:lnTo>
                <a:close/>
                <a:moveTo>
                  <a:pt x="9526" y="5359"/>
                </a:moveTo>
                <a:lnTo>
                  <a:pt x="9431" y="5371"/>
                </a:lnTo>
                <a:lnTo>
                  <a:pt x="9300" y="5513"/>
                </a:lnTo>
                <a:lnTo>
                  <a:pt x="9276" y="5609"/>
                </a:lnTo>
                <a:lnTo>
                  <a:pt x="9276" y="6097"/>
                </a:lnTo>
                <a:lnTo>
                  <a:pt x="9300" y="6192"/>
                </a:lnTo>
                <a:lnTo>
                  <a:pt x="9431" y="6323"/>
                </a:lnTo>
                <a:lnTo>
                  <a:pt x="9526" y="6335"/>
                </a:lnTo>
                <a:lnTo>
                  <a:pt x="10014" y="6335"/>
                </a:lnTo>
                <a:lnTo>
                  <a:pt x="10109" y="6323"/>
                </a:lnTo>
                <a:lnTo>
                  <a:pt x="10240" y="6192"/>
                </a:lnTo>
                <a:lnTo>
                  <a:pt x="10252" y="6097"/>
                </a:lnTo>
                <a:lnTo>
                  <a:pt x="10252" y="5609"/>
                </a:lnTo>
                <a:lnTo>
                  <a:pt x="10240" y="5513"/>
                </a:lnTo>
                <a:lnTo>
                  <a:pt x="10109" y="5371"/>
                </a:lnTo>
                <a:lnTo>
                  <a:pt x="10014" y="5359"/>
                </a:lnTo>
                <a:close/>
                <a:moveTo>
                  <a:pt x="1715" y="5371"/>
                </a:moveTo>
                <a:lnTo>
                  <a:pt x="1620" y="5382"/>
                </a:lnTo>
                <a:lnTo>
                  <a:pt x="1477" y="5513"/>
                </a:lnTo>
                <a:lnTo>
                  <a:pt x="1465" y="5609"/>
                </a:lnTo>
                <a:lnTo>
                  <a:pt x="1465" y="6097"/>
                </a:lnTo>
                <a:lnTo>
                  <a:pt x="1477" y="6192"/>
                </a:lnTo>
                <a:lnTo>
                  <a:pt x="1620" y="6323"/>
                </a:lnTo>
                <a:lnTo>
                  <a:pt x="1715" y="6347"/>
                </a:lnTo>
                <a:lnTo>
                  <a:pt x="2203" y="6347"/>
                </a:lnTo>
                <a:lnTo>
                  <a:pt x="2299" y="6323"/>
                </a:lnTo>
                <a:lnTo>
                  <a:pt x="2430" y="6192"/>
                </a:lnTo>
                <a:lnTo>
                  <a:pt x="2442" y="6097"/>
                </a:lnTo>
                <a:lnTo>
                  <a:pt x="2442" y="5609"/>
                </a:lnTo>
                <a:lnTo>
                  <a:pt x="2430" y="5513"/>
                </a:lnTo>
                <a:lnTo>
                  <a:pt x="2299" y="5382"/>
                </a:lnTo>
                <a:lnTo>
                  <a:pt x="2203" y="5371"/>
                </a:lnTo>
                <a:close/>
                <a:moveTo>
                  <a:pt x="10419" y="644"/>
                </a:moveTo>
                <a:lnTo>
                  <a:pt x="10550" y="655"/>
                </a:lnTo>
                <a:lnTo>
                  <a:pt x="10788" y="751"/>
                </a:lnTo>
                <a:lnTo>
                  <a:pt x="10967" y="929"/>
                </a:lnTo>
                <a:lnTo>
                  <a:pt x="11062" y="1167"/>
                </a:lnTo>
                <a:lnTo>
                  <a:pt x="11074" y="1298"/>
                </a:lnTo>
                <a:lnTo>
                  <a:pt x="11074" y="6502"/>
                </a:lnTo>
                <a:lnTo>
                  <a:pt x="11062" y="6645"/>
                </a:lnTo>
                <a:lnTo>
                  <a:pt x="10967" y="6871"/>
                </a:lnTo>
                <a:lnTo>
                  <a:pt x="10788" y="7049"/>
                </a:lnTo>
                <a:lnTo>
                  <a:pt x="10550" y="7145"/>
                </a:lnTo>
                <a:lnTo>
                  <a:pt x="10419" y="7157"/>
                </a:lnTo>
                <a:lnTo>
                  <a:pt x="1310" y="7157"/>
                </a:lnTo>
                <a:lnTo>
                  <a:pt x="1168" y="7145"/>
                </a:lnTo>
                <a:lnTo>
                  <a:pt x="941" y="7049"/>
                </a:lnTo>
                <a:lnTo>
                  <a:pt x="763" y="6871"/>
                </a:lnTo>
                <a:lnTo>
                  <a:pt x="667" y="6645"/>
                </a:lnTo>
                <a:lnTo>
                  <a:pt x="656" y="6502"/>
                </a:lnTo>
                <a:lnTo>
                  <a:pt x="656" y="1298"/>
                </a:lnTo>
                <a:lnTo>
                  <a:pt x="667" y="1167"/>
                </a:lnTo>
                <a:lnTo>
                  <a:pt x="763" y="929"/>
                </a:lnTo>
                <a:lnTo>
                  <a:pt x="941" y="751"/>
                </a:lnTo>
                <a:lnTo>
                  <a:pt x="1168" y="655"/>
                </a:lnTo>
                <a:lnTo>
                  <a:pt x="1310" y="644"/>
                </a:lnTo>
                <a:close/>
                <a:moveTo>
                  <a:pt x="1310" y="1"/>
                </a:moveTo>
                <a:lnTo>
                  <a:pt x="1037" y="13"/>
                </a:lnTo>
                <a:lnTo>
                  <a:pt x="572" y="215"/>
                </a:lnTo>
                <a:lnTo>
                  <a:pt x="215" y="560"/>
                </a:lnTo>
                <a:lnTo>
                  <a:pt x="24" y="1036"/>
                </a:lnTo>
                <a:lnTo>
                  <a:pt x="1" y="1298"/>
                </a:lnTo>
                <a:lnTo>
                  <a:pt x="1" y="6502"/>
                </a:lnTo>
                <a:lnTo>
                  <a:pt x="24" y="6776"/>
                </a:lnTo>
                <a:lnTo>
                  <a:pt x="215" y="7240"/>
                </a:lnTo>
                <a:lnTo>
                  <a:pt x="572" y="7597"/>
                </a:lnTo>
                <a:lnTo>
                  <a:pt x="1037" y="7788"/>
                </a:lnTo>
                <a:lnTo>
                  <a:pt x="1310" y="7811"/>
                </a:lnTo>
                <a:lnTo>
                  <a:pt x="10419" y="7811"/>
                </a:lnTo>
                <a:lnTo>
                  <a:pt x="10693" y="7788"/>
                </a:lnTo>
                <a:lnTo>
                  <a:pt x="11157" y="7597"/>
                </a:lnTo>
                <a:lnTo>
                  <a:pt x="11503" y="7240"/>
                </a:lnTo>
                <a:lnTo>
                  <a:pt x="11705" y="6776"/>
                </a:lnTo>
                <a:lnTo>
                  <a:pt x="11729" y="6502"/>
                </a:lnTo>
                <a:lnTo>
                  <a:pt x="11729" y="1298"/>
                </a:lnTo>
                <a:lnTo>
                  <a:pt x="11705" y="1036"/>
                </a:lnTo>
                <a:lnTo>
                  <a:pt x="11503" y="560"/>
                </a:lnTo>
                <a:lnTo>
                  <a:pt x="11157" y="215"/>
                </a:lnTo>
                <a:lnTo>
                  <a:pt x="10693" y="13"/>
                </a:lnTo>
                <a:lnTo>
                  <a:pt x="1041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4" name="Google Shape;3304;p176"/>
          <p:cNvSpPr/>
          <p:nvPr/>
        </p:nvSpPr>
        <p:spPr>
          <a:xfrm>
            <a:off x="3171725" y="5592943"/>
            <a:ext cx="540694" cy="540694"/>
          </a:xfrm>
          <a:custGeom>
            <a:rect b="b" l="l" r="r" t="t"/>
            <a:pathLst>
              <a:path extrusionOk="0" h="10420" w="10420">
                <a:moveTo>
                  <a:pt x="6192" y="656"/>
                </a:moveTo>
                <a:lnTo>
                  <a:pt x="6323" y="668"/>
                </a:lnTo>
                <a:lnTo>
                  <a:pt x="6502" y="834"/>
                </a:lnTo>
                <a:lnTo>
                  <a:pt x="6514" y="953"/>
                </a:lnTo>
                <a:lnTo>
                  <a:pt x="6502" y="1084"/>
                </a:lnTo>
                <a:lnTo>
                  <a:pt x="6323" y="1275"/>
                </a:lnTo>
                <a:lnTo>
                  <a:pt x="6192" y="1299"/>
                </a:lnTo>
                <a:lnTo>
                  <a:pt x="4883" y="1299"/>
                </a:lnTo>
                <a:lnTo>
                  <a:pt x="4752" y="1287"/>
                </a:lnTo>
                <a:lnTo>
                  <a:pt x="4585" y="1096"/>
                </a:lnTo>
                <a:lnTo>
                  <a:pt x="4561" y="953"/>
                </a:lnTo>
                <a:lnTo>
                  <a:pt x="4585" y="822"/>
                </a:lnTo>
                <a:lnTo>
                  <a:pt x="4752" y="668"/>
                </a:lnTo>
                <a:lnTo>
                  <a:pt x="4883" y="656"/>
                </a:lnTo>
                <a:close/>
                <a:moveTo>
                  <a:pt x="8717" y="3906"/>
                </a:moveTo>
                <a:lnTo>
                  <a:pt x="9693" y="5859"/>
                </a:lnTo>
                <a:lnTo>
                  <a:pt x="727" y="5859"/>
                </a:lnTo>
                <a:lnTo>
                  <a:pt x="1704" y="3906"/>
                </a:lnTo>
                <a:close/>
                <a:moveTo>
                  <a:pt x="9776" y="6514"/>
                </a:moveTo>
                <a:lnTo>
                  <a:pt x="9776" y="7169"/>
                </a:lnTo>
                <a:lnTo>
                  <a:pt x="656" y="7169"/>
                </a:lnTo>
                <a:lnTo>
                  <a:pt x="656" y="6514"/>
                </a:lnTo>
                <a:close/>
                <a:moveTo>
                  <a:pt x="4883" y="1"/>
                </a:moveTo>
                <a:lnTo>
                  <a:pt x="4716" y="13"/>
                </a:lnTo>
                <a:lnTo>
                  <a:pt x="4430" y="108"/>
                </a:lnTo>
                <a:lnTo>
                  <a:pt x="4192" y="299"/>
                </a:lnTo>
                <a:lnTo>
                  <a:pt x="4014" y="537"/>
                </a:lnTo>
                <a:lnTo>
                  <a:pt x="3954" y="680"/>
                </a:lnTo>
                <a:lnTo>
                  <a:pt x="3752" y="715"/>
                </a:lnTo>
                <a:lnTo>
                  <a:pt x="3347" y="834"/>
                </a:lnTo>
                <a:lnTo>
                  <a:pt x="2990" y="1025"/>
                </a:lnTo>
                <a:lnTo>
                  <a:pt x="2668" y="1275"/>
                </a:lnTo>
                <a:lnTo>
                  <a:pt x="2406" y="1584"/>
                </a:lnTo>
                <a:lnTo>
                  <a:pt x="2192" y="1918"/>
                </a:lnTo>
                <a:lnTo>
                  <a:pt x="2037" y="2311"/>
                </a:lnTo>
                <a:lnTo>
                  <a:pt x="1954" y="2716"/>
                </a:lnTo>
                <a:lnTo>
                  <a:pt x="1954" y="2930"/>
                </a:lnTo>
                <a:lnTo>
                  <a:pt x="1954" y="3263"/>
                </a:lnTo>
                <a:lnTo>
                  <a:pt x="1704" y="3263"/>
                </a:lnTo>
                <a:lnTo>
                  <a:pt x="1525" y="3275"/>
                </a:lnTo>
                <a:lnTo>
                  <a:pt x="1215" y="3466"/>
                </a:lnTo>
                <a:lnTo>
                  <a:pt x="1120" y="3621"/>
                </a:lnTo>
                <a:lnTo>
                  <a:pt x="144" y="5585"/>
                </a:lnTo>
                <a:lnTo>
                  <a:pt x="72" y="5728"/>
                </a:lnTo>
                <a:lnTo>
                  <a:pt x="1" y="6014"/>
                </a:lnTo>
                <a:lnTo>
                  <a:pt x="1" y="6169"/>
                </a:lnTo>
                <a:lnTo>
                  <a:pt x="1" y="7169"/>
                </a:lnTo>
                <a:lnTo>
                  <a:pt x="13" y="7300"/>
                </a:lnTo>
                <a:lnTo>
                  <a:pt x="108" y="7538"/>
                </a:lnTo>
                <a:lnTo>
                  <a:pt x="287" y="7716"/>
                </a:lnTo>
                <a:lnTo>
                  <a:pt x="525" y="7812"/>
                </a:lnTo>
                <a:lnTo>
                  <a:pt x="656" y="7824"/>
                </a:lnTo>
                <a:lnTo>
                  <a:pt x="4883" y="7824"/>
                </a:lnTo>
                <a:lnTo>
                  <a:pt x="4883" y="9776"/>
                </a:lnTo>
                <a:lnTo>
                  <a:pt x="2930" y="9776"/>
                </a:lnTo>
                <a:lnTo>
                  <a:pt x="2799" y="9788"/>
                </a:lnTo>
                <a:lnTo>
                  <a:pt x="2620" y="9955"/>
                </a:lnTo>
                <a:lnTo>
                  <a:pt x="2609" y="10074"/>
                </a:lnTo>
                <a:lnTo>
                  <a:pt x="2620" y="10217"/>
                </a:lnTo>
                <a:lnTo>
                  <a:pt x="2799" y="10407"/>
                </a:lnTo>
                <a:lnTo>
                  <a:pt x="2930" y="10419"/>
                </a:lnTo>
                <a:lnTo>
                  <a:pt x="7490" y="10419"/>
                </a:lnTo>
                <a:lnTo>
                  <a:pt x="7621" y="10407"/>
                </a:lnTo>
                <a:lnTo>
                  <a:pt x="7800" y="10229"/>
                </a:lnTo>
                <a:lnTo>
                  <a:pt x="7812" y="10098"/>
                </a:lnTo>
                <a:lnTo>
                  <a:pt x="7800" y="9967"/>
                </a:lnTo>
                <a:lnTo>
                  <a:pt x="7621" y="9788"/>
                </a:lnTo>
                <a:lnTo>
                  <a:pt x="7490" y="9776"/>
                </a:lnTo>
                <a:lnTo>
                  <a:pt x="5538" y="9776"/>
                </a:lnTo>
                <a:lnTo>
                  <a:pt x="5538" y="7824"/>
                </a:lnTo>
                <a:lnTo>
                  <a:pt x="9776" y="7824"/>
                </a:lnTo>
                <a:lnTo>
                  <a:pt x="9907" y="7812"/>
                </a:lnTo>
                <a:lnTo>
                  <a:pt x="10134" y="7705"/>
                </a:lnTo>
                <a:lnTo>
                  <a:pt x="10312" y="7538"/>
                </a:lnTo>
                <a:lnTo>
                  <a:pt x="10407" y="7300"/>
                </a:lnTo>
                <a:lnTo>
                  <a:pt x="10419" y="7169"/>
                </a:lnTo>
                <a:lnTo>
                  <a:pt x="10419" y="6180"/>
                </a:lnTo>
                <a:lnTo>
                  <a:pt x="10407" y="6026"/>
                </a:lnTo>
                <a:lnTo>
                  <a:pt x="10348" y="5728"/>
                </a:lnTo>
                <a:lnTo>
                  <a:pt x="10276" y="5597"/>
                </a:lnTo>
                <a:lnTo>
                  <a:pt x="9300" y="3621"/>
                </a:lnTo>
                <a:lnTo>
                  <a:pt x="9193" y="3466"/>
                </a:lnTo>
                <a:lnTo>
                  <a:pt x="8895" y="3275"/>
                </a:lnTo>
                <a:lnTo>
                  <a:pt x="8717" y="3263"/>
                </a:lnTo>
                <a:lnTo>
                  <a:pt x="2609" y="3263"/>
                </a:lnTo>
                <a:lnTo>
                  <a:pt x="2609" y="2942"/>
                </a:lnTo>
                <a:lnTo>
                  <a:pt x="2620" y="2632"/>
                </a:lnTo>
                <a:lnTo>
                  <a:pt x="2823" y="2096"/>
                </a:lnTo>
                <a:lnTo>
                  <a:pt x="3192" y="1680"/>
                </a:lnTo>
                <a:lnTo>
                  <a:pt x="3692" y="1394"/>
                </a:lnTo>
                <a:lnTo>
                  <a:pt x="3978" y="1334"/>
                </a:lnTo>
                <a:lnTo>
                  <a:pt x="4037" y="1465"/>
                </a:lnTo>
                <a:lnTo>
                  <a:pt x="4216" y="1692"/>
                </a:lnTo>
                <a:lnTo>
                  <a:pt x="4454" y="1858"/>
                </a:lnTo>
                <a:lnTo>
                  <a:pt x="4728" y="1954"/>
                </a:lnTo>
                <a:lnTo>
                  <a:pt x="6181" y="1954"/>
                </a:lnTo>
                <a:lnTo>
                  <a:pt x="6383" y="1942"/>
                </a:lnTo>
                <a:lnTo>
                  <a:pt x="6740" y="1799"/>
                </a:lnTo>
                <a:lnTo>
                  <a:pt x="7002" y="1537"/>
                </a:lnTo>
                <a:lnTo>
                  <a:pt x="7145" y="1180"/>
                </a:lnTo>
                <a:lnTo>
                  <a:pt x="7157" y="977"/>
                </a:lnTo>
                <a:lnTo>
                  <a:pt x="7145" y="787"/>
                </a:lnTo>
                <a:lnTo>
                  <a:pt x="7002" y="429"/>
                </a:lnTo>
                <a:lnTo>
                  <a:pt x="6740" y="168"/>
                </a:lnTo>
                <a:lnTo>
                  <a:pt x="6383" y="25"/>
                </a:lnTo>
                <a:lnTo>
                  <a:pt x="6181"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5" name="Google Shape;3305;p176"/>
          <p:cNvSpPr/>
          <p:nvPr/>
        </p:nvSpPr>
        <p:spPr>
          <a:xfrm>
            <a:off x="4202900" y="5592943"/>
            <a:ext cx="540642" cy="540694"/>
          </a:xfrm>
          <a:custGeom>
            <a:rect b="b" l="l" r="r" t="t"/>
            <a:pathLst>
              <a:path extrusionOk="0" h="10420" w="10419">
                <a:moveTo>
                  <a:pt x="8621" y="3597"/>
                </a:moveTo>
                <a:lnTo>
                  <a:pt x="8692" y="3704"/>
                </a:lnTo>
                <a:lnTo>
                  <a:pt x="8776" y="3942"/>
                </a:lnTo>
                <a:lnTo>
                  <a:pt x="8788" y="4073"/>
                </a:lnTo>
                <a:lnTo>
                  <a:pt x="8776" y="4240"/>
                </a:lnTo>
                <a:lnTo>
                  <a:pt x="8657" y="4525"/>
                </a:lnTo>
                <a:lnTo>
                  <a:pt x="8430" y="4752"/>
                </a:lnTo>
                <a:lnTo>
                  <a:pt x="8133" y="4871"/>
                </a:lnTo>
                <a:lnTo>
                  <a:pt x="7978" y="4883"/>
                </a:lnTo>
                <a:lnTo>
                  <a:pt x="7847" y="4883"/>
                </a:lnTo>
                <a:lnTo>
                  <a:pt x="7597" y="4799"/>
                </a:lnTo>
                <a:lnTo>
                  <a:pt x="7490" y="4728"/>
                </a:lnTo>
                <a:lnTo>
                  <a:pt x="8621" y="3597"/>
                </a:lnTo>
                <a:close/>
                <a:moveTo>
                  <a:pt x="5537" y="656"/>
                </a:moveTo>
                <a:lnTo>
                  <a:pt x="5727" y="668"/>
                </a:lnTo>
                <a:lnTo>
                  <a:pt x="6073" y="811"/>
                </a:lnTo>
                <a:lnTo>
                  <a:pt x="6228" y="941"/>
                </a:lnTo>
                <a:lnTo>
                  <a:pt x="7240" y="1954"/>
                </a:lnTo>
                <a:lnTo>
                  <a:pt x="9347" y="1954"/>
                </a:lnTo>
                <a:lnTo>
                  <a:pt x="5858" y="5442"/>
                </a:lnTo>
                <a:lnTo>
                  <a:pt x="5858" y="3335"/>
                </a:lnTo>
                <a:lnTo>
                  <a:pt x="4834" y="2323"/>
                </a:lnTo>
                <a:lnTo>
                  <a:pt x="4715" y="2168"/>
                </a:lnTo>
                <a:lnTo>
                  <a:pt x="4573" y="1823"/>
                </a:lnTo>
                <a:lnTo>
                  <a:pt x="4561" y="1632"/>
                </a:lnTo>
                <a:lnTo>
                  <a:pt x="4573" y="1442"/>
                </a:lnTo>
                <a:lnTo>
                  <a:pt x="4715" y="1096"/>
                </a:lnTo>
                <a:lnTo>
                  <a:pt x="4977" y="822"/>
                </a:lnTo>
                <a:lnTo>
                  <a:pt x="5335" y="668"/>
                </a:lnTo>
                <a:lnTo>
                  <a:pt x="5537" y="656"/>
                </a:lnTo>
                <a:close/>
                <a:moveTo>
                  <a:pt x="5370" y="1"/>
                </a:moveTo>
                <a:lnTo>
                  <a:pt x="5061" y="60"/>
                </a:lnTo>
                <a:lnTo>
                  <a:pt x="4775" y="191"/>
                </a:lnTo>
                <a:lnTo>
                  <a:pt x="4513" y="358"/>
                </a:lnTo>
                <a:lnTo>
                  <a:pt x="4287" y="572"/>
                </a:lnTo>
                <a:lnTo>
                  <a:pt x="4108" y="834"/>
                </a:lnTo>
                <a:lnTo>
                  <a:pt x="3977" y="1132"/>
                </a:lnTo>
                <a:lnTo>
                  <a:pt x="3918" y="1453"/>
                </a:lnTo>
                <a:lnTo>
                  <a:pt x="3906" y="1632"/>
                </a:lnTo>
                <a:lnTo>
                  <a:pt x="3918" y="1787"/>
                </a:lnTo>
                <a:lnTo>
                  <a:pt x="3977" y="2096"/>
                </a:lnTo>
                <a:lnTo>
                  <a:pt x="4096" y="2382"/>
                </a:lnTo>
                <a:lnTo>
                  <a:pt x="4275" y="2656"/>
                </a:lnTo>
                <a:lnTo>
                  <a:pt x="4382" y="2775"/>
                </a:lnTo>
                <a:lnTo>
                  <a:pt x="4477" y="2870"/>
                </a:lnTo>
                <a:lnTo>
                  <a:pt x="2370" y="4978"/>
                </a:lnTo>
                <a:lnTo>
                  <a:pt x="2286" y="5085"/>
                </a:lnTo>
                <a:lnTo>
                  <a:pt x="2263" y="5216"/>
                </a:lnTo>
                <a:lnTo>
                  <a:pt x="2263" y="5252"/>
                </a:lnTo>
                <a:lnTo>
                  <a:pt x="2275" y="5299"/>
                </a:lnTo>
                <a:lnTo>
                  <a:pt x="3572" y="9764"/>
                </a:lnTo>
                <a:lnTo>
                  <a:pt x="322" y="9764"/>
                </a:lnTo>
                <a:lnTo>
                  <a:pt x="191" y="9788"/>
                </a:lnTo>
                <a:lnTo>
                  <a:pt x="12" y="9967"/>
                </a:lnTo>
                <a:lnTo>
                  <a:pt x="0" y="10098"/>
                </a:lnTo>
                <a:lnTo>
                  <a:pt x="12" y="10229"/>
                </a:lnTo>
                <a:lnTo>
                  <a:pt x="191" y="10395"/>
                </a:lnTo>
                <a:lnTo>
                  <a:pt x="334" y="10419"/>
                </a:lnTo>
                <a:lnTo>
                  <a:pt x="7490" y="10419"/>
                </a:lnTo>
                <a:lnTo>
                  <a:pt x="7621" y="10395"/>
                </a:lnTo>
                <a:lnTo>
                  <a:pt x="7799" y="10229"/>
                </a:lnTo>
                <a:lnTo>
                  <a:pt x="7811" y="10098"/>
                </a:lnTo>
                <a:lnTo>
                  <a:pt x="7799" y="9967"/>
                </a:lnTo>
                <a:lnTo>
                  <a:pt x="7621" y="9788"/>
                </a:lnTo>
                <a:lnTo>
                  <a:pt x="7490" y="9764"/>
                </a:lnTo>
                <a:lnTo>
                  <a:pt x="4227" y="9764"/>
                </a:lnTo>
                <a:lnTo>
                  <a:pt x="4227" y="9741"/>
                </a:lnTo>
                <a:lnTo>
                  <a:pt x="4227" y="9717"/>
                </a:lnTo>
                <a:lnTo>
                  <a:pt x="4215" y="9681"/>
                </a:lnTo>
                <a:lnTo>
                  <a:pt x="2953" y="5311"/>
                </a:lnTo>
                <a:lnTo>
                  <a:pt x="4930" y="3335"/>
                </a:lnTo>
                <a:lnTo>
                  <a:pt x="5204" y="3609"/>
                </a:lnTo>
                <a:lnTo>
                  <a:pt x="5192" y="6157"/>
                </a:lnTo>
                <a:lnTo>
                  <a:pt x="5204" y="6300"/>
                </a:lnTo>
                <a:lnTo>
                  <a:pt x="5406" y="6490"/>
                </a:lnTo>
                <a:lnTo>
                  <a:pt x="5549" y="6514"/>
                </a:lnTo>
                <a:lnTo>
                  <a:pt x="5692" y="6490"/>
                </a:lnTo>
                <a:lnTo>
                  <a:pt x="5799" y="6407"/>
                </a:lnTo>
                <a:lnTo>
                  <a:pt x="7025" y="5180"/>
                </a:lnTo>
                <a:lnTo>
                  <a:pt x="7228" y="5335"/>
                </a:lnTo>
                <a:lnTo>
                  <a:pt x="7704" y="5514"/>
                </a:lnTo>
                <a:lnTo>
                  <a:pt x="7978" y="5537"/>
                </a:lnTo>
                <a:lnTo>
                  <a:pt x="8121" y="5526"/>
                </a:lnTo>
                <a:lnTo>
                  <a:pt x="8406" y="5478"/>
                </a:lnTo>
                <a:lnTo>
                  <a:pt x="8799" y="5287"/>
                </a:lnTo>
                <a:lnTo>
                  <a:pt x="9192" y="4895"/>
                </a:lnTo>
                <a:lnTo>
                  <a:pt x="9371" y="4514"/>
                </a:lnTo>
                <a:lnTo>
                  <a:pt x="9430" y="4228"/>
                </a:lnTo>
                <a:lnTo>
                  <a:pt x="9442" y="4073"/>
                </a:lnTo>
                <a:lnTo>
                  <a:pt x="9419" y="3811"/>
                </a:lnTo>
                <a:lnTo>
                  <a:pt x="9240" y="3335"/>
                </a:lnTo>
                <a:lnTo>
                  <a:pt x="9085" y="3132"/>
                </a:lnTo>
                <a:lnTo>
                  <a:pt x="10312" y="1918"/>
                </a:lnTo>
                <a:lnTo>
                  <a:pt x="10323" y="1918"/>
                </a:lnTo>
                <a:lnTo>
                  <a:pt x="10407" y="1799"/>
                </a:lnTo>
                <a:lnTo>
                  <a:pt x="10419" y="1668"/>
                </a:lnTo>
                <a:lnTo>
                  <a:pt x="10407" y="1525"/>
                </a:lnTo>
                <a:lnTo>
                  <a:pt x="10264" y="1370"/>
                </a:lnTo>
                <a:lnTo>
                  <a:pt x="10133" y="1311"/>
                </a:lnTo>
                <a:lnTo>
                  <a:pt x="10062" y="1299"/>
                </a:lnTo>
                <a:lnTo>
                  <a:pt x="7513" y="1299"/>
                </a:lnTo>
                <a:lnTo>
                  <a:pt x="6692" y="477"/>
                </a:lnTo>
                <a:lnTo>
                  <a:pt x="6573" y="358"/>
                </a:lnTo>
                <a:lnTo>
                  <a:pt x="6299" y="179"/>
                </a:lnTo>
                <a:lnTo>
                  <a:pt x="6001" y="60"/>
                </a:lnTo>
                <a:lnTo>
                  <a:pt x="5692"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6" name="Google Shape;3306;p176"/>
          <p:cNvSpPr/>
          <p:nvPr/>
        </p:nvSpPr>
        <p:spPr>
          <a:xfrm>
            <a:off x="5233400" y="5593566"/>
            <a:ext cx="540694" cy="540071"/>
          </a:xfrm>
          <a:custGeom>
            <a:rect b="b" l="l" r="r" t="t"/>
            <a:pathLst>
              <a:path extrusionOk="0" h="10408" w="10420">
                <a:moveTo>
                  <a:pt x="5204" y="691"/>
                </a:moveTo>
                <a:lnTo>
                  <a:pt x="9717" y="3239"/>
                </a:lnTo>
                <a:lnTo>
                  <a:pt x="691" y="3239"/>
                </a:lnTo>
                <a:lnTo>
                  <a:pt x="5204" y="691"/>
                </a:lnTo>
                <a:close/>
                <a:moveTo>
                  <a:pt x="5121" y="1"/>
                </a:moveTo>
                <a:lnTo>
                  <a:pt x="5049" y="36"/>
                </a:lnTo>
                <a:lnTo>
                  <a:pt x="322" y="2715"/>
                </a:lnTo>
                <a:lnTo>
                  <a:pt x="179" y="2811"/>
                </a:lnTo>
                <a:lnTo>
                  <a:pt x="13" y="3097"/>
                </a:lnTo>
                <a:lnTo>
                  <a:pt x="1" y="3263"/>
                </a:lnTo>
                <a:lnTo>
                  <a:pt x="13" y="3394"/>
                </a:lnTo>
                <a:lnTo>
                  <a:pt x="108" y="3620"/>
                </a:lnTo>
                <a:lnTo>
                  <a:pt x="275" y="3799"/>
                </a:lnTo>
                <a:lnTo>
                  <a:pt x="501" y="3894"/>
                </a:lnTo>
                <a:lnTo>
                  <a:pt x="9907" y="3894"/>
                </a:lnTo>
                <a:lnTo>
                  <a:pt x="10145" y="3787"/>
                </a:lnTo>
                <a:lnTo>
                  <a:pt x="10312" y="3620"/>
                </a:lnTo>
                <a:lnTo>
                  <a:pt x="10407" y="3394"/>
                </a:lnTo>
                <a:lnTo>
                  <a:pt x="10419" y="3263"/>
                </a:lnTo>
                <a:lnTo>
                  <a:pt x="10395" y="3097"/>
                </a:lnTo>
                <a:lnTo>
                  <a:pt x="10229" y="2811"/>
                </a:lnTo>
                <a:lnTo>
                  <a:pt x="10098" y="2715"/>
                </a:lnTo>
                <a:lnTo>
                  <a:pt x="5371" y="36"/>
                </a:lnTo>
                <a:lnTo>
                  <a:pt x="5287" y="1"/>
                </a:lnTo>
                <a:close/>
                <a:moveTo>
                  <a:pt x="1299" y="4549"/>
                </a:moveTo>
                <a:lnTo>
                  <a:pt x="1299" y="7157"/>
                </a:lnTo>
                <a:lnTo>
                  <a:pt x="1311" y="7157"/>
                </a:lnTo>
                <a:lnTo>
                  <a:pt x="1180" y="7169"/>
                </a:lnTo>
                <a:lnTo>
                  <a:pt x="1001" y="7347"/>
                </a:lnTo>
                <a:lnTo>
                  <a:pt x="977" y="7478"/>
                </a:lnTo>
                <a:lnTo>
                  <a:pt x="1001" y="7609"/>
                </a:lnTo>
                <a:lnTo>
                  <a:pt x="1180" y="7788"/>
                </a:lnTo>
                <a:lnTo>
                  <a:pt x="1311" y="7800"/>
                </a:lnTo>
                <a:lnTo>
                  <a:pt x="9121" y="7800"/>
                </a:lnTo>
                <a:lnTo>
                  <a:pt x="9252" y="7788"/>
                </a:lnTo>
                <a:lnTo>
                  <a:pt x="9431" y="7609"/>
                </a:lnTo>
                <a:lnTo>
                  <a:pt x="9443" y="7478"/>
                </a:lnTo>
                <a:lnTo>
                  <a:pt x="9431" y="7347"/>
                </a:lnTo>
                <a:lnTo>
                  <a:pt x="9252" y="7169"/>
                </a:lnTo>
                <a:lnTo>
                  <a:pt x="9121" y="7157"/>
                </a:lnTo>
                <a:lnTo>
                  <a:pt x="9121" y="4549"/>
                </a:lnTo>
                <a:lnTo>
                  <a:pt x="8466" y="4549"/>
                </a:lnTo>
                <a:lnTo>
                  <a:pt x="8466" y="7157"/>
                </a:lnTo>
                <a:lnTo>
                  <a:pt x="6835" y="7157"/>
                </a:lnTo>
                <a:lnTo>
                  <a:pt x="6835" y="4549"/>
                </a:lnTo>
                <a:lnTo>
                  <a:pt x="6180" y="4549"/>
                </a:lnTo>
                <a:lnTo>
                  <a:pt x="6180" y="7157"/>
                </a:lnTo>
                <a:lnTo>
                  <a:pt x="4228" y="7157"/>
                </a:lnTo>
                <a:lnTo>
                  <a:pt x="4228" y="4549"/>
                </a:lnTo>
                <a:lnTo>
                  <a:pt x="3585" y="4549"/>
                </a:lnTo>
                <a:lnTo>
                  <a:pt x="3585" y="7157"/>
                </a:lnTo>
                <a:lnTo>
                  <a:pt x="1953" y="7157"/>
                </a:lnTo>
                <a:lnTo>
                  <a:pt x="1953" y="4549"/>
                </a:lnTo>
                <a:close/>
                <a:moveTo>
                  <a:pt x="810" y="8455"/>
                </a:moveTo>
                <a:lnTo>
                  <a:pt x="679" y="8478"/>
                </a:lnTo>
                <a:lnTo>
                  <a:pt x="501" y="8645"/>
                </a:lnTo>
                <a:lnTo>
                  <a:pt x="489" y="8776"/>
                </a:lnTo>
                <a:lnTo>
                  <a:pt x="501" y="8907"/>
                </a:lnTo>
                <a:lnTo>
                  <a:pt x="679" y="9086"/>
                </a:lnTo>
                <a:lnTo>
                  <a:pt x="810" y="9109"/>
                </a:lnTo>
                <a:lnTo>
                  <a:pt x="9610" y="9109"/>
                </a:lnTo>
                <a:lnTo>
                  <a:pt x="9729" y="9086"/>
                </a:lnTo>
                <a:lnTo>
                  <a:pt x="9907" y="8907"/>
                </a:lnTo>
                <a:lnTo>
                  <a:pt x="9931" y="8776"/>
                </a:lnTo>
                <a:lnTo>
                  <a:pt x="9907" y="8645"/>
                </a:lnTo>
                <a:lnTo>
                  <a:pt x="9729" y="8478"/>
                </a:lnTo>
                <a:lnTo>
                  <a:pt x="9610" y="8455"/>
                </a:lnTo>
                <a:close/>
                <a:moveTo>
                  <a:pt x="322" y="9752"/>
                </a:moveTo>
                <a:lnTo>
                  <a:pt x="191" y="9776"/>
                </a:lnTo>
                <a:lnTo>
                  <a:pt x="13" y="9955"/>
                </a:lnTo>
                <a:lnTo>
                  <a:pt x="1" y="10086"/>
                </a:lnTo>
                <a:lnTo>
                  <a:pt x="13" y="10217"/>
                </a:lnTo>
                <a:lnTo>
                  <a:pt x="191" y="10395"/>
                </a:lnTo>
                <a:lnTo>
                  <a:pt x="322" y="10407"/>
                </a:lnTo>
                <a:lnTo>
                  <a:pt x="10098" y="10407"/>
                </a:lnTo>
                <a:lnTo>
                  <a:pt x="10217" y="10395"/>
                </a:lnTo>
                <a:lnTo>
                  <a:pt x="10395" y="10217"/>
                </a:lnTo>
                <a:lnTo>
                  <a:pt x="10419" y="10086"/>
                </a:lnTo>
                <a:lnTo>
                  <a:pt x="10395" y="9955"/>
                </a:lnTo>
                <a:lnTo>
                  <a:pt x="10217" y="9776"/>
                </a:lnTo>
                <a:lnTo>
                  <a:pt x="10098" y="975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7" name="Google Shape;3307;p176"/>
          <p:cNvSpPr/>
          <p:nvPr/>
        </p:nvSpPr>
        <p:spPr>
          <a:xfrm>
            <a:off x="6263952" y="5592943"/>
            <a:ext cx="540642" cy="540694"/>
          </a:xfrm>
          <a:custGeom>
            <a:rect b="b" l="l" r="r" t="t"/>
            <a:pathLst>
              <a:path extrusionOk="0" h="10420" w="10419">
                <a:moveTo>
                  <a:pt x="5215" y="656"/>
                </a:moveTo>
                <a:lnTo>
                  <a:pt x="5299" y="668"/>
                </a:lnTo>
                <a:lnTo>
                  <a:pt x="5394" y="691"/>
                </a:lnTo>
                <a:lnTo>
                  <a:pt x="9657" y="2608"/>
                </a:lnTo>
                <a:lnTo>
                  <a:pt x="5394" y="4525"/>
                </a:lnTo>
                <a:lnTo>
                  <a:pt x="5299" y="4561"/>
                </a:lnTo>
                <a:lnTo>
                  <a:pt x="5096" y="4561"/>
                </a:lnTo>
                <a:lnTo>
                  <a:pt x="5037" y="4525"/>
                </a:lnTo>
                <a:lnTo>
                  <a:pt x="762" y="2608"/>
                </a:lnTo>
                <a:lnTo>
                  <a:pt x="5037" y="691"/>
                </a:lnTo>
                <a:lnTo>
                  <a:pt x="5096" y="668"/>
                </a:lnTo>
                <a:lnTo>
                  <a:pt x="5215" y="656"/>
                </a:lnTo>
                <a:close/>
                <a:moveTo>
                  <a:pt x="5215" y="1"/>
                </a:moveTo>
                <a:lnTo>
                  <a:pt x="4977" y="25"/>
                </a:lnTo>
                <a:lnTo>
                  <a:pt x="4763" y="96"/>
                </a:lnTo>
                <a:lnTo>
                  <a:pt x="346" y="2085"/>
                </a:lnTo>
                <a:lnTo>
                  <a:pt x="191" y="2168"/>
                </a:lnTo>
                <a:lnTo>
                  <a:pt x="24" y="2442"/>
                </a:lnTo>
                <a:lnTo>
                  <a:pt x="0" y="2608"/>
                </a:lnTo>
                <a:lnTo>
                  <a:pt x="24" y="2775"/>
                </a:lnTo>
                <a:lnTo>
                  <a:pt x="191" y="3049"/>
                </a:lnTo>
                <a:lnTo>
                  <a:pt x="346" y="3132"/>
                </a:lnTo>
                <a:lnTo>
                  <a:pt x="4763" y="5121"/>
                </a:lnTo>
                <a:lnTo>
                  <a:pt x="4977" y="5192"/>
                </a:lnTo>
                <a:lnTo>
                  <a:pt x="5215" y="5216"/>
                </a:lnTo>
                <a:lnTo>
                  <a:pt x="5430" y="5192"/>
                </a:lnTo>
                <a:lnTo>
                  <a:pt x="5656" y="5121"/>
                </a:lnTo>
                <a:lnTo>
                  <a:pt x="10073" y="3132"/>
                </a:lnTo>
                <a:lnTo>
                  <a:pt x="10228" y="3049"/>
                </a:lnTo>
                <a:lnTo>
                  <a:pt x="10407" y="2775"/>
                </a:lnTo>
                <a:lnTo>
                  <a:pt x="10419" y="2608"/>
                </a:lnTo>
                <a:lnTo>
                  <a:pt x="10407" y="2442"/>
                </a:lnTo>
                <a:lnTo>
                  <a:pt x="10228" y="2168"/>
                </a:lnTo>
                <a:lnTo>
                  <a:pt x="10073" y="2085"/>
                </a:lnTo>
                <a:lnTo>
                  <a:pt x="5656" y="96"/>
                </a:lnTo>
                <a:lnTo>
                  <a:pt x="5430" y="25"/>
                </a:lnTo>
                <a:lnTo>
                  <a:pt x="5215" y="1"/>
                </a:lnTo>
                <a:close/>
                <a:moveTo>
                  <a:pt x="1298" y="4275"/>
                </a:moveTo>
                <a:lnTo>
                  <a:pt x="1167" y="4311"/>
                </a:lnTo>
                <a:lnTo>
                  <a:pt x="346" y="4680"/>
                </a:lnTo>
                <a:lnTo>
                  <a:pt x="191" y="4775"/>
                </a:lnTo>
                <a:lnTo>
                  <a:pt x="12" y="5049"/>
                </a:lnTo>
                <a:lnTo>
                  <a:pt x="0" y="5216"/>
                </a:lnTo>
                <a:lnTo>
                  <a:pt x="12" y="5383"/>
                </a:lnTo>
                <a:lnTo>
                  <a:pt x="191" y="5657"/>
                </a:lnTo>
                <a:lnTo>
                  <a:pt x="346" y="5740"/>
                </a:lnTo>
                <a:lnTo>
                  <a:pt x="4763" y="7716"/>
                </a:lnTo>
                <a:lnTo>
                  <a:pt x="4977" y="7800"/>
                </a:lnTo>
                <a:lnTo>
                  <a:pt x="5215" y="7812"/>
                </a:lnTo>
                <a:lnTo>
                  <a:pt x="5430" y="7800"/>
                </a:lnTo>
                <a:lnTo>
                  <a:pt x="5656" y="7716"/>
                </a:lnTo>
                <a:lnTo>
                  <a:pt x="10073" y="5740"/>
                </a:lnTo>
                <a:lnTo>
                  <a:pt x="10228" y="5657"/>
                </a:lnTo>
                <a:lnTo>
                  <a:pt x="10407" y="5383"/>
                </a:lnTo>
                <a:lnTo>
                  <a:pt x="10419" y="5216"/>
                </a:lnTo>
                <a:lnTo>
                  <a:pt x="10407" y="5049"/>
                </a:lnTo>
                <a:lnTo>
                  <a:pt x="10228" y="4775"/>
                </a:lnTo>
                <a:lnTo>
                  <a:pt x="10073" y="4680"/>
                </a:lnTo>
                <a:lnTo>
                  <a:pt x="9252" y="4311"/>
                </a:lnTo>
                <a:lnTo>
                  <a:pt x="9121" y="4275"/>
                </a:lnTo>
                <a:lnTo>
                  <a:pt x="8895" y="4371"/>
                </a:lnTo>
                <a:lnTo>
                  <a:pt x="8823" y="4478"/>
                </a:lnTo>
                <a:lnTo>
                  <a:pt x="8787" y="4609"/>
                </a:lnTo>
                <a:lnTo>
                  <a:pt x="8871" y="4835"/>
                </a:lnTo>
                <a:lnTo>
                  <a:pt x="8990" y="4906"/>
                </a:lnTo>
                <a:lnTo>
                  <a:pt x="9657" y="5216"/>
                </a:lnTo>
                <a:lnTo>
                  <a:pt x="5394" y="7133"/>
                </a:lnTo>
                <a:lnTo>
                  <a:pt x="5299" y="7157"/>
                </a:lnTo>
                <a:lnTo>
                  <a:pt x="5215" y="7169"/>
                </a:lnTo>
                <a:lnTo>
                  <a:pt x="5096" y="7157"/>
                </a:lnTo>
                <a:lnTo>
                  <a:pt x="5037" y="7133"/>
                </a:lnTo>
                <a:lnTo>
                  <a:pt x="762" y="5216"/>
                </a:lnTo>
                <a:lnTo>
                  <a:pt x="1441" y="4906"/>
                </a:lnTo>
                <a:lnTo>
                  <a:pt x="1548" y="4835"/>
                </a:lnTo>
                <a:lnTo>
                  <a:pt x="1643" y="4609"/>
                </a:lnTo>
                <a:lnTo>
                  <a:pt x="1608" y="4478"/>
                </a:lnTo>
                <a:lnTo>
                  <a:pt x="1596" y="4478"/>
                </a:lnTo>
                <a:lnTo>
                  <a:pt x="1524" y="4371"/>
                </a:lnTo>
                <a:lnTo>
                  <a:pt x="1298" y="4275"/>
                </a:lnTo>
                <a:close/>
                <a:moveTo>
                  <a:pt x="1298" y="6883"/>
                </a:moveTo>
                <a:lnTo>
                  <a:pt x="1167" y="6919"/>
                </a:lnTo>
                <a:lnTo>
                  <a:pt x="346" y="7288"/>
                </a:lnTo>
                <a:lnTo>
                  <a:pt x="191" y="7371"/>
                </a:lnTo>
                <a:lnTo>
                  <a:pt x="12" y="7645"/>
                </a:lnTo>
                <a:lnTo>
                  <a:pt x="0" y="7824"/>
                </a:lnTo>
                <a:lnTo>
                  <a:pt x="12" y="7990"/>
                </a:lnTo>
                <a:lnTo>
                  <a:pt x="191" y="8264"/>
                </a:lnTo>
                <a:lnTo>
                  <a:pt x="346" y="8347"/>
                </a:lnTo>
                <a:lnTo>
                  <a:pt x="4763" y="10324"/>
                </a:lnTo>
                <a:lnTo>
                  <a:pt x="4977" y="10407"/>
                </a:lnTo>
                <a:lnTo>
                  <a:pt x="5215" y="10419"/>
                </a:lnTo>
                <a:lnTo>
                  <a:pt x="5430" y="10407"/>
                </a:lnTo>
                <a:lnTo>
                  <a:pt x="5656" y="10324"/>
                </a:lnTo>
                <a:lnTo>
                  <a:pt x="10073" y="8347"/>
                </a:lnTo>
                <a:lnTo>
                  <a:pt x="10228" y="8264"/>
                </a:lnTo>
                <a:lnTo>
                  <a:pt x="10407" y="7990"/>
                </a:lnTo>
                <a:lnTo>
                  <a:pt x="10419" y="7824"/>
                </a:lnTo>
                <a:lnTo>
                  <a:pt x="10407" y="7645"/>
                </a:lnTo>
                <a:lnTo>
                  <a:pt x="10228" y="7371"/>
                </a:lnTo>
                <a:lnTo>
                  <a:pt x="10073" y="7288"/>
                </a:lnTo>
                <a:lnTo>
                  <a:pt x="9252" y="6919"/>
                </a:lnTo>
                <a:lnTo>
                  <a:pt x="9121" y="6883"/>
                </a:lnTo>
                <a:lnTo>
                  <a:pt x="8895" y="6966"/>
                </a:lnTo>
                <a:lnTo>
                  <a:pt x="8823" y="7085"/>
                </a:lnTo>
                <a:lnTo>
                  <a:pt x="8787" y="7204"/>
                </a:lnTo>
                <a:lnTo>
                  <a:pt x="8871" y="7443"/>
                </a:lnTo>
                <a:lnTo>
                  <a:pt x="8990" y="7514"/>
                </a:lnTo>
                <a:lnTo>
                  <a:pt x="9657" y="7824"/>
                </a:lnTo>
                <a:lnTo>
                  <a:pt x="5394" y="9729"/>
                </a:lnTo>
                <a:lnTo>
                  <a:pt x="5299" y="9764"/>
                </a:lnTo>
                <a:lnTo>
                  <a:pt x="5215" y="9776"/>
                </a:lnTo>
                <a:lnTo>
                  <a:pt x="5096" y="9764"/>
                </a:lnTo>
                <a:lnTo>
                  <a:pt x="5037" y="9729"/>
                </a:lnTo>
                <a:lnTo>
                  <a:pt x="762" y="7824"/>
                </a:lnTo>
                <a:lnTo>
                  <a:pt x="1441" y="7514"/>
                </a:lnTo>
                <a:lnTo>
                  <a:pt x="1548" y="7443"/>
                </a:lnTo>
                <a:lnTo>
                  <a:pt x="1631" y="7204"/>
                </a:lnTo>
                <a:lnTo>
                  <a:pt x="1596" y="7085"/>
                </a:lnTo>
                <a:lnTo>
                  <a:pt x="1524" y="6966"/>
                </a:lnTo>
                <a:lnTo>
                  <a:pt x="1298" y="688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8" name="Google Shape;3308;p176"/>
          <p:cNvSpPr/>
          <p:nvPr/>
        </p:nvSpPr>
        <p:spPr>
          <a:xfrm>
            <a:off x="7294453" y="5601609"/>
            <a:ext cx="541265" cy="532028"/>
          </a:xfrm>
          <a:custGeom>
            <a:rect b="b" l="l" r="r" t="t"/>
            <a:pathLst>
              <a:path extrusionOk="0" h="10253" w="10431">
                <a:moveTo>
                  <a:pt x="8800" y="1"/>
                </a:moveTo>
                <a:lnTo>
                  <a:pt x="8669" y="12"/>
                </a:lnTo>
                <a:lnTo>
                  <a:pt x="8490" y="191"/>
                </a:lnTo>
                <a:lnTo>
                  <a:pt x="8466" y="322"/>
                </a:lnTo>
                <a:lnTo>
                  <a:pt x="8466" y="1144"/>
                </a:lnTo>
                <a:lnTo>
                  <a:pt x="7657" y="1144"/>
                </a:lnTo>
                <a:lnTo>
                  <a:pt x="7526" y="1156"/>
                </a:lnTo>
                <a:lnTo>
                  <a:pt x="7347" y="1334"/>
                </a:lnTo>
                <a:lnTo>
                  <a:pt x="7335" y="1465"/>
                </a:lnTo>
                <a:lnTo>
                  <a:pt x="7347" y="1596"/>
                </a:lnTo>
                <a:lnTo>
                  <a:pt x="7526" y="1775"/>
                </a:lnTo>
                <a:lnTo>
                  <a:pt x="7657" y="1787"/>
                </a:lnTo>
                <a:lnTo>
                  <a:pt x="8466" y="1787"/>
                </a:lnTo>
                <a:lnTo>
                  <a:pt x="8466" y="2608"/>
                </a:lnTo>
                <a:lnTo>
                  <a:pt x="8490" y="2739"/>
                </a:lnTo>
                <a:lnTo>
                  <a:pt x="8669" y="2918"/>
                </a:lnTo>
                <a:lnTo>
                  <a:pt x="8800" y="2930"/>
                </a:lnTo>
                <a:lnTo>
                  <a:pt x="8931" y="2918"/>
                </a:lnTo>
                <a:lnTo>
                  <a:pt x="9109" y="2739"/>
                </a:lnTo>
                <a:lnTo>
                  <a:pt x="9121" y="2608"/>
                </a:lnTo>
                <a:lnTo>
                  <a:pt x="9121" y="1787"/>
                </a:lnTo>
                <a:lnTo>
                  <a:pt x="9943" y="1787"/>
                </a:lnTo>
                <a:lnTo>
                  <a:pt x="10062" y="1775"/>
                </a:lnTo>
                <a:lnTo>
                  <a:pt x="10240" y="1596"/>
                </a:lnTo>
                <a:lnTo>
                  <a:pt x="10264" y="1465"/>
                </a:lnTo>
                <a:lnTo>
                  <a:pt x="10240" y="1334"/>
                </a:lnTo>
                <a:lnTo>
                  <a:pt x="10062" y="1156"/>
                </a:lnTo>
                <a:lnTo>
                  <a:pt x="9943" y="1144"/>
                </a:lnTo>
                <a:lnTo>
                  <a:pt x="9121" y="1144"/>
                </a:lnTo>
                <a:lnTo>
                  <a:pt x="9121" y="322"/>
                </a:lnTo>
                <a:lnTo>
                  <a:pt x="9109" y="191"/>
                </a:lnTo>
                <a:lnTo>
                  <a:pt x="8931" y="12"/>
                </a:lnTo>
                <a:lnTo>
                  <a:pt x="8800" y="1"/>
                </a:lnTo>
                <a:close/>
                <a:moveTo>
                  <a:pt x="5311" y="3096"/>
                </a:moveTo>
                <a:lnTo>
                  <a:pt x="5394" y="3132"/>
                </a:lnTo>
                <a:lnTo>
                  <a:pt x="9669" y="5049"/>
                </a:lnTo>
                <a:lnTo>
                  <a:pt x="5394" y="6966"/>
                </a:lnTo>
                <a:lnTo>
                  <a:pt x="5311" y="6990"/>
                </a:lnTo>
                <a:lnTo>
                  <a:pt x="5216" y="7002"/>
                </a:lnTo>
                <a:lnTo>
                  <a:pt x="5109" y="6990"/>
                </a:lnTo>
                <a:lnTo>
                  <a:pt x="5037" y="6966"/>
                </a:lnTo>
                <a:lnTo>
                  <a:pt x="763" y="5049"/>
                </a:lnTo>
                <a:lnTo>
                  <a:pt x="5037" y="3132"/>
                </a:lnTo>
                <a:lnTo>
                  <a:pt x="5109" y="3096"/>
                </a:lnTo>
                <a:close/>
                <a:moveTo>
                  <a:pt x="5216" y="2441"/>
                </a:moveTo>
                <a:lnTo>
                  <a:pt x="4990" y="2453"/>
                </a:lnTo>
                <a:lnTo>
                  <a:pt x="4775" y="2537"/>
                </a:lnTo>
                <a:lnTo>
                  <a:pt x="346" y="4525"/>
                </a:lnTo>
                <a:lnTo>
                  <a:pt x="203" y="4608"/>
                </a:lnTo>
                <a:lnTo>
                  <a:pt x="24" y="4882"/>
                </a:lnTo>
                <a:lnTo>
                  <a:pt x="13" y="5049"/>
                </a:lnTo>
                <a:lnTo>
                  <a:pt x="24" y="5216"/>
                </a:lnTo>
                <a:lnTo>
                  <a:pt x="203" y="5490"/>
                </a:lnTo>
                <a:lnTo>
                  <a:pt x="346" y="5573"/>
                </a:lnTo>
                <a:lnTo>
                  <a:pt x="4775" y="7561"/>
                </a:lnTo>
                <a:lnTo>
                  <a:pt x="4990" y="7633"/>
                </a:lnTo>
                <a:lnTo>
                  <a:pt x="5216" y="7657"/>
                </a:lnTo>
                <a:lnTo>
                  <a:pt x="5430" y="7633"/>
                </a:lnTo>
                <a:lnTo>
                  <a:pt x="5656" y="7561"/>
                </a:lnTo>
                <a:lnTo>
                  <a:pt x="10086" y="5573"/>
                </a:lnTo>
                <a:lnTo>
                  <a:pt x="10229" y="5490"/>
                </a:lnTo>
                <a:lnTo>
                  <a:pt x="10407" y="5216"/>
                </a:lnTo>
                <a:lnTo>
                  <a:pt x="10431" y="5049"/>
                </a:lnTo>
                <a:lnTo>
                  <a:pt x="10407" y="4882"/>
                </a:lnTo>
                <a:lnTo>
                  <a:pt x="10229" y="4608"/>
                </a:lnTo>
                <a:lnTo>
                  <a:pt x="10086" y="4525"/>
                </a:lnTo>
                <a:lnTo>
                  <a:pt x="5656" y="2537"/>
                </a:lnTo>
                <a:lnTo>
                  <a:pt x="5430" y="2453"/>
                </a:lnTo>
                <a:lnTo>
                  <a:pt x="5216" y="2441"/>
                </a:lnTo>
                <a:close/>
                <a:moveTo>
                  <a:pt x="1299" y="6716"/>
                </a:moveTo>
                <a:lnTo>
                  <a:pt x="1179" y="6752"/>
                </a:lnTo>
                <a:lnTo>
                  <a:pt x="346" y="7121"/>
                </a:lnTo>
                <a:lnTo>
                  <a:pt x="203" y="7204"/>
                </a:lnTo>
                <a:lnTo>
                  <a:pt x="24" y="7478"/>
                </a:lnTo>
                <a:lnTo>
                  <a:pt x="1" y="7657"/>
                </a:lnTo>
                <a:lnTo>
                  <a:pt x="24" y="7823"/>
                </a:lnTo>
                <a:lnTo>
                  <a:pt x="203" y="8097"/>
                </a:lnTo>
                <a:lnTo>
                  <a:pt x="346" y="8180"/>
                </a:lnTo>
                <a:lnTo>
                  <a:pt x="4775" y="10157"/>
                </a:lnTo>
                <a:lnTo>
                  <a:pt x="4990" y="10240"/>
                </a:lnTo>
                <a:lnTo>
                  <a:pt x="5216" y="10252"/>
                </a:lnTo>
                <a:lnTo>
                  <a:pt x="5430" y="10240"/>
                </a:lnTo>
                <a:lnTo>
                  <a:pt x="5656" y="10157"/>
                </a:lnTo>
                <a:lnTo>
                  <a:pt x="10086" y="8180"/>
                </a:lnTo>
                <a:lnTo>
                  <a:pt x="10229" y="8097"/>
                </a:lnTo>
                <a:lnTo>
                  <a:pt x="10407" y="7823"/>
                </a:lnTo>
                <a:lnTo>
                  <a:pt x="10419" y="7657"/>
                </a:lnTo>
                <a:lnTo>
                  <a:pt x="10407" y="7478"/>
                </a:lnTo>
                <a:lnTo>
                  <a:pt x="10229" y="7204"/>
                </a:lnTo>
                <a:lnTo>
                  <a:pt x="10086" y="7121"/>
                </a:lnTo>
                <a:lnTo>
                  <a:pt x="9252" y="6752"/>
                </a:lnTo>
                <a:lnTo>
                  <a:pt x="9133" y="6716"/>
                </a:lnTo>
                <a:lnTo>
                  <a:pt x="8895" y="6799"/>
                </a:lnTo>
                <a:lnTo>
                  <a:pt x="8824" y="6918"/>
                </a:lnTo>
                <a:lnTo>
                  <a:pt x="8788" y="7037"/>
                </a:lnTo>
                <a:lnTo>
                  <a:pt x="8883" y="7276"/>
                </a:lnTo>
                <a:lnTo>
                  <a:pt x="8990" y="7347"/>
                </a:lnTo>
                <a:lnTo>
                  <a:pt x="9669" y="7657"/>
                </a:lnTo>
                <a:lnTo>
                  <a:pt x="5394" y="9562"/>
                </a:lnTo>
                <a:lnTo>
                  <a:pt x="5311" y="9597"/>
                </a:lnTo>
                <a:lnTo>
                  <a:pt x="5216" y="9609"/>
                </a:lnTo>
                <a:lnTo>
                  <a:pt x="5109" y="9597"/>
                </a:lnTo>
                <a:lnTo>
                  <a:pt x="5037" y="9562"/>
                </a:lnTo>
                <a:lnTo>
                  <a:pt x="763" y="7657"/>
                </a:lnTo>
                <a:lnTo>
                  <a:pt x="1441" y="7347"/>
                </a:lnTo>
                <a:lnTo>
                  <a:pt x="1549" y="7276"/>
                </a:lnTo>
                <a:lnTo>
                  <a:pt x="1644" y="7037"/>
                </a:lnTo>
                <a:lnTo>
                  <a:pt x="1608" y="6918"/>
                </a:lnTo>
                <a:lnTo>
                  <a:pt x="1537" y="6799"/>
                </a:lnTo>
                <a:lnTo>
                  <a:pt x="1299" y="671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09" name="Google Shape;3309;p176"/>
          <p:cNvSpPr/>
          <p:nvPr/>
        </p:nvSpPr>
        <p:spPr>
          <a:xfrm>
            <a:off x="1042750" y="5592943"/>
            <a:ext cx="675348" cy="540694"/>
          </a:xfrm>
          <a:custGeom>
            <a:rect b="b" l="l" r="r" t="t"/>
            <a:pathLst>
              <a:path extrusionOk="0" h="10420" w="13015">
                <a:moveTo>
                  <a:pt x="10609" y="656"/>
                </a:moveTo>
                <a:lnTo>
                  <a:pt x="10990" y="739"/>
                </a:lnTo>
                <a:lnTo>
                  <a:pt x="11347" y="882"/>
                </a:lnTo>
                <a:lnTo>
                  <a:pt x="11657" y="1096"/>
                </a:lnTo>
                <a:lnTo>
                  <a:pt x="11919" y="1358"/>
                </a:lnTo>
                <a:lnTo>
                  <a:pt x="12121" y="1680"/>
                </a:lnTo>
                <a:lnTo>
                  <a:pt x="12276" y="2025"/>
                </a:lnTo>
                <a:lnTo>
                  <a:pt x="12348" y="2406"/>
                </a:lnTo>
                <a:lnTo>
                  <a:pt x="12360" y="2608"/>
                </a:lnTo>
                <a:lnTo>
                  <a:pt x="12348" y="2811"/>
                </a:lnTo>
                <a:lnTo>
                  <a:pt x="12276" y="3192"/>
                </a:lnTo>
                <a:lnTo>
                  <a:pt x="12121" y="3537"/>
                </a:lnTo>
                <a:lnTo>
                  <a:pt x="11907" y="3847"/>
                </a:lnTo>
                <a:lnTo>
                  <a:pt x="11645" y="4121"/>
                </a:lnTo>
                <a:lnTo>
                  <a:pt x="11336" y="4323"/>
                </a:lnTo>
                <a:lnTo>
                  <a:pt x="10990" y="4478"/>
                </a:lnTo>
                <a:lnTo>
                  <a:pt x="10609" y="4549"/>
                </a:lnTo>
                <a:lnTo>
                  <a:pt x="10407" y="4561"/>
                </a:lnTo>
                <a:lnTo>
                  <a:pt x="10204" y="4549"/>
                </a:lnTo>
                <a:lnTo>
                  <a:pt x="9823" y="4478"/>
                </a:lnTo>
                <a:lnTo>
                  <a:pt x="9466" y="4323"/>
                </a:lnTo>
                <a:lnTo>
                  <a:pt x="9157" y="4121"/>
                </a:lnTo>
                <a:lnTo>
                  <a:pt x="8895" y="3847"/>
                </a:lnTo>
                <a:lnTo>
                  <a:pt x="8680" y="3537"/>
                </a:lnTo>
                <a:lnTo>
                  <a:pt x="8537" y="3192"/>
                </a:lnTo>
                <a:lnTo>
                  <a:pt x="8454" y="2811"/>
                </a:lnTo>
                <a:lnTo>
                  <a:pt x="8454" y="2608"/>
                </a:lnTo>
                <a:lnTo>
                  <a:pt x="8454" y="2406"/>
                </a:lnTo>
                <a:lnTo>
                  <a:pt x="8537" y="2025"/>
                </a:lnTo>
                <a:lnTo>
                  <a:pt x="8680" y="1680"/>
                </a:lnTo>
                <a:lnTo>
                  <a:pt x="8895" y="1358"/>
                </a:lnTo>
                <a:lnTo>
                  <a:pt x="9157" y="1096"/>
                </a:lnTo>
                <a:lnTo>
                  <a:pt x="9466" y="882"/>
                </a:lnTo>
                <a:lnTo>
                  <a:pt x="9823" y="739"/>
                </a:lnTo>
                <a:lnTo>
                  <a:pt x="10204" y="656"/>
                </a:lnTo>
                <a:close/>
                <a:moveTo>
                  <a:pt x="10407" y="1"/>
                </a:moveTo>
                <a:lnTo>
                  <a:pt x="10181" y="13"/>
                </a:lnTo>
                <a:lnTo>
                  <a:pt x="9752" y="84"/>
                </a:lnTo>
                <a:lnTo>
                  <a:pt x="9347" y="227"/>
                </a:lnTo>
                <a:lnTo>
                  <a:pt x="8978" y="429"/>
                </a:lnTo>
                <a:lnTo>
                  <a:pt x="8645" y="691"/>
                </a:lnTo>
                <a:lnTo>
                  <a:pt x="8371" y="1001"/>
                </a:lnTo>
                <a:lnTo>
                  <a:pt x="8133" y="1346"/>
                </a:lnTo>
                <a:lnTo>
                  <a:pt x="7954" y="1727"/>
                </a:lnTo>
                <a:lnTo>
                  <a:pt x="7894" y="1942"/>
                </a:lnTo>
                <a:lnTo>
                  <a:pt x="3572" y="1942"/>
                </a:lnTo>
                <a:lnTo>
                  <a:pt x="3441" y="1954"/>
                </a:lnTo>
                <a:lnTo>
                  <a:pt x="3263" y="2144"/>
                </a:lnTo>
                <a:lnTo>
                  <a:pt x="3239" y="2263"/>
                </a:lnTo>
                <a:lnTo>
                  <a:pt x="3239" y="3894"/>
                </a:lnTo>
                <a:lnTo>
                  <a:pt x="3263" y="4025"/>
                </a:lnTo>
                <a:lnTo>
                  <a:pt x="3441" y="4204"/>
                </a:lnTo>
                <a:lnTo>
                  <a:pt x="3572" y="4240"/>
                </a:lnTo>
                <a:lnTo>
                  <a:pt x="3703" y="4216"/>
                </a:lnTo>
                <a:lnTo>
                  <a:pt x="3882" y="4037"/>
                </a:lnTo>
                <a:lnTo>
                  <a:pt x="3894" y="3906"/>
                </a:lnTo>
                <a:lnTo>
                  <a:pt x="3894" y="2608"/>
                </a:lnTo>
                <a:lnTo>
                  <a:pt x="5192" y="2608"/>
                </a:lnTo>
                <a:lnTo>
                  <a:pt x="5192" y="3906"/>
                </a:lnTo>
                <a:lnTo>
                  <a:pt x="5215" y="4037"/>
                </a:lnTo>
                <a:lnTo>
                  <a:pt x="5394" y="4216"/>
                </a:lnTo>
                <a:lnTo>
                  <a:pt x="5525" y="4240"/>
                </a:lnTo>
                <a:lnTo>
                  <a:pt x="5656" y="4216"/>
                </a:lnTo>
                <a:lnTo>
                  <a:pt x="5835" y="4037"/>
                </a:lnTo>
                <a:lnTo>
                  <a:pt x="5847" y="3906"/>
                </a:lnTo>
                <a:lnTo>
                  <a:pt x="5847" y="2608"/>
                </a:lnTo>
                <a:lnTo>
                  <a:pt x="7799" y="2608"/>
                </a:lnTo>
                <a:lnTo>
                  <a:pt x="7811" y="2870"/>
                </a:lnTo>
                <a:lnTo>
                  <a:pt x="7906" y="3382"/>
                </a:lnTo>
                <a:lnTo>
                  <a:pt x="8109" y="3847"/>
                </a:lnTo>
                <a:lnTo>
                  <a:pt x="8383" y="4263"/>
                </a:lnTo>
                <a:lnTo>
                  <a:pt x="8740" y="4621"/>
                </a:lnTo>
                <a:lnTo>
                  <a:pt x="9157" y="4906"/>
                </a:lnTo>
                <a:lnTo>
                  <a:pt x="9621" y="5097"/>
                </a:lnTo>
                <a:lnTo>
                  <a:pt x="10133" y="5204"/>
                </a:lnTo>
                <a:lnTo>
                  <a:pt x="10407" y="5216"/>
                </a:lnTo>
                <a:lnTo>
                  <a:pt x="10669" y="5204"/>
                </a:lnTo>
                <a:lnTo>
                  <a:pt x="11193" y="5097"/>
                </a:lnTo>
                <a:lnTo>
                  <a:pt x="11657" y="4906"/>
                </a:lnTo>
                <a:lnTo>
                  <a:pt x="12074" y="4621"/>
                </a:lnTo>
                <a:lnTo>
                  <a:pt x="12419" y="4263"/>
                </a:lnTo>
                <a:lnTo>
                  <a:pt x="12705" y="3847"/>
                </a:lnTo>
                <a:lnTo>
                  <a:pt x="12895" y="3382"/>
                </a:lnTo>
                <a:lnTo>
                  <a:pt x="13002" y="2870"/>
                </a:lnTo>
                <a:lnTo>
                  <a:pt x="13014" y="2608"/>
                </a:lnTo>
                <a:lnTo>
                  <a:pt x="13002" y="2335"/>
                </a:lnTo>
                <a:lnTo>
                  <a:pt x="12895" y="1834"/>
                </a:lnTo>
                <a:lnTo>
                  <a:pt x="12705" y="1358"/>
                </a:lnTo>
                <a:lnTo>
                  <a:pt x="12419" y="953"/>
                </a:lnTo>
                <a:lnTo>
                  <a:pt x="12074" y="596"/>
                </a:lnTo>
                <a:lnTo>
                  <a:pt x="11657" y="310"/>
                </a:lnTo>
                <a:lnTo>
                  <a:pt x="11193" y="120"/>
                </a:lnTo>
                <a:lnTo>
                  <a:pt x="10669" y="13"/>
                </a:lnTo>
                <a:lnTo>
                  <a:pt x="10407" y="1"/>
                </a:lnTo>
                <a:close/>
                <a:moveTo>
                  <a:pt x="2608" y="5859"/>
                </a:moveTo>
                <a:lnTo>
                  <a:pt x="2810" y="5871"/>
                </a:lnTo>
                <a:lnTo>
                  <a:pt x="3191" y="5954"/>
                </a:lnTo>
                <a:lnTo>
                  <a:pt x="3537" y="6097"/>
                </a:lnTo>
                <a:lnTo>
                  <a:pt x="3846" y="6311"/>
                </a:lnTo>
                <a:lnTo>
                  <a:pt x="4120" y="6573"/>
                </a:lnTo>
                <a:lnTo>
                  <a:pt x="4322" y="6883"/>
                </a:lnTo>
                <a:lnTo>
                  <a:pt x="4477" y="7240"/>
                </a:lnTo>
                <a:lnTo>
                  <a:pt x="4549" y="7621"/>
                </a:lnTo>
                <a:lnTo>
                  <a:pt x="4561" y="7812"/>
                </a:lnTo>
                <a:lnTo>
                  <a:pt x="4549" y="8014"/>
                </a:lnTo>
                <a:lnTo>
                  <a:pt x="4477" y="8395"/>
                </a:lnTo>
                <a:lnTo>
                  <a:pt x="4322" y="8752"/>
                </a:lnTo>
                <a:lnTo>
                  <a:pt x="4120" y="9062"/>
                </a:lnTo>
                <a:lnTo>
                  <a:pt x="3858" y="9324"/>
                </a:lnTo>
                <a:lnTo>
                  <a:pt x="3537" y="9538"/>
                </a:lnTo>
                <a:lnTo>
                  <a:pt x="3191" y="9681"/>
                </a:lnTo>
                <a:lnTo>
                  <a:pt x="2810" y="9764"/>
                </a:lnTo>
                <a:lnTo>
                  <a:pt x="2405" y="9764"/>
                </a:lnTo>
                <a:lnTo>
                  <a:pt x="2024" y="9681"/>
                </a:lnTo>
                <a:lnTo>
                  <a:pt x="1679" y="9538"/>
                </a:lnTo>
                <a:lnTo>
                  <a:pt x="1370" y="9336"/>
                </a:lnTo>
                <a:lnTo>
                  <a:pt x="1096" y="9062"/>
                </a:lnTo>
                <a:lnTo>
                  <a:pt x="893" y="8752"/>
                </a:lnTo>
                <a:lnTo>
                  <a:pt x="739" y="8407"/>
                </a:lnTo>
                <a:lnTo>
                  <a:pt x="667" y="8014"/>
                </a:lnTo>
                <a:lnTo>
                  <a:pt x="655" y="7812"/>
                </a:lnTo>
                <a:lnTo>
                  <a:pt x="667" y="7609"/>
                </a:lnTo>
                <a:lnTo>
                  <a:pt x="739" y="7228"/>
                </a:lnTo>
                <a:lnTo>
                  <a:pt x="893" y="6871"/>
                </a:lnTo>
                <a:lnTo>
                  <a:pt x="1096" y="6561"/>
                </a:lnTo>
                <a:lnTo>
                  <a:pt x="1370" y="6300"/>
                </a:lnTo>
                <a:lnTo>
                  <a:pt x="1679" y="6097"/>
                </a:lnTo>
                <a:lnTo>
                  <a:pt x="2024" y="5942"/>
                </a:lnTo>
                <a:lnTo>
                  <a:pt x="2405" y="5871"/>
                </a:lnTo>
                <a:lnTo>
                  <a:pt x="2608" y="5859"/>
                </a:lnTo>
                <a:close/>
                <a:moveTo>
                  <a:pt x="2346" y="5216"/>
                </a:moveTo>
                <a:lnTo>
                  <a:pt x="1834" y="5323"/>
                </a:lnTo>
                <a:lnTo>
                  <a:pt x="1370" y="5526"/>
                </a:lnTo>
                <a:lnTo>
                  <a:pt x="953" y="5799"/>
                </a:lnTo>
                <a:lnTo>
                  <a:pt x="596" y="6157"/>
                </a:lnTo>
                <a:lnTo>
                  <a:pt x="310" y="6573"/>
                </a:lnTo>
                <a:lnTo>
                  <a:pt x="119" y="7038"/>
                </a:lnTo>
                <a:lnTo>
                  <a:pt x="12" y="7550"/>
                </a:lnTo>
                <a:lnTo>
                  <a:pt x="0" y="7812"/>
                </a:lnTo>
                <a:lnTo>
                  <a:pt x="12" y="8086"/>
                </a:lnTo>
                <a:lnTo>
                  <a:pt x="119" y="8598"/>
                </a:lnTo>
                <a:lnTo>
                  <a:pt x="310" y="9062"/>
                </a:lnTo>
                <a:lnTo>
                  <a:pt x="596" y="9479"/>
                </a:lnTo>
                <a:lnTo>
                  <a:pt x="953" y="9824"/>
                </a:lnTo>
                <a:lnTo>
                  <a:pt x="1370" y="10110"/>
                </a:lnTo>
                <a:lnTo>
                  <a:pt x="1834" y="10312"/>
                </a:lnTo>
                <a:lnTo>
                  <a:pt x="2346" y="10407"/>
                </a:lnTo>
                <a:lnTo>
                  <a:pt x="2608" y="10419"/>
                </a:lnTo>
                <a:lnTo>
                  <a:pt x="2834" y="10419"/>
                </a:lnTo>
                <a:lnTo>
                  <a:pt x="3263" y="10336"/>
                </a:lnTo>
                <a:lnTo>
                  <a:pt x="3668" y="10193"/>
                </a:lnTo>
                <a:lnTo>
                  <a:pt x="4049" y="9991"/>
                </a:lnTo>
                <a:lnTo>
                  <a:pt x="4370" y="9729"/>
                </a:lnTo>
                <a:lnTo>
                  <a:pt x="4656" y="9419"/>
                </a:lnTo>
                <a:lnTo>
                  <a:pt x="4882" y="9062"/>
                </a:lnTo>
                <a:lnTo>
                  <a:pt x="5061" y="8681"/>
                </a:lnTo>
                <a:lnTo>
                  <a:pt x="5108" y="8467"/>
                </a:lnTo>
                <a:lnTo>
                  <a:pt x="9430" y="8467"/>
                </a:lnTo>
                <a:lnTo>
                  <a:pt x="9561" y="8455"/>
                </a:lnTo>
                <a:lnTo>
                  <a:pt x="9740" y="8276"/>
                </a:lnTo>
                <a:lnTo>
                  <a:pt x="9752" y="8145"/>
                </a:lnTo>
                <a:lnTo>
                  <a:pt x="9752" y="6514"/>
                </a:lnTo>
                <a:lnTo>
                  <a:pt x="9740" y="6383"/>
                </a:lnTo>
                <a:lnTo>
                  <a:pt x="9573" y="6204"/>
                </a:lnTo>
                <a:lnTo>
                  <a:pt x="9442" y="6192"/>
                </a:lnTo>
                <a:lnTo>
                  <a:pt x="9311" y="6204"/>
                </a:lnTo>
                <a:lnTo>
                  <a:pt x="9121" y="6383"/>
                </a:lnTo>
                <a:lnTo>
                  <a:pt x="9097" y="6514"/>
                </a:lnTo>
                <a:lnTo>
                  <a:pt x="9097" y="7812"/>
                </a:lnTo>
                <a:lnTo>
                  <a:pt x="7799" y="7812"/>
                </a:lnTo>
                <a:lnTo>
                  <a:pt x="7799" y="6514"/>
                </a:lnTo>
                <a:lnTo>
                  <a:pt x="7787" y="6383"/>
                </a:lnTo>
                <a:lnTo>
                  <a:pt x="7609" y="6204"/>
                </a:lnTo>
                <a:lnTo>
                  <a:pt x="7478" y="6192"/>
                </a:lnTo>
                <a:lnTo>
                  <a:pt x="7347" y="6204"/>
                </a:lnTo>
                <a:lnTo>
                  <a:pt x="7168" y="6383"/>
                </a:lnTo>
                <a:lnTo>
                  <a:pt x="7144" y="6514"/>
                </a:lnTo>
                <a:lnTo>
                  <a:pt x="7144" y="7812"/>
                </a:lnTo>
                <a:lnTo>
                  <a:pt x="5215" y="7812"/>
                </a:lnTo>
                <a:lnTo>
                  <a:pt x="5204" y="7550"/>
                </a:lnTo>
                <a:lnTo>
                  <a:pt x="5096" y="7038"/>
                </a:lnTo>
                <a:lnTo>
                  <a:pt x="4906" y="6573"/>
                </a:lnTo>
                <a:lnTo>
                  <a:pt x="4620" y="6157"/>
                </a:lnTo>
                <a:lnTo>
                  <a:pt x="4263" y="5799"/>
                </a:lnTo>
                <a:lnTo>
                  <a:pt x="3846" y="5526"/>
                </a:lnTo>
                <a:lnTo>
                  <a:pt x="3382" y="5323"/>
                </a:lnTo>
                <a:lnTo>
                  <a:pt x="2870" y="521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0" name="Google Shape;3310;p176"/>
          <p:cNvSpPr/>
          <p:nvPr/>
        </p:nvSpPr>
        <p:spPr>
          <a:xfrm>
            <a:off x="9356128" y="5592943"/>
            <a:ext cx="540642" cy="540694"/>
          </a:xfrm>
          <a:custGeom>
            <a:rect b="b" l="l" r="r" t="t"/>
            <a:pathLst>
              <a:path extrusionOk="0" h="10420" w="10419">
                <a:moveTo>
                  <a:pt x="5216" y="656"/>
                </a:moveTo>
                <a:lnTo>
                  <a:pt x="5632" y="668"/>
                </a:lnTo>
                <a:lnTo>
                  <a:pt x="6454" y="822"/>
                </a:lnTo>
                <a:lnTo>
                  <a:pt x="7204" y="1108"/>
                </a:lnTo>
                <a:lnTo>
                  <a:pt x="7895" y="1513"/>
                </a:lnTo>
                <a:lnTo>
                  <a:pt x="8192" y="1763"/>
                </a:lnTo>
                <a:lnTo>
                  <a:pt x="6347" y="3621"/>
                </a:lnTo>
                <a:lnTo>
                  <a:pt x="6097" y="3454"/>
                </a:lnTo>
                <a:lnTo>
                  <a:pt x="5525" y="3263"/>
                </a:lnTo>
                <a:lnTo>
                  <a:pt x="5216" y="3239"/>
                </a:lnTo>
                <a:lnTo>
                  <a:pt x="4894" y="3263"/>
                </a:lnTo>
                <a:lnTo>
                  <a:pt x="4335" y="3454"/>
                </a:lnTo>
                <a:lnTo>
                  <a:pt x="4085" y="3621"/>
                </a:lnTo>
                <a:lnTo>
                  <a:pt x="2227" y="1763"/>
                </a:lnTo>
                <a:lnTo>
                  <a:pt x="2537" y="1513"/>
                </a:lnTo>
                <a:lnTo>
                  <a:pt x="3215" y="1108"/>
                </a:lnTo>
                <a:lnTo>
                  <a:pt x="3977" y="822"/>
                </a:lnTo>
                <a:lnTo>
                  <a:pt x="4787" y="668"/>
                </a:lnTo>
                <a:lnTo>
                  <a:pt x="5216" y="656"/>
                </a:lnTo>
                <a:close/>
                <a:moveTo>
                  <a:pt x="5216" y="3906"/>
                </a:moveTo>
                <a:lnTo>
                  <a:pt x="5478" y="3930"/>
                </a:lnTo>
                <a:lnTo>
                  <a:pt x="5942" y="4121"/>
                </a:lnTo>
                <a:lnTo>
                  <a:pt x="6299" y="4478"/>
                </a:lnTo>
                <a:lnTo>
                  <a:pt x="6490" y="4942"/>
                </a:lnTo>
                <a:lnTo>
                  <a:pt x="6513" y="5216"/>
                </a:lnTo>
                <a:lnTo>
                  <a:pt x="6490" y="5478"/>
                </a:lnTo>
                <a:lnTo>
                  <a:pt x="6299" y="5942"/>
                </a:lnTo>
                <a:lnTo>
                  <a:pt x="5942" y="6300"/>
                </a:lnTo>
                <a:lnTo>
                  <a:pt x="5478" y="6490"/>
                </a:lnTo>
                <a:lnTo>
                  <a:pt x="5216" y="6514"/>
                </a:lnTo>
                <a:lnTo>
                  <a:pt x="4942" y="6490"/>
                </a:lnTo>
                <a:lnTo>
                  <a:pt x="4477" y="6300"/>
                </a:lnTo>
                <a:lnTo>
                  <a:pt x="4120" y="5942"/>
                </a:lnTo>
                <a:lnTo>
                  <a:pt x="3930" y="5478"/>
                </a:lnTo>
                <a:lnTo>
                  <a:pt x="3906" y="5216"/>
                </a:lnTo>
                <a:lnTo>
                  <a:pt x="3930" y="4942"/>
                </a:lnTo>
                <a:lnTo>
                  <a:pt x="4120" y="4478"/>
                </a:lnTo>
                <a:lnTo>
                  <a:pt x="4477" y="4121"/>
                </a:lnTo>
                <a:lnTo>
                  <a:pt x="4942" y="3930"/>
                </a:lnTo>
                <a:lnTo>
                  <a:pt x="5216" y="3906"/>
                </a:lnTo>
                <a:close/>
                <a:moveTo>
                  <a:pt x="1763" y="2227"/>
                </a:moveTo>
                <a:lnTo>
                  <a:pt x="3620" y="4085"/>
                </a:lnTo>
                <a:lnTo>
                  <a:pt x="3453" y="4335"/>
                </a:lnTo>
                <a:lnTo>
                  <a:pt x="3275" y="4906"/>
                </a:lnTo>
                <a:lnTo>
                  <a:pt x="3263" y="5216"/>
                </a:lnTo>
                <a:lnTo>
                  <a:pt x="3275" y="5526"/>
                </a:lnTo>
                <a:lnTo>
                  <a:pt x="3453" y="6097"/>
                </a:lnTo>
                <a:lnTo>
                  <a:pt x="3620" y="6347"/>
                </a:lnTo>
                <a:lnTo>
                  <a:pt x="1763" y="8193"/>
                </a:lnTo>
                <a:lnTo>
                  <a:pt x="1513" y="7895"/>
                </a:lnTo>
                <a:lnTo>
                  <a:pt x="1108" y="7204"/>
                </a:lnTo>
                <a:lnTo>
                  <a:pt x="810" y="6454"/>
                </a:lnTo>
                <a:lnTo>
                  <a:pt x="667" y="5633"/>
                </a:lnTo>
                <a:lnTo>
                  <a:pt x="655" y="5216"/>
                </a:lnTo>
                <a:lnTo>
                  <a:pt x="667" y="4787"/>
                </a:lnTo>
                <a:lnTo>
                  <a:pt x="810" y="3978"/>
                </a:lnTo>
                <a:lnTo>
                  <a:pt x="1108" y="3216"/>
                </a:lnTo>
                <a:lnTo>
                  <a:pt x="1513" y="2537"/>
                </a:lnTo>
                <a:lnTo>
                  <a:pt x="1763" y="2227"/>
                </a:lnTo>
                <a:close/>
                <a:moveTo>
                  <a:pt x="8657" y="2227"/>
                </a:moveTo>
                <a:lnTo>
                  <a:pt x="8907" y="2537"/>
                </a:lnTo>
                <a:lnTo>
                  <a:pt x="9312" y="3216"/>
                </a:lnTo>
                <a:lnTo>
                  <a:pt x="9609" y="3978"/>
                </a:lnTo>
                <a:lnTo>
                  <a:pt x="9752" y="4787"/>
                </a:lnTo>
                <a:lnTo>
                  <a:pt x="9764" y="5216"/>
                </a:lnTo>
                <a:lnTo>
                  <a:pt x="9752" y="5633"/>
                </a:lnTo>
                <a:lnTo>
                  <a:pt x="9609" y="6454"/>
                </a:lnTo>
                <a:lnTo>
                  <a:pt x="9312" y="7204"/>
                </a:lnTo>
                <a:lnTo>
                  <a:pt x="8907" y="7895"/>
                </a:lnTo>
                <a:lnTo>
                  <a:pt x="8657" y="8193"/>
                </a:lnTo>
                <a:lnTo>
                  <a:pt x="6799" y="6347"/>
                </a:lnTo>
                <a:lnTo>
                  <a:pt x="6966" y="6097"/>
                </a:lnTo>
                <a:lnTo>
                  <a:pt x="7145" y="5526"/>
                </a:lnTo>
                <a:lnTo>
                  <a:pt x="7168" y="5216"/>
                </a:lnTo>
                <a:lnTo>
                  <a:pt x="7145" y="4895"/>
                </a:lnTo>
                <a:lnTo>
                  <a:pt x="6966" y="4335"/>
                </a:lnTo>
                <a:lnTo>
                  <a:pt x="6799" y="4085"/>
                </a:lnTo>
                <a:lnTo>
                  <a:pt x="8657" y="2227"/>
                </a:lnTo>
                <a:close/>
                <a:moveTo>
                  <a:pt x="6347" y="6812"/>
                </a:moveTo>
                <a:lnTo>
                  <a:pt x="8192" y="8657"/>
                </a:lnTo>
                <a:lnTo>
                  <a:pt x="7895" y="8907"/>
                </a:lnTo>
                <a:lnTo>
                  <a:pt x="7204" y="9324"/>
                </a:lnTo>
                <a:lnTo>
                  <a:pt x="6454" y="9610"/>
                </a:lnTo>
                <a:lnTo>
                  <a:pt x="5632" y="9752"/>
                </a:lnTo>
                <a:lnTo>
                  <a:pt x="5216" y="9776"/>
                </a:lnTo>
                <a:lnTo>
                  <a:pt x="4787" y="9752"/>
                </a:lnTo>
                <a:lnTo>
                  <a:pt x="3977" y="9610"/>
                </a:lnTo>
                <a:lnTo>
                  <a:pt x="3215" y="9324"/>
                </a:lnTo>
                <a:lnTo>
                  <a:pt x="2537" y="8907"/>
                </a:lnTo>
                <a:lnTo>
                  <a:pt x="2227" y="8657"/>
                </a:lnTo>
                <a:lnTo>
                  <a:pt x="4085" y="6812"/>
                </a:lnTo>
                <a:lnTo>
                  <a:pt x="4323" y="6966"/>
                </a:lnTo>
                <a:lnTo>
                  <a:pt x="4894" y="7145"/>
                </a:lnTo>
                <a:lnTo>
                  <a:pt x="5216" y="7169"/>
                </a:lnTo>
                <a:lnTo>
                  <a:pt x="5525" y="7145"/>
                </a:lnTo>
                <a:lnTo>
                  <a:pt x="6097" y="6966"/>
                </a:lnTo>
                <a:lnTo>
                  <a:pt x="6347" y="6812"/>
                </a:lnTo>
                <a:close/>
                <a:moveTo>
                  <a:pt x="5216" y="1"/>
                </a:moveTo>
                <a:lnTo>
                  <a:pt x="4716" y="25"/>
                </a:lnTo>
                <a:lnTo>
                  <a:pt x="3775" y="191"/>
                </a:lnTo>
                <a:lnTo>
                  <a:pt x="2906" y="537"/>
                </a:lnTo>
                <a:lnTo>
                  <a:pt x="2120" y="1013"/>
                </a:lnTo>
                <a:lnTo>
                  <a:pt x="1763" y="1311"/>
                </a:lnTo>
                <a:lnTo>
                  <a:pt x="1536" y="1072"/>
                </a:lnTo>
                <a:lnTo>
                  <a:pt x="1429" y="1001"/>
                </a:lnTo>
                <a:lnTo>
                  <a:pt x="1179" y="1001"/>
                </a:lnTo>
                <a:lnTo>
                  <a:pt x="1072" y="1072"/>
                </a:lnTo>
                <a:lnTo>
                  <a:pt x="1001" y="1180"/>
                </a:lnTo>
                <a:lnTo>
                  <a:pt x="1001" y="1430"/>
                </a:lnTo>
                <a:lnTo>
                  <a:pt x="1072" y="1537"/>
                </a:lnTo>
                <a:lnTo>
                  <a:pt x="1310" y="1763"/>
                </a:lnTo>
                <a:lnTo>
                  <a:pt x="1013" y="2120"/>
                </a:lnTo>
                <a:lnTo>
                  <a:pt x="536" y="2906"/>
                </a:lnTo>
                <a:lnTo>
                  <a:pt x="191" y="3787"/>
                </a:lnTo>
                <a:lnTo>
                  <a:pt x="24" y="4716"/>
                </a:lnTo>
                <a:lnTo>
                  <a:pt x="0" y="5216"/>
                </a:lnTo>
                <a:lnTo>
                  <a:pt x="24" y="5704"/>
                </a:lnTo>
                <a:lnTo>
                  <a:pt x="191" y="6645"/>
                </a:lnTo>
                <a:lnTo>
                  <a:pt x="536" y="7514"/>
                </a:lnTo>
                <a:lnTo>
                  <a:pt x="1013" y="8312"/>
                </a:lnTo>
                <a:lnTo>
                  <a:pt x="1310" y="8657"/>
                </a:lnTo>
                <a:lnTo>
                  <a:pt x="1072" y="8895"/>
                </a:lnTo>
                <a:lnTo>
                  <a:pt x="1001" y="8990"/>
                </a:lnTo>
                <a:lnTo>
                  <a:pt x="1001" y="9240"/>
                </a:lnTo>
                <a:lnTo>
                  <a:pt x="1072" y="9348"/>
                </a:lnTo>
                <a:lnTo>
                  <a:pt x="1179" y="9431"/>
                </a:lnTo>
                <a:lnTo>
                  <a:pt x="1429" y="9431"/>
                </a:lnTo>
                <a:lnTo>
                  <a:pt x="1536" y="9348"/>
                </a:lnTo>
                <a:lnTo>
                  <a:pt x="1763" y="9098"/>
                </a:lnTo>
                <a:lnTo>
                  <a:pt x="2120" y="9395"/>
                </a:lnTo>
                <a:lnTo>
                  <a:pt x="2906" y="9883"/>
                </a:lnTo>
                <a:lnTo>
                  <a:pt x="3775" y="10229"/>
                </a:lnTo>
                <a:lnTo>
                  <a:pt x="4716" y="10407"/>
                </a:lnTo>
                <a:lnTo>
                  <a:pt x="5216" y="10419"/>
                </a:lnTo>
                <a:lnTo>
                  <a:pt x="5704" y="10407"/>
                </a:lnTo>
                <a:lnTo>
                  <a:pt x="6644" y="10229"/>
                </a:lnTo>
                <a:lnTo>
                  <a:pt x="7514" y="9883"/>
                </a:lnTo>
                <a:lnTo>
                  <a:pt x="8299" y="9395"/>
                </a:lnTo>
                <a:lnTo>
                  <a:pt x="8657" y="9098"/>
                </a:lnTo>
                <a:lnTo>
                  <a:pt x="8883" y="9348"/>
                </a:lnTo>
                <a:lnTo>
                  <a:pt x="8990" y="9431"/>
                </a:lnTo>
                <a:lnTo>
                  <a:pt x="9240" y="9431"/>
                </a:lnTo>
                <a:lnTo>
                  <a:pt x="9347" y="9348"/>
                </a:lnTo>
                <a:lnTo>
                  <a:pt x="9431" y="9240"/>
                </a:lnTo>
                <a:lnTo>
                  <a:pt x="9431" y="8990"/>
                </a:lnTo>
                <a:lnTo>
                  <a:pt x="9347" y="8895"/>
                </a:lnTo>
                <a:lnTo>
                  <a:pt x="9097" y="8657"/>
                </a:lnTo>
                <a:lnTo>
                  <a:pt x="9395" y="8312"/>
                </a:lnTo>
                <a:lnTo>
                  <a:pt x="9883" y="7514"/>
                </a:lnTo>
                <a:lnTo>
                  <a:pt x="10228" y="6645"/>
                </a:lnTo>
                <a:lnTo>
                  <a:pt x="10407" y="5704"/>
                </a:lnTo>
                <a:lnTo>
                  <a:pt x="10419" y="5216"/>
                </a:lnTo>
                <a:lnTo>
                  <a:pt x="10407" y="4716"/>
                </a:lnTo>
                <a:lnTo>
                  <a:pt x="10228" y="3787"/>
                </a:lnTo>
                <a:lnTo>
                  <a:pt x="9883" y="2906"/>
                </a:lnTo>
                <a:lnTo>
                  <a:pt x="9395" y="2120"/>
                </a:lnTo>
                <a:lnTo>
                  <a:pt x="9097" y="1763"/>
                </a:lnTo>
                <a:lnTo>
                  <a:pt x="9347" y="1537"/>
                </a:lnTo>
                <a:lnTo>
                  <a:pt x="9431" y="1430"/>
                </a:lnTo>
                <a:lnTo>
                  <a:pt x="9431" y="1180"/>
                </a:lnTo>
                <a:lnTo>
                  <a:pt x="9347" y="1072"/>
                </a:lnTo>
                <a:lnTo>
                  <a:pt x="9240" y="1001"/>
                </a:lnTo>
                <a:lnTo>
                  <a:pt x="8990" y="1001"/>
                </a:lnTo>
                <a:lnTo>
                  <a:pt x="8883" y="1072"/>
                </a:lnTo>
                <a:lnTo>
                  <a:pt x="8657" y="1311"/>
                </a:lnTo>
                <a:lnTo>
                  <a:pt x="8299" y="1013"/>
                </a:lnTo>
                <a:lnTo>
                  <a:pt x="7514" y="537"/>
                </a:lnTo>
                <a:lnTo>
                  <a:pt x="6644" y="191"/>
                </a:lnTo>
                <a:lnTo>
                  <a:pt x="5704" y="25"/>
                </a:lnTo>
                <a:lnTo>
                  <a:pt x="5216"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1" name="Google Shape;3311;p176"/>
          <p:cNvSpPr/>
          <p:nvPr/>
        </p:nvSpPr>
        <p:spPr>
          <a:xfrm>
            <a:off x="10420616" y="5626930"/>
            <a:ext cx="473341" cy="472718"/>
          </a:xfrm>
          <a:custGeom>
            <a:rect b="b" l="l" r="r" t="t"/>
            <a:pathLst>
              <a:path extrusionOk="0" h="9110" w="9122">
                <a:moveTo>
                  <a:pt x="4240" y="1299"/>
                </a:moveTo>
                <a:lnTo>
                  <a:pt x="4073" y="1310"/>
                </a:lnTo>
                <a:lnTo>
                  <a:pt x="3751" y="1370"/>
                </a:lnTo>
                <a:lnTo>
                  <a:pt x="3454" y="1501"/>
                </a:lnTo>
                <a:lnTo>
                  <a:pt x="3192" y="1668"/>
                </a:lnTo>
                <a:lnTo>
                  <a:pt x="2978" y="1894"/>
                </a:lnTo>
                <a:lnTo>
                  <a:pt x="2799" y="2156"/>
                </a:lnTo>
                <a:lnTo>
                  <a:pt x="2680" y="2442"/>
                </a:lnTo>
                <a:lnTo>
                  <a:pt x="2608" y="2763"/>
                </a:lnTo>
                <a:lnTo>
                  <a:pt x="2608" y="2930"/>
                </a:lnTo>
                <a:lnTo>
                  <a:pt x="2620" y="3061"/>
                </a:lnTo>
                <a:lnTo>
                  <a:pt x="2799" y="3239"/>
                </a:lnTo>
                <a:lnTo>
                  <a:pt x="2930" y="3251"/>
                </a:lnTo>
                <a:lnTo>
                  <a:pt x="3061" y="3239"/>
                </a:lnTo>
                <a:lnTo>
                  <a:pt x="3239" y="3061"/>
                </a:lnTo>
                <a:lnTo>
                  <a:pt x="3263" y="2930"/>
                </a:lnTo>
                <a:lnTo>
                  <a:pt x="3275" y="2727"/>
                </a:lnTo>
                <a:lnTo>
                  <a:pt x="3418" y="2382"/>
                </a:lnTo>
                <a:lnTo>
                  <a:pt x="3680" y="2120"/>
                </a:lnTo>
                <a:lnTo>
                  <a:pt x="4037" y="1965"/>
                </a:lnTo>
                <a:lnTo>
                  <a:pt x="4240" y="1953"/>
                </a:lnTo>
                <a:lnTo>
                  <a:pt x="4359" y="1930"/>
                </a:lnTo>
                <a:lnTo>
                  <a:pt x="4537" y="1763"/>
                </a:lnTo>
                <a:lnTo>
                  <a:pt x="4561" y="1632"/>
                </a:lnTo>
                <a:lnTo>
                  <a:pt x="4537" y="1501"/>
                </a:lnTo>
                <a:lnTo>
                  <a:pt x="4359" y="1322"/>
                </a:lnTo>
                <a:lnTo>
                  <a:pt x="4240" y="1299"/>
                </a:lnTo>
                <a:close/>
                <a:moveTo>
                  <a:pt x="4561" y="1"/>
                </a:moveTo>
                <a:lnTo>
                  <a:pt x="4228" y="13"/>
                </a:lnTo>
                <a:lnTo>
                  <a:pt x="3597" y="144"/>
                </a:lnTo>
                <a:lnTo>
                  <a:pt x="3001" y="394"/>
                </a:lnTo>
                <a:lnTo>
                  <a:pt x="2489" y="739"/>
                </a:lnTo>
                <a:lnTo>
                  <a:pt x="2049" y="1179"/>
                </a:lnTo>
                <a:lnTo>
                  <a:pt x="1692" y="1703"/>
                </a:lnTo>
                <a:lnTo>
                  <a:pt x="1442" y="2287"/>
                </a:lnTo>
                <a:lnTo>
                  <a:pt x="1311" y="2918"/>
                </a:lnTo>
                <a:lnTo>
                  <a:pt x="1311" y="3251"/>
                </a:lnTo>
                <a:lnTo>
                  <a:pt x="1311" y="5537"/>
                </a:lnTo>
                <a:lnTo>
                  <a:pt x="1322" y="5668"/>
                </a:lnTo>
                <a:lnTo>
                  <a:pt x="1501" y="5847"/>
                </a:lnTo>
                <a:lnTo>
                  <a:pt x="1632" y="5859"/>
                </a:lnTo>
                <a:lnTo>
                  <a:pt x="1763" y="5847"/>
                </a:lnTo>
                <a:lnTo>
                  <a:pt x="1942" y="5668"/>
                </a:lnTo>
                <a:lnTo>
                  <a:pt x="1954" y="5537"/>
                </a:lnTo>
                <a:lnTo>
                  <a:pt x="1954" y="3251"/>
                </a:lnTo>
                <a:lnTo>
                  <a:pt x="1965" y="2989"/>
                </a:lnTo>
                <a:lnTo>
                  <a:pt x="2073" y="2477"/>
                </a:lnTo>
                <a:lnTo>
                  <a:pt x="2263" y="2013"/>
                </a:lnTo>
                <a:lnTo>
                  <a:pt x="2549" y="1596"/>
                </a:lnTo>
                <a:lnTo>
                  <a:pt x="2906" y="1239"/>
                </a:lnTo>
                <a:lnTo>
                  <a:pt x="3323" y="965"/>
                </a:lnTo>
                <a:lnTo>
                  <a:pt x="3787" y="763"/>
                </a:lnTo>
                <a:lnTo>
                  <a:pt x="4299" y="656"/>
                </a:lnTo>
                <a:lnTo>
                  <a:pt x="4823" y="656"/>
                </a:lnTo>
                <a:lnTo>
                  <a:pt x="5335" y="763"/>
                </a:lnTo>
                <a:lnTo>
                  <a:pt x="5799" y="965"/>
                </a:lnTo>
                <a:lnTo>
                  <a:pt x="6216" y="1239"/>
                </a:lnTo>
                <a:lnTo>
                  <a:pt x="6573" y="1596"/>
                </a:lnTo>
                <a:lnTo>
                  <a:pt x="6859" y="2013"/>
                </a:lnTo>
                <a:lnTo>
                  <a:pt x="7050" y="2477"/>
                </a:lnTo>
                <a:lnTo>
                  <a:pt x="7157" y="2989"/>
                </a:lnTo>
                <a:lnTo>
                  <a:pt x="7169" y="3251"/>
                </a:lnTo>
                <a:lnTo>
                  <a:pt x="7169" y="5537"/>
                </a:lnTo>
                <a:lnTo>
                  <a:pt x="7181" y="5668"/>
                </a:lnTo>
                <a:lnTo>
                  <a:pt x="7359" y="5847"/>
                </a:lnTo>
                <a:lnTo>
                  <a:pt x="7490" y="5859"/>
                </a:lnTo>
                <a:lnTo>
                  <a:pt x="7621" y="5847"/>
                </a:lnTo>
                <a:lnTo>
                  <a:pt x="7800" y="5668"/>
                </a:lnTo>
                <a:lnTo>
                  <a:pt x="7824" y="5537"/>
                </a:lnTo>
                <a:lnTo>
                  <a:pt x="7824" y="3251"/>
                </a:lnTo>
                <a:lnTo>
                  <a:pt x="7812" y="2918"/>
                </a:lnTo>
                <a:lnTo>
                  <a:pt x="7681" y="2287"/>
                </a:lnTo>
                <a:lnTo>
                  <a:pt x="7431" y="1703"/>
                </a:lnTo>
                <a:lnTo>
                  <a:pt x="7073" y="1179"/>
                </a:lnTo>
                <a:lnTo>
                  <a:pt x="6633" y="739"/>
                </a:lnTo>
                <a:lnTo>
                  <a:pt x="6121" y="394"/>
                </a:lnTo>
                <a:lnTo>
                  <a:pt x="5526" y="144"/>
                </a:lnTo>
                <a:lnTo>
                  <a:pt x="4894" y="13"/>
                </a:lnTo>
                <a:lnTo>
                  <a:pt x="4561" y="1"/>
                </a:lnTo>
                <a:close/>
                <a:moveTo>
                  <a:pt x="8145" y="7157"/>
                </a:moveTo>
                <a:lnTo>
                  <a:pt x="8276" y="7180"/>
                </a:lnTo>
                <a:lnTo>
                  <a:pt x="8443" y="7359"/>
                </a:lnTo>
                <a:lnTo>
                  <a:pt x="8467" y="7490"/>
                </a:lnTo>
                <a:lnTo>
                  <a:pt x="8467" y="8133"/>
                </a:lnTo>
                <a:lnTo>
                  <a:pt x="8443" y="8264"/>
                </a:lnTo>
                <a:lnTo>
                  <a:pt x="8276" y="8443"/>
                </a:lnTo>
                <a:lnTo>
                  <a:pt x="8145" y="8466"/>
                </a:lnTo>
                <a:lnTo>
                  <a:pt x="977" y="8466"/>
                </a:lnTo>
                <a:lnTo>
                  <a:pt x="846" y="8443"/>
                </a:lnTo>
                <a:lnTo>
                  <a:pt x="668" y="8264"/>
                </a:lnTo>
                <a:lnTo>
                  <a:pt x="656" y="8133"/>
                </a:lnTo>
                <a:lnTo>
                  <a:pt x="656" y="7490"/>
                </a:lnTo>
                <a:lnTo>
                  <a:pt x="668" y="7359"/>
                </a:lnTo>
                <a:lnTo>
                  <a:pt x="846" y="7180"/>
                </a:lnTo>
                <a:lnTo>
                  <a:pt x="977" y="7157"/>
                </a:lnTo>
                <a:close/>
                <a:moveTo>
                  <a:pt x="977" y="6514"/>
                </a:moveTo>
                <a:lnTo>
                  <a:pt x="787" y="6526"/>
                </a:lnTo>
                <a:lnTo>
                  <a:pt x="429" y="6668"/>
                </a:lnTo>
                <a:lnTo>
                  <a:pt x="168" y="6942"/>
                </a:lnTo>
                <a:lnTo>
                  <a:pt x="13" y="7288"/>
                </a:lnTo>
                <a:lnTo>
                  <a:pt x="1" y="7490"/>
                </a:lnTo>
                <a:lnTo>
                  <a:pt x="1" y="8133"/>
                </a:lnTo>
                <a:lnTo>
                  <a:pt x="13" y="8335"/>
                </a:lnTo>
                <a:lnTo>
                  <a:pt x="168" y="8693"/>
                </a:lnTo>
                <a:lnTo>
                  <a:pt x="429" y="8955"/>
                </a:lnTo>
                <a:lnTo>
                  <a:pt x="787" y="9097"/>
                </a:lnTo>
                <a:lnTo>
                  <a:pt x="977" y="9109"/>
                </a:lnTo>
                <a:lnTo>
                  <a:pt x="8145" y="9109"/>
                </a:lnTo>
                <a:lnTo>
                  <a:pt x="8336" y="9097"/>
                </a:lnTo>
                <a:lnTo>
                  <a:pt x="8693" y="8955"/>
                </a:lnTo>
                <a:lnTo>
                  <a:pt x="8955" y="8693"/>
                </a:lnTo>
                <a:lnTo>
                  <a:pt x="9109" y="8335"/>
                </a:lnTo>
                <a:lnTo>
                  <a:pt x="9121" y="8133"/>
                </a:lnTo>
                <a:lnTo>
                  <a:pt x="9121" y="7490"/>
                </a:lnTo>
                <a:lnTo>
                  <a:pt x="9109" y="7288"/>
                </a:lnTo>
                <a:lnTo>
                  <a:pt x="8955" y="6942"/>
                </a:lnTo>
                <a:lnTo>
                  <a:pt x="8693" y="6668"/>
                </a:lnTo>
                <a:lnTo>
                  <a:pt x="8347" y="6526"/>
                </a:lnTo>
                <a:lnTo>
                  <a:pt x="8145" y="6514"/>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2" name="Google Shape;3312;p176"/>
          <p:cNvSpPr/>
          <p:nvPr/>
        </p:nvSpPr>
        <p:spPr>
          <a:xfrm>
            <a:off x="11349830" y="5626307"/>
            <a:ext cx="675971" cy="473341"/>
          </a:xfrm>
          <a:custGeom>
            <a:rect b="b" l="l" r="r" t="t"/>
            <a:pathLst>
              <a:path extrusionOk="0" h="9122" w="13027">
                <a:moveTo>
                  <a:pt x="1001" y="1"/>
                </a:moveTo>
                <a:lnTo>
                  <a:pt x="763" y="84"/>
                </a:lnTo>
                <a:lnTo>
                  <a:pt x="691" y="191"/>
                </a:lnTo>
                <a:lnTo>
                  <a:pt x="644" y="310"/>
                </a:lnTo>
                <a:lnTo>
                  <a:pt x="727" y="549"/>
                </a:lnTo>
                <a:lnTo>
                  <a:pt x="834" y="632"/>
                </a:lnTo>
                <a:lnTo>
                  <a:pt x="2120" y="1275"/>
                </a:lnTo>
                <a:lnTo>
                  <a:pt x="2251" y="1322"/>
                </a:lnTo>
                <a:lnTo>
                  <a:pt x="2501" y="1239"/>
                </a:lnTo>
                <a:lnTo>
                  <a:pt x="2572" y="1132"/>
                </a:lnTo>
                <a:lnTo>
                  <a:pt x="2620" y="1013"/>
                </a:lnTo>
                <a:lnTo>
                  <a:pt x="2537" y="775"/>
                </a:lnTo>
                <a:lnTo>
                  <a:pt x="2430" y="691"/>
                </a:lnTo>
                <a:lnTo>
                  <a:pt x="1120" y="48"/>
                </a:lnTo>
                <a:lnTo>
                  <a:pt x="1001" y="1"/>
                </a:lnTo>
                <a:close/>
                <a:moveTo>
                  <a:pt x="12026" y="1"/>
                </a:moveTo>
                <a:lnTo>
                  <a:pt x="11895" y="48"/>
                </a:lnTo>
                <a:lnTo>
                  <a:pt x="10586" y="691"/>
                </a:lnTo>
                <a:lnTo>
                  <a:pt x="10479" y="775"/>
                </a:lnTo>
                <a:lnTo>
                  <a:pt x="10419" y="1013"/>
                </a:lnTo>
                <a:lnTo>
                  <a:pt x="10455" y="1132"/>
                </a:lnTo>
                <a:lnTo>
                  <a:pt x="10538" y="1239"/>
                </a:lnTo>
                <a:lnTo>
                  <a:pt x="10776" y="1322"/>
                </a:lnTo>
                <a:lnTo>
                  <a:pt x="10895" y="1275"/>
                </a:lnTo>
                <a:lnTo>
                  <a:pt x="12193" y="632"/>
                </a:lnTo>
                <a:lnTo>
                  <a:pt x="12300" y="549"/>
                </a:lnTo>
                <a:lnTo>
                  <a:pt x="12384" y="310"/>
                </a:lnTo>
                <a:lnTo>
                  <a:pt x="12348" y="191"/>
                </a:lnTo>
                <a:lnTo>
                  <a:pt x="12265" y="84"/>
                </a:lnTo>
                <a:lnTo>
                  <a:pt x="12026" y="1"/>
                </a:lnTo>
                <a:close/>
                <a:moveTo>
                  <a:pt x="6192" y="1311"/>
                </a:moveTo>
                <a:lnTo>
                  <a:pt x="6025" y="1322"/>
                </a:lnTo>
                <a:lnTo>
                  <a:pt x="5704" y="1382"/>
                </a:lnTo>
                <a:lnTo>
                  <a:pt x="5418" y="1513"/>
                </a:lnTo>
                <a:lnTo>
                  <a:pt x="5156" y="1680"/>
                </a:lnTo>
                <a:lnTo>
                  <a:pt x="4930" y="1906"/>
                </a:lnTo>
                <a:lnTo>
                  <a:pt x="4751" y="2168"/>
                </a:lnTo>
                <a:lnTo>
                  <a:pt x="4632" y="2454"/>
                </a:lnTo>
                <a:lnTo>
                  <a:pt x="4573" y="2775"/>
                </a:lnTo>
                <a:lnTo>
                  <a:pt x="4561" y="2942"/>
                </a:lnTo>
                <a:lnTo>
                  <a:pt x="4585" y="3073"/>
                </a:lnTo>
                <a:lnTo>
                  <a:pt x="4751" y="3251"/>
                </a:lnTo>
                <a:lnTo>
                  <a:pt x="4894" y="3263"/>
                </a:lnTo>
                <a:lnTo>
                  <a:pt x="5013" y="3251"/>
                </a:lnTo>
                <a:lnTo>
                  <a:pt x="5192" y="3073"/>
                </a:lnTo>
                <a:lnTo>
                  <a:pt x="5216" y="2942"/>
                </a:lnTo>
                <a:lnTo>
                  <a:pt x="5228" y="2739"/>
                </a:lnTo>
                <a:lnTo>
                  <a:pt x="5371" y="2394"/>
                </a:lnTo>
                <a:lnTo>
                  <a:pt x="5644" y="2132"/>
                </a:lnTo>
                <a:lnTo>
                  <a:pt x="5990" y="1977"/>
                </a:lnTo>
                <a:lnTo>
                  <a:pt x="6192" y="1965"/>
                </a:lnTo>
                <a:lnTo>
                  <a:pt x="6311" y="1942"/>
                </a:lnTo>
                <a:lnTo>
                  <a:pt x="6502" y="1775"/>
                </a:lnTo>
                <a:lnTo>
                  <a:pt x="6514" y="1644"/>
                </a:lnTo>
                <a:lnTo>
                  <a:pt x="6502" y="1513"/>
                </a:lnTo>
                <a:lnTo>
                  <a:pt x="6311" y="1334"/>
                </a:lnTo>
                <a:lnTo>
                  <a:pt x="6192" y="1311"/>
                </a:lnTo>
                <a:close/>
                <a:moveTo>
                  <a:pt x="334" y="3263"/>
                </a:moveTo>
                <a:lnTo>
                  <a:pt x="203" y="3287"/>
                </a:lnTo>
                <a:lnTo>
                  <a:pt x="24" y="3466"/>
                </a:lnTo>
                <a:lnTo>
                  <a:pt x="1" y="3597"/>
                </a:lnTo>
                <a:lnTo>
                  <a:pt x="24" y="3728"/>
                </a:lnTo>
                <a:lnTo>
                  <a:pt x="203" y="3894"/>
                </a:lnTo>
                <a:lnTo>
                  <a:pt x="334" y="3918"/>
                </a:lnTo>
                <a:lnTo>
                  <a:pt x="1632" y="3918"/>
                </a:lnTo>
                <a:lnTo>
                  <a:pt x="1763" y="3894"/>
                </a:lnTo>
                <a:lnTo>
                  <a:pt x="1941" y="3728"/>
                </a:lnTo>
                <a:lnTo>
                  <a:pt x="1953" y="3597"/>
                </a:lnTo>
                <a:lnTo>
                  <a:pt x="1941" y="3466"/>
                </a:lnTo>
                <a:lnTo>
                  <a:pt x="1763" y="3287"/>
                </a:lnTo>
                <a:lnTo>
                  <a:pt x="1632" y="3263"/>
                </a:lnTo>
                <a:close/>
                <a:moveTo>
                  <a:pt x="11395" y="3263"/>
                </a:moveTo>
                <a:lnTo>
                  <a:pt x="11264" y="3287"/>
                </a:lnTo>
                <a:lnTo>
                  <a:pt x="11098" y="3466"/>
                </a:lnTo>
                <a:lnTo>
                  <a:pt x="11074" y="3597"/>
                </a:lnTo>
                <a:lnTo>
                  <a:pt x="11098" y="3728"/>
                </a:lnTo>
                <a:lnTo>
                  <a:pt x="11264" y="3894"/>
                </a:lnTo>
                <a:lnTo>
                  <a:pt x="11395" y="3918"/>
                </a:lnTo>
                <a:lnTo>
                  <a:pt x="12705" y="3918"/>
                </a:lnTo>
                <a:lnTo>
                  <a:pt x="12824" y="3894"/>
                </a:lnTo>
                <a:lnTo>
                  <a:pt x="13003" y="3728"/>
                </a:lnTo>
                <a:lnTo>
                  <a:pt x="13027" y="3597"/>
                </a:lnTo>
                <a:lnTo>
                  <a:pt x="13003" y="3466"/>
                </a:lnTo>
                <a:lnTo>
                  <a:pt x="12824" y="3287"/>
                </a:lnTo>
                <a:lnTo>
                  <a:pt x="12705" y="3263"/>
                </a:lnTo>
                <a:close/>
                <a:moveTo>
                  <a:pt x="6514" y="13"/>
                </a:moveTo>
                <a:lnTo>
                  <a:pt x="6180" y="25"/>
                </a:lnTo>
                <a:lnTo>
                  <a:pt x="5549" y="156"/>
                </a:lnTo>
                <a:lnTo>
                  <a:pt x="4966" y="406"/>
                </a:lnTo>
                <a:lnTo>
                  <a:pt x="4442" y="751"/>
                </a:lnTo>
                <a:lnTo>
                  <a:pt x="4001" y="1191"/>
                </a:lnTo>
                <a:lnTo>
                  <a:pt x="3644" y="1715"/>
                </a:lnTo>
                <a:lnTo>
                  <a:pt x="3406" y="2299"/>
                </a:lnTo>
                <a:lnTo>
                  <a:pt x="3275" y="2930"/>
                </a:lnTo>
                <a:lnTo>
                  <a:pt x="3263" y="3263"/>
                </a:lnTo>
                <a:lnTo>
                  <a:pt x="3263" y="5549"/>
                </a:lnTo>
                <a:lnTo>
                  <a:pt x="3275" y="5680"/>
                </a:lnTo>
                <a:lnTo>
                  <a:pt x="3454" y="5859"/>
                </a:lnTo>
                <a:lnTo>
                  <a:pt x="3584" y="5871"/>
                </a:lnTo>
                <a:lnTo>
                  <a:pt x="3704" y="5859"/>
                </a:lnTo>
                <a:lnTo>
                  <a:pt x="3894" y="5680"/>
                </a:lnTo>
                <a:lnTo>
                  <a:pt x="3918" y="5549"/>
                </a:lnTo>
                <a:lnTo>
                  <a:pt x="3918" y="3263"/>
                </a:lnTo>
                <a:lnTo>
                  <a:pt x="3918" y="3001"/>
                </a:lnTo>
                <a:lnTo>
                  <a:pt x="4025" y="2489"/>
                </a:lnTo>
                <a:lnTo>
                  <a:pt x="4227" y="2025"/>
                </a:lnTo>
                <a:lnTo>
                  <a:pt x="4501" y="1608"/>
                </a:lnTo>
                <a:lnTo>
                  <a:pt x="4859" y="1251"/>
                </a:lnTo>
                <a:lnTo>
                  <a:pt x="5275" y="977"/>
                </a:lnTo>
                <a:lnTo>
                  <a:pt x="5740" y="775"/>
                </a:lnTo>
                <a:lnTo>
                  <a:pt x="6252" y="668"/>
                </a:lnTo>
                <a:lnTo>
                  <a:pt x="6787" y="668"/>
                </a:lnTo>
                <a:lnTo>
                  <a:pt x="7287" y="775"/>
                </a:lnTo>
                <a:lnTo>
                  <a:pt x="7764" y="977"/>
                </a:lnTo>
                <a:lnTo>
                  <a:pt x="8181" y="1251"/>
                </a:lnTo>
                <a:lnTo>
                  <a:pt x="8526" y="1608"/>
                </a:lnTo>
                <a:lnTo>
                  <a:pt x="8812" y="2025"/>
                </a:lnTo>
                <a:lnTo>
                  <a:pt x="9002" y="2489"/>
                </a:lnTo>
                <a:lnTo>
                  <a:pt x="9109" y="3001"/>
                </a:lnTo>
                <a:lnTo>
                  <a:pt x="9121" y="3263"/>
                </a:lnTo>
                <a:lnTo>
                  <a:pt x="9121" y="5549"/>
                </a:lnTo>
                <a:lnTo>
                  <a:pt x="9145" y="5680"/>
                </a:lnTo>
                <a:lnTo>
                  <a:pt x="9312" y="5859"/>
                </a:lnTo>
                <a:lnTo>
                  <a:pt x="9443" y="5871"/>
                </a:lnTo>
                <a:lnTo>
                  <a:pt x="9574" y="5859"/>
                </a:lnTo>
                <a:lnTo>
                  <a:pt x="9752" y="5680"/>
                </a:lnTo>
                <a:lnTo>
                  <a:pt x="9776" y="5549"/>
                </a:lnTo>
                <a:lnTo>
                  <a:pt x="9776" y="3263"/>
                </a:lnTo>
                <a:lnTo>
                  <a:pt x="9764" y="2930"/>
                </a:lnTo>
                <a:lnTo>
                  <a:pt x="9633" y="2299"/>
                </a:lnTo>
                <a:lnTo>
                  <a:pt x="9383" y="1715"/>
                </a:lnTo>
                <a:lnTo>
                  <a:pt x="9038" y="1191"/>
                </a:lnTo>
                <a:lnTo>
                  <a:pt x="8585" y="751"/>
                </a:lnTo>
                <a:lnTo>
                  <a:pt x="8073" y="406"/>
                </a:lnTo>
                <a:lnTo>
                  <a:pt x="7490" y="156"/>
                </a:lnTo>
                <a:lnTo>
                  <a:pt x="6847" y="25"/>
                </a:lnTo>
                <a:lnTo>
                  <a:pt x="6514" y="13"/>
                </a:lnTo>
                <a:close/>
                <a:moveTo>
                  <a:pt x="10097" y="7169"/>
                </a:moveTo>
                <a:lnTo>
                  <a:pt x="10217" y="7192"/>
                </a:lnTo>
                <a:lnTo>
                  <a:pt x="10407" y="7371"/>
                </a:lnTo>
                <a:lnTo>
                  <a:pt x="10419" y="7502"/>
                </a:lnTo>
                <a:lnTo>
                  <a:pt x="10419" y="8145"/>
                </a:lnTo>
                <a:lnTo>
                  <a:pt x="10407" y="8276"/>
                </a:lnTo>
                <a:lnTo>
                  <a:pt x="10217" y="8455"/>
                </a:lnTo>
                <a:lnTo>
                  <a:pt x="10097" y="8478"/>
                </a:lnTo>
                <a:lnTo>
                  <a:pt x="2930" y="8478"/>
                </a:lnTo>
                <a:lnTo>
                  <a:pt x="2799" y="8455"/>
                </a:lnTo>
                <a:lnTo>
                  <a:pt x="2632" y="8276"/>
                </a:lnTo>
                <a:lnTo>
                  <a:pt x="2608" y="8145"/>
                </a:lnTo>
                <a:lnTo>
                  <a:pt x="2608" y="7502"/>
                </a:lnTo>
                <a:lnTo>
                  <a:pt x="2632" y="7371"/>
                </a:lnTo>
                <a:lnTo>
                  <a:pt x="2799" y="7192"/>
                </a:lnTo>
                <a:lnTo>
                  <a:pt x="2930" y="7169"/>
                </a:lnTo>
                <a:close/>
                <a:moveTo>
                  <a:pt x="2942" y="6526"/>
                </a:moveTo>
                <a:lnTo>
                  <a:pt x="2739" y="6538"/>
                </a:lnTo>
                <a:lnTo>
                  <a:pt x="2382" y="6680"/>
                </a:lnTo>
                <a:lnTo>
                  <a:pt x="2120" y="6954"/>
                </a:lnTo>
                <a:lnTo>
                  <a:pt x="1977" y="7300"/>
                </a:lnTo>
                <a:lnTo>
                  <a:pt x="1965" y="7502"/>
                </a:lnTo>
                <a:lnTo>
                  <a:pt x="1965" y="8145"/>
                </a:lnTo>
                <a:lnTo>
                  <a:pt x="1977" y="8347"/>
                </a:lnTo>
                <a:lnTo>
                  <a:pt x="2120" y="8705"/>
                </a:lnTo>
                <a:lnTo>
                  <a:pt x="2382" y="8967"/>
                </a:lnTo>
                <a:lnTo>
                  <a:pt x="2739" y="9109"/>
                </a:lnTo>
                <a:lnTo>
                  <a:pt x="2942" y="9121"/>
                </a:lnTo>
                <a:lnTo>
                  <a:pt x="10097" y="9121"/>
                </a:lnTo>
                <a:lnTo>
                  <a:pt x="10300" y="9109"/>
                </a:lnTo>
                <a:lnTo>
                  <a:pt x="10645" y="8967"/>
                </a:lnTo>
                <a:lnTo>
                  <a:pt x="10907" y="8705"/>
                </a:lnTo>
                <a:lnTo>
                  <a:pt x="11062" y="8347"/>
                </a:lnTo>
                <a:lnTo>
                  <a:pt x="11074" y="8145"/>
                </a:lnTo>
                <a:lnTo>
                  <a:pt x="11074" y="7502"/>
                </a:lnTo>
                <a:lnTo>
                  <a:pt x="11062" y="7300"/>
                </a:lnTo>
                <a:lnTo>
                  <a:pt x="10907" y="6954"/>
                </a:lnTo>
                <a:lnTo>
                  <a:pt x="10645" y="6680"/>
                </a:lnTo>
                <a:lnTo>
                  <a:pt x="10300" y="6538"/>
                </a:lnTo>
                <a:lnTo>
                  <a:pt x="10097" y="652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3" name="Google Shape;3313;p176"/>
          <p:cNvSpPr/>
          <p:nvPr/>
        </p:nvSpPr>
        <p:spPr>
          <a:xfrm>
            <a:off x="12392732" y="5633105"/>
            <a:ext cx="651842" cy="460368"/>
          </a:xfrm>
          <a:custGeom>
            <a:rect b="b" l="l" r="r" t="t"/>
            <a:pathLst>
              <a:path extrusionOk="0" h="8872" w="12562">
                <a:moveTo>
                  <a:pt x="9716" y="1"/>
                </a:moveTo>
                <a:lnTo>
                  <a:pt x="9216" y="96"/>
                </a:lnTo>
                <a:lnTo>
                  <a:pt x="8752" y="287"/>
                </a:lnTo>
                <a:lnTo>
                  <a:pt x="8323" y="572"/>
                </a:lnTo>
                <a:lnTo>
                  <a:pt x="8121" y="763"/>
                </a:lnTo>
                <a:lnTo>
                  <a:pt x="7668" y="1215"/>
                </a:lnTo>
                <a:lnTo>
                  <a:pt x="7585" y="1322"/>
                </a:lnTo>
                <a:lnTo>
                  <a:pt x="7585" y="1561"/>
                </a:lnTo>
                <a:lnTo>
                  <a:pt x="7668" y="1680"/>
                </a:lnTo>
                <a:lnTo>
                  <a:pt x="7763" y="1751"/>
                </a:lnTo>
                <a:lnTo>
                  <a:pt x="8013" y="1751"/>
                </a:lnTo>
                <a:lnTo>
                  <a:pt x="8121" y="1680"/>
                </a:lnTo>
                <a:lnTo>
                  <a:pt x="8585" y="1215"/>
                </a:lnTo>
                <a:lnTo>
                  <a:pt x="8728" y="1084"/>
                </a:lnTo>
                <a:lnTo>
                  <a:pt x="9049" y="870"/>
                </a:lnTo>
                <a:lnTo>
                  <a:pt x="9406" y="727"/>
                </a:lnTo>
                <a:lnTo>
                  <a:pt x="9776" y="656"/>
                </a:lnTo>
                <a:lnTo>
                  <a:pt x="10157" y="656"/>
                </a:lnTo>
                <a:lnTo>
                  <a:pt x="10526" y="727"/>
                </a:lnTo>
                <a:lnTo>
                  <a:pt x="10871" y="870"/>
                </a:lnTo>
                <a:lnTo>
                  <a:pt x="11204" y="1084"/>
                </a:lnTo>
                <a:lnTo>
                  <a:pt x="11347" y="1215"/>
                </a:lnTo>
                <a:lnTo>
                  <a:pt x="11478" y="1358"/>
                </a:lnTo>
                <a:lnTo>
                  <a:pt x="11693" y="1692"/>
                </a:lnTo>
                <a:lnTo>
                  <a:pt x="11835" y="2037"/>
                </a:lnTo>
                <a:lnTo>
                  <a:pt x="11907" y="2406"/>
                </a:lnTo>
                <a:lnTo>
                  <a:pt x="11907" y="2787"/>
                </a:lnTo>
                <a:lnTo>
                  <a:pt x="11835" y="3156"/>
                </a:lnTo>
                <a:lnTo>
                  <a:pt x="11693" y="3501"/>
                </a:lnTo>
                <a:lnTo>
                  <a:pt x="11478" y="3835"/>
                </a:lnTo>
                <a:lnTo>
                  <a:pt x="11347" y="3978"/>
                </a:lnTo>
                <a:lnTo>
                  <a:pt x="8811" y="6514"/>
                </a:lnTo>
                <a:lnTo>
                  <a:pt x="8668" y="6645"/>
                </a:lnTo>
                <a:lnTo>
                  <a:pt x="8335" y="6859"/>
                </a:lnTo>
                <a:lnTo>
                  <a:pt x="7990" y="7002"/>
                </a:lnTo>
                <a:lnTo>
                  <a:pt x="7620" y="7073"/>
                </a:lnTo>
                <a:lnTo>
                  <a:pt x="7239" y="7073"/>
                </a:lnTo>
                <a:lnTo>
                  <a:pt x="6870" y="7002"/>
                </a:lnTo>
                <a:lnTo>
                  <a:pt x="6525" y="6859"/>
                </a:lnTo>
                <a:lnTo>
                  <a:pt x="6204" y="6645"/>
                </a:lnTo>
                <a:lnTo>
                  <a:pt x="6049" y="6514"/>
                </a:lnTo>
                <a:lnTo>
                  <a:pt x="5918" y="6371"/>
                </a:lnTo>
                <a:lnTo>
                  <a:pt x="5715" y="6061"/>
                </a:lnTo>
                <a:lnTo>
                  <a:pt x="5573" y="5728"/>
                </a:lnTo>
                <a:lnTo>
                  <a:pt x="5489" y="5383"/>
                </a:lnTo>
                <a:lnTo>
                  <a:pt x="5477" y="5025"/>
                </a:lnTo>
                <a:lnTo>
                  <a:pt x="5537" y="4668"/>
                </a:lnTo>
                <a:lnTo>
                  <a:pt x="5656" y="4323"/>
                </a:lnTo>
                <a:lnTo>
                  <a:pt x="5834" y="4001"/>
                </a:lnTo>
                <a:lnTo>
                  <a:pt x="5954" y="3859"/>
                </a:lnTo>
                <a:lnTo>
                  <a:pt x="6073" y="3728"/>
                </a:lnTo>
                <a:lnTo>
                  <a:pt x="6144" y="3620"/>
                </a:lnTo>
                <a:lnTo>
                  <a:pt x="6120" y="3370"/>
                </a:lnTo>
                <a:lnTo>
                  <a:pt x="6037" y="3275"/>
                </a:lnTo>
                <a:lnTo>
                  <a:pt x="5918" y="3204"/>
                </a:lnTo>
                <a:lnTo>
                  <a:pt x="5668" y="3216"/>
                </a:lnTo>
                <a:lnTo>
                  <a:pt x="5573" y="3299"/>
                </a:lnTo>
                <a:lnTo>
                  <a:pt x="5453" y="3430"/>
                </a:lnTo>
                <a:lnTo>
                  <a:pt x="5287" y="3620"/>
                </a:lnTo>
                <a:lnTo>
                  <a:pt x="5049" y="4049"/>
                </a:lnTo>
                <a:lnTo>
                  <a:pt x="4882" y="4502"/>
                </a:lnTo>
                <a:lnTo>
                  <a:pt x="4810" y="4966"/>
                </a:lnTo>
                <a:lnTo>
                  <a:pt x="4822" y="5442"/>
                </a:lnTo>
                <a:lnTo>
                  <a:pt x="4930" y="5907"/>
                </a:lnTo>
                <a:lnTo>
                  <a:pt x="5120" y="6359"/>
                </a:lnTo>
                <a:lnTo>
                  <a:pt x="5406" y="6776"/>
                </a:lnTo>
                <a:lnTo>
                  <a:pt x="5596" y="6978"/>
                </a:lnTo>
                <a:lnTo>
                  <a:pt x="5787" y="7157"/>
                </a:lnTo>
                <a:lnTo>
                  <a:pt x="6215" y="7443"/>
                </a:lnTo>
                <a:lnTo>
                  <a:pt x="6692" y="7633"/>
                </a:lnTo>
                <a:lnTo>
                  <a:pt x="7180" y="7728"/>
                </a:lnTo>
                <a:lnTo>
                  <a:pt x="7680" y="7728"/>
                </a:lnTo>
                <a:lnTo>
                  <a:pt x="8168" y="7633"/>
                </a:lnTo>
                <a:lnTo>
                  <a:pt x="8633" y="7443"/>
                </a:lnTo>
                <a:lnTo>
                  <a:pt x="9061" y="7157"/>
                </a:lnTo>
                <a:lnTo>
                  <a:pt x="9252" y="6978"/>
                </a:lnTo>
                <a:lnTo>
                  <a:pt x="11812" y="4418"/>
                </a:lnTo>
                <a:lnTo>
                  <a:pt x="11990" y="4228"/>
                </a:lnTo>
                <a:lnTo>
                  <a:pt x="12276" y="3799"/>
                </a:lnTo>
                <a:lnTo>
                  <a:pt x="12467" y="3335"/>
                </a:lnTo>
                <a:lnTo>
                  <a:pt x="12562" y="2835"/>
                </a:lnTo>
                <a:lnTo>
                  <a:pt x="12562" y="2335"/>
                </a:lnTo>
                <a:lnTo>
                  <a:pt x="12467" y="1846"/>
                </a:lnTo>
                <a:lnTo>
                  <a:pt x="12276" y="1382"/>
                </a:lnTo>
                <a:lnTo>
                  <a:pt x="11990" y="953"/>
                </a:lnTo>
                <a:lnTo>
                  <a:pt x="11812" y="763"/>
                </a:lnTo>
                <a:lnTo>
                  <a:pt x="11609" y="572"/>
                </a:lnTo>
                <a:lnTo>
                  <a:pt x="11181" y="287"/>
                </a:lnTo>
                <a:lnTo>
                  <a:pt x="10704" y="96"/>
                </a:lnTo>
                <a:lnTo>
                  <a:pt x="10216" y="1"/>
                </a:lnTo>
                <a:close/>
                <a:moveTo>
                  <a:pt x="4870" y="1144"/>
                </a:moveTo>
                <a:lnTo>
                  <a:pt x="4382" y="1239"/>
                </a:lnTo>
                <a:lnTo>
                  <a:pt x="3906" y="1430"/>
                </a:lnTo>
                <a:lnTo>
                  <a:pt x="3477" y="1715"/>
                </a:lnTo>
                <a:lnTo>
                  <a:pt x="3286" y="1906"/>
                </a:lnTo>
                <a:lnTo>
                  <a:pt x="762" y="4442"/>
                </a:lnTo>
                <a:lnTo>
                  <a:pt x="572" y="4633"/>
                </a:lnTo>
                <a:lnTo>
                  <a:pt x="286" y="5061"/>
                </a:lnTo>
                <a:lnTo>
                  <a:pt x="95" y="5526"/>
                </a:lnTo>
                <a:lnTo>
                  <a:pt x="0" y="6026"/>
                </a:lnTo>
                <a:lnTo>
                  <a:pt x="0" y="6526"/>
                </a:lnTo>
                <a:lnTo>
                  <a:pt x="95" y="7014"/>
                </a:lnTo>
                <a:lnTo>
                  <a:pt x="286" y="7490"/>
                </a:lnTo>
                <a:lnTo>
                  <a:pt x="572" y="7931"/>
                </a:lnTo>
                <a:lnTo>
                  <a:pt x="762" y="8121"/>
                </a:lnTo>
                <a:lnTo>
                  <a:pt x="953" y="8300"/>
                </a:lnTo>
                <a:lnTo>
                  <a:pt x="1381" y="8586"/>
                </a:lnTo>
                <a:lnTo>
                  <a:pt x="1858" y="8776"/>
                </a:lnTo>
                <a:lnTo>
                  <a:pt x="2346" y="8871"/>
                </a:lnTo>
                <a:lnTo>
                  <a:pt x="2846" y="8871"/>
                </a:lnTo>
                <a:lnTo>
                  <a:pt x="3346" y="8776"/>
                </a:lnTo>
                <a:lnTo>
                  <a:pt x="3810" y="8586"/>
                </a:lnTo>
                <a:lnTo>
                  <a:pt x="4239" y="8300"/>
                </a:lnTo>
                <a:lnTo>
                  <a:pt x="4441" y="8121"/>
                </a:lnTo>
                <a:lnTo>
                  <a:pt x="4894" y="7657"/>
                </a:lnTo>
                <a:lnTo>
                  <a:pt x="4977" y="7562"/>
                </a:lnTo>
                <a:lnTo>
                  <a:pt x="4977" y="7312"/>
                </a:lnTo>
                <a:lnTo>
                  <a:pt x="4894" y="7204"/>
                </a:lnTo>
                <a:lnTo>
                  <a:pt x="4799" y="7121"/>
                </a:lnTo>
                <a:lnTo>
                  <a:pt x="4549" y="7121"/>
                </a:lnTo>
                <a:lnTo>
                  <a:pt x="4441" y="7204"/>
                </a:lnTo>
                <a:lnTo>
                  <a:pt x="3977" y="7657"/>
                </a:lnTo>
                <a:lnTo>
                  <a:pt x="3834" y="7800"/>
                </a:lnTo>
                <a:lnTo>
                  <a:pt x="3513" y="8014"/>
                </a:lnTo>
                <a:lnTo>
                  <a:pt x="3155" y="8157"/>
                </a:lnTo>
                <a:lnTo>
                  <a:pt x="2786" y="8228"/>
                </a:lnTo>
                <a:lnTo>
                  <a:pt x="2405" y="8228"/>
                </a:lnTo>
                <a:lnTo>
                  <a:pt x="2036" y="8157"/>
                </a:lnTo>
                <a:lnTo>
                  <a:pt x="1691" y="8014"/>
                </a:lnTo>
                <a:lnTo>
                  <a:pt x="1358" y="7800"/>
                </a:lnTo>
                <a:lnTo>
                  <a:pt x="1215" y="7657"/>
                </a:lnTo>
                <a:lnTo>
                  <a:pt x="1084" y="7514"/>
                </a:lnTo>
                <a:lnTo>
                  <a:pt x="869" y="7192"/>
                </a:lnTo>
                <a:lnTo>
                  <a:pt x="726" y="6835"/>
                </a:lnTo>
                <a:lnTo>
                  <a:pt x="655" y="6466"/>
                </a:lnTo>
                <a:lnTo>
                  <a:pt x="655" y="6097"/>
                </a:lnTo>
                <a:lnTo>
                  <a:pt x="726" y="5728"/>
                </a:lnTo>
                <a:lnTo>
                  <a:pt x="869" y="5371"/>
                </a:lnTo>
                <a:lnTo>
                  <a:pt x="1084" y="5049"/>
                </a:lnTo>
                <a:lnTo>
                  <a:pt x="1215" y="4894"/>
                </a:lnTo>
                <a:lnTo>
                  <a:pt x="3751" y="2358"/>
                </a:lnTo>
                <a:lnTo>
                  <a:pt x="3894" y="2227"/>
                </a:lnTo>
                <a:lnTo>
                  <a:pt x="4227" y="2013"/>
                </a:lnTo>
                <a:lnTo>
                  <a:pt x="4572" y="1870"/>
                </a:lnTo>
                <a:lnTo>
                  <a:pt x="4941" y="1799"/>
                </a:lnTo>
                <a:lnTo>
                  <a:pt x="5322" y="1799"/>
                </a:lnTo>
                <a:lnTo>
                  <a:pt x="5692" y="1870"/>
                </a:lnTo>
                <a:lnTo>
                  <a:pt x="6037" y="2013"/>
                </a:lnTo>
                <a:lnTo>
                  <a:pt x="6358" y="2227"/>
                </a:lnTo>
                <a:lnTo>
                  <a:pt x="6513" y="2358"/>
                </a:lnTo>
                <a:lnTo>
                  <a:pt x="6644" y="2501"/>
                </a:lnTo>
                <a:lnTo>
                  <a:pt x="6847" y="2811"/>
                </a:lnTo>
                <a:lnTo>
                  <a:pt x="6989" y="3144"/>
                </a:lnTo>
                <a:lnTo>
                  <a:pt x="7073" y="3489"/>
                </a:lnTo>
                <a:lnTo>
                  <a:pt x="7085" y="3847"/>
                </a:lnTo>
                <a:lnTo>
                  <a:pt x="7025" y="4204"/>
                </a:lnTo>
                <a:lnTo>
                  <a:pt x="6906" y="4549"/>
                </a:lnTo>
                <a:lnTo>
                  <a:pt x="6727" y="4871"/>
                </a:lnTo>
                <a:lnTo>
                  <a:pt x="6608" y="5025"/>
                </a:lnTo>
                <a:lnTo>
                  <a:pt x="6501" y="5145"/>
                </a:lnTo>
                <a:lnTo>
                  <a:pt x="6430" y="5252"/>
                </a:lnTo>
                <a:lnTo>
                  <a:pt x="6442" y="5502"/>
                </a:lnTo>
                <a:lnTo>
                  <a:pt x="6525" y="5609"/>
                </a:lnTo>
                <a:lnTo>
                  <a:pt x="6644" y="5680"/>
                </a:lnTo>
                <a:lnTo>
                  <a:pt x="6894" y="5656"/>
                </a:lnTo>
                <a:lnTo>
                  <a:pt x="6989" y="5573"/>
                </a:lnTo>
                <a:lnTo>
                  <a:pt x="7097" y="5454"/>
                </a:lnTo>
                <a:lnTo>
                  <a:pt x="7251" y="5252"/>
                </a:lnTo>
                <a:lnTo>
                  <a:pt x="7489" y="4823"/>
                </a:lnTo>
                <a:lnTo>
                  <a:pt x="7656" y="4359"/>
                </a:lnTo>
                <a:lnTo>
                  <a:pt x="7728" y="3894"/>
                </a:lnTo>
                <a:lnTo>
                  <a:pt x="7704" y="3406"/>
                </a:lnTo>
                <a:lnTo>
                  <a:pt x="7609" y="2942"/>
                </a:lnTo>
                <a:lnTo>
                  <a:pt x="7418" y="2501"/>
                </a:lnTo>
                <a:lnTo>
                  <a:pt x="7144" y="2084"/>
                </a:lnTo>
                <a:lnTo>
                  <a:pt x="6966" y="1906"/>
                </a:lnTo>
                <a:lnTo>
                  <a:pt x="6775" y="1715"/>
                </a:lnTo>
                <a:lnTo>
                  <a:pt x="6335" y="1430"/>
                </a:lnTo>
                <a:lnTo>
                  <a:pt x="5870" y="1239"/>
                </a:lnTo>
                <a:lnTo>
                  <a:pt x="5370" y="1144"/>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4" name="Google Shape;3314;p176"/>
          <p:cNvSpPr/>
          <p:nvPr/>
        </p:nvSpPr>
        <p:spPr>
          <a:xfrm>
            <a:off x="13512844" y="5660917"/>
            <a:ext cx="506654" cy="405365"/>
          </a:xfrm>
          <a:custGeom>
            <a:rect b="b" l="l" r="r" t="t"/>
            <a:pathLst>
              <a:path extrusionOk="0" h="7812" w="9764">
                <a:moveTo>
                  <a:pt x="2929" y="322"/>
                </a:moveTo>
                <a:lnTo>
                  <a:pt x="2798" y="334"/>
                </a:lnTo>
                <a:lnTo>
                  <a:pt x="2620" y="513"/>
                </a:lnTo>
                <a:lnTo>
                  <a:pt x="2608" y="644"/>
                </a:lnTo>
                <a:lnTo>
                  <a:pt x="2620" y="775"/>
                </a:lnTo>
                <a:lnTo>
                  <a:pt x="2798" y="953"/>
                </a:lnTo>
                <a:lnTo>
                  <a:pt x="2929" y="977"/>
                </a:lnTo>
                <a:lnTo>
                  <a:pt x="9442" y="977"/>
                </a:lnTo>
                <a:lnTo>
                  <a:pt x="9573" y="953"/>
                </a:lnTo>
                <a:lnTo>
                  <a:pt x="9752" y="775"/>
                </a:lnTo>
                <a:lnTo>
                  <a:pt x="9764" y="644"/>
                </a:lnTo>
                <a:lnTo>
                  <a:pt x="9752" y="513"/>
                </a:lnTo>
                <a:lnTo>
                  <a:pt x="9573" y="334"/>
                </a:lnTo>
                <a:lnTo>
                  <a:pt x="9442" y="322"/>
                </a:lnTo>
                <a:close/>
                <a:moveTo>
                  <a:pt x="524" y="1"/>
                </a:moveTo>
                <a:lnTo>
                  <a:pt x="286" y="108"/>
                </a:lnTo>
                <a:lnTo>
                  <a:pt x="107" y="274"/>
                </a:lnTo>
                <a:lnTo>
                  <a:pt x="12" y="513"/>
                </a:lnTo>
                <a:lnTo>
                  <a:pt x="0" y="644"/>
                </a:lnTo>
                <a:lnTo>
                  <a:pt x="12" y="775"/>
                </a:lnTo>
                <a:lnTo>
                  <a:pt x="107" y="1013"/>
                </a:lnTo>
                <a:lnTo>
                  <a:pt x="286" y="1191"/>
                </a:lnTo>
                <a:lnTo>
                  <a:pt x="524" y="1287"/>
                </a:lnTo>
                <a:lnTo>
                  <a:pt x="655" y="1298"/>
                </a:lnTo>
                <a:lnTo>
                  <a:pt x="786" y="1287"/>
                </a:lnTo>
                <a:lnTo>
                  <a:pt x="1024" y="1191"/>
                </a:lnTo>
                <a:lnTo>
                  <a:pt x="1191" y="1013"/>
                </a:lnTo>
                <a:lnTo>
                  <a:pt x="1298" y="775"/>
                </a:lnTo>
                <a:lnTo>
                  <a:pt x="1310" y="644"/>
                </a:lnTo>
                <a:lnTo>
                  <a:pt x="1298" y="513"/>
                </a:lnTo>
                <a:lnTo>
                  <a:pt x="1191" y="274"/>
                </a:lnTo>
                <a:lnTo>
                  <a:pt x="1024" y="108"/>
                </a:lnTo>
                <a:lnTo>
                  <a:pt x="786" y="1"/>
                </a:lnTo>
                <a:close/>
                <a:moveTo>
                  <a:pt x="2929" y="3573"/>
                </a:moveTo>
                <a:lnTo>
                  <a:pt x="2798" y="3596"/>
                </a:lnTo>
                <a:lnTo>
                  <a:pt x="2620" y="3775"/>
                </a:lnTo>
                <a:lnTo>
                  <a:pt x="2608" y="3906"/>
                </a:lnTo>
                <a:lnTo>
                  <a:pt x="2620" y="4037"/>
                </a:lnTo>
                <a:lnTo>
                  <a:pt x="2798" y="4204"/>
                </a:lnTo>
                <a:lnTo>
                  <a:pt x="2929" y="4227"/>
                </a:lnTo>
                <a:lnTo>
                  <a:pt x="9442" y="4227"/>
                </a:lnTo>
                <a:lnTo>
                  <a:pt x="9573" y="4204"/>
                </a:lnTo>
                <a:lnTo>
                  <a:pt x="9752" y="4037"/>
                </a:lnTo>
                <a:lnTo>
                  <a:pt x="9764" y="3906"/>
                </a:lnTo>
                <a:lnTo>
                  <a:pt x="9752" y="3775"/>
                </a:lnTo>
                <a:lnTo>
                  <a:pt x="9573" y="3596"/>
                </a:lnTo>
                <a:lnTo>
                  <a:pt x="9442" y="3573"/>
                </a:lnTo>
                <a:close/>
                <a:moveTo>
                  <a:pt x="655" y="3251"/>
                </a:moveTo>
                <a:lnTo>
                  <a:pt x="524" y="3263"/>
                </a:lnTo>
                <a:lnTo>
                  <a:pt x="286" y="3358"/>
                </a:lnTo>
                <a:lnTo>
                  <a:pt x="107" y="3537"/>
                </a:lnTo>
                <a:lnTo>
                  <a:pt x="12" y="3763"/>
                </a:lnTo>
                <a:lnTo>
                  <a:pt x="0" y="3906"/>
                </a:lnTo>
                <a:lnTo>
                  <a:pt x="12" y="4037"/>
                </a:lnTo>
                <a:lnTo>
                  <a:pt x="107" y="4263"/>
                </a:lnTo>
                <a:lnTo>
                  <a:pt x="286" y="4442"/>
                </a:lnTo>
                <a:lnTo>
                  <a:pt x="524" y="4537"/>
                </a:lnTo>
                <a:lnTo>
                  <a:pt x="655" y="4549"/>
                </a:lnTo>
                <a:lnTo>
                  <a:pt x="786" y="4537"/>
                </a:lnTo>
                <a:lnTo>
                  <a:pt x="1024" y="4442"/>
                </a:lnTo>
                <a:lnTo>
                  <a:pt x="1191" y="4263"/>
                </a:lnTo>
                <a:lnTo>
                  <a:pt x="1298" y="4037"/>
                </a:lnTo>
                <a:lnTo>
                  <a:pt x="1310" y="3906"/>
                </a:lnTo>
                <a:lnTo>
                  <a:pt x="1298" y="3763"/>
                </a:lnTo>
                <a:lnTo>
                  <a:pt x="1191" y="3537"/>
                </a:lnTo>
                <a:lnTo>
                  <a:pt x="1024" y="3358"/>
                </a:lnTo>
                <a:lnTo>
                  <a:pt x="786" y="3263"/>
                </a:lnTo>
                <a:lnTo>
                  <a:pt x="655" y="3251"/>
                </a:lnTo>
                <a:close/>
                <a:moveTo>
                  <a:pt x="2929" y="6835"/>
                </a:moveTo>
                <a:lnTo>
                  <a:pt x="2798" y="6847"/>
                </a:lnTo>
                <a:lnTo>
                  <a:pt x="2620" y="7026"/>
                </a:lnTo>
                <a:lnTo>
                  <a:pt x="2608" y="7157"/>
                </a:lnTo>
                <a:lnTo>
                  <a:pt x="2620" y="7288"/>
                </a:lnTo>
                <a:lnTo>
                  <a:pt x="2798" y="7466"/>
                </a:lnTo>
                <a:lnTo>
                  <a:pt x="2929" y="7490"/>
                </a:lnTo>
                <a:lnTo>
                  <a:pt x="9442" y="7490"/>
                </a:lnTo>
                <a:lnTo>
                  <a:pt x="9573" y="7466"/>
                </a:lnTo>
                <a:lnTo>
                  <a:pt x="9752" y="7288"/>
                </a:lnTo>
                <a:lnTo>
                  <a:pt x="9764" y="7157"/>
                </a:lnTo>
                <a:lnTo>
                  <a:pt x="9752" y="7026"/>
                </a:lnTo>
                <a:lnTo>
                  <a:pt x="9573" y="6847"/>
                </a:lnTo>
                <a:lnTo>
                  <a:pt x="9442" y="6835"/>
                </a:lnTo>
                <a:close/>
                <a:moveTo>
                  <a:pt x="655" y="6502"/>
                </a:moveTo>
                <a:lnTo>
                  <a:pt x="524" y="6514"/>
                </a:lnTo>
                <a:lnTo>
                  <a:pt x="286" y="6609"/>
                </a:lnTo>
                <a:lnTo>
                  <a:pt x="107" y="6787"/>
                </a:lnTo>
                <a:lnTo>
                  <a:pt x="12" y="7026"/>
                </a:lnTo>
                <a:lnTo>
                  <a:pt x="0" y="7157"/>
                </a:lnTo>
                <a:lnTo>
                  <a:pt x="12" y="7288"/>
                </a:lnTo>
                <a:lnTo>
                  <a:pt x="107" y="7526"/>
                </a:lnTo>
                <a:lnTo>
                  <a:pt x="286" y="7704"/>
                </a:lnTo>
                <a:lnTo>
                  <a:pt x="524" y="7800"/>
                </a:lnTo>
                <a:lnTo>
                  <a:pt x="655" y="7811"/>
                </a:lnTo>
                <a:lnTo>
                  <a:pt x="786" y="7800"/>
                </a:lnTo>
                <a:lnTo>
                  <a:pt x="1024" y="7704"/>
                </a:lnTo>
                <a:lnTo>
                  <a:pt x="1191" y="7526"/>
                </a:lnTo>
                <a:lnTo>
                  <a:pt x="1298" y="7288"/>
                </a:lnTo>
                <a:lnTo>
                  <a:pt x="1310" y="7157"/>
                </a:lnTo>
                <a:lnTo>
                  <a:pt x="1298" y="7026"/>
                </a:lnTo>
                <a:lnTo>
                  <a:pt x="1191" y="6787"/>
                </a:lnTo>
                <a:lnTo>
                  <a:pt x="1024" y="6609"/>
                </a:lnTo>
                <a:lnTo>
                  <a:pt x="786" y="6514"/>
                </a:lnTo>
                <a:lnTo>
                  <a:pt x="655" y="650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5" name="Google Shape;3315;p176"/>
          <p:cNvSpPr/>
          <p:nvPr/>
        </p:nvSpPr>
        <p:spPr>
          <a:xfrm>
            <a:off x="8328067" y="6674554"/>
            <a:ext cx="540071" cy="540019"/>
          </a:xfrm>
          <a:custGeom>
            <a:rect b="b" l="l" r="r" t="t"/>
            <a:pathLst>
              <a:path extrusionOk="0" h="10407" w="10408">
                <a:moveTo>
                  <a:pt x="2930" y="4239"/>
                </a:moveTo>
                <a:lnTo>
                  <a:pt x="2799" y="4251"/>
                </a:lnTo>
                <a:lnTo>
                  <a:pt x="2620" y="4430"/>
                </a:lnTo>
                <a:lnTo>
                  <a:pt x="2608" y="4561"/>
                </a:lnTo>
                <a:lnTo>
                  <a:pt x="2608" y="5859"/>
                </a:lnTo>
                <a:lnTo>
                  <a:pt x="2620" y="5990"/>
                </a:lnTo>
                <a:lnTo>
                  <a:pt x="2799" y="6168"/>
                </a:lnTo>
                <a:lnTo>
                  <a:pt x="2930" y="6192"/>
                </a:lnTo>
                <a:lnTo>
                  <a:pt x="3061" y="6168"/>
                </a:lnTo>
                <a:lnTo>
                  <a:pt x="3239" y="5990"/>
                </a:lnTo>
                <a:lnTo>
                  <a:pt x="3263" y="5859"/>
                </a:lnTo>
                <a:lnTo>
                  <a:pt x="3263" y="4561"/>
                </a:lnTo>
                <a:lnTo>
                  <a:pt x="3239" y="4430"/>
                </a:lnTo>
                <a:lnTo>
                  <a:pt x="3061" y="4251"/>
                </a:lnTo>
                <a:lnTo>
                  <a:pt x="2930" y="4239"/>
                </a:lnTo>
                <a:close/>
                <a:moveTo>
                  <a:pt x="4239" y="2287"/>
                </a:moveTo>
                <a:lnTo>
                  <a:pt x="4108" y="2299"/>
                </a:lnTo>
                <a:lnTo>
                  <a:pt x="3930" y="2477"/>
                </a:lnTo>
                <a:lnTo>
                  <a:pt x="3906" y="2608"/>
                </a:lnTo>
                <a:lnTo>
                  <a:pt x="3906" y="5859"/>
                </a:lnTo>
                <a:lnTo>
                  <a:pt x="3930" y="5990"/>
                </a:lnTo>
                <a:lnTo>
                  <a:pt x="4108" y="6168"/>
                </a:lnTo>
                <a:lnTo>
                  <a:pt x="4239" y="6192"/>
                </a:lnTo>
                <a:lnTo>
                  <a:pt x="4359" y="6168"/>
                </a:lnTo>
                <a:lnTo>
                  <a:pt x="4537" y="5990"/>
                </a:lnTo>
                <a:lnTo>
                  <a:pt x="4561" y="5859"/>
                </a:lnTo>
                <a:lnTo>
                  <a:pt x="4561" y="2608"/>
                </a:lnTo>
                <a:lnTo>
                  <a:pt x="4537" y="2477"/>
                </a:lnTo>
                <a:lnTo>
                  <a:pt x="4359" y="2299"/>
                </a:lnTo>
                <a:lnTo>
                  <a:pt x="4239" y="2287"/>
                </a:lnTo>
                <a:close/>
                <a:moveTo>
                  <a:pt x="5537" y="3584"/>
                </a:moveTo>
                <a:lnTo>
                  <a:pt x="5406" y="3596"/>
                </a:lnTo>
                <a:lnTo>
                  <a:pt x="5228" y="3775"/>
                </a:lnTo>
                <a:lnTo>
                  <a:pt x="5216" y="3906"/>
                </a:lnTo>
                <a:lnTo>
                  <a:pt x="5216" y="5859"/>
                </a:lnTo>
                <a:lnTo>
                  <a:pt x="5228" y="5990"/>
                </a:lnTo>
                <a:lnTo>
                  <a:pt x="5406" y="6168"/>
                </a:lnTo>
                <a:lnTo>
                  <a:pt x="5537" y="6192"/>
                </a:lnTo>
                <a:lnTo>
                  <a:pt x="5668" y="6168"/>
                </a:lnTo>
                <a:lnTo>
                  <a:pt x="5847" y="5990"/>
                </a:lnTo>
                <a:lnTo>
                  <a:pt x="5859" y="5859"/>
                </a:lnTo>
                <a:lnTo>
                  <a:pt x="5859" y="3906"/>
                </a:lnTo>
                <a:lnTo>
                  <a:pt x="5847" y="3775"/>
                </a:lnTo>
                <a:lnTo>
                  <a:pt x="5668" y="3596"/>
                </a:lnTo>
                <a:lnTo>
                  <a:pt x="5537" y="3584"/>
                </a:lnTo>
                <a:close/>
                <a:moveTo>
                  <a:pt x="4239" y="655"/>
                </a:moveTo>
                <a:lnTo>
                  <a:pt x="4597" y="667"/>
                </a:lnTo>
                <a:lnTo>
                  <a:pt x="5299" y="810"/>
                </a:lnTo>
                <a:lnTo>
                  <a:pt x="5942" y="1084"/>
                </a:lnTo>
                <a:lnTo>
                  <a:pt x="6514" y="1465"/>
                </a:lnTo>
                <a:lnTo>
                  <a:pt x="7002" y="1953"/>
                </a:lnTo>
                <a:lnTo>
                  <a:pt x="7383" y="2525"/>
                </a:lnTo>
                <a:lnTo>
                  <a:pt x="7657" y="3168"/>
                </a:lnTo>
                <a:lnTo>
                  <a:pt x="7800" y="3870"/>
                </a:lnTo>
                <a:lnTo>
                  <a:pt x="7811" y="4239"/>
                </a:lnTo>
                <a:lnTo>
                  <a:pt x="7800" y="4608"/>
                </a:lnTo>
                <a:lnTo>
                  <a:pt x="7657" y="5299"/>
                </a:lnTo>
                <a:lnTo>
                  <a:pt x="7383" y="5942"/>
                </a:lnTo>
                <a:lnTo>
                  <a:pt x="7002" y="6514"/>
                </a:lnTo>
                <a:lnTo>
                  <a:pt x="6514" y="7002"/>
                </a:lnTo>
                <a:lnTo>
                  <a:pt x="5942" y="7383"/>
                </a:lnTo>
                <a:lnTo>
                  <a:pt x="5299" y="7657"/>
                </a:lnTo>
                <a:lnTo>
                  <a:pt x="4597" y="7799"/>
                </a:lnTo>
                <a:lnTo>
                  <a:pt x="4239" y="7811"/>
                </a:lnTo>
                <a:lnTo>
                  <a:pt x="3870" y="7799"/>
                </a:lnTo>
                <a:lnTo>
                  <a:pt x="3168" y="7657"/>
                </a:lnTo>
                <a:lnTo>
                  <a:pt x="2525" y="7383"/>
                </a:lnTo>
                <a:lnTo>
                  <a:pt x="1953" y="7002"/>
                </a:lnTo>
                <a:lnTo>
                  <a:pt x="1465" y="6514"/>
                </a:lnTo>
                <a:lnTo>
                  <a:pt x="1084" y="5942"/>
                </a:lnTo>
                <a:lnTo>
                  <a:pt x="810" y="5299"/>
                </a:lnTo>
                <a:lnTo>
                  <a:pt x="667" y="4608"/>
                </a:lnTo>
                <a:lnTo>
                  <a:pt x="656" y="4239"/>
                </a:lnTo>
                <a:lnTo>
                  <a:pt x="667" y="3870"/>
                </a:lnTo>
                <a:lnTo>
                  <a:pt x="810" y="3168"/>
                </a:lnTo>
                <a:lnTo>
                  <a:pt x="1084" y="2525"/>
                </a:lnTo>
                <a:lnTo>
                  <a:pt x="1465" y="1953"/>
                </a:lnTo>
                <a:lnTo>
                  <a:pt x="1953" y="1465"/>
                </a:lnTo>
                <a:lnTo>
                  <a:pt x="2525" y="1084"/>
                </a:lnTo>
                <a:lnTo>
                  <a:pt x="3168" y="810"/>
                </a:lnTo>
                <a:lnTo>
                  <a:pt x="3870" y="667"/>
                </a:lnTo>
                <a:lnTo>
                  <a:pt x="4239" y="655"/>
                </a:lnTo>
                <a:close/>
                <a:moveTo>
                  <a:pt x="4239" y="1"/>
                </a:moveTo>
                <a:lnTo>
                  <a:pt x="3799" y="12"/>
                </a:lnTo>
                <a:lnTo>
                  <a:pt x="2977" y="191"/>
                </a:lnTo>
                <a:lnTo>
                  <a:pt x="2215" y="513"/>
                </a:lnTo>
                <a:lnTo>
                  <a:pt x="1537" y="965"/>
                </a:lnTo>
                <a:lnTo>
                  <a:pt x="965" y="1536"/>
                </a:lnTo>
                <a:lnTo>
                  <a:pt x="501" y="2215"/>
                </a:lnTo>
                <a:lnTo>
                  <a:pt x="179" y="2977"/>
                </a:lnTo>
                <a:lnTo>
                  <a:pt x="13" y="3799"/>
                </a:lnTo>
                <a:lnTo>
                  <a:pt x="1" y="4239"/>
                </a:lnTo>
                <a:lnTo>
                  <a:pt x="13" y="4668"/>
                </a:lnTo>
                <a:lnTo>
                  <a:pt x="179" y="5501"/>
                </a:lnTo>
                <a:lnTo>
                  <a:pt x="501" y="6252"/>
                </a:lnTo>
                <a:lnTo>
                  <a:pt x="965" y="6930"/>
                </a:lnTo>
                <a:lnTo>
                  <a:pt x="1537" y="7502"/>
                </a:lnTo>
                <a:lnTo>
                  <a:pt x="2215" y="7966"/>
                </a:lnTo>
                <a:lnTo>
                  <a:pt x="2977" y="8288"/>
                </a:lnTo>
                <a:lnTo>
                  <a:pt x="3799" y="8454"/>
                </a:lnTo>
                <a:lnTo>
                  <a:pt x="4239" y="8466"/>
                </a:lnTo>
                <a:lnTo>
                  <a:pt x="4620" y="8454"/>
                </a:lnTo>
                <a:lnTo>
                  <a:pt x="5371" y="8323"/>
                </a:lnTo>
                <a:lnTo>
                  <a:pt x="6061" y="8049"/>
                </a:lnTo>
                <a:lnTo>
                  <a:pt x="6692" y="7668"/>
                </a:lnTo>
                <a:lnTo>
                  <a:pt x="6990" y="7430"/>
                </a:lnTo>
                <a:lnTo>
                  <a:pt x="9859" y="10324"/>
                </a:lnTo>
                <a:lnTo>
                  <a:pt x="9967" y="10407"/>
                </a:lnTo>
                <a:lnTo>
                  <a:pt x="10217" y="10407"/>
                </a:lnTo>
                <a:lnTo>
                  <a:pt x="10324" y="10324"/>
                </a:lnTo>
                <a:lnTo>
                  <a:pt x="10407" y="10216"/>
                </a:lnTo>
                <a:lnTo>
                  <a:pt x="10407" y="9966"/>
                </a:lnTo>
                <a:lnTo>
                  <a:pt x="10324" y="9871"/>
                </a:lnTo>
                <a:lnTo>
                  <a:pt x="7430" y="6990"/>
                </a:lnTo>
                <a:lnTo>
                  <a:pt x="7669" y="6704"/>
                </a:lnTo>
                <a:lnTo>
                  <a:pt x="8050" y="6061"/>
                </a:lnTo>
                <a:lnTo>
                  <a:pt x="8312" y="5370"/>
                </a:lnTo>
                <a:lnTo>
                  <a:pt x="8454" y="4620"/>
                </a:lnTo>
                <a:lnTo>
                  <a:pt x="8466" y="4239"/>
                </a:lnTo>
                <a:lnTo>
                  <a:pt x="8454" y="3799"/>
                </a:lnTo>
                <a:lnTo>
                  <a:pt x="8288" y="2977"/>
                </a:lnTo>
                <a:lnTo>
                  <a:pt x="7966" y="2215"/>
                </a:lnTo>
                <a:lnTo>
                  <a:pt x="7502" y="1536"/>
                </a:lnTo>
                <a:lnTo>
                  <a:pt x="6930" y="965"/>
                </a:lnTo>
                <a:lnTo>
                  <a:pt x="6252" y="513"/>
                </a:lnTo>
                <a:lnTo>
                  <a:pt x="5490" y="191"/>
                </a:lnTo>
                <a:lnTo>
                  <a:pt x="4668" y="12"/>
                </a:lnTo>
                <a:lnTo>
                  <a:pt x="423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6" name="Google Shape;3316;p176"/>
          <p:cNvSpPr/>
          <p:nvPr/>
        </p:nvSpPr>
        <p:spPr>
          <a:xfrm>
            <a:off x="2162861" y="6725197"/>
            <a:ext cx="439923" cy="439353"/>
          </a:xfrm>
          <a:custGeom>
            <a:rect b="b" l="l" r="r" t="t"/>
            <a:pathLst>
              <a:path extrusionOk="0" h="8467" w="8478">
                <a:moveTo>
                  <a:pt x="7823" y="656"/>
                </a:moveTo>
                <a:lnTo>
                  <a:pt x="4894" y="7812"/>
                </a:lnTo>
                <a:lnTo>
                  <a:pt x="4894" y="3585"/>
                </a:lnTo>
                <a:lnTo>
                  <a:pt x="643" y="3585"/>
                </a:lnTo>
                <a:lnTo>
                  <a:pt x="7823" y="656"/>
                </a:lnTo>
                <a:close/>
                <a:moveTo>
                  <a:pt x="7859" y="1"/>
                </a:moveTo>
                <a:lnTo>
                  <a:pt x="7668" y="25"/>
                </a:lnTo>
                <a:lnTo>
                  <a:pt x="7573" y="48"/>
                </a:lnTo>
                <a:lnTo>
                  <a:pt x="417" y="2978"/>
                </a:lnTo>
                <a:lnTo>
                  <a:pt x="310" y="3037"/>
                </a:lnTo>
                <a:lnTo>
                  <a:pt x="143" y="3180"/>
                </a:lnTo>
                <a:lnTo>
                  <a:pt x="36" y="3370"/>
                </a:lnTo>
                <a:lnTo>
                  <a:pt x="0" y="3597"/>
                </a:lnTo>
                <a:lnTo>
                  <a:pt x="24" y="3716"/>
                </a:lnTo>
                <a:lnTo>
                  <a:pt x="48" y="3823"/>
                </a:lnTo>
                <a:lnTo>
                  <a:pt x="167" y="4013"/>
                </a:lnTo>
                <a:lnTo>
                  <a:pt x="334" y="4156"/>
                </a:lnTo>
                <a:lnTo>
                  <a:pt x="536" y="4228"/>
                </a:lnTo>
                <a:lnTo>
                  <a:pt x="643" y="4240"/>
                </a:lnTo>
                <a:lnTo>
                  <a:pt x="4227" y="4240"/>
                </a:lnTo>
                <a:lnTo>
                  <a:pt x="4227" y="7824"/>
                </a:lnTo>
                <a:lnTo>
                  <a:pt x="4227" y="7931"/>
                </a:lnTo>
                <a:lnTo>
                  <a:pt x="4310" y="8145"/>
                </a:lnTo>
                <a:lnTo>
                  <a:pt x="4465" y="8312"/>
                </a:lnTo>
                <a:lnTo>
                  <a:pt x="4656" y="8431"/>
                </a:lnTo>
                <a:lnTo>
                  <a:pt x="4763" y="8455"/>
                </a:lnTo>
                <a:lnTo>
                  <a:pt x="4882" y="8467"/>
                </a:lnTo>
                <a:lnTo>
                  <a:pt x="5096" y="8443"/>
                </a:lnTo>
                <a:lnTo>
                  <a:pt x="5299" y="8336"/>
                </a:lnTo>
                <a:lnTo>
                  <a:pt x="5442" y="8169"/>
                </a:lnTo>
                <a:lnTo>
                  <a:pt x="5501" y="8062"/>
                </a:lnTo>
                <a:lnTo>
                  <a:pt x="8430" y="906"/>
                </a:lnTo>
                <a:lnTo>
                  <a:pt x="8454" y="811"/>
                </a:lnTo>
                <a:lnTo>
                  <a:pt x="8478" y="620"/>
                </a:lnTo>
                <a:lnTo>
                  <a:pt x="8406" y="346"/>
                </a:lnTo>
                <a:lnTo>
                  <a:pt x="8287" y="191"/>
                </a:lnTo>
                <a:lnTo>
                  <a:pt x="8216" y="132"/>
                </a:lnTo>
                <a:lnTo>
                  <a:pt x="8037" y="37"/>
                </a:lnTo>
                <a:lnTo>
                  <a:pt x="785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7" name="Google Shape;3317;p176"/>
          <p:cNvSpPr/>
          <p:nvPr/>
        </p:nvSpPr>
        <p:spPr>
          <a:xfrm>
            <a:off x="3216245" y="6674554"/>
            <a:ext cx="405365" cy="538826"/>
          </a:xfrm>
          <a:custGeom>
            <a:rect b="b" l="l" r="r" t="t"/>
            <a:pathLst>
              <a:path extrusionOk="0" h="10384" w="7812">
                <a:moveTo>
                  <a:pt x="3906" y="2930"/>
                </a:moveTo>
                <a:lnTo>
                  <a:pt x="4108" y="2941"/>
                </a:lnTo>
                <a:lnTo>
                  <a:pt x="4453" y="3096"/>
                </a:lnTo>
                <a:lnTo>
                  <a:pt x="4715" y="3358"/>
                </a:lnTo>
                <a:lnTo>
                  <a:pt x="4870" y="3715"/>
                </a:lnTo>
                <a:lnTo>
                  <a:pt x="4882" y="3906"/>
                </a:lnTo>
                <a:lnTo>
                  <a:pt x="4870" y="4108"/>
                </a:lnTo>
                <a:lnTo>
                  <a:pt x="4715" y="4454"/>
                </a:lnTo>
                <a:lnTo>
                  <a:pt x="4453" y="4727"/>
                </a:lnTo>
                <a:lnTo>
                  <a:pt x="4108" y="4870"/>
                </a:lnTo>
                <a:lnTo>
                  <a:pt x="3906" y="4882"/>
                </a:lnTo>
                <a:lnTo>
                  <a:pt x="3703" y="4870"/>
                </a:lnTo>
                <a:lnTo>
                  <a:pt x="3358" y="4727"/>
                </a:lnTo>
                <a:lnTo>
                  <a:pt x="3084" y="4454"/>
                </a:lnTo>
                <a:lnTo>
                  <a:pt x="2941" y="4108"/>
                </a:lnTo>
                <a:lnTo>
                  <a:pt x="2929" y="3906"/>
                </a:lnTo>
                <a:lnTo>
                  <a:pt x="2941" y="3715"/>
                </a:lnTo>
                <a:lnTo>
                  <a:pt x="3084" y="3358"/>
                </a:lnTo>
                <a:lnTo>
                  <a:pt x="3358" y="3096"/>
                </a:lnTo>
                <a:lnTo>
                  <a:pt x="3703" y="2941"/>
                </a:lnTo>
                <a:lnTo>
                  <a:pt x="3906" y="2930"/>
                </a:lnTo>
                <a:close/>
                <a:moveTo>
                  <a:pt x="3739" y="2287"/>
                </a:moveTo>
                <a:lnTo>
                  <a:pt x="3417" y="2346"/>
                </a:lnTo>
                <a:lnTo>
                  <a:pt x="3132" y="2477"/>
                </a:lnTo>
                <a:lnTo>
                  <a:pt x="2870" y="2656"/>
                </a:lnTo>
                <a:lnTo>
                  <a:pt x="2644" y="2870"/>
                </a:lnTo>
                <a:lnTo>
                  <a:pt x="2465" y="3132"/>
                </a:lnTo>
                <a:lnTo>
                  <a:pt x="2346" y="3418"/>
                </a:lnTo>
                <a:lnTo>
                  <a:pt x="2286" y="3739"/>
                </a:lnTo>
                <a:lnTo>
                  <a:pt x="2274" y="3906"/>
                </a:lnTo>
                <a:lnTo>
                  <a:pt x="2286" y="4073"/>
                </a:lnTo>
                <a:lnTo>
                  <a:pt x="2346" y="4394"/>
                </a:lnTo>
                <a:lnTo>
                  <a:pt x="2465" y="4692"/>
                </a:lnTo>
                <a:lnTo>
                  <a:pt x="2644" y="4942"/>
                </a:lnTo>
                <a:lnTo>
                  <a:pt x="2870" y="5168"/>
                </a:lnTo>
                <a:lnTo>
                  <a:pt x="3132" y="5347"/>
                </a:lnTo>
                <a:lnTo>
                  <a:pt x="3417" y="5466"/>
                </a:lnTo>
                <a:lnTo>
                  <a:pt x="3739" y="5537"/>
                </a:lnTo>
                <a:lnTo>
                  <a:pt x="4072" y="5537"/>
                </a:lnTo>
                <a:lnTo>
                  <a:pt x="4394" y="5466"/>
                </a:lnTo>
                <a:lnTo>
                  <a:pt x="4680" y="5347"/>
                </a:lnTo>
                <a:lnTo>
                  <a:pt x="4942" y="5168"/>
                </a:lnTo>
                <a:lnTo>
                  <a:pt x="5168" y="4942"/>
                </a:lnTo>
                <a:lnTo>
                  <a:pt x="5334" y="4692"/>
                </a:lnTo>
                <a:lnTo>
                  <a:pt x="5465" y="4394"/>
                </a:lnTo>
                <a:lnTo>
                  <a:pt x="5525" y="4073"/>
                </a:lnTo>
                <a:lnTo>
                  <a:pt x="5537" y="3906"/>
                </a:lnTo>
                <a:lnTo>
                  <a:pt x="5525" y="3739"/>
                </a:lnTo>
                <a:lnTo>
                  <a:pt x="5465" y="3418"/>
                </a:lnTo>
                <a:lnTo>
                  <a:pt x="5334" y="3132"/>
                </a:lnTo>
                <a:lnTo>
                  <a:pt x="5168" y="2870"/>
                </a:lnTo>
                <a:lnTo>
                  <a:pt x="4942" y="2656"/>
                </a:lnTo>
                <a:lnTo>
                  <a:pt x="4680" y="2477"/>
                </a:lnTo>
                <a:lnTo>
                  <a:pt x="4394" y="2346"/>
                </a:lnTo>
                <a:lnTo>
                  <a:pt x="4072" y="2287"/>
                </a:lnTo>
                <a:close/>
                <a:moveTo>
                  <a:pt x="3906" y="655"/>
                </a:moveTo>
                <a:lnTo>
                  <a:pt x="4239" y="667"/>
                </a:lnTo>
                <a:lnTo>
                  <a:pt x="4870" y="798"/>
                </a:lnTo>
                <a:lnTo>
                  <a:pt x="5454" y="1036"/>
                </a:lnTo>
                <a:lnTo>
                  <a:pt x="5977" y="1394"/>
                </a:lnTo>
                <a:lnTo>
                  <a:pt x="6418" y="1834"/>
                </a:lnTo>
                <a:lnTo>
                  <a:pt x="6775" y="2358"/>
                </a:lnTo>
                <a:lnTo>
                  <a:pt x="7013" y="2941"/>
                </a:lnTo>
                <a:lnTo>
                  <a:pt x="7144" y="3573"/>
                </a:lnTo>
                <a:lnTo>
                  <a:pt x="7156" y="3906"/>
                </a:lnTo>
                <a:lnTo>
                  <a:pt x="7144" y="4156"/>
                </a:lnTo>
                <a:lnTo>
                  <a:pt x="6978" y="4811"/>
                </a:lnTo>
                <a:lnTo>
                  <a:pt x="6823" y="5204"/>
                </a:lnTo>
                <a:lnTo>
                  <a:pt x="6644" y="5597"/>
                </a:lnTo>
                <a:lnTo>
                  <a:pt x="6192" y="6442"/>
                </a:lnTo>
                <a:lnTo>
                  <a:pt x="5942" y="6871"/>
                </a:lnTo>
                <a:lnTo>
                  <a:pt x="5394" y="7704"/>
                </a:lnTo>
                <a:lnTo>
                  <a:pt x="4334" y="9181"/>
                </a:lnTo>
                <a:lnTo>
                  <a:pt x="3906" y="9716"/>
                </a:lnTo>
                <a:lnTo>
                  <a:pt x="3477" y="9181"/>
                </a:lnTo>
                <a:lnTo>
                  <a:pt x="2405" y="7704"/>
                </a:lnTo>
                <a:lnTo>
                  <a:pt x="1870" y="6871"/>
                </a:lnTo>
                <a:lnTo>
                  <a:pt x="1608" y="6442"/>
                </a:lnTo>
                <a:lnTo>
                  <a:pt x="1167" y="5597"/>
                </a:lnTo>
                <a:lnTo>
                  <a:pt x="989" y="5204"/>
                </a:lnTo>
                <a:lnTo>
                  <a:pt x="834" y="4811"/>
                </a:lnTo>
                <a:lnTo>
                  <a:pt x="667" y="4156"/>
                </a:lnTo>
                <a:lnTo>
                  <a:pt x="643" y="3906"/>
                </a:lnTo>
                <a:lnTo>
                  <a:pt x="655" y="3573"/>
                </a:lnTo>
                <a:lnTo>
                  <a:pt x="786" y="2941"/>
                </a:lnTo>
                <a:lnTo>
                  <a:pt x="1036" y="2358"/>
                </a:lnTo>
                <a:lnTo>
                  <a:pt x="1381" y="1834"/>
                </a:lnTo>
                <a:lnTo>
                  <a:pt x="1834" y="1394"/>
                </a:lnTo>
                <a:lnTo>
                  <a:pt x="2346" y="1036"/>
                </a:lnTo>
                <a:lnTo>
                  <a:pt x="2929" y="798"/>
                </a:lnTo>
                <a:lnTo>
                  <a:pt x="3572" y="667"/>
                </a:lnTo>
                <a:lnTo>
                  <a:pt x="3906" y="655"/>
                </a:lnTo>
                <a:close/>
                <a:moveTo>
                  <a:pt x="3906" y="1"/>
                </a:moveTo>
                <a:lnTo>
                  <a:pt x="3501" y="12"/>
                </a:lnTo>
                <a:lnTo>
                  <a:pt x="2739" y="167"/>
                </a:lnTo>
                <a:lnTo>
                  <a:pt x="2036" y="465"/>
                </a:lnTo>
                <a:lnTo>
                  <a:pt x="1417" y="894"/>
                </a:lnTo>
                <a:lnTo>
                  <a:pt x="881" y="1417"/>
                </a:lnTo>
                <a:lnTo>
                  <a:pt x="465" y="2048"/>
                </a:lnTo>
                <a:lnTo>
                  <a:pt x="167" y="2739"/>
                </a:lnTo>
                <a:lnTo>
                  <a:pt x="12" y="3513"/>
                </a:lnTo>
                <a:lnTo>
                  <a:pt x="0" y="3906"/>
                </a:lnTo>
                <a:lnTo>
                  <a:pt x="12" y="4251"/>
                </a:lnTo>
                <a:lnTo>
                  <a:pt x="215" y="5037"/>
                </a:lnTo>
                <a:lnTo>
                  <a:pt x="572" y="5882"/>
                </a:lnTo>
                <a:lnTo>
                  <a:pt x="1048" y="6764"/>
                </a:lnTo>
                <a:lnTo>
                  <a:pt x="1870" y="8085"/>
                </a:lnTo>
                <a:lnTo>
                  <a:pt x="2977" y="9609"/>
                </a:lnTo>
                <a:lnTo>
                  <a:pt x="3417" y="10157"/>
                </a:lnTo>
                <a:lnTo>
                  <a:pt x="3525" y="10264"/>
                </a:lnTo>
                <a:lnTo>
                  <a:pt x="3775" y="10383"/>
                </a:lnTo>
                <a:lnTo>
                  <a:pt x="4037" y="10383"/>
                </a:lnTo>
                <a:lnTo>
                  <a:pt x="4287" y="10264"/>
                </a:lnTo>
                <a:lnTo>
                  <a:pt x="4382" y="10157"/>
                </a:lnTo>
                <a:lnTo>
                  <a:pt x="4822" y="9609"/>
                </a:lnTo>
                <a:lnTo>
                  <a:pt x="5930" y="8085"/>
                </a:lnTo>
                <a:lnTo>
                  <a:pt x="6763" y="6764"/>
                </a:lnTo>
                <a:lnTo>
                  <a:pt x="7228" y="5882"/>
                </a:lnTo>
                <a:lnTo>
                  <a:pt x="7597" y="5037"/>
                </a:lnTo>
                <a:lnTo>
                  <a:pt x="7787" y="4251"/>
                </a:lnTo>
                <a:lnTo>
                  <a:pt x="7811" y="3906"/>
                </a:lnTo>
                <a:lnTo>
                  <a:pt x="7799" y="3513"/>
                </a:lnTo>
                <a:lnTo>
                  <a:pt x="7644" y="2739"/>
                </a:lnTo>
                <a:lnTo>
                  <a:pt x="7347" y="2048"/>
                </a:lnTo>
                <a:lnTo>
                  <a:pt x="6918" y="1417"/>
                </a:lnTo>
                <a:lnTo>
                  <a:pt x="6394" y="894"/>
                </a:lnTo>
                <a:lnTo>
                  <a:pt x="5775" y="465"/>
                </a:lnTo>
                <a:lnTo>
                  <a:pt x="5073" y="167"/>
                </a:lnTo>
                <a:lnTo>
                  <a:pt x="4310" y="12"/>
                </a:lnTo>
                <a:lnTo>
                  <a:pt x="3906"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8" name="Google Shape;3318;p176"/>
          <p:cNvSpPr/>
          <p:nvPr/>
        </p:nvSpPr>
        <p:spPr>
          <a:xfrm>
            <a:off x="4218310" y="6674554"/>
            <a:ext cx="473341" cy="540642"/>
          </a:xfrm>
          <a:custGeom>
            <a:rect b="b" l="l" r="r" t="t"/>
            <a:pathLst>
              <a:path extrusionOk="0" h="10419" w="9122">
                <a:moveTo>
                  <a:pt x="4752" y="655"/>
                </a:moveTo>
                <a:lnTo>
                  <a:pt x="5133" y="739"/>
                </a:lnTo>
                <a:lnTo>
                  <a:pt x="5490" y="882"/>
                </a:lnTo>
                <a:lnTo>
                  <a:pt x="5800" y="1096"/>
                </a:lnTo>
                <a:lnTo>
                  <a:pt x="6062" y="1358"/>
                </a:lnTo>
                <a:lnTo>
                  <a:pt x="6276" y="1679"/>
                </a:lnTo>
                <a:lnTo>
                  <a:pt x="6419" y="2025"/>
                </a:lnTo>
                <a:lnTo>
                  <a:pt x="6502" y="2406"/>
                </a:lnTo>
                <a:lnTo>
                  <a:pt x="6514" y="2608"/>
                </a:lnTo>
                <a:lnTo>
                  <a:pt x="6514" y="3906"/>
                </a:lnTo>
                <a:lnTo>
                  <a:pt x="2609" y="3906"/>
                </a:lnTo>
                <a:lnTo>
                  <a:pt x="2609" y="2608"/>
                </a:lnTo>
                <a:lnTo>
                  <a:pt x="2609" y="2406"/>
                </a:lnTo>
                <a:lnTo>
                  <a:pt x="2692" y="2025"/>
                </a:lnTo>
                <a:lnTo>
                  <a:pt x="2835" y="1679"/>
                </a:lnTo>
                <a:lnTo>
                  <a:pt x="3049" y="1358"/>
                </a:lnTo>
                <a:lnTo>
                  <a:pt x="3311" y="1096"/>
                </a:lnTo>
                <a:lnTo>
                  <a:pt x="3621" y="882"/>
                </a:lnTo>
                <a:lnTo>
                  <a:pt x="3978" y="739"/>
                </a:lnTo>
                <a:lnTo>
                  <a:pt x="4359" y="655"/>
                </a:lnTo>
                <a:close/>
                <a:moveTo>
                  <a:pt x="7490" y="4561"/>
                </a:moveTo>
                <a:lnTo>
                  <a:pt x="7681" y="4573"/>
                </a:lnTo>
                <a:lnTo>
                  <a:pt x="8038" y="4716"/>
                </a:lnTo>
                <a:lnTo>
                  <a:pt x="8300" y="4989"/>
                </a:lnTo>
                <a:lnTo>
                  <a:pt x="8455" y="5335"/>
                </a:lnTo>
                <a:lnTo>
                  <a:pt x="8467" y="5537"/>
                </a:lnTo>
                <a:lnTo>
                  <a:pt x="8467" y="8788"/>
                </a:lnTo>
                <a:lnTo>
                  <a:pt x="8455" y="8990"/>
                </a:lnTo>
                <a:lnTo>
                  <a:pt x="8300" y="9347"/>
                </a:lnTo>
                <a:lnTo>
                  <a:pt x="8038" y="9609"/>
                </a:lnTo>
                <a:lnTo>
                  <a:pt x="7681" y="9752"/>
                </a:lnTo>
                <a:lnTo>
                  <a:pt x="7490" y="9764"/>
                </a:lnTo>
                <a:lnTo>
                  <a:pt x="1632" y="9764"/>
                </a:lnTo>
                <a:lnTo>
                  <a:pt x="1430" y="9752"/>
                </a:lnTo>
                <a:lnTo>
                  <a:pt x="1073" y="9609"/>
                </a:lnTo>
                <a:lnTo>
                  <a:pt x="811" y="9347"/>
                </a:lnTo>
                <a:lnTo>
                  <a:pt x="668" y="8990"/>
                </a:lnTo>
                <a:lnTo>
                  <a:pt x="656" y="8788"/>
                </a:lnTo>
                <a:lnTo>
                  <a:pt x="656" y="5537"/>
                </a:lnTo>
                <a:lnTo>
                  <a:pt x="668" y="5335"/>
                </a:lnTo>
                <a:lnTo>
                  <a:pt x="811" y="4989"/>
                </a:lnTo>
                <a:lnTo>
                  <a:pt x="1073" y="4716"/>
                </a:lnTo>
                <a:lnTo>
                  <a:pt x="1430" y="4573"/>
                </a:lnTo>
                <a:lnTo>
                  <a:pt x="1632" y="4561"/>
                </a:lnTo>
                <a:close/>
                <a:moveTo>
                  <a:pt x="4561" y="1"/>
                </a:moveTo>
                <a:lnTo>
                  <a:pt x="4287" y="12"/>
                </a:lnTo>
                <a:lnTo>
                  <a:pt x="3775" y="120"/>
                </a:lnTo>
                <a:lnTo>
                  <a:pt x="3311" y="310"/>
                </a:lnTo>
                <a:lnTo>
                  <a:pt x="2894" y="596"/>
                </a:lnTo>
                <a:lnTo>
                  <a:pt x="2549" y="953"/>
                </a:lnTo>
                <a:lnTo>
                  <a:pt x="2263" y="1358"/>
                </a:lnTo>
                <a:lnTo>
                  <a:pt x="2061" y="1834"/>
                </a:lnTo>
                <a:lnTo>
                  <a:pt x="1966" y="2334"/>
                </a:lnTo>
                <a:lnTo>
                  <a:pt x="1954" y="2608"/>
                </a:lnTo>
                <a:lnTo>
                  <a:pt x="1954" y="3906"/>
                </a:lnTo>
                <a:lnTo>
                  <a:pt x="1632" y="3906"/>
                </a:lnTo>
                <a:lnTo>
                  <a:pt x="1454" y="3918"/>
                </a:lnTo>
                <a:lnTo>
                  <a:pt x="1144" y="3977"/>
                </a:lnTo>
                <a:lnTo>
                  <a:pt x="846" y="4108"/>
                </a:lnTo>
                <a:lnTo>
                  <a:pt x="584" y="4275"/>
                </a:lnTo>
                <a:lnTo>
                  <a:pt x="370" y="4501"/>
                </a:lnTo>
                <a:lnTo>
                  <a:pt x="192" y="4763"/>
                </a:lnTo>
                <a:lnTo>
                  <a:pt x="72" y="5049"/>
                </a:lnTo>
                <a:lnTo>
                  <a:pt x="1" y="5370"/>
                </a:lnTo>
                <a:lnTo>
                  <a:pt x="1" y="5537"/>
                </a:lnTo>
                <a:lnTo>
                  <a:pt x="1" y="8800"/>
                </a:lnTo>
                <a:lnTo>
                  <a:pt x="1" y="8966"/>
                </a:lnTo>
                <a:lnTo>
                  <a:pt x="72" y="9276"/>
                </a:lnTo>
                <a:lnTo>
                  <a:pt x="192" y="9574"/>
                </a:lnTo>
                <a:lnTo>
                  <a:pt x="370" y="9835"/>
                </a:lnTo>
                <a:lnTo>
                  <a:pt x="584" y="10050"/>
                </a:lnTo>
                <a:lnTo>
                  <a:pt x="846" y="10228"/>
                </a:lnTo>
                <a:lnTo>
                  <a:pt x="1144" y="10347"/>
                </a:lnTo>
                <a:lnTo>
                  <a:pt x="1454" y="10419"/>
                </a:lnTo>
                <a:lnTo>
                  <a:pt x="7657" y="10419"/>
                </a:lnTo>
                <a:lnTo>
                  <a:pt x="7979" y="10347"/>
                </a:lnTo>
                <a:lnTo>
                  <a:pt x="8264" y="10228"/>
                </a:lnTo>
                <a:lnTo>
                  <a:pt x="8526" y="10050"/>
                </a:lnTo>
                <a:lnTo>
                  <a:pt x="8741" y="9835"/>
                </a:lnTo>
                <a:lnTo>
                  <a:pt x="8919" y="9574"/>
                </a:lnTo>
                <a:lnTo>
                  <a:pt x="9050" y="9276"/>
                </a:lnTo>
                <a:lnTo>
                  <a:pt x="9110" y="8966"/>
                </a:lnTo>
                <a:lnTo>
                  <a:pt x="9122" y="8800"/>
                </a:lnTo>
                <a:lnTo>
                  <a:pt x="9122" y="5537"/>
                </a:lnTo>
                <a:lnTo>
                  <a:pt x="9110" y="5370"/>
                </a:lnTo>
                <a:lnTo>
                  <a:pt x="9050" y="5049"/>
                </a:lnTo>
                <a:lnTo>
                  <a:pt x="8919" y="4763"/>
                </a:lnTo>
                <a:lnTo>
                  <a:pt x="8741" y="4501"/>
                </a:lnTo>
                <a:lnTo>
                  <a:pt x="8526" y="4275"/>
                </a:lnTo>
                <a:lnTo>
                  <a:pt x="8264" y="4108"/>
                </a:lnTo>
                <a:lnTo>
                  <a:pt x="7967" y="3977"/>
                </a:lnTo>
                <a:lnTo>
                  <a:pt x="7657" y="3918"/>
                </a:lnTo>
                <a:lnTo>
                  <a:pt x="7490" y="3906"/>
                </a:lnTo>
                <a:lnTo>
                  <a:pt x="7157" y="3906"/>
                </a:lnTo>
                <a:lnTo>
                  <a:pt x="7157" y="2608"/>
                </a:lnTo>
                <a:lnTo>
                  <a:pt x="7157" y="2334"/>
                </a:lnTo>
                <a:lnTo>
                  <a:pt x="7050" y="1834"/>
                </a:lnTo>
                <a:lnTo>
                  <a:pt x="6847" y="1358"/>
                </a:lnTo>
                <a:lnTo>
                  <a:pt x="6574" y="953"/>
                </a:lnTo>
                <a:lnTo>
                  <a:pt x="6216" y="596"/>
                </a:lnTo>
                <a:lnTo>
                  <a:pt x="5800" y="310"/>
                </a:lnTo>
                <a:lnTo>
                  <a:pt x="5335" y="120"/>
                </a:lnTo>
                <a:lnTo>
                  <a:pt x="4823" y="12"/>
                </a:lnTo>
                <a:lnTo>
                  <a:pt x="4561"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19" name="Google Shape;3319;p176"/>
          <p:cNvSpPr/>
          <p:nvPr/>
        </p:nvSpPr>
        <p:spPr>
          <a:xfrm>
            <a:off x="5186441" y="6674554"/>
            <a:ext cx="608670" cy="540642"/>
          </a:xfrm>
          <a:custGeom>
            <a:rect b="b" l="l" r="r" t="t"/>
            <a:pathLst>
              <a:path extrusionOk="0" h="10419" w="11730">
                <a:moveTo>
                  <a:pt x="3751" y="6835"/>
                </a:moveTo>
                <a:lnTo>
                  <a:pt x="3621" y="6859"/>
                </a:lnTo>
                <a:lnTo>
                  <a:pt x="3442" y="7037"/>
                </a:lnTo>
                <a:lnTo>
                  <a:pt x="3418" y="7156"/>
                </a:lnTo>
                <a:lnTo>
                  <a:pt x="3442" y="7287"/>
                </a:lnTo>
                <a:lnTo>
                  <a:pt x="3621" y="7466"/>
                </a:lnTo>
                <a:lnTo>
                  <a:pt x="3751" y="7490"/>
                </a:lnTo>
                <a:lnTo>
                  <a:pt x="5371" y="7490"/>
                </a:lnTo>
                <a:lnTo>
                  <a:pt x="5502" y="7466"/>
                </a:lnTo>
                <a:lnTo>
                  <a:pt x="5680" y="7287"/>
                </a:lnTo>
                <a:lnTo>
                  <a:pt x="5704" y="7156"/>
                </a:lnTo>
                <a:lnTo>
                  <a:pt x="5680" y="7037"/>
                </a:lnTo>
                <a:lnTo>
                  <a:pt x="5502" y="6859"/>
                </a:lnTo>
                <a:lnTo>
                  <a:pt x="5371" y="6835"/>
                </a:lnTo>
                <a:close/>
                <a:moveTo>
                  <a:pt x="7490" y="4561"/>
                </a:moveTo>
                <a:lnTo>
                  <a:pt x="7693" y="4573"/>
                </a:lnTo>
                <a:lnTo>
                  <a:pt x="8038" y="4716"/>
                </a:lnTo>
                <a:lnTo>
                  <a:pt x="8300" y="4989"/>
                </a:lnTo>
                <a:lnTo>
                  <a:pt x="8455" y="5335"/>
                </a:lnTo>
                <a:lnTo>
                  <a:pt x="8467" y="5537"/>
                </a:lnTo>
                <a:lnTo>
                  <a:pt x="8467" y="8788"/>
                </a:lnTo>
                <a:lnTo>
                  <a:pt x="8455" y="8990"/>
                </a:lnTo>
                <a:lnTo>
                  <a:pt x="8300" y="9347"/>
                </a:lnTo>
                <a:lnTo>
                  <a:pt x="8038" y="9609"/>
                </a:lnTo>
                <a:lnTo>
                  <a:pt x="7693" y="9752"/>
                </a:lnTo>
                <a:lnTo>
                  <a:pt x="7490" y="9764"/>
                </a:lnTo>
                <a:lnTo>
                  <a:pt x="1632" y="9764"/>
                </a:lnTo>
                <a:lnTo>
                  <a:pt x="1430" y="9752"/>
                </a:lnTo>
                <a:lnTo>
                  <a:pt x="1084" y="9609"/>
                </a:lnTo>
                <a:lnTo>
                  <a:pt x="811" y="9347"/>
                </a:lnTo>
                <a:lnTo>
                  <a:pt x="668" y="8990"/>
                </a:lnTo>
                <a:lnTo>
                  <a:pt x="656" y="8788"/>
                </a:lnTo>
                <a:lnTo>
                  <a:pt x="656" y="5537"/>
                </a:lnTo>
                <a:lnTo>
                  <a:pt x="668" y="5335"/>
                </a:lnTo>
                <a:lnTo>
                  <a:pt x="811" y="4989"/>
                </a:lnTo>
                <a:lnTo>
                  <a:pt x="1084" y="4716"/>
                </a:lnTo>
                <a:lnTo>
                  <a:pt x="1430" y="4573"/>
                </a:lnTo>
                <a:lnTo>
                  <a:pt x="1632" y="4561"/>
                </a:lnTo>
                <a:close/>
                <a:moveTo>
                  <a:pt x="9121" y="1"/>
                </a:moveTo>
                <a:lnTo>
                  <a:pt x="8848" y="12"/>
                </a:lnTo>
                <a:lnTo>
                  <a:pt x="8347" y="120"/>
                </a:lnTo>
                <a:lnTo>
                  <a:pt x="7871" y="310"/>
                </a:lnTo>
                <a:lnTo>
                  <a:pt x="7454" y="596"/>
                </a:lnTo>
                <a:lnTo>
                  <a:pt x="7109" y="941"/>
                </a:lnTo>
                <a:lnTo>
                  <a:pt x="6823" y="1358"/>
                </a:lnTo>
                <a:lnTo>
                  <a:pt x="6633" y="1834"/>
                </a:lnTo>
                <a:lnTo>
                  <a:pt x="6526" y="2334"/>
                </a:lnTo>
                <a:lnTo>
                  <a:pt x="6514" y="2608"/>
                </a:lnTo>
                <a:lnTo>
                  <a:pt x="6514" y="3906"/>
                </a:lnTo>
                <a:lnTo>
                  <a:pt x="1632" y="3906"/>
                </a:lnTo>
                <a:lnTo>
                  <a:pt x="1465" y="3918"/>
                </a:lnTo>
                <a:lnTo>
                  <a:pt x="1144" y="3977"/>
                </a:lnTo>
                <a:lnTo>
                  <a:pt x="858" y="4096"/>
                </a:lnTo>
                <a:lnTo>
                  <a:pt x="596" y="4275"/>
                </a:lnTo>
                <a:lnTo>
                  <a:pt x="370" y="4501"/>
                </a:lnTo>
                <a:lnTo>
                  <a:pt x="191" y="4763"/>
                </a:lnTo>
                <a:lnTo>
                  <a:pt x="72" y="5049"/>
                </a:lnTo>
                <a:lnTo>
                  <a:pt x="13" y="5370"/>
                </a:lnTo>
                <a:lnTo>
                  <a:pt x="1" y="5537"/>
                </a:lnTo>
                <a:lnTo>
                  <a:pt x="1" y="8788"/>
                </a:lnTo>
                <a:lnTo>
                  <a:pt x="13" y="8954"/>
                </a:lnTo>
                <a:lnTo>
                  <a:pt x="72" y="9276"/>
                </a:lnTo>
                <a:lnTo>
                  <a:pt x="191" y="9574"/>
                </a:lnTo>
                <a:lnTo>
                  <a:pt x="370" y="9835"/>
                </a:lnTo>
                <a:lnTo>
                  <a:pt x="596" y="10050"/>
                </a:lnTo>
                <a:lnTo>
                  <a:pt x="858" y="10228"/>
                </a:lnTo>
                <a:lnTo>
                  <a:pt x="1144" y="10347"/>
                </a:lnTo>
                <a:lnTo>
                  <a:pt x="1465" y="10419"/>
                </a:lnTo>
                <a:lnTo>
                  <a:pt x="7657" y="10419"/>
                </a:lnTo>
                <a:lnTo>
                  <a:pt x="7978" y="10347"/>
                </a:lnTo>
                <a:lnTo>
                  <a:pt x="8264" y="10228"/>
                </a:lnTo>
                <a:lnTo>
                  <a:pt x="8526" y="10050"/>
                </a:lnTo>
                <a:lnTo>
                  <a:pt x="8752" y="9824"/>
                </a:lnTo>
                <a:lnTo>
                  <a:pt x="8931" y="9574"/>
                </a:lnTo>
                <a:lnTo>
                  <a:pt x="9050" y="9276"/>
                </a:lnTo>
                <a:lnTo>
                  <a:pt x="9110" y="8954"/>
                </a:lnTo>
                <a:lnTo>
                  <a:pt x="9121" y="8788"/>
                </a:lnTo>
                <a:lnTo>
                  <a:pt x="9121" y="5537"/>
                </a:lnTo>
                <a:lnTo>
                  <a:pt x="9110" y="5370"/>
                </a:lnTo>
                <a:lnTo>
                  <a:pt x="9050" y="5049"/>
                </a:lnTo>
                <a:lnTo>
                  <a:pt x="8931" y="4763"/>
                </a:lnTo>
                <a:lnTo>
                  <a:pt x="8752" y="4501"/>
                </a:lnTo>
                <a:lnTo>
                  <a:pt x="8526" y="4275"/>
                </a:lnTo>
                <a:lnTo>
                  <a:pt x="8264" y="4096"/>
                </a:lnTo>
                <a:lnTo>
                  <a:pt x="7978" y="3977"/>
                </a:lnTo>
                <a:lnTo>
                  <a:pt x="7657" y="3918"/>
                </a:lnTo>
                <a:lnTo>
                  <a:pt x="7490" y="3906"/>
                </a:lnTo>
                <a:lnTo>
                  <a:pt x="7169" y="3906"/>
                </a:lnTo>
                <a:lnTo>
                  <a:pt x="7169" y="2608"/>
                </a:lnTo>
                <a:lnTo>
                  <a:pt x="7169" y="2406"/>
                </a:lnTo>
                <a:lnTo>
                  <a:pt x="7252" y="2025"/>
                </a:lnTo>
                <a:lnTo>
                  <a:pt x="7395" y="1667"/>
                </a:lnTo>
                <a:lnTo>
                  <a:pt x="7609" y="1358"/>
                </a:lnTo>
                <a:lnTo>
                  <a:pt x="7871" y="1096"/>
                </a:lnTo>
                <a:lnTo>
                  <a:pt x="8181" y="882"/>
                </a:lnTo>
                <a:lnTo>
                  <a:pt x="8526" y="739"/>
                </a:lnTo>
                <a:lnTo>
                  <a:pt x="8919" y="655"/>
                </a:lnTo>
                <a:lnTo>
                  <a:pt x="9324" y="655"/>
                </a:lnTo>
                <a:lnTo>
                  <a:pt x="9705" y="739"/>
                </a:lnTo>
                <a:lnTo>
                  <a:pt x="10050" y="882"/>
                </a:lnTo>
                <a:lnTo>
                  <a:pt x="10360" y="1096"/>
                </a:lnTo>
                <a:lnTo>
                  <a:pt x="10622" y="1358"/>
                </a:lnTo>
                <a:lnTo>
                  <a:pt x="10836" y="1667"/>
                </a:lnTo>
                <a:lnTo>
                  <a:pt x="10991" y="2025"/>
                </a:lnTo>
                <a:lnTo>
                  <a:pt x="11062" y="2406"/>
                </a:lnTo>
                <a:lnTo>
                  <a:pt x="11074" y="2608"/>
                </a:lnTo>
                <a:lnTo>
                  <a:pt x="11074" y="4239"/>
                </a:lnTo>
                <a:lnTo>
                  <a:pt x="11086" y="4358"/>
                </a:lnTo>
                <a:lnTo>
                  <a:pt x="11265" y="4537"/>
                </a:lnTo>
                <a:lnTo>
                  <a:pt x="11396" y="4561"/>
                </a:lnTo>
                <a:lnTo>
                  <a:pt x="11527" y="4537"/>
                </a:lnTo>
                <a:lnTo>
                  <a:pt x="11705" y="4358"/>
                </a:lnTo>
                <a:lnTo>
                  <a:pt x="11729" y="4239"/>
                </a:lnTo>
                <a:lnTo>
                  <a:pt x="11729" y="2608"/>
                </a:lnTo>
                <a:lnTo>
                  <a:pt x="11717" y="2334"/>
                </a:lnTo>
                <a:lnTo>
                  <a:pt x="11610" y="1834"/>
                </a:lnTo>
                <a:lnTo>
                  <a:pt x="11408" y="1358"/>
                </a:lnTo>
                <a:lnTo>
                  <a:pt x="11134" y="941"/>
                </a:lnTo>
                <a:lnTo>
                  <a:pt x="10776" y="596"/>
                </a:lnTo>
                <a:lnTo>
                  <a:pt x="10360" y="310"/>
                </a:lnTo>
                <a:lnTo>
                  <a:pt x="9895" y="120"/>
                </a:lnTo>
                <a:lnTo>
                  <a:pt x="9383" y="12"/>
                </a:lnTo>
                <a:lnTo>
                  <a:pt x="9121"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0" name="Google Shape;3320;p176"/>
          <p:cNvSpPr/>
          <p:nvPr/>
        </p:nvSpPr>
        <p:spPr>
          <a:xfrm>
            <a:off x="6256532" y="6674554"/>
            <a:ext cx="539397" cy="540642"/>
          </a:xfrm>
          <a:custGeom>
            <a:rect b="b" l="l" r="r" t="t"/>
            <a:pathLst>
              <a:path extrusionOk="0" h="10419" w="10395">
                <a:moveTo>
                  <a:pt x="4227" y="655"/>
                </a:moveTo>
                <a:lnTo>
                  <a:pt x="4596" y="667"/>
                </a:lnTo>
                <a:lnTo>
                  <a:pt x="5299" y="810"/>
                </a:lnTo>
                <a:lnTo>
                  <a:pt x="5942" y="1084"/>
                </a:lnTo>
                <a:lnTo>
                  <a:pt x="6513" y="1465"/>
                </a:lnTo>
                <a:lnTo>
                  <a:pt x="7002" y="1953"/>
                </a:lnTo>
                <a:lnTo>
                  <a:pt x="7383" y="2525"/>
                </a:lnTo>
                <a:lnTo>
                  <a:pt x="7656" y="3168"/>
                </a:lnTo>
                <a:lnTo>
                  <a:pt x="7799" y="3870"/>
                </a:lnTo>
                <a:lnTo>
                  <a:pt x="7811" y="4239"/>
                </a:lnTo>
                <a:lnTo>
                  <a:pt x="7799" y="4608"/>
                </a:lnTo>
                <a:lnTo>
                  <a:pt x="7656" y="5311"/>
                </a:lnTo>
                <a:lnTo>
                  <a:pt x="7383" y="5954"/>
                </a:lnTo>
                <a:lnTo>
                  <a:pt x="7002" y="6525"/>
                </a:lnTo>
                <a:lnTo>
                  <a:pt x="6513" y="7002"/>
                </a:lnTo>
                <a:lnTo>
                  <a:pt x="5942" y="7395"/>
                </a:lnTo>
                <a:lnTo>
                  <a:pt x="5299" y="7657"/>
                </a:lnTo>
                <a:lnTo>
                  <a:pt x="4596" y="7799"/>
                </a:lnTo>
                <a:lnTo>
                  <a:pt x="4227" y="7811"/>
                </a:lnTo>
                <a:lnTo>
                  <a:pt x="3858" y="7799"/>
                </a:lnTo>
                <a:lnTo>
                  <a:pt x="3156" y="7657"/>
                </a:lnTo>
                <a:lnTo>
                  <a:pt x="2513" y="7383"/>
                </a:lnTo>
                <a:lnTo>
                  <a:pt x="1941" y="7002"/>
                </a:lnTo>
                <a:lnTo>
                  <a:pt x="1453" y="6514"/>
                </a:lnTo>
                <a:lnTo>
                  <a:pt x="1072" y="5942"/>
                </a:lnTo>
                <a:lnTo>
                  <a:pt x="798" y="5299"/>
                </a:lnTo>
                <a:lnTo>
                  <a:pt x="655" y="4597"/>
                </a:lnTo>
                <a:lnTo>
                  <a:pt x="643" y="4239"/>
                </a:lnTo>
                <a:lnTo>
                  <a:pt x="655" y="3870"/>
                </a:lnTo>
                <a:lnTo>
                  <a:pt x="798" y="3168"/>
                </a:lnTo>
                <a:lnTo>
                  <a:pt x="1072" y="2525"/>
                </a:lnTo>
                <a:lnTo>
                  <a:pt x="1453" y="1953"/>
                </a:lnTo>
                <a:lnTo>
                  <a:pt x="1941" y="1465"/>
                </a:lnTo>
                <a:lnTo>
                  <a:pt x="2513" y="1084"/>
                </a:lnTo>
                <a:lnTo>
                  <a:pt x="3156" y="810"/>
                </a:lnTo>
                <a:lnTo>
                  <a:pt x="3858" y="667"/>
                </a:lnTo>
                <a:lnTo>
                  <a:pt x="4227" y="655"/>
                </a:lnTo>
                <a:close/>
                <a:moveTo>
                  <a:pt x="4203" y="1"/>
                </a:moveTo>
                <a:lnTo>
                  <a:pt x="3775" y="12"/>
                </a:lnTo>
                <a:lnTo>
                  <a:pt x="2953" y="179"/>
                </a:lnTo>
                <a:lnTo>
                  <a:pt x="2191" y="501"/>
                </a:lnTo>
                <a:lnTo>
                  <a:pt x="1524" y="965"/>
                </a:lnTo>
                <a:lnTo>
                  <a:pt x="953" y="1536"/>
                </a:lnTo>
                <a:lnTo>
                  <a:pt x="500" y="2215"/>
                </a:lnTo>
                <a:lnTo>
                  <a:pt x="179" y="2977"/>
                </a:lnTo>
                <a:lnTo>
                  <a:pt x="12" y="3799"/>
                </a:lnTo>
                <a:lnTo>
                  <a:pt x="0" y="4239"/>
                </a:lnTo>
                <a:lnTo>
                  <a:pt x="12" y="4668"/>
                </a:lnTo>
                <a:lnTo>
                  <a:pt x="179" y="5490"/>
                </a:lnTo>
                <a:lnTo>
                  <a:pt x="500" y="6252"/>
                </a:lnTo>
                <a:lnTo>
                  <a:pt x="953" y="6930"/>
                </a:lnTo>
                <a:lnTo>
                  <a:pt x="1524" y="7502"/>
                </a:lnTo>
                <a:lnTo>
                  <a:pt x="2203" y="7966"/>
                </a:lnTo>
                <a:lnTo>
                  <a:pt x="2953" y="8288"/>
                </a:lnTo>
                <a:lnTo>
                  <a:pt x="3775" y="8454"/>
                </a:lnTo>
                <a:lnTo>
                  <a:pt x="4203" y="8466"/>
                </a:lnTo>
                <a:lnTo>
                  <a:pt x="4596" y="8454"/>
                </a:lnTo>
                <a:lnTo>
                  <a:pt x="5346" y="8311"/>
                </a:lnTo>
                <a:lnTo>
                  <a:pt x="6037" y="8049"/>
                </a:lnTo>
                <a:lnTo>
                  <a:pt x="6680" y="7680"/>
                </a:lnTo>
                <a:lnTo>
                  <a:pt x="6954" y="7442"/>
                </a:lnTo>
                <a:lnTo>
                  <a:pt x="9835" y="10324"/>
                </a:lnTo>
                <a:lnTo>
                  <a:pt x="9966" y="10407"/>
                </a:lnTo>
                <a:lnTo>
                  <a:pt x="10085" y="10419"/>
                </a:lnTo>
                <a:lnTo>
                  <a:pt x="10216" y="10407"/>
                </a:lnTo>
                <a:lnTo>
                  <a:pt x="10323" y="10324"/>
                </a:lnTo>
                <a:lnTo>
                  <a:pt x="10395" y="10216"/>
                </a:lnTo>
                <a:lnTo>
                  <a:pt x="10395" y="9966"/>
                </a:lnTo>
                <a:lnTo>
                  <a:pt x="10323" y="9859"/>
                </a:lnTo>
                <a:lnTo>
                  <a:pt x="7442" y="6990"/>
                </a:lnTo>
                <a:lnTo>
                  <a:pt x="7668" y="6704"/>
                </a:lnTo>
                <a:lnTo>
                  <a:pt x="8037" y="6073"/>
                </a:lnTo>
                <a:lnTo>
                  <a:pt x="8299" y="5370"/>
                </a:lnTo>
                <a:lnTo>
                  <a:pt x="8430" y="4620"/>
                </a:lnTo>
                <a:lnTo>
                  <a:pt x="8442" y="4239"/>
                </a:lnTo>
                <a:lnTo>
                  <a:pt x="8430" y="3799"/>
                </a:lnTo>
                <a:lnTo>
                  <a:pt x="8252" y="2977"/>
                </a:lnTo>
                <a:lnTo>
                  <a:pt x="7930" y="2215"/>
                </a:lnTo>
                <a:lnTo>
                  <a:pt x="7478" y="1536"/>
                </a:lnTo>
                <a:lnTo>
                  <a:pt x="6906" y="965"/>
                </a:lnTo>
                <a:lnTo>
                  <a:pt x="6228" y="501"/>
                </a:lnTo>
                <a:lnTo>
                  <a:pt x="5466" y="179"/>
                </a:lnTo>
                <a:lnTo>
                  <a:pt x="4644" y="12"/>
                </a:lnTo>
                <a:lnTo>
                  <a:pt x="4203"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1" name="Google Shape;3321;p176"/>
          <p:cNvSpPr/>
          <p:nvPr/>
        </p:nvSpPr>
        <p:spPr>
          <a:xfrm>
            <a:off x="7292014" y="6674554"/>
            <a:ext cx="540019" cy="540642"/>
          </a:xfrm>
          <a:custGeom>
            <a:rect b="b" l="l" r="r" t="t"/>
            <a:pathLst>
              <a:path extrusionOk="0" h="10419" w="10407">
                <a:moveTo>
                  <a:pt x="4239" y="1632"/>
                </a:moveTo>
                <a:lnTo>
                  <a:pt x="4108" y="1644"/>
                </a:lnTo>
                <a:lnTo>
                  <a:pt x="3929" y="1822"/>
                </a:lnTo>
                <a:lnTo>
                  <a:pt x="3905" y="1953"/>
                </a:lnTo>
                <a:lnTo>
                  <a:pt x="3905" y="2299"/>
                </a:lnTo>
                <a:lnTo>
                  <a:pt x="3703" y="2334"/>
                </a:lnTo>
                <a:lnTo>
                  <a:pt x="3334" y="2477"/>
                </a:lnTo>
                <a:lnTo>
                  <a:pt x="3060" y="2703"/>
                </a:lnTo>
                <a:lnTo>
                  <a:pt x="2881" y="3013"/>
                </a:lnTo>
                <a:lnTo>
                  <a:pt x="2846" y="3192"/>
                </a:lnTo>
                <a:lnTo>
                  <a:pt x="2822" y="3358"/>
                </a:lnTo>
                <a:lnTo>
                  <a:pt x="2846" y="3644"/>
                </a:lnTo>
                <a:lnTo>
                  <a:pt x="2953" y="3882"/>
                </a:lnTo>
                <a:lnTo>
                  <a:pt x="3108" y="4073"/>
                </a:lnTo>
                <a:lnTo>
                  <a:pt x="3405" y="4287"/>
                </a:lnTo>
                <a:lnTo>
                  <a:pt x="3822" y="4454"/>
                </a:lnTo>
                <a:lnTo>
                  <a:pt x="4001" y="4513"/>
                </a:lnTo>
                <a:lnTo>
                  <a:pt x="4144" y="4549"/>
                </a:lnTo>
                <a:lnTo>
                  <a:pt x="4406" y="4620"/>
                </a:lnTo>
                <a:lnTo>
                  <a:pt x="4751" y="4763"/>
                </a:lnTo>
                <a:lnTo>
                  <a:pt x="4941" y="4894"/>
                </a:lnTo>
                <a:lnTo>
                  <a:pt x="5001" y="5061"/>
                </a:lnTo>
                <a:lnTo>
                  <a:pt x="4989" y="5168"/>
                </a:lnTo>
                <a:lnTo>
                  <a:pt x="4953" y="5287"/>
                </a:lnTo>
                <a:lnTo>
                  <a:pt x="4775" y="5454"/>
                </a:lnTo>
                <a:lnTo>
                  <a:pt x="4501" y="5525"/>
                </a:lnTo>
                <a:lnTo>
                  <a:pt x="4179" y="5537"/>
                </a:lnTo>
                <a:lnTo>
                  <a:pt x="4001" y="5513"/>
                </a:lnTo>
                <a:lnTo>
                  <a:pt x="3691" y="5442"/>
                </a:lnTo>
                <a:lnTo>
                  <a:pt x="3358" y="5323"/>
                </a:lnTo>
                <a:lnTo>
                  <a:pt x="3251" y="5287"/>
                </a:lnTo>
                <a:lnTo>
                  <a:pt x="3132" y="5251"/>
                </a:lnTo>
                <a:lnTo>
                  <a:pt x="2905" y="5359"/>
                </a:lnTo>
                <a:lnTo>
                  <a:pt x="2846" y="5478"/>
                </a:lnTo>
                <a:lnTo>
                  <a:pt x="2810" y="5609"/>
                </a:lnTo>
                <a:lnTo>
                  <a:pt x="2917" y="5835"/>
                </a:lnTo>
                <a:lnTo>
                  <a:pt x="3036" y="5894"/>
                </a:lnTo>
                <a:lnTo>
                  <a:pt x="3143" y="5930"/>
                </a:lnTo>
                <a:lnTo>
                  <a:pt x="3513" y="6073"/>
                </a:lnTo>
                <a:lnTo>
                  <a:pt x="3905" y="6156"/>
                </a:lnTo>
                <a:lnTo>
                  <a:pt x="3905" y="6514"/>
                </a:lnTo>
                <a:lnTo>
                  <a:pt x="3929" y="6644"/>
                </a:lnTo>
                <a:lnTo>
                  <a:pt x="4108" y="6823"/>
                </a:lnTo>
                <a:lnTo>
                  <a:pt x="4239" y="6835"/>
                </a:lnTo>
                <a:lnTo>
                  <a:pt x="4370" y="6823"/>
                </a:lnTo>
                <a:lnTo>
                  <a:pt x="4537" y="6644"/>
                </a:lnTo>
                <a:lnTo>
                  <a:pt x="4560" y="6514"/>
                </a:lnTo>
                <a:lnTo>
                  <a:pt x="4560" y="6168"/>
                </a:lnTo>
                <a:lnTo>
                  <a:pt x="4775" y="6132"/>
                </a:lnTo>
                <a:lnTo>
                  <a:pt x="5132" y="5990"/>
                </a:lnTo>
                <a:lnTo>
                  <a:pt x="5406" y="5763"/>
                </a:lnTo>
                <a:lnTo>
                  <a:pt x="5584" y="5466"/>
                </a:lnTo>
                <a:lnTo>
                  <a:pt x="5632" y="5275"/>
                </a:lnTo>
                <a:lnTo>
                  <a:pt x="5644" y="5109"/>
                </a:lnTo>
                <a:lnTo>
                  <a:pt x="5620" y="4823"/>
                </a:lnTo>
                <a:lnTo>
                  <a:pt x="5513" y="4585"/>
                </a:lnTo>
                <a:lnTo>
                  <a:pt x="5358" y="4394"/>
                </a:lnTo>
                <a:lnTo>
                  <a:pt x="5037" y="4168"/>
                </a:lnTo>
                <a:lnTo>
                  <a:pt x="4548" y="3989"/>
                </a:lnTo>
                <a:lnTo>
                  <a:pt x="4322" y="3918"/>
                </a:lnTo>
                <a:lnTo>
                  <a:pt x="4179" y="3882"/>
                </a:lnTo>
                <a:lnTo>
                  <a:pt x="3941" y="3811"/>
                </a:lnTo>
                <a:lnTo>
                  <a:pt x="3644" y="3668"/>
                </a:lnTo>
                <a:lnTo>
                  <a:pt x="3501" y="3537"/>
                </a:lnTo>
                <a:lnTo>
                  <a:pt x="3465" y="3382"/>
                </a:lnTo>
                <a:lnTo>
                  <a:pt x="3489" y="3299"/>
                </a:lnTo>
                <a:lnTo>
                  <a:pt x="3513" y="3180"/>
                </a:lnTo>
                <a:lnTo>
                  <a:pt x="3691" y="3025"/>
                </a:lnTo>
                <a:lnTo>
                  <a:pt x="3965" y="2941"/>
                </a:lnTo>
                <a:lnTo>
                  <a:pt x="4298" y="2930"/>
                </a:lnTo>
                <a:lnTo>
                  <a:pt x="4465" y="2953"/>
                </a:lnTo>
                <a:lnTo>
                  <a:pt x="4715" y="3013"/>
                </a:lnTo>
                <a:lnTo>
                  <a:pt x="4941" y="3084"/>
                </a:lnTo>
                <a:lnTo>
                  <a:pt x="5072" y="3108"/>
                </a:lnTo>
                <a:lnTo>
                  <a:pt x="5299" y="3001"/>
                </a:lnTo>
                <a:lnTo>
                  <a:pt x="5358" y="2882"/>
                </a:lnTo>
                <a:lnTo>
                  <a:pt x="5382" y="2763"/>
                </a:lnTo>
                <a:lnTo>
                  <a:pt x="5275" y="2537"/>
                </a:lnTo>
                <a:lnTo>
                  <a:pt x="5156" y="2477"/>
                </a:lnTo>
                <a:lnTo>
                  <a:pt x="4822" y="2370"/>
                </a:lnTo>
                <a:lnTo>
                  <a:pt x="4560" y="2310"/>
                </a:lnTo>
                <a:lnTo>
                  <a:pt x="4560" y="1953"/>
                </a:lnTo>
                <a:lnTo>
                  <a:pt x="4537" y="1822"/>
                </a:lnTo>
                <a:lnTo>
                  <a:pt x="4370" y="1644"/>
                </a:lnTo>
                <a:lnTo>
                  <a:pt x="4239" y="1632"/>
                </a:lnTo>
                <a:close/>
                <a:moveTo>
                  <a:pt x="4239" y="655"/>
                </a:moveTo>
                <a:lnTo>
                  <a:pt x="4608" y="667"/>
                </a:lnTo>
                <a:lnTo>
                  <a:pt x="5310" y="810"/>
                </a:lnTo>
                <a:lnTo>
                  <a:pt x="5953" y="1084"/>
                </a:lnTo>
                <a:lnTo>
                  <a:pt x="6525" y="1465"/>
                </a:lnTo>
                <a:lnTo>
                  <a:pt x="7013" y="1953"/>
                </a:lnTo>
                <a:lnTo>
                  <a:pt x="7394" y="2525"/>
                </a:lnTo>
                <a:lnTo>
                  <a:pt x="7668" y="3168"/>
                </a:lnTo>
                <a:lnTo>
                  <a:pt x="7799" y="3870"/>
                </a:lnTo>
                <a:lnTo>
                  <a:pt x="7823" y="4239"/>
                </a:lnTo>
                <a:lnTo>
                  <a:pt x="7799" y="4608"/>
                </a:lnTo>
                <a:lnTo>
                  <a:pt x="7668" y="5311"/>
                </a:lnTo>
                <a:lnTo>
                  <a:pt x="7394" y="5954"/>
                </a:lnTo>
                <a:lnTo>
                  <a:pt x="7013" y="6525"/>
                </a:lnTo>
                <a:lnTo>
                  <a:pt x="6525" y="7002"/>
                </a:lnTo>
                <a:lnTo>
                  <a:pt x="5953" y="7395"/>
                </a:lnTo>
                <a:lnTo>
                  <a:pt x="5310" y="7657"/>
                </a:lnTo>
                <a:lnTo>
                  <a:pt x="4608" y="7799"/>
                </a:lnTo>
                <a:lnTo>
                  <a:pt x="4239" y="7811"/>
                </a:lnTo>
                <a:lnTo>
                  <a:pt x="3870" y="7799"/>
                </a:lnTo>
                <a:lnTo>
                  <a:pt x="3167" y="7657"/>
                </a:lnTo>
                <a:lnTo>
                  <a:pt x="2524" y="7383"/>
                </a:lnTo>
                <a:lnTo>
                  <a:pt x="1953" y="7002"/>
                </a:lnTo>
                <a:lnTo>
                  <a:pt x="1465" y="6514"/>
                </a:lnTo>
                <a:lnTo>
                  <a:pt x="1084" y="5942"/>
                </a:lnTo>
                <a:lnTo>
                  <a:pt x="810" y="5299"/>
                </a:lnTo>
                <a:lnTo>
                  <a:pt x="667" y="4597"/>
                </a:lnTo>
                <a:lnTo>
                  <a:pt x="655" y="4239"/>
                </a:lnTo>
                <a:lnTo>
                  <a:pt x="667" y="3870"/>
                </a:lnTo>
                <a:lnTo>
                  <a:pt x="810" y="3168"/>
                </a:lnTo>
                <a:lnTo>
                  <a:pt x="1084" y="2525"/>
                </a:lnTo>
                <a:lnTo>
                  <a:pt x="1465" y="1953"/>
                </a:lnTo>
                <a:lnTo>
                  <a:pt x="1953" y="1465"/>
                </a:lnTo>
                <a:lnTo>
                  <a:pt x="2524" y="1084"/>
                </a:lnTo>
                <a:lnTo>
                  <a:pt x="3167" y="810"/>
                </a:lnTo>
                <a:lnTo>
                  <a:pt x="3870" y="667"/>
                </a:lnTo>
                <a:lnTo>
                  <a:pt x="4239" y="655"/>
                </a:lnTo>
                <a:close/>
                <a:moveTo>
                  <a:pt x="4239" y="1"/>
                </a:moveTo>
                <a:lnTo>
                  <a:pt x="3798" y="12"/>
                </a:lnTo>
                <a:lnTo>
                  <a:pt x="2977" y="191"/>
                </a:lnTo>
                <a:lnTo>
                  <a:pt x="2215" y="513"/>
                </a:lnTo>
                <a:lnTo>
                  <a:pt x="1536" y="965"/>
                </a:lnTo>
                <a:lnTo>
                  <a:pt x="965" y="1536"/>
                </a:lnTo>
                <a:lnTo>
                  <a:pt x="512" y="2215"/>
                </a:lnTo>
                <a:lnTo>
                  <a:pt x="191" y="2977"/>
                </a:lnTo>
                <a:lnTo>
                  <a:pt x="12" y="3799"/>
                </a:lnTo>
                <a:lnTo>
                  <a:pt x="0" y="4239"/>
                </a:lnTo>
                <a:lnTo>
                  <a:pt x="12" y="4668"/>
                </a:lnTo>
                <a:lnTo>
                  <a:pt x="191" y="5501"/>
                </a:lnTo>
                <a:lnTo>
                  <a:pt x="512" y="6252"/>
                </a:lnTo>
                <a:lnTo>
                  <a:pt x="965" y="6930"/>
                </a:lnTo>
                <a:lnTo>
                  <a:pt x="1536" y="7502"/>
                </a:lnTo>
                <a:lnTo>
                  <a:pt x="2215" y="7966"/>
                </a:lnTo>
                <a:lnTo>
                  <a:pt x="2977" y="8288"/>
                </a:lnTo>
                <a:lnTo>
                  <a:pt x="3798" y="8454"/>
                </a:lnTo>
                <a:lnTo>
                  <a:pt x="4239" y="8466"/>
                </a:lnTo>
                <a:lnTo>
                  <a:pt x="4632" y="8454"/>
                </a:lnTo>
                <a:lnTo>
                  <a:pt x="5370" y="8311"/>
                </a:lnTo>
                <a:lnTo>
                  <a:pt x="6072" y="8049"/>
                </a:lnTo>
                <a:lnTo>
                  <a:pt x="6704" y="7680"/>
                </a:lnTo>
                <a:lnTo>
                  <a:pt x="6989" y="7442"/>
                </a:lnTo>
                <a:lnTo>
                  <a:pt x="9871" y="10324"/>
                </a:lnTo>
                <a:lnTo>
                  <a:pt x="9966" y="10407"/>
                </a:lnTo>
                <a:lnTo>
                  <a:pt x="10097" y="10419"/>
                </a:lnTo>
                <a:lnTo>
                  <a:pt x="10216" y="10407"/>
                </a:lnTo>
                <a:lnTo>
                  <a:pt x="10323" y="10324"/>
                </a:lnTo>
                <a:lnTo>
                  <a:pt x="10407" y="10216"/>
                </a:lnTo>
                <a:lnTo>
                  <a:pt x="10407" y="9966"/>
                </a:lnTo>
                <a:lnTo>
                  <a:pt x="10323" y="9871"/>
                </a:lnTo>
                <a:lnTo>
                  <a:pt x="7454" y="6990"/>
                </a:lnTo>
                <a:lnTo>
                  <a:pt x="7680" y="6704"/>
                </a:lnTo>
                <a:lnTo>
                  <a:pt x="8049" y="6073"/>
                </a:lnTo>
                <a:lnTo>
                  <a:pt x="8323" y="5370"/>
                </a:lnTo>
                <a:lnTo>
                  <a:pt x="8454" y="4632"/>
                </a:lnTo>
                <a:lnTo>
                  <a:pt x="8466" y="4239"/>
                </a:lnTo>
                <a:lnTo>
                  <a:pt x="8454" y="3799"/>
                </a:lnTo>
                <a:lnTo>
                  <a:pt x="8287" y="2977"/>
                </a:lnTo>
                <a:lnTo>
                  <a:pt x="7966" y="2215"/>
                </a:lnTo>
                <a:lnTo>
                  <a:pt x="7501" y="1536"/>
                </a:lnTo>
                <a:lnTo>
                  <a:pt x="6930" y="965"/>
                </a:lnTo>
                <a:lnTo>
                  <a:pt x="6263" y="513"/>
                </a:lnTo>
                <a:lnTo>
                  <a:pt x="5501" y="191"/>
                </a:lnTo>
                <a:lnTo>
                  <a:pt x="4668" y="12"/>
                </a:lnTo>
                <a:lnTo>
                  <a:pt x="423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2" name="Google Shape;3322;p176"/>
          <p:cNvSpPr/>
          <p:nvPr/>
        </p:nvSpPr>
        <p:spPr>
          <a:xfrm>
            <a:off x="1076737" y="6674554"/>
            <a:ext cx="540642" cy="540642"/>
          </a:xfrm>
          <a:custGeom>
            <a:rect b="b" l="l" r="r" t="t"/>
            <a:pathLst>
              <a:path extrusionOk="0" h="10419" w="10419">
                <a:moveTo>
                  <a:pt x="5203" y="1"/>
                </a:moveTo>
                <a:lnTo>
                  <a:pt x="5072" y="24"/>
                </a:lnTo>
                <a:lnTo>
                  <a:pt x="4894" y="203"/>
                </a:lnTo>
                <a:lnTo>
                  <a:pt x="4882" y="334"/>
                </a:lnTo>
                <a:lnTo>
                  <a:pt x="4882" y="2287"/>
                </a:lnTo>
                <a:lnTo>
                  <a:pt x="4894" y="2418"/>
                </a:lnTo>
                <a:lnTo>
                  <a:pt x="5072" y="2584"/>
                </a:lnTo>
                <a:lnTo>
                  <a:pt x="5203" y="2608"/>
                </a:lnTo>
                <a:lnTo>
                  <a:pt x="5334" y="2584"/>
                </a:lnTo>
                <a:lnTo>
                  <a:pt x="5513" y="2418"/>
                </a:lnTo>
                <a:lnTo>
                  <a:pt x="5537" y="2287"/>
                </a:lnTo>
                <a:lnTo>
                  <a:pt x="5537" y="334"/>
                </a:lnTo>
                <a:lnTo>
                  <a:pt x="5513" y="203"/>
                </a:lnTo>
                <a:lnTo>
                  <a:pt x="5334" y="24"/>
                </a:lnTo>
                <a:lnTo>
                  <a:pt x="5203" y="1"/>
                </a:lnTo>
                <a:close/>
                <a:moveTo>
                  <a:pt x="1620" y="1453"/>
                </a:moveTo>
                <a:lnTo>
                  <a:pt x="1512" y="1525"/>
                </a:lnTo>
                <a:lnTo>
                  <a:pt x="1500" y="1525"/>
                </a:lnTo>
                <a:lnTo>
                  <a:pt x="1441" y="1632"/>
                </a:lnTo>
                <a:lnTo>
                  <a:pt x="1441" y="1882"/>
                </a:lnTo>
                <a:lnTo>
                  <a:pt x="1500" y="1989"/>
                </a:lnTo>
                <a:lnTo>
                  <a:pt x="2905" y="3370"/>
                </a:lnTo>
                <a:lnTo>
                  <a:pt x="3013" y="3453"/>
                </a:lnTo>
                <a:lnTo>
                  <a:pt x="3263" y="3453"/>
                </a:lnTo>
                <a:lnTo>
                  <a:pt x="3370" y="3370"/>
                </a:lnTo>
                <a:lnTo>
                  <a:pt x="3441" y="3263"/>
                </a:lnTo>
                <a:lnTo>
                  <a:pt x="3441" y="3013"/>
                </a:lnTo>
                <a:lnTo>
                  <a:pt x="3370" y="2906"/>
                </a:lnTo>
                <a:lnTo>
                  <a:pt x="1989" y="1525"/>
                </a:lnTo>
                <a:lnTo>
                  <a:pt x="1881" y="1453"/>
                </a:lnTo>
                <a:close/>
                <a:moveTo>
                  <a:pt x="8537" y="1453"/>
                </a:moveTo>
                <a:lnTo>
                  <a:pt x="8430" y="1525"/>
                </a:lnTo>
                <a:lnTo>
                  <a:pt x="7049" y="2906"/>
                </a:lnTo>
                <a:lnTo>
                  <a:pt x="6966" y="3013"/>
                </a:lnTo>
                <a:lnTo>
                  <a:pt x="6966" y="3263"/>
                </a:lnTo>
                <a:lnTo>
                  <a:pt x="7049" y="3370"/>
                </a:lnTo>
                <a:lnTo>
                  <a:pt x="7156" y="3453"/>
                </a:lnTo>
                <a:lnTo>
                  <a:pt x="7406" y="3453"/>
                </a:lnTo>
                <a:lnTo>
                  <a:pt x="7513" y="3370"/>
                </a:lnTo>
                <a:lnTo>
                  <a:pt x="8895" y="1989"/>
                </a:lnTo>
                <a:lnTo>
                  <a:pt x="8966" y="1882"/>
                </a:lnTo>
                <a:lnTo>
                  <a:pt x="8966" y="1632"/>
                </a:lnTo>
                <a:lnTo>
                  <a:pt x="8895" y="1525"/>
                </a:lnTo>
                <a:lnTo>
                  <a:pt x="8787" y="1453"/>
                </a:lnTo>
                <a:close/>
                <a:moveTo>
                  <a:pt x="322" y="4882"/>
                </a:moveTo>
                <a:lnTo>
                  <a:pt x="191" y="4906"/>
                </a:lnTo>
                <a:lnTo>
                  <a:pt x="12" y="5085"/>
                </a:lnTo>
                <a:lnTo>
                  <a:pt x="0" y="5216"/>
                </a:lnTo>
                <a:lnTo>
                  <a:pt x="12" y="5347"/>
                </a:lnTo>
                <a:lnTo>
                  <a:pt x="191" y="5513"/>
                </a:lnTo>
                <a:lnTo>
                  <a:pt x="322" y="5537"/>
                </a:lnTo>
                <a:lnTo>
                  <a:pt x="2274" y="5537"/>
                </a:lnTo>
                <a:lnTo>
                  <a:pt x="2405" y="5513"/>
                </a:lnTo>
                <a:lnTo>
                  <a:pt x="2584" y="5347"/>
                </a:lnTo>
                <a:lnTo>
                  <a:pt x="2608" y="5216"/>
                </a:lnTo>
                <a:lnTo>
                  <a:pt x="2584" y="5085"/>
                </a:lnTo>
                <a:lnTo>
                  <a:pt x="2405" y="4906"/>
                </a:lnTo>
                <a:lnTo>
                  <a:pt x="2274" y="4882"/>
                </a:lnTo>
                <a:close/>
                <a:moveTo>
                  <a:pt x="8144" y="4894"/>
                </a:moveTo>
                <a:lnTo>
                  <a:pt x="8013" y="4906"/>
                </a:lnTo>
                <a:lnTo>
                  <a:pt x="7835" y="5085"/>
                </a:lnTo>
                <a:lnTo>
                  <a:pt x="7811" y="5216"/>
                </a:lnTo>
                <a:lnTo>
                  <a:pt x="7835" y="5347"/>
                </a:lnTo>
                <a:lnTo>
                  <a:pt x="8013" y="5525"/>
                </a:lnTo>
                <a:lnTo>
                  <a:pt x="8144" y="5537"/>
                </a:lnTo>
                <a:lnTo>
                  <a:pt x="10097" y="5537"/>
                </a:lnTo>
                <a:lnTo>
                  <a:pt x="10216" y="5525"/>
                </a:lnTo>
                <a:lnTo>
                  <a:pt x="10395" y="5347"/>
                </a:lnTo>
                <a:lnTo>
                  <a:pt x="10419" y="5216"/>
                </a:lnTo>
                <a:lnTo>
                  <a:pt x="10395" y="5085"/>
                </a:lnTo>
                <a:lnTo>
                  <a:pt x="10216" y="4906"/>
                </a:lnTo>
                <a:lnTo>
                  <a:pt x="10097" y="4894"/>
                </a:lnTo>
                <a:close/>
                <a:moveTo>
                  <a:pt x="3013" y="6978"/>
                </a:moveTo>
                <a:lnTo>
                  <a:pt x="2905" y="7049"/>
                </a:lnTo>
                <a:lnTo>
                  <a:pt x="1512" y="8430"/>
                </a:lnTo>
                <a:lnTo>
                  <a:pt x="1441" y="8538"/>
                </a:lnTo>
                <a:lnTo>
                  <a:pt x="1441" y="8788"/>
                </a:lnTo>
                <a:lnTo>
                  <a:pt x="1512" y="8895"/>
                </a:lnTo>
                <a:lnTo>
                  <a:pt x="1620" y="8978"/>
                </a:lnTo>
                <a:lnTo>
                  <a:pt x="1881" y="8978"/>
                </a:lnTo>
                <a:lnTo>
                  <a:pt x="1989" y="8895"/>
                </a:lnTo>
                <a:lnTo>
                  <a:pt x="3370" y="7514"/>
                </a:lnTo>
                <a:lnTo>
                  <a:pt x="3441" y="7407"/>
                </a:lnTo>
                <a:lnTo>
                  <a:pt x="3441" y="7156"/>
                </a:lnTo>
                <a:lnTo>
                  <a:pt x="3370" y="7049"/>
                </a:lnTo>
                <a:lnTo>
                  <a:pt x="3263" y="6978"/>
                </a:lnTo>
                <a:close/>
                <a:moveTo>
                  <a:pt x="7156" y="6978"/>
                </a:moveTo>
                <a:lnTo>
                  <a:pt x="7049" y="7061"/>
                </a:lnTo>
                <a:lnTo>
                  <a:pt x="6966" y="7156"/>
                </a:lnTo>
                <a:lnTo>
                  <a:pt x="6966" y="7407"/>
                </a:lnTo>
                <a:lnTo>
                  <a:pt x="7049" y="7514"/>
                </a:lnTo>
                <a:lnTo>
                  <a:pt x="8430" y="8895"/>
                </a:lnTo>
                <a:lnTo>
                  <a:pt x="8537" y="8978"/>
                </a:lnTo>
                <a:lnTo>
                  <a:pt x="8787" y="8978"/>
                </a:lnTo>
                <a:lnTo>
                  <a:pt x="8895" y="8895"/>
                </a:lnTo>
                <a:lnTo>
                  <a:pt x="8966" y="8788"/>
                </a:lnTo>
                <a:lnTo>
                  <a:pt x="8966" y="8538"/>
                </a:lnTo>
                <a:lnTo>
                  <a:pt x="8895" y="8442"/>
                </a:lnTo>
                <a:lnTo>
                  <a:pt x="7513" y="7061"/>
                </a:lnTo>
                <a:lnTo>
                  <a:pt x="7406" y="6978"/>
                </a:lnTo>
                <a:close/>
                <a:moveTo>
                  <a:pt x="5203" y="7823"/>
                </a:moveTo>
                <a:lnTo>
                  <a:pt x="5072" y="7835"/>
                </a:lnTo>
                <a:lnTo>
                  <a:pt x="4894" y="8014"/>
                </a:lnTo>
                <a:lnTo>
                  <a:pt x="4882" y="8145"/>
                </a:lnTo>
                <a:lnTo>
                  <a:pt x="4882" y="10097"/>
                </a:lnTo>
                <a:lnTo>
                  <a:pt x="4894" y="10228"/>
                </a:lnTo>
                <a:lnTo>
                  <a:pt x="5072" y="10407"/>
                </a:lnTo>
                <a:lnTo>
                  <a:pt x="5203" y="10419"/>
                </a:lnTo>
                <a:lnTo>
                  <a:pt x="5334" y="10407"/>
                </a:lnTo>
                <a:lnTo>
                  <a:pt x="5513" y="10228"/>
                </a:lnTo>
                <a:lnTo>
                  <a:pt x="5537" y="10097"/>
                </a:lnTo>
                <a:lnTo>
                  <a:pt x="5537" y="8145"/>
                </a:lnTo>
                <a:lnTo>
                  <a:pt x="5513" y="8014"/>
                </a:lnTo>
                <a:lnTo>
                  <a:pt x="5334" y="7835"/>
                </a:lnTo>
                <a:lnTo>
                  <a:pt x="5203" y="782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3" name="Google Shape;3323;p176"/>
          <p:cNvSpPr/>
          <p:nvPr/>
        </p:nvSpPr>
        <p:spPr>
          <a:xfrm>
            <a:off x="9330184" y="6674554"/>
            <a:ext cx="608618" cy="541265"/>
          </a:xfrm>
          <a:custGeom>
            <a:rect b="b" l="l" r="r" t="t"/>
            <a:pathLst>
              <a:path extrusionOk="0" h="10431" w="11729">
                <a:moveTo>
                  <a:pt x="6049" y="655"/>
                </a:moveTo>
                <a:lnTo>
                  <a:pt x="6394" y="727"/>
                </a:lnTo>
                <a:lnTo>
                  <a:pt x="6716" y="870"/>
                </a:lnTo>
                <a:lnTo>
                  <a:pt x="7002" y="1060"/>
                </a:lnTo>
                <a:lnTo>
                  <a:pt x="7252" y="1298"/>
                </a:lnTo>
                <a:lnTo>
                  <a:pt x="7442" y="1584"/>
                </a:lnTo>
                <a:lnTo>
                  <a:pt x="7573" y="1906"/>
                </a:lnTo>
                <a:lnTo>
                  <a:pt x="7645" y="2263"/>
                </a:lnTo>
                <a:lnTo>
                  <a:pt x="7656" y="2441"/>
                </a:lnTo>
                <a:lnTo>
                  <a:pt x="7645" y="2572"/>
                </a:lnTo>
                <a:lnTo>
                  <a:pt x="7561" y="2918"/>
                </a:lnTo>
                <a:lnTo>
                  <a:pt x="7466" y="3132"/>
                </a:lnTo>
                <a:lnTo>
                  <a:pt x="7240" y="3644"/>
                </a:lnTo>
                <a:lnTo>
                  <a:pt x="6930" y="4168"/>
                </a:lnTo>
                <a:lnTo>
                  <a:pt x="6371" y="5001"/>
                </a:lnTo>
                <a:lnTo>
                  <a:pt x="5859" y="5680"/>
                </a:lnTo>
                <a:lnTo>
                  <a:pt x="5347" y="5001"/>
                </a:lnTo>
                <a:lnTo>
                  <a:pt x="4799" y="4168"/>
                </a:lnTo>
                <a:lnTo>
                  <a:pt x="4489" y="3644"/>
                </a:lnTo>
                <a:lnTo>
                  <a:pt x="4263" y="3132"/>
                </a:lnTo>
                <a:lnTo>
                  <a:pt x="4168" y="2918"/>
                </a:lnTo>
                <a:lnTo>
                  <a:pt x="4073" y="2572"/>
                </a:lnTo>
                <a:lnTo>
                  <a:pt x="4073" y="2441"/>
                </a:lnTo>
                <a:lnTo>
                  <a:pt x="4073" y="2263"/>
                </a:lnTo>
                <a:lnTo>
                  <a:pt x="4144" y="1906"/>
                </a:lnTo>
                <a:lnTo>
                  <a:pt x="4287" y="1584"/>
                </a:lnTo>
                <a:lnTo>
                  <a:pt x="4477" y="1298"/>
                </a:lnTo>
                <a:lnTo>
                  <a:pt x="4715" y="1060"/>
                </a:lnTo>
                <a:lnTo>
                  <a:pt x="5001" y="870"/>
                </a:lnTo>
                <a:lnTo>
                  <a:pt x="5323" y="727"/>
                </a:lnTo>
                <a:lnTo>
                  <a:pt x="5680" y="655"/>
                </a:lnTo>
                <a:close/>
                <a:moveTo>
                  <a:pt x="5859" y="1"/>
                </a:moveTo>
                <a:lnTo>
                  <a:pt x="5608" y="12"/>
                </a:lnTo>
                <a:lnTo>
                  <a:pt x="5132" y="108"/>
                </a:lnTo>
                <a:lnTo>
                  <a:pt x="4692" y="286"/>
                </a:lnTo>
                <a:lnTo>
                  <a:pt x="4311" y="560"/>
                </a:lnTo>
                <a:lnTo>
                  <a:pt x="3977" y="882"/>
                </a:lnTo>
                <a:lnTo>
                  <a:pt x="3715" y="1275"/>
                </a:lnTo>
                <a:lnTo>
                  <a:pt x="3525" y="1715"/>
                </a:lnTo>
                <a:lnTo>
                  <a:pt x="3430" y="2191"/>
                </a:lnTo>
                <a:lnTo>
                  <a:pt x="3418" y="2441"/>
                </a:lnTo>
                <a:lnTo>
                  <a:pt x="3430" y="2656"/>
                </a:lnTo>
                <a:lnTo>
                  <a:pt x="3561" y="3144"/>
                </a:lnTo>
                <a:lnTo>
                  <a:pt x="3918" y="3954"/>
                </a:lnTo>
                <a:lnTo>
                  <a:pt x="4596" y="5049"/>
                </a:lnTo>
                <a:lnTo>
                  <a:pt x="5287" y="6002"/>
                </a:lnTo>
                <a:lnTo>
                  <a:pt x="5561" y="6335"/>
                </a:lnTo>
                <a:lnTo>
                  <a:pt x="5620" y="6406"/>
                </a:lnTo>
                <a:lnTo>
                  <a:pt x="5775" y="6490"/>
                </a:lnTo>
                <a:lnTo>
                  <a:pt x="5942" y="6490"/>
                </a:lnTo>
                <a:lnTo>
                  <a:pt x="6097" y="6406"/>
                </a:lnTo>
                <a:lnTo>
                  <a:pt x="6168" y="6335"/>
                </a:lnTo>
                <a:lnTo>
                  <a:pt x="6430" y="6002"/>
                </a:lnTo>
                <a:lnTo>
                  <a:pt x="7133" y="5049"/>
                </a:lnTo>
                <a:lnTo>
                  <a:pt x="7811" y="3954"/>
                </a:lnTo>
                <a:lnTo>
                  <a:pt x="8168" y="3144"/>
                </a:lnTo>
                <a:lnTo>
                  <a:pt x="8288" y="2656"/>
                </a:lnTo>
                <a:lnTo>
                  <a:pt x="8299" y="2441"/>
                </a:lnTo>
                <a:lnTo>
                  <a:pt x="8311" y="2441"/>
                </a:lnTo>
                <a:lnTo>
                  <a:pt x="8299" y="2191"/>
                </a:lnTo>
                <a:lnTo>
                  <a:pt x="8204" y="1715"/>
                </a:lnTo>
                <a:lnTo>
                  <a:pt x="8014" y="1275"/>
                </a:lnTo>
                <a:lnTo>
                  <a:pt x="7752" y="882"/>
                </a:lnTo>
                <a:lnTo>
                  <a:pt x="7418" y="560"/>
                </a:lnTo>
                <a:lnTo>
                  <a:pt x="7025" y="286"/>
                </a:lnTo>
                <a:lnTo>
                  <a:pt x="6597" y="108"/>
                </a:lnTo>
                <a:lnTo>
                  <a:pt x="6109" y="12"/>
                </a:lnTo>
                <a:lnTo>
                  <a:pt x="5859" y="1"/>
                </a:lnTo>
                <a:close/>
                <a:moveTo>
                  <a:pt x="11169" y="2680"/>
                </a:moveTo>
                <a:lnTo>
                  <a:pt x="11050" y="2715"/>
                </a:lnTo>
                <a:lnTo>
                  <a:pt x="8657" y="3680"/>
                </a:lnTo>
                <a:lnTo>
                  <a:pt x="8454" y="4120"/>
                </a:lnTo>
                <a:lnTo>
                  <a:pt x="8216" y="4561"/>
                </a:lnTo>
                <a:lnTo>
                  <a:pt x="8240" y="4549"/>
                </a:lnTo>
                <a:lnTo>
                  <a:pt x="8264" y="4549"/>
                </a:lnTo>
                <a:lnTo>
                  <a:pt x="11074" y="3418"/>
                </a:lnTo>
                <a:lnTo>
                  <a:pt x="11074" y="8573"/>
                </a:lnTo>
                <a:lnTo>
                  <a:pt x="8466" y="9621"/>
                </a:lnTo>
                <a:lnTo>
                  <a:pt x="8466" y="6180"/>
                </a:lnTo>
                <a:lnTo>
                  <a:pt x="8454" y="6049"/>
                </a:lnTo>
                <a:lnTo>
                  <a:pt x="8276" y="5871"/>
                </a:lnTo>
                <a:lnTo>
                  <a:pt x="8145" y="5847"/>
                </a:lnTo>
                <a:lnTo>
                  <a:pt x="8014" y="5871"/>
                </a:lnTo>
                <a:lnTo>
                  <a:pt x="7835" y="6049"/>
                </a:lnTo>
                <a:lnTo>
                  <a:pt x="7811" y="6180"/>
                </a:lnTo>
                <a:lnTo>
                  <a:pt x="7811" y="9669"/>
                </a:lnTo>
                <a:lnTo>
                  <a:pt x="3906" y="8550"/>
                </a:lnTo>
                <a:lnTo>
                  <a:pt x="3906" y="6192"/>
                </a:lnTo>
                <a:lnTo>
                  <a:pt x="3894" y="6061"/>
                </a:lnTo>
                <a:lnTo>
                  <a:pt x="3715" y="5882"/>
                </a:lnTo>
                <a:lnTo>
                  <a:pt x="3584" y="5871"/>
                </a:lnTo>
                <a:lnTo>
                  <a:pt x="3453" y="5882"/>
                </a:lnTo>
                <a:lnTo>
                  <a:pt x="3275" y="6061"/>
                </a:lnTo>
                <a:lnTo>
                  <a:pt x="3251" y="6192"/>
                </a:lnTo>
                <a:lnTo>
                  <a:pt x="3251" y="8573"/>
                </a:lnTo>
                <a:lnTo>
                  <a:pt x="655" y="9621"/>
                </a:lnTo>
                <a:lnTo>
                  <a:pt x="655" y="4454"/>
                </a:lnTo>
                <a:lnTo>
                  <a:pt x="3001" y="3513"/>
                </a:lnTo>
                <a:lnTo>
                  <a:pt x="2894" y="3203"/>
                </a:lnTo>
                <a:lnTo>
                  <a:pt x="2810" y="2894"/>
                </a:lnTo>
                <a:lnTo>
                  <a:pt x="310" y="3894"/>
                </a:lnTo>
                <a:lnTo>
                  <a:pt x="179" y="3965"/>
                </a:lnTo>
                <a:lnTo>
                  <a:pt x="12" y="4204"/>
                </a:lnTo>
                <a:lnTo>
                  <a:pt x="0" y="4346"/>
                </a:lnTo>
                <a:lnTo>
                  <a:pt x="0" y="9859"/>
                </a:lnTo>
                <a:lnTo>
                  <a:pt x="12" y="9978"/>
                </a:lnTo>
                <a:lnTo>
                  <a:pt x="131" y="10193"/>
                </a:lnTo>
                <a:lnTo>
                  <a:pt x="322" y="10324"/>
                </a:lnTo>
                <a:lnTo>
                  <a:pt x="548" y="10347"/>
                </a:lnTo>
                <a:lnTo>
                  <a:pt x="667" y="10312"/>
                </a:lnTo>
                <a:lnTo>
                  <a:pt x="3596" y="9133"/>
                </a:lnTo>
                <a:lnTo>
                  <a:pt x="8049" y="10407"/>
                </a:lnTo>
                <a:lnTo>
                  <a:pt x="8157" y="10431"/>
                </a:lnTo>
                <a:lnTo>
                  <a:pt x="8264" y="10395"/>
                </a:lnTo>
                <a:lnTo>
                  <a:pt x="11419" y="9133"/>
                </a:lnTo>
                <a:lnTo>
                  <a:pt x="11550" y="9062"/>
                </a:lnTo>
                <a:lnTo>
                  <a:pt x="11705" y="8823"/>
                </a:lnTo>
                <a:lnTo>
                  <a:pt x="11729" y="8681"/>
                </a:lnTo>
                <a:lnTo>
                  <a:pt x="11729" y="3168"/>
                </a:lnTo>
                <a:lnTo>
                  <a:pt x="11717" y="3049"/>
                </a:lnTo>
                <a:lnTo>
                  <a:pt x="11598" y="2834"/>
                </a:lnTo>
                <a:lnTo>
                  <a:pt x="11407" y="2715"/>
                </a:lnTo>
                <a:lnTo>
                  <a:pt x="11169" y="268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4" name="Google Shape;3324;p176"/>
          <p:cNvSpPr/>
          <p:nvPr/>
        </p:nvSpPr>
        <p:spPr>
          <a:xfrm>
            <a:off x="10400224" y="6674554"/>
            <a:ext cx="540071" cy="540642"/>
          </a:xfrm>
          <a:custGeom>
            <a:rect b="b" l="l" r="r" t="t"/>
            <a:pathLst>
              <a:path extrusionOk="0" h="10419" w="10408">
                <a:moveTo>
                  <a:pt x="608" y="1"/>
                </a:moveTo>
                <a:lnTo>
                  <a:pt x="441" y="12"/>
                </a:lnTo>
                <a:lnTo>
                  <a:pt x="156" y="191"/>
                </a:lnTo>
                <a:lnTo>
                  <a:pt x="60" y="334"/>
                </a:lnTo>
                <a:lnTo>
                  <a:pt x="1" y="489"/>
                </a:lnTo>
                <a:lnTo>
                  <a:pt x="25" y="810"/>
                </a:lnTo>
                <a:lnTo>
                  <a:pt x="108" y="953"/>
                </a:lnTo>
                <a:lnTo>
                  <a:pt x="2001" y="3763"/>
                </a:lnTo>
                <a:lnTo>
                  <a:pt x="2049" y="3834"/>
                </a:lnTo>
                <a:lnTo>
                  <a:pt x="2192" y="3906"/>
                </a:lnTo>
                <a:lnTo>
                  <a:pt x="2370" y="3906"/>
                </a:lnTo>
                <a:lnTo>
                  <a:pt x="2454" y="3846"/>
                </a:lnTo>
                <a:lnTo>
                  <a:pt x="2549" y="3763"/>
                </a:lnTo>
                <a:lnTo>
                  <a:pt x="2597" y="3513"/>
                </a:lnTo>
                <a:lnTo>
                  <a:pt x="2537" y="3394"/>
                </a:lnTo>
                <a:lnTo>
                  <a:pt x="680" y="655"/>
                </a:lnTo>
                <a:lnTo>
                  <a:pt x="2692" y="632"/>
                </a:lnTo>
                <a:lnTo>
                  <a:pt x="4002" y="2811"/>
                </a:lnTo>
                <a:lnTo>
                  <a:pt x="4073" y="2906"/>
                </a:lnTo>
                <a:lnTo>
                  <a:pt x="4323" y="2965"/>
                </a:lnTo>
                <a:lnTo>
                  <a:pt x="4442" y="2918"/>
                </a:lnTo>
                <a:lnTo>
                  <a:pt x="4549" y="2834"/>
                </a:lnTo>
                <a:lnTo>
                  <a:pt x="4609" y="2596"/>
                </a:lnTo>
                <a:lnTo>
                  <a:pt x="4549" y="2465"/>
                </a:lnTo>
                <a:lnTo>
                  <a:pt x="3251" y="298"/>
                </a:lnTo>
                <a:lnTo>
                  <a:pt x="3156" y="167"/>
                </a:lnTo>
                <a:lnTo>
                  <a:pt x="2882" y="12"/>
                </a:lnTo>
                <a:lnTo>
                  <a:pt x="2728" y="1"/>
                </a:lnTo>
                <a:close/>
                <a:moveTo>
                  <a:pt x="7681" y="1"/>
                </a:moveTo>
                <a:lnTo>
                  <a:pt x="7514" y="12"/>
                </a:lnTo>
                <a:lnTo>
                  <a:pt x="7252" y="167"/>
                </a:lnTo>
                <a:lnTo>
                  <a:pt x="7157" y="298"/>
                </a:lnTo>
                <a:lnTo>
                  <a:pt x="5847" y="2465"/>
                </a:lnTo>
                <a:lnTo>
                  <a:pt x="5799" y="2596"/>
                </a:lnTo>
                <a:lnTo>
                  <a:pt x="5859" y="2834"/>
                </a:lnTo>
                <a:lnTo>
                  <a:pt x="5966" y="2918"/>
                </a:lnTo>
                <a:lnTo>
                  <a:pt x="6085" y="2965"/>
                </a:lnTo>
                <a:lnTo>
                  <a:pt x="6323" y="2906"/>
                </a:lnTo>
                <a:lnTo>
                  <a:pt x="6407" y="2811"/>
                </a:lnTo>
                <a:lnTo>
                  <a:pt x="7681" y="655"/>
                </a:lnTo>
                <a:lnTo>
                  <a:pt x="9717" y="655"/>
                </a:lnTo>
                <a:lnTo>
                  <a:pt x="7859" y="3394"/>
                </a:lnTo>
                <a:lnTo>
                  <a:pt x="7800" y="3513"/>
                </a:lnTo>
                <a:lnTo>
                  <a:pt x="7847" y="3763"/>
                </a:lnTo>
                <a:lnTo>
                  <a:pt x="7955" y="3846"/>
                </a:lnTo>
                <a:lnTo>
                  <a:pt x="8038" y="3894"/>
                </a:lnTo>
                <a:lnTo>
                  <a:pt x="8133" y="3906"/>
                </a:lnTo>
                <a:lnTo>
                  <a:pt x="8217" y="3906"/>
                </a:lnTo>
                <a:lnTo>
                  <a:pt x="8348" y="3834"/>
                </a:lnTo>
                <a:lnTo>
                  <a:pt x="8407" y="3763"/>
                </a:lnTo>
                <a:lnTo>
                  <a:pt x="10300" y="953"/>
                </a:lnTo>
                <a:lnTo>
                  <a:pt x="10384" y="810"/>
                </a:lnTo>
                <a:lnTo>
                  <a:pt x="10407" y="477"/>
                </a:lnTo>
                <a:lnTo>
                  <a:pt x="10336" y="322"/>
                </a:lnTo>
                <a:lnTo>
                  <a:pt x="10253" y="179"/>
                </a:lnTo>
                <a:lnTo>
                  <a:pt x="9967" y="12"/>
                </a:lnTo>
                <a:lnTo>
                  <a:pt x="9800" y="1"/>
                </a:lnTo>
                <a:close/>
                <a:moveTo>
                  <a:pt x="5204" y="5251"/>
                </a:moveTo>
                <a:lnTo>
                  <a:pt x="5669" y="6204"/>
                </a:lnTo>
                <a:lnTo>
                  <a:pt x="6718" y="6357"/>
                </a:lnTo>
                <a:lnTo>
                  <a:pt x="6718" y="6357"/>
                </a:lnTo>
                <a:lnTo>
                  <a:pt x="5966" y="7097"/>
                </a:lnTo>
                <a:lnTo>
                  <a:pt x="6145" y="8145"/>
                </a:lnTo>
                <a:lnTo>
                  <a:pt x="5204" y="7645"/>
                </a:lnTo>
                <a:lnTo>
                  <a:pt x="4264" y="8157"/>
                </a:lnTo>
                <a:lnTo>
                  <a:pt x="4442" y="7097"/>
                </a:lnTo>
                <a:lnTo>
                  <a:pt x="3680" y="6359"/>
                </a:lnTo>
                <a:lnTo>
                  <a:pt x="4728" y="6204"/>
                </a:lnTo>
                <a:lnTo>
                  <a:pt x="5204" y="5251"/>
                </a:lnTo>
                <a:close/>
                <a:moveTo>
                  <a:pt x="5204" y="4501"/>
                </a:moveTo>
                <a:lnTo>
                  <a:pt x="5049" y="4513"/>
                </a:lnTo>
                <a:lnTo>
                  <a:pt x="4787" y="4656"/>
                </a:lnTo>
                <a:lnTo>
                  <a:pt x="4704" y="4799"/>
                </a:lnTo>
                <a:lnTo>
                  <a:pt x="4299" y="5609"/>
                </a:lnTo>
                <a:lnTo>
                  <a:pt x="3394" y="5740"/>
                </a:lnTo>
                <a:lnTo>
                  <a:pt x="3251" y="5775"/>
                </a:lnTo>
                <a:lnTo>
                  <a:pt x="3013" y="5966"/>
                </a:lnTo>
                <a:lnTo>
                  <a:pt x="2954" y="6121"/>
                </a:lnTo>
                <a:lnTo>
                  <a:pt x="2918" y="6275"/>
                </a:lnTo>
                <a:lnTo>
                  <a:pt x="2989" y="6573"/>
                </a:lnTo>
                <a:lnTo>
                  <a:pt x="3085" y="6692"/>
                </a:lnTo>
                <a:lnTo>
                  <a:pt x="3740" y="7323"/>
                </a:lnTo>
                <a:lnTo>
                  <a:pt x="3585" y="8216"/>
                </a:lnTo>
                <a:lnTo>
                  <a:pt x="3573" y="8347"/>
                </a:lnTo>
                <a:lnTo>
                  <a:pt x="3644" y="8585"/>
                </a:lnTo>
                <a:lnTo>
                  <a:pt x="3811" y="8764"/>
                </a:lnTo>
                <a:lnTo>
                  <a:pt x="4025" y="8859"/>
                </a:lnTo>
                <a:lnTo>
                  <a:pt x="4144" y="8871"/>
                </a:lnTo>
                <a:lnTo>
                  <a:pt x="4275" y="8859"/>
                </a:lnTo>
                <a:lnTo>
                  <a:pt x="4394" y="8812"/>
                </a:lnTo>
                <a:lnTo>
                  <a:pt x="5204" y="8383"/>
                </a:lnTo>
                <a:lnTo>
                  <a:pt x="6002" y="8812"/>
                </a:lnTo>
                <a:lnTo>
                  <a:pt x="6133" y="8859"/>
                </a:lnTo>
                <a:lnTo>
                  <a:pt x="6264" y="8871"/>
                </a:lnTo>
                <a:lnTo>
                  <a:pt x="6383" y="8859"/>
                </a:lnTo>
                <a:lnTo>
                  <a:pt x="6597" y="8764"/>
                </a:lnTo>
                <a:lnTo>
                  <a:pt x="6752" y="8585"/>
                </a:lnTo>
                <a:lnTo>
                  <a:pt x="6835" y="8347"/>
                </a:lnTo>
                <a:lnTo>
                  <a:pt x="6812" y="8216"/>
                </a:lnTo>
                <a:lnTo>
                  <a:pt x="6657" y="7323"/>
                </a:lnTo>
                <a:lnTo>
                  <a:pt x="7312" y="6692"/>
                </a:lnTo>
                <a:lnTo>
                  <a:pt x="7419" y="6573"/>
                </a:lnTo>
                <a:lnTo>
                  <a:pt x="7490" y="6275"/>
                </a:lnTo>
                <a:lnTo>
                  <a:pt x="7455" y="6121"/>
                </a:lnTo>
                <a:lnTo>
                  <a:pt x="7395" y="5966"/>
                </a:lnTo>
                <a:lnTo>
                  <a:pt x="7157" y="5775"/>
                </a:lnTo>
                <a:lnTo>
                  <a:pt x="7002" y="5740"/>
                </a:lnTo>
                <a:lnTo>
                  <a:pt x="6109" y="5609"/>
                </a:lnTo>
                <a:lnTo>
                  <a:pt x="5704" y="4787"/>
                </a:lnTo>
                <a:lnTo>
                  <a:pt x="5621" y="4656"/>
                </a:lnTo>
                <a:lnTo>
                  <a:pt x="5359" y="4513"/>
                </a:lnTo>
                <a:lnTo>
                  <a:pt x="5204" y="4501"/>
                </a:lnTo>
                <a:close/>
                <a:moveTo>
                  <a:pt x="5204" y="3906"/>
                </a:moveTo>
                <a:lnTo>
                  <a:pt x="5502" y="3918"/>
                </a:lnTo>
                <a:lnTo>
                  <a:pt x="6073" y="4037"/>
                </a:lnTo>
                <a:lnTo>
                  <a:pt x="6597" y="4263"/>
                </a:lnTo>
                <a:lnTo>
                  <a:pt x="7074" y="4573"/>
                </a:lnTo>
                <a:lnTo>
                  <a:pt x="7466" y="4978"/>
                </a:lnTo>
                <a:lnTo>
                  <a:pt x="7788" y="5442"/>
                </a:lnTo>
                <a:lnTo>
                  <a:pt x="8002" y="5966"/>
                </a:lnTo>
                <a:lnTo>
                  <a:pt x="8121" y="6537"/>
                </a:lnTo>
                <a:lnTo>
                  <a:pt x="8133" y="6835"/>
                </a:lnTo>
                <a:lnTo>
                  <a:pt x="8121" y="7145"/>
                </a:lnTo>
                <a:lnTo>
                  <a:pt x="8002" y="7716"/>
                </a:lnTo>
                <a:lnTo>
                  <a:pt x="7788" y="8240"/>
                </a:lnTo>
                <a:lnTo>
                  <a:pt x="7466" y="8704"/>
                </a:lnTo>
                <a:lnTo>
                  <a:pt x="7074" y="9097"/>
                </a:lnTo>
                <a:lnTo>
                  <a:pt x="6597" y="9419"/>
                </a:lnTo>
                <a:lnTo>
                  <a:pt x="6073" y="9645"/>
                </a:lnTo>
                <a:lnTo>
                  <a:pt x="5502" y="9764"/>
                </a:lnTo>
                <a:lnTo>
                  <a:pt x="4906" y="9764"/>
                </a:lnTo>
                <a:lnTo>
                  <a:pt x="4335" y="9645"/>
                </a:lnTo>
                <a:lnTo>
                  <a:pt x="3799" y="9419"/>
                </a:lnTo>
                <a:lnTo>
                  <a:pt x="3335" y="9097"/>
                </a:lnTo>
                <a:lnTo>
                  <a:pt x="2942" y="8704"/>
                </a:lnTo>
                <a:lnTo>
                  <a:pt x="2620" y="8240"/>
                </a:lnTo>
                <a:lnTo>
                  <a:pt x="2394" y="7716"/>
                </a:lnTo>
                <a:lnTo>
                  <a:pt x="2287" y="7145"/>
                </a:lnTo>
                <a:lnTo>
                  <a:pt x="2275" y="6835"/>
                </a:lnTo>
                <a:lnTo>
                  <a:pt x="2287" y="6537"/>
                </a:lnTo>
                <a:lnTo>
                  <a:pt x="2394" y="5966"/>
                </a:lnTo>
                <a:lnTo>
                  <a:pt x="2620" y="5442"/>
                </a:lnTo>
                <a:lnTo>
                  <a:pt x="2942" y="4978"/>
                </a:lnTo>
                <a:lnTo>
                  <a:pt x="3335" y="4573"/>
                </a:lnTo>
                <a:lnTo>
                  <a:pt x="3799" y="4263"/>
                </a:lnTo>
                <a:lnTo>
                  <a:pt x="4335" y="4037"/>
                </a:lnTo>
                <a:lnTo>
                  <a:pt x="4906" y="3918"/>
                </a:lnTo>
                <a:lnTo>
                  <a:pt x="5204" y="3906"/>
                </a:lnTo>
                <a:close/>
                <a:moveTo>
                  <a:pt x="5204" y="3263"/>
                </a:moveTo>
                <a:lnTo>
                  <a:pt x="4835" y="3275"/>
                </a:lnTo>
                <a:lnTo>
                  <a:pt x="4133" y="3418"/>
                </a:lnTo>
                <a:lnTo>
                  <a:pt x="3490" y="3680"/>
                </a:lnTo>
                <a:lnTo>
                  <a:pt x="2918" y="4073"/>
                </a:lnTo>
                <a:lnTo>
                  <a:pt x="2442" y="4561"/>
                </a:lnTo>
                <a:lnTo>
                  <a:pt x="2049" y="5132"/>
                </a:lnTo>
                <a:lnTo>
                  <a:pt x="1775" y="5775"/>
                </a:lnTo>
                <a:lnTo>
                  <a:pt x="1632" y="6466"/>
                </a:lnTo>
                <a:lnTo>
                  <a:pt x="1620" y="6835"/>
                </a:lnTo>
                <a:lnTo>
                  <a:pt x="1632" y="7204"/>
                </a:lnTo>
                <a:lnTo>
                  <a:pt x="1775" y="7907"/>
                </a:lnTo>
                <a:lnTo>
                  <a:pt x="2049" y="8550"/>
                </a:lnTo>
                <a:lnTo>
                  <a:pt x="2442" y="9121"/>
                </a:lnTo>
                <a:lnTo>
                  <a:pt x="2918" y="9609"/>
                </a:lnTo>
                <a:lnTo>
                  <a:pt x="3490" y="9990"/>
                </a:lnTo>
                <a:lnTo>
                  <a:pt x="4133" y="10264"/>
                </a:lnTo>
                <a:lnTo>
                  <a:pt x="4835" y="10407"/>
                </a:lnTo>
                <a:lnTo>
                  <a:pt x="5204" y="10419"/>
                </a:lnTo>
                <a:lnTo>
                  <a:pt x="5573" y="10407"/>
                </a:lnTo>
                <a:lnTo>
                  <a:pt x="6276" y="10264"/>
                </a:lnTo>
                <a:lnTo>
                  <a:pt x="6919" y="9990"/>
                </a:lnTo>
                <a:lnTo>
                  <a:pt x="7490" y="9609"/>
                </a:lnTo>
                <a:lnTo>
                  <a:pt x="7967" y="9121"/>
                </a:lnTo>
                <a:lnTo>
                  <a:pt x="8359" y="8550"/>
                </a:lnTo>
                <a:lnTo>
                  <a:pt x="8633" y="7907"/>
                </a:lnTo>
                <a:lnTo>
                  <a:pt x="8776" y="7204"/>
                </a:lnTo>
                <a:lnTo>
                  <a:pt x="8788" y="6835"/>
                </a:lnTo>
                <a:lnTo>
                  <a:pt x="8776" y="6466"/>
                </a:lnTo>
                <a:lnTo>
                  <a:pt x="8633" y="5775"/>
                </a:lnTo>
                <a:lnTo>
                  <a:pt x="8359" y="5132"/>
                </a:lnTo>
                <a:lnTo>
                  <a:pt x="7967" y="4561"/>
                </a:lnTo>
                <a:lnTo>
                  <a:pt x="7490" y="4073"/>
                </a:lnTo>
                <a:lnTo>
                  <a:pt x="6919" y="3680"/>
                </a:lnTo>
                <a:lnTo>
                  <a:pt x="6276" y="3418"/>
                </a:lnTo>
                <a:lnTo>
                  <a:pt x="5573" y="3275"/>
                </a:lnTo>
                <a:lnTo>
                  <a:pt x="5204" y="326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5" name="Google Shape;3325;p176"/>
          <p:cNvSpPr/>
          <p:nvPr/>
        </p:nvSpPr>
        <p:spPr>
          <a:xfrm>
            <a:off x="11401719" y="6708541"/>
            <a:ext cx="608618" cy="473289"/>
          </a:xfrm>
          <a:custGeom>
            <a:rect b="b" l="l" r="r" t="t"/>
            <a:pathLst>
              <a:path extrusionOk="0" h="9121" w="11729">
                <a:moveTo>
                  <a:pt x="11074" y="1227"/>
                </a:moveTo>
                <a:lnTo>
                  <a:pt x="11074" y="7883"/>
                </a:lnTo>
                <a:lnTo>
                  <a:pt x="656" y="5275"/>
                </a:lnTo>
                <a:lnTo>
                  <a:pt x="656" y="3834"/>
                </a:lnTo>
                <a:lnTo>
                  <a:pt x="11074" y="1227"/>
                </a:lnTo>
                <a:close/>
                <a:moveTo>
                  <a:pt x="3966" y="6775"/>
                </a:moveTo>
                <a:lnTo>
                  <a:pt x="6490" y="7406"/>
                </a:lnTo>
                <a:lnTo>
                  <a:pt x="6442" y="7633"/>
                </a:lnTo>
                <a:lnTo>
                  <a:pt x="6204" y="8014"/>
                </a:lnTo>
                <a:lnTo>
                  <a:pt x="5871" y="8287"/>
                </a:lnTo>
                <a:lnTo>
                  <a:pt x="5454" y="8454"/>
                </a:lnTo>
                <a:lnTo>
                  <a:pt x="5216" y="8466"/>
                </a:lnTo>
                <a:lnTo>
                  <a:pt x="4954" y="8442"/>
                </a:lnTo>
                <a:lnTo>
                  <a:pt x="4478" y="8252"/>
                </a:lnTo>
                <a:lnTo>
                  <a:pt x="4132" y="7895"/>
                </a:lnTo>
                <a:lnTo>
                  <a:pt x="3930" y="7430"/>
                </a:lnTo>
                <a:lnTo>
                  <a:pt x="3918" y="7156"/>
                </a:lnTo>
                <a:lnTo>
                  <a:pt x="3918" y="6966"/>
                </a:lnTo>
                <a:lnTo>
                  <a:pt x="3966" y="6775"/>
                </a:lnTo>
                <a:close/>
                <a:moveTo>
                  <a:pt x="11407" y="0"/>
                </a:moveTo>
                <a:lnTo>
                  <a:pt x="11276" y="12"/>
                </a:lnTo>
                <a:lnTo>
                  <a:pt x="11098" y="191"/>
                </a:lnTo>
                <a:lnTo>
                  <a:pt x="11074" y="322"/>
                </a:lnTo>
                <a:lnTo>
                  <a:pt x="11074" y="560"/>
                </a:lnTo>
                <a:lnTo>
                  <a:pt x="656" y="3168"/>
                </a:lnTo>
                <a:lnTo>
                  <a:pt x="656" y="2929"/>
                </a:lnTo>
                <a:lnTo>
                  <a:pt x="644" y="2798"/>
                </a:lnTo>
                <a:lnTo>
                  <a:pt x="465" y="2620"/>
                </a:lnTo>
                <a:lnTo>
                  <a:pt x="334" y="2608"/>
                </a:lnTo>
                <a:lnTo>
                  <a:pt x="203" y="2620"/>
                </a:lnTo>
                <a:lnTo>
                  <a:pt x="25" y="2798"/>
                </a:lnTo>
                <a:lnTo>
                  <a:pt x="1" y="2929"/>
                </a:lnTo>
                <a:lnTo>
                  <a:pt x="1" y="6180"/>
                </a:lnTo>
                <a:lnTo>
                  <a:pt x="25" y="6311"/>
                </a:lnTo>
                <a:lnTo>
                  <a:pt x="203" y="6490"/>
                </a:lnTo>
                <a:lnTo>
                  <a:pt x="334" y="6513"/>
                </a:lnTo>
                <a:lnTo>
                  <a:pt x="465" y="6490"/>
                </a:lnTo>
                <a:lnTo>
                  <a:pt x="644" y="6311"/>
                </a:lnTo>
                <a:lnTo>
                  <a:pt x="656" y="6180"/>
                </a:lnTo>
                <a:lnTo>
                  <a:pt x="656" y="5954"/>
                </a:lnTo>
                <a:lnTo>
                  <a:pt x="3335" y="6621"/>
                </a:lnTo>
                <a:lnTo>
                  <a:pt x="3275" y="6882"/>
                </a:lnTo>
                <a:lnTo>
                  <a:pt x="3263" y="7168"/>
                </a:lnTo>
                <a:lnTo>
                  <a:pt x="3263" y="7359"/>
                </a:lnTo>
                <a:lnTo>
                  <a:pt x="3347" y="7740"/>
                </a:lnTo>
                <a:lnTo>
                  <a:pt x="3489" y="8097"/>
                </a:lnTo>
                <a:lnTo>
                  <a:pt x="3704" y="8407"/>
                </a:lnTo>
                <a:lnTo>
                  <a:pt x="3966" y="8668"/>
                </a:lnTo>
                <a:lnTo>
                  <a:pt x="4275" y="8883"/>
                </a:lnTo>
                <a:lnTo>
                  <a:pt x="4621" y="9026"/>
                </a:lnTo>
                <a:lnTo>
                  <a:pt x="5013" y="9109"/>
                </a:lnTo>
                <a:lnTo>
                  <a:pt x="5216" y="9121"/>
                </a:lnTo>
                <a:lnTo>
                  <a:pt x="5394" y="9109"/>
                </a:lnTo>
                <a:lnTo>
                  <a:pt x="5728" y="9050"/>
                </a:lnTo>
                <a:lnTo>
                  <a:pt x="6037" y="8930"/>
                </a:lnTo>
                <a:lnTo>
                  <a:pt x="6323" y="8776"/>
                </a:lnTo>
                <a:lnTo>
                  <a:pt x="6692" y="8454"/>
                </a:lnTo>
                <a:lnTo>
                  <a:pt x="6966" y="8026"/>
                </a:lnTo>
                <a:lnTo>
                  <a:pt x="7085" y="7716"/>
                </a:lnTo>
                <a:lnTo>
                  <a:pt x="7121" y="7549"/>
                </a:lnTo>
                <a:lnTo>
                  <a:pt x="11074" y="8561"/>
                </a:lnTo>
                <a:lnTo>
                  <a:pt x="11074" y="8788"/>
                </a:lnTo>
                <a:lnTo>
                  <a:pt x="11098" y="8919"/>
                </a:lnTo>
                <a:lnTo>
                  <a:pt x="11276" y="9097"/>
                </a:lnTo>
                <a:lnTo>
                  <a:pt x="11407" y="9121"/>
                </a:lnTo>
                <a:lnTo>
                  <a:pt x="11526" y="9097"/>
                </a:lnTo>
                <a:lnTo>
                  <a:pt x="11705" y="8919"/>
                </a:lnTo>
                <a:lnTo>
                  <a:pt x="11729" y="8788"/>
                </a:lnTo>
                <a:lnTo>
                  <a:pt x="11729" y="322"/>
                </a:lnTo>
                <a:lnTo>
                  <a:pt x="11705" y="191"/>
                </a:lnTo>
                <a:lnTo>
                  <a:pt x="11526" y="12"/>
                </a:lnTo>
                <a:lnTo>
                  <a:pt x="11407"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6" name="Google Shape;3326;p176"/>
          <p:cNvSpPr/>
          <p:nvPr/>
        </p:nvSpPr>
        <p:spPr>
          <a:xfrm>
            <a:off x="12539161" y="6674554"/>
            <a:ext cx="405935" cy="540642"/>
          </a:xfrm>
          <a:custGeom>
            <a:rect b="b" l="l" r="r" t="t"/>
            <a:pathLst>
              <a:path extrusionOk="0" h="10419" w="7823">
                <a:moveTo>
                  <a:pt x="1631" y="2608"/>
                </a:moveTo>
                <a:lnTo>
                  <a:pt x="1500" y="2620"/>
                </a:lnTo>
                <a:lnTo>
                  <a:pt x="1322" y="2799"/>
                </a:lnTo>
                <a:lnTo>
                  <a:pt x="1298" y="2930"/>
                </a:lnTo>
                <a:lnTo>
                  <a:pt x="1322" y="3061"/>
                </a:lnTo>
                <a:lnTo>
                  <a:pt x="1500" y="3239"/>
                </a:lnTo>
                <a:lnTo>
                  <a:pt x="1631" y="3263"/>
                </a:lnTo>
                <a:lnTo>
                  <a:pt x="6192" y="3263"/>
                </a:lnTo>
                <a:lnTo>
                  <a:pt x="6323" y="3239"/>
                </a:lnTo>
                <a:lnTo>
                  <a:pt x="6489" y="3061"/>
                </a:lnTo>
                <a:lnTo>
                  <a:pt x="6513" y="2930"/>
                </a:lnTo>
                <a:lnTo>
                  <a:pt x="6489" y="2799"/>
                </a:lnTo>
                <a:lnTo>
                  <a:pt x="6323" y="2620"/>
                </a:lnTo>
                <a:lnTo>
                  <a:pt x="6192" y="2608"/>
                </a:lnTo>
                <a:close/>
                <a:moveTo>
                  <a:pt x="1631" y="4561"/>
                </a:moveTo>
                <a:lnTo>
                  <a:pt x="1500" y="4573"/>
                </a:lnTo>
                <a:lnTo>
                  <a:pt x="1322" y="4751"/>
                </a:lnTo>
                <a:lnTo>
                  <a:pt x="1298" y="4882"/>
                </a:lnTo>
                <a:lnTo>
                  <a:pt x="1322" y="5013"/>
                </a:lnTo>
                <a:lnTo>
                  <a:pt x="1500" y="5192"/>
                </a:lnTo>
                <a:lnTo>
                  <a:pt x="1631" y="5216"/>
                </a:lnTo>
                <a:lnTo>
                  <a:pt x="6192" y="5216"/>
                </a:lnTo>
                <a:lnTo>
                  <a:pt x="6323" y="5192"/>
                </a:lnTo>
                <a:lnTo>
                  <a:pt x="6489" y="5013"/>
                </a:lnTo>
                <a:lnTo>
                  <a:pt x="6513" y="4882"/>
                </a:lnTo>
                <a:lnTo>
                  <a:pt x="6489" y="4751"/>
                </a:lnTo>
                <a:lnTo>
                  <a:pt x="6323" y="4573"/>
                </a:lnTo>
                <a:lnTo>
                  <a:pt x="6192" y="4561"/>
                </a:lnTo>
                <a:close/>
                <a:moveTo>
                  <a:pt x="1631" y="6514"/>
                </a:moveTo>
                <a:lnTo>
                  <a:pt x="1500" y="6525"/>
                </a:lnTo>
                <a:lnTo>
                  <a:pt x="1322" y="6704"/>
                </a:lnTo>
                <a:lnTo>
                  <a:pt x="1298" y="6835"/>
                </a:lnTo>
                <a:lnTo>
                  <a:pt x="1322" y="6966"/>
                </a:lnTo>
                <a:lnTo>
                  <a:pt x="1500" y="7145"/>
                </a:lnTo>
                <a:lnTo>
                  <a:pt x="1631" y="7168"/>
                </a:lnTo>
                <a:lnTo>
                  <a:pt x="4239" y="7168"/>
                </a:lnTo>
                <a:lnTo>
                  <a:pt x="4370" y="7145"/>
                </a:lnTo>
                <a:lnTo>
                  <a:pt x="4537" y="6966"/>
                </a:lnTo>
                <a:lnTo>
                  <a:pt x="4560" y="6835"/>
                </a:lnTo>
                <a:lnTo>
                  <a:pt x="4537" y="6704"/>
                </a:lnTo>
                <a:lnTo>
                  <a:pt x="4370" y="6525"/>
                </a:lnTo>
                <a:lnTo>
                  <a:pt x="4239" y="6514"/>
                </a:lnTo>
                <a:close/>
                <a:moveTo>
                  <a:pt x="6513" y="655"/>
                </a:moveTo>
                <a:lnTo>
                  <a:pt x="6644" y="667"/>
                </a:lnTo>
                <a:lnTo>
                  <a:pt x="6882" y="763"/>
                </a:lnTo>
                <a:lnTo>
                  <a:pt x="7061" y="941"/>
                </a:lnTo>
                <a:lnTo>
                  <a:pt x="7156" y="1167"/>
                </a:lnTo>
                <a:lnTo>
                  <a:pt x="7168" y="1310"/>
                </a:lnTo>
                <a:lnTo>
                  <a:pt x="7168" y="9121"/>
                </a:lnTo>
                <a:lnTo>
                  <a:pt x="7156" y="9252"/>
                </a:lnTo>
                <a:lnTo>
                  <a:pt x="7061" y="9490"/>
                </a:lnTo>
                <a:lnTo>
                  <a:pt x="6882" y="9657"/>
                </a:lnTo>
                <a:lnTo>
                  <a:pt x="6644" y="9764"/>
                </a:lnTo>
                <a:lnTo>
                  <a:pt x="6513" y="9776"/>
                </a:lnTo>
                <a:lnTo>
                  <a:pt x="1298" y="9776"/>
                </a:lnTo>
                <a:lnTo>
                  <a:pt x="1167" y="9764"/>
                </a:lnTo>
                <a:lnTo>
                  <a:pt x="941" y="9657"/>
                </a:lnTo>
                <a:lnTo>
                  <a:pt x="762" y="9490"/>
                </a:lnTo>
                <a:lnTo>
                  <a:pt x="667" y="9252"/>
                </a:lnTo>
                <a:lnTo>
                  <a:pt x="655" y="9121"/>
                </a:lnTo>
                <a:lnTo>
                  <a:pt x="655" y="1310"/>
                </a:lnTo>
                <a:lnTo>
                  <a:pt x="667" y="1167"/>
                </a:lnTo>
                <a:lnTo>
                  <a:pt x="762" y="941"/>
                </a:lnTo>
                <a:lnTo>
                  <a:pt x="941" y="763"/>
                </a:lnTo>
                <a:lnTo>
                  <a:pt x="1167" y="667"/>
                </a:lnTo>
                <a:lnTo>
                  <a:pt x="1298" y="655"/>
                </a:lnTo>
                <a:close/>
                <a:moveTo>
                  <a:pt x="1310" y="1"/>
                </a:moveTo>
                <a:lnTo>
                  <a:pt x="1036" y="24"/>
                </a:lnTo>
                <a:lnTo>
                  <a:pt x="572" y="215"/>
                </a:lnTo>
                <a:lnTo>
                  <a:pt x="214" y="572"/>
                </a:lnTo>
                <a:lnTo>
                  <a:pt x="24" y="1036"/>
                </a:lnTo>
                <a:lnTo>
                  <a:pt x="0" y="1310"/>
                </a:lnTo>
                <a:lnTo>
                  <a:pt x="0" y="9121"/>
                </a:lnTo>
                <a:lnTo>
                  <a:pt x="24" y="9383"/>
                </a:lnTo>
                <a:lnTo>
                  <a:pt x="214" y="9847"/>
                </a:lnTo>
                <a:lnTo>
                  <a:pt x="572" y="10205"/>
                </a:lnTo>
                <a:lnTo>
                  <a:pt x="1036" y="10407"/>
                </a:lnTo>
                <a:lnTo>
                  <a:pt x="1310" y="10419"/>
                </a:lnTo>
                <a:lnTo>
                  <a:pt x="6513" y="10419"/>
                </a:lnTo>
                <a:lnTo>
                  <a:pt x="6775" y="10407"/>
                </a:lnTo>
                <a:lnTo>
                  <a:pt x="7251" y="10205"/>
                </a:lnTo>
                <a:lnTo>
                  <a:pt x="7597" y="9847"/>
                </a:lnTo>
                <a:lnTo>
                  <a:pt x="7799" y="9383"/>
                </a:lnTo>
                <a:lnTo>
                  <a:pt x="7823" y="9121"/>
                </a:lnTo>
                <a:lnTo>
                  <a:pt x="7823" y="1310"/>
                </a:lnTo>
                <a:lnTo>
                  <a:pt x="7799" y="1036"/>
                </a:lnTo>
                <a:lnTo>
                  <a:pt x="7597" y="572"/>
                </a:lnTo>
                <a:lnTo>
                  <a:pt x="7251" y="215"/>
                </a:lnTo>
                <a:lnTo>
                  <a:pt x="6775" y="24"/>
                </a:lnTo>
                <a:lnTo>
                  <a:pt x="6513"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7" name="Google Shape;3327;p176"/>
          <p:cNvSpPr/>
          <p:nvPr/>
        </p:nvSpPr>
        <p:spPr>
          <a:xfrm>
            <a:off x="13473876" y="6674554"/>
            <a:ext cx="608047" cy="540642"/>
          </a:xfrm>
          <a:custGeom>
            <a:rect b="b" l="l" r="r" t="t"/>
            <a:pathLst>
              <a:path extrusionOk="0" h="10419" w="11718">
                <a:moveTo>
                  <a:pt x="1632" y="2608"/>
                </a:moveTo>
                <a:lnTo>
                  <a:pt x="1501" y="2620"/>
                </a:lnTo>
                <a:lnTo>
                  <a:pt x="1323" y="2799"/>
                </a:lnTo>
                <a:lnTo>
                  <a:pt x="1299" y="2930"/>
                </a:lnTo>
                <a:lnTo>
                  <a:pt x="1323" y="3061"/>
                </a:lnTo>
                <a:lnTo>
                  <a:pt x="1501" y="3239"/>
                </a:lnTo>
                <a:lnTo>
                  <a:pt x="1632" y="3263"/>
                </a:lnTo>
                <a:lnTo>
                  <a:pt x="6181" y="3263"/>
                </a:lnTo>
                <a:lnTo>
                  <a:pt x="6312" y="3239"/>
                </a:lnTo>
                <a:lnTo>
                  <a:pt x="6490" y="3061"/>
                </a:lnTo>
                <a:lnTo>
                  <a:pt x="6514" y="2930"/>
                </a:lnTo>
                <a:lnTo>
                  <a:pt x="6490" y="2799"/>
                </a:lnTo>
                <a:lnTo>
                  <a:pt x="6312" y="2620"/>
                </a:lnTo>
                <a:lnTo>
                  <a:pt x="6181" y="2608"/>
                </a:lnTo>
                <a:close/>
                <a:moveTo>
                  <a:pt x="1632" y="4561"/>
                </a:moveTo>
                <a:lnTo>
                  <a:pt x="1501" y="4573"/>
                </a:lnTo>
                <a:lnTo>
                  <a:pt x="1323" y="4751"/>
                </a:lnTo>
                <a:lnTo>
                  <a:pt x="1299" y="4882"/>
                </a:lnTo>
                <a:lnTo>
                  <a:pt x="1323" y="5013"/>
                </a:lnTo>
                <a:lnTo>
                  <a:pt x="1501" y="5192"/>
                </a:lnTo>
                <a:lnTo>
                  <a:pt x="1632" y="5216"/>
                </a:lnTo>
                <a:lnTo>
                  <a:pt x="5538" y="5216"/>
                </a:lnTo>
                <a:lnTo>
                  <a:pt x="5669" y="5192"/>
                </a:lnTo>
                <a:lnTo>
                  <a:pt x="5847" y="5013"/>
                </a:lnTo>
                <a:lnTo>
                  <a:pt x="5859" y="4882"/>
                </a:lnTo>
                <a:lnTo>
                  <a:pt x="5847" y="4751"/>
                </a:lnTo>
                <a:lnTo>
                  <a:pt x="5669" y="4573"/>
                </a:lnTo>
                <a:lnTo>
                  <a:pt x="5538" y="4561"/>
                </a:lnTo>
                <a:close/>
                <a:moveTo>
                  <a:pt x="1632" y="6514"/>
                </a:moveTo>
                <a:lnTo>
                  <a:pt x="1501" y="6525"/>
                </a:lnTo>
                <a:lnTo>
                  <a:pt x="1323" y="6704"/>
                </a:lnTo>
                <a:lnTo>
                  <a:pt x="1299" y="6835"/>
                </a:lnTo>
                <a:lnTo>
                  <a:pt x="1323" y="6966"/>
                </a:lnTo>
                <a:lnTo>
                  <a:pt x="1501" y="7145"/>
                </a:lnTo>
                <a:lnTo>
                  <a:pt x="1632" y="7168"/>
                </a:lnTo>
                <a:lnTo>
                  <a:pt x="4228" y="7168"/>
                </a:lnTo>
                <a:lnTo>
                  <a:pt x="4359" y="7145"/>
                </a:lnTo>
                <a:lnTo>
                  <a:pt x="4537" y="6966"/>
                </a:lnTo>
                <a:lnTo>
                  <a:pt x="4561" y="6835"/>
                </a:lnTo>
                <a:lnTo>
                  <a:pt x="4537" y="6704"/>
                </a:lnTo>
                <a:lnTo>
                  <a:pt x="4359" y="6525"/>
                </a:lnTo>
                <a:lnTo>
                  <a:pt x="4228" y="6514"/>
                </a:lnTo>
                <a:close/>
                <a:moveTo>
                  <a:pt x="9800" y="6525"/>
                </a:moveTo>
                <a:lnTo>
                  <a:pt x="9705" y="6609"/>
                </a:lnTo>
                <a:lnTo>
                  <a:pt x="8467" y="7835"/>
                </a:lnTo>
                <a:lnTo>
                  <a:pt x="7883" y="7252"/>
                </a:lnTo>
                <a:lnTo>
                  <a:pt x="7776" y="7180"/>
                </a:lnTo>
                <a:lnTo>
                  <a:pt x="7526" y="7180"/>
                </a:lnTo>
                <a:lnTo>
                  <a:pt x="7419" y="7252"/>
                </a:lnTo>
                <a:lnTo>
                  <a:pt x="7347" y="7359"/>
                </a:lnTo>
                <a:lnTo>
                  <a:pt x="7347" y="7609"/>
                </a:lnTo>
                <a:lnTo>
                  <a:pt x="7419" y="7716"/>
                </a:lnTo>
                <a:lnTo>
                  <a:pt x="8240" y="8538"/>
                </a:lnTo>
                <a:lnTo>
                  <a:pt x="8336" y="8609"/>
                </a:lnTo>
                <a:lnTo>
                  <a:pt x="8586" y="8609"/>
                </a:lnTo>
                <a:lnTo>
                  <a:pt x="8693" y="8538"/>
                </a:lnTo>
                <a:lnTo>
                  <a:pt x="10157" y="7061"/>
                </a:lnTo>
                <a:lnTo>
                  <a:pt x="10241" y="6966"/>
                </a:lnTo>
                <a:lnTo>
                  <a:pt x="10241" y="6716"/>
                </a:lnTo>
                <a:lnTo>
                  <a:pt x="10157" y="6609"/>
                </a:lnTo>
                <a:lnTo>
                  <a:pt x="10050" y="6525"/>
                </a:lnTo>
                <a:close/>
                <a:moveTo>
                  <a:pt x="9026" y="5216"/>
                </a:moveTo>
                <a:lnTo>
                  <a:pt x="9467" y="5311"/>
                </a:lnTo>
                <a:lnTo>
                  <a:pt x="9884" y="5478"/>
                </a:lnTo>
                <a:lnTo>
                  <a:pt x="10241" y="5728"/>
                </a:lnTo>
                <a:lnTo>
                  <a:pt x="10550" y="6037"/>
                </a:lnTo>
                <a:lnTo>
                  <a:pt x="10800" y="6394"/>
                </a:lnTo>
                <a:lnTo>
                  <a:pt x="10967" y="6811"/>
                </a:lnTo>
                <a:lnTo>
                  <a:pt x="11062" y="7252"/>
                </a:lnTo>
                <a:lnTo>
                  <a:pt x="11074" y="7490"/>
                </a:lnTo>
                <a:lnTo>
                  <a:pt x="11062" y="7728"/>
                </a:lnTo>
                <a:lnTo>
                  <a:pt x="10967" y="8169"/>
                </a:lnTo>
                <a:lnTo>
                  <a:pt x="10800" y="8573"/>
                </a:lnTo>
                <a:lnTo>
                  <a:pt x="10550" y="8942"/>
                </a:lnTo>
                <a:lnTo>
                  <a:pt x="10241" y="9252"/>
                </a:lnTo>
                <a:lnTo>
                  <a:pt x="9884" y="9490"/>
                </a:lnTo>
                <a:lnTo>
                  <a:pt x="9467" y="9669"/>
                </a:lnTo>
                <a:lnTo>
                  <a:pt x="9026" y="9764"/>
                </a:lnTo>
                <a:lnTo>
                  <a:pt x="8562" y="9764"/>
                </a:lnTo>
                <a:lnTo>
                  <a:pt x="8109" y="9669"/>
                </a:lnTo>
                <a:lnTo>
                  <a:pt x="7705" y="9490"/>
                </a:lnTo>
                <a:lnTo>
                  <a:pt x="7336" y="9252"/>
                </a:lnTo>
                <a:lnTo>
                  <a:pt x="7026" y="8942"/>
                </a:lnTo>
                <a:lnTo>
                  <a:pt x="6788" y="8573"/>
                </a:lnTo>
                <a:lnTo>
                  <a:pt x="6609" y="8169"/>
                </a:lnTo>
                <a:lnTo>
                  <a:pt x="6526" y="7728"/>
                </a:lnTo>
                <a:lnTo>
                  <a:pt x="6514" y="7490"/>
                </a:lnTo>
                <a:lnTo>
                  <a:pt x="6526" y="7252"/>
                </a:lnTo>
                <a:lnTo>
                  <a:pt x="6609" y="6811"/>
                </a:lnTo>
                <a:lnTo>
                  <a:pt x="6788" y="6394"/>
                </a:lnTo>
                <a:lnTo>
                  <a:pt x="7026" y="6037"/>
                </a:lnTo>
                <a:lnTo>
                  <a:pt x="7336" y="5728"/>
                </a:lnTo>
                <a:lnTo>
                  <a:pt x="7705" y="5478"/>
                </a:lnTo>
                <a:lnTo>
                  <a:pt x="8109" y="5311"/>
                </a:lnTo>
                <a:lnTo>
                  <a:pt x="8562" y="5216"/>
                </a:lnTo>
                <a:close/>
                <a:moveTo>
                  <a:pt x="1299" y="1"/>
                </a:moveTo>
                <a:lnTo>
                  <a:pt x="1037" y="24"/>
                </a:lnTo>
                <a:lnTo>
                  <a:pt x="572" y="215"/>
                </a:lnTo>
                <a:lnTo>
                  <a:pt x="215" y="572"/>
                </a:lnTo>
                <a:lnTo>
                  <a:pt x="13" y="1036"/>
                </a:lnTo>
                <a:lnTo>
                  <a:pt x="1" y="1310"/>
                </a:lnTo>
                <a:lnTo>
                  <a:pt x="1" y="9121"/>
                </a:lnTo>
                <a:lnTo>
                  <a:pt x="13" y="9383"/>
                </a:lnTo>
                <a:lnTo>
                  <a:pt x="215" y="9847"/>
                </a:lnTo>
                <a:lnTo>
                  <a:pt x="572" y="10205"/>
                </a:lnTo>
                <a:lnTo>
                  <a:pt x="1037" y="10407"/>
                </a:lnTo>
                <a:lnTo>
                  <a:pt x="1299" y="10419"/>
                </a:lnTo>
                <a:lnTo>
                  <a:pt x="6609" y="10419"/>
                </a:lnTo>
                <a:lnTo>
                  <a:pt x="6704" y="10407"/>
                </a:lnTo>
                <a:lnTo>
                  <a:pt x="6526" y="10264"/>
                </a:lnTo>
                <a:lnTo>
                  <a:pt x="6169" y="9943"/>
                </a:lnTo>
                <a:lnTo>
                  <a:pt x="6026" y="9776"/>
                </a:lnTo>
                <a:lnTo>
                  <a:pt x="1299" y="9776"/>
                </a:lnTo>
                <a:lnTo>
                  <a:pt x="1168" y="9764"/>
                </a:lnTo>
                <a:lnTo>
                  <a:pt x="930" y="9657"/>
                </a:lnTo>
                <a:lnTo>
                  <a:pt x="763" y="9490"/>
                </a:lnTo>
                <a:lnTo>
                  <a:pt x="656" y="9252"/>
                </a:lnTo>
                <a:lnTo>
                  <a:pt x="644" y="9121"/>
                </a:lnTo>
                <a:lnTo>
                  <a:pt x="644" y="1310"/>
                </a:lnTo>
                <a:lnTo>
                  <a:pt x="656" y="1167"/>
                </a:lnTo>
                <a:lnTo>
                  <a:pt x="763" y="941"/>
                </a:lnTo>
                <a:lnTo>
                  <a:pt x="930" y="763"/>
                </a:lnTo>
                <a:lnTo>
                  <a:pt x="1168" y="667"/>
                </a:lnTo>
                <a:lnTo>
                  <a:pt x="1299" y="655"/>
                </a:lnTo>
                <a:lnTo>
                  <a:pt x="6514" y="655"/>
                </a:lnTo>
                <a:lnTo>
                  <a:pt x="6645" y="667"/>
                </a:lnTo>
                <a:lnTo>
                  <a:pt x="6871" y="763"/>
                </a:lnTo>
                <a:lnTo>
                  <a:pt x="7050" y="941"/>
                </a:lnTo>
                <a:lnTo>
                  <a:pt x="7157" y="1167"/>
                </a:lnTo>
                <a:lnTo>
                  <a:pt x="7157" y="1310"/>
                </a:lnTo>
                <a:lnTo>
                  <a:pt x="7157" y="4299"/>
                </a:lnTo>
                <a:lnTo>
                  <a:pt x="7478" y="4156"/>
                </a:lnTo>
                <a:lnTo>
                  <a:pt x="7812" y="4049"/>
                </a:lnTo>
                <a:lnTo>
                  <a:pt x="7812" y="1310"/>
                </a:lnTo>
                <a:lnTo>
                  <a:pt x="7800" y="1036"/>
                </a:lnTo>
                <a:lnTo>
                  <a:pt x="7597" y="572"/>
                </a:lnTo>
                <a:lnTo>
                  <a:pt x="7240" y="215"/>
                </a:lnTo>
                <a:lnTo>
                  <a:pt x="6776" y="24"/>
                </a:lnTo>
                <a:lnTo>
                  <a:pt x="6514" y="1"/>
                </a:lnTo>
                <a:close/>
                <a:moveTo>
                  <a:pt x="8788" y="4561"/>
                </a:moveTo>
                <a:lnTo>
                  <a:pt x="8490" y="4573"/>
                </a:lnTo>
                <a:lnTo>
                  <a:pt x="7919" y="4680"/>
                </a:lnTo>
                <a:lnTo>
                  <a:pt x="7395" y="4906"/>
                </a:lnTo>
                <a:lnTo>
                  <a:pt x="6919" y="5228"/>
                </a:lnTo>
                <a:lnTo>
                  <a:pt x="6526" y="5620"/>
                </a:lnTo>
                <a:lnTo>
                  <a:pt x="6216" y="6085"/>
                </a:lnTo>
                <a:lnTo>
                  <a:pt x="5990" y="6621"/>
                </a:lnTo>
                <a:lnTo>
                  <a:pt x="5871" y="7192"/>
                </a:lnTo>
                <a:lnTo>
                  <a:pt x="5859" y="7490"/>
                </a:lnTo>
                <a:lnTo>
                  <a:pt x="5871" y="7788"/>
                </a:lnTo>
                <a:lnTo>
                  <a:pt x="5990" y="8359"/>
                </a:lnTo>
                <a:lnTo>
                  <a:pt x="6216" y="8883"/>
                </a:lnTo>
                <a:lnTo>
                  <a:pt x="6526" y="9359"/>
                </a:lnTo>
                <a:lnTo>
                  <a:pt x="6919" y="9752"/>
                </a:lnTo>
                <a:lnTo>
                  <a:pt x="7395" y="10074"/>
                </a:lnTo>
                <a:lnTo>
                  <a:pt x="7919" y="10288"/>
                </a:lnTo>
                <a:lnTo>
                  <a:pt x="8490" y="10407"/>
                </a:lnTo>
                <a:lnTo>
                  <a:pt x="8788" y="10419"/>
                </a:lnTo>
                <a:lnTo>
                  <a:pt x="9098" y="10407"/>
                </a:lnTo>
                <a:lnTo>
                  <a:pt x="9669" y="10288"/>
                </a:lnTo>
                <a:lnTo>
                  <a:pt x="10193" y="10074"/>
                </a:lnTo>
                <a:lnTo>
                  <a:pt x="10658" y="9752"/>
                </a:lnTo>
                <a:lnTo>
                  <a:pt x="11050" y="9359"/>
                </a:lnTo>
                <a:lnTo>
                  <a:pt x="11372" y="8883"/>
                </a:lnTo>
                <a:lnTo>
                  <a:pt x="11598" y="8359"/>
                </a:lnTo>
                <a:lnTo>
                  <a:pt x="11717" y="7788"/>
                </a:lnTo>
                <a:lnTo>
                  <a:pt x="11717" y="7490"/>
                </a:lnTo>
                <a:lnTo>
                  <a:pt x="11717" y="7192"/>
                </a:lnTo>
                <a:lnTo>
                  <a:pt x="11598" y="6621"/>
                </a:lnTo>
                <a:lnTo>
                  <a:pt x="11372" y="6085"/>
                </a:lnTo>
                <a:lnTo>
                  <a:pt x="11050" y="5620"/>
                </a:lnTo>
                <a:lnTo>
                  <a:pt x="10658" y="5228"/>
                </a:lnTo>
                <a:lnTo>
                  <a:pt x="10193" y="4906"/>
                </a:lnTo>
                <a:lnTo>
                  <a:pt x="9669" y="4680"/>
                </a:lnTo>
                <a:lnTo>
                  <a:pt x="9098" y="4573"/>
                </a:lnTo>
                <a:lnTo>
                  <a:pt x="8788" y="456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8" name="Google Shape;3328;p176"/>
          <p:cNvSpPr/>
          <p:nvPr/>
        </p:nvSpPr>
        <p:spPr>
          <a:xfrm>
            <a:off x="8211318" y="7744182"/>
            <a:ext cx="607995" cy="405365"/>
          </a:xfrm>
          <a:custGeom>
            <a:rect b="b" l="l" r="r" t="t"/>
            <a:pathLst>
              <a:path extrusionOk="0" h="7812" w="11717">
                <a:moveTo>
                  <a:pt x="5537" y="2597"/>
                </a:moveTo>
                <a:lnTo>
                  <a:pt x="5406" y="2620"/>
                </a:lnTo>
                <a:lnTo>
                  <a:pt x="5227" y="2799"/>
                </a:lnTo>
                <a:lnTo>
                  <a:pt x="5204" y="2930"/>
                </a:lnTo>
                <a:lnTo>
                  <a:pt x="5227" y="3061"/>
                </a:lnTo>
                <a:lnTo>
                  <a:pt x="5406" y="3228"/>
                </a:lnTo>
                <a:lnTo>
                  <a:pt x="5537" y="3251"/>
                </a:lnTo>
                <a:lnTo>
                  <a:pt x="9442" y="3251"/>
                </a:lnTo>
                <a:lnTo>
                  <a:pt x="9573" y="3228"/>
                </a:lnTo>
                <a:lnTo>
                  <a:pt x="9752" y="3061"/>
                </a:lnTo>
                <a:lnTo>
                  <a:pt x="9764" y="2930"/>
                </a:lnTo>
                <a:lnTo>
                  <a:pt x="9752" y="2799"/>
                </a:lnTo>
                <a:lnTo>
                  <a:pt x="9573" y="2620"/>
                </a:lnTo>
                <a:lnTo>
                  <a:pt x="9442" y="2597"/>
                </a:lnTo>
                <a:close/>
                <a:moveTo>
                  <a:pt x="5537" y="4549"/>
                </a:moveTo>
                <a:lnTo>
                  <a:pt x="5406" y="4573"/>
                </a:lnTo>
                <a:lnTo>
                  <a:pt x="5227" y="4752"/>
                </a:lnTo>
                <a:lnTo>
                  <a:pt x="5204" y="4883"/>
                </a:lnTo>
                <a:lnTo>
                  <a:pt x="5227" y="5014"/>
                </a:lnTo>
                <a:lnTo>
                  <a:pt x="5406" y="5192"/>
                </a:lnTo>
                <a:lnTo>
                  <a:pt x="5537" y="5204"/>
                </a:lnTo>
                <a:lnTo>
                  <a:pt x="9442" y="5204"/>
                </a:lnTo>
                <a:lnTo>
                  <a:pt x="9573" y="5192"/>
                </a:lnTo>
                <a:lnTo>
                  <a:pt x="9752" y="5014"/>
                </a:lnTo>
                <a:lnTo>
                  <a:pt x="9764" y="4883"/>
                </a:lnTo>
                <a:lnTo>
                  <a:pt x="9752" y="4752"/>
                </a:lnTo>
                <a:lnTo>
                  <a:pt x="9573" y="4573"/>
                </a:lnTo>
                <a:lnTo>
                  <a:pt x="9442" y="4549"/>
                </a:lnTo>
                <a:close/>
                <a:moveTo>
                  <a:pt x="2929" y="1620"/>
                </a:moveTo>
                <a:lnTo>
                  <a:pt x="2798" y="1644"/>
                </a:lnTo>
                <a:lnTo>
                  <a:pt x="2620" y="1823"/>
                </a:lnTo>
                <a:lnTo>
                  <a:pt x="2596" y="1942"/>
                </a:lnTo>
                <a:lnTo>
                  <a:pt x="2596" y="2132"/>
                </a:lnTo>
                <a:lnTo>
                  <a:pt x="2405" y="2180"/>
                </a:lnTo>
                <a:lnTo>
                  <a:pt x="2227" y="2251"/>
                </a:lnTo>
                <a:lnTo>
                  <a:pt x="2024" y="2358"/>
                </a:lnTo>
                <a:lnTo>
                  <a:pt x="1774" y="2608"/>
                </a:lnTo>
                <a:lnTo>
                  <a:pt x="1667" y="2835"/>
                </a:lnTo>
                <a:lnTo>
                  <a:pt x="1643" y="2954"/>
                </a:lnTo>
                <a:lnTo>
                  <a:pt x="1620" y="3097"/>
                </a:lnTo>
                <a:lnTo>
                  <a:pt x="1655" y="3371"/>
                </a:lnTo>
                <a:lnTo>
                  <a:pt x="1703" y="3490"/>
                </a:lnTo>
                <a:lnTo>
                  <a:pt x="1762" y="3609"/>
                </a:lnTo>
                <a:lnTo>
                  <a:pt x="1929" y="3787"/>
                </a:lnTo>
                <a:lnTo>
                  <a:pt x="2024" y="3859"/>
                </a:lnTo>
                <a:lnTo>
                  <a:pt x="2203" y="3966"/>
                </a:lnTo>
                <a:lnTo>
                  <a:pt x="2608" y="4121"/>
                </a:lnTo>
                <a:lnTo>
                  <a:pt x="2798" y="4180"/>
                </a:lnTo>
                <a:lnTo>
                  <a:pt x="2834" y="4192"/>
                </a:lnTo>
                <a:lnTo>
                  <a:pt x="3215" y="4311"/>
                </a:lnTo>
                <a:lnTo>
                  <a:pt x="3453" y="4442"/>
                </a:lnTo>
                <a:lnTo>
                  <a:pt x="3525" y="4502"/>
                </a:lnTo>
                <a:lnTo>
                  <a:pt x="3560" y="4549"/>
                </a:lnTo>
                <a:lnTo>
                  <a:pt x="3584" y="4609"/>
                </a:lnTo>
                <a:lnTo>
                  <a:pt x="3572" y="4740"/>
                </a:lnTo>
                <a:lnTo>
                  <a:pt x="3549" y="4811"/>
                </a:lnTo>
                <a:lnTo>
                  <a:pt x="3453" y="4930"/>
                </a:lnTo>
                <a:lnTo>
                  <a:pt x="3358" y="4978"/>
                </a:lnTo>
                <a:lnTo>
                  <a:pt x="3239" y="5014"/>
                </a:lnTo>
                <a:lnTo>
                  <a:pt x="2929" y="5037"/>
                </a:lnTo>
                <a:lnTo>
                  <a:pt x="2727" y="5002"/>
                </a:lnTo>
                <a:lnTo>
                  <a:pt x="2489" y="4954"/>
                </a:lnTo>
                <a:lnTo>
                  <a:pt x="2179" y="4859"/>
                </a:lnTo>
                <a:lnTo>
                  <a:pt x="2108" y="4835"/>
                </a:lnTo>
                <a:lnTo>
                  <a:pt x="2048" y="4811"/>
                </a:lnTo>
                <a:lnTo>
                  <a:pt x="1929" y="4787"/>
                </a:lnTo>
                <a:lnTo>
                  <a:pt x="1703" y="4906"/>
                </a:lnTo>
                <a:lnTo>
                  <a:pt x="1643" y="5014"/>
                </a:lnTo>
                <a:lnTo>
                  <a:pt x="1620" y="5145"/>
                </a:lnTo>
                <a:lnTo>
                  <a:pt x="1727" y="5371"/>
                </a:lnTo>
                <a:lnTo>
                  <a:pt x="1846" y="5430"/>
                </a:lnTo>
                <a:lnTo>
                  <a:pt x="1893" y="5442"/>
                </a:lnTo>
                <a:lnTo>
                  <a:pt x="1941" y="5466"/>
                </a:lnTo>
                <a:lnTo>
                  <a:pt x="2263" y="5573"/>
                </a:lnTo>
                <a:lnTo>
                  <a:pt x="2596" y="5657"/>
                </a:lnTo>
                <a:lnTo>
                  <a:pt x="2596" y="5859"/>
                </a:lnTo>
                <a:lnTo>
                  <a:pt x="2620" y="5990"/>
                </a:lnTo>
                <a:lnTo>
                  <a:pt x="2798" y="6169"/>
                </a:lnTo>
                <a:lnTo>
                  <a:pt x="2929" y="6181"/>
                </a:lnTo>
                <a:lnTo>
                  <a:pt x="3060" y="6169"/>
                </a:lnTo>
                <a:lnTo>
                  <a:pt x="3239" y="5990"/>
                </a:lnTo>
                <a:lnTo>
                  <a:pt x="3251" y="5859"/>
                </a:lnTo>
                <a:lnTo>
                  <a:pt x="3251" y="5669"/>
                </a:lnTo>
                <a:lnTo>
                  <a:pt x="3441" y="5645"/>
                </a:lnTo>
                <a:lnTo>
                  <a:pt x="3620" y="5573"/>
                </a:lnTo>
                <a:lnTo>
                  <a:pt x="3727" y="5526"/>
                </a:lnTo>
                <a:lnTo>
                  <a:pt x="3930" y="5383"/>
                </a:lnTo>
                <a:lnTo>
                  <a:pt x="4084" y="5192"/>
                </a:lnTo>
                <a:lnTo>
                  <a:pt x="4191" y="4978"/>
                </a:lnTo>
                <a:lnTo>
                  <a:pt x="4215" y="4847"/>
                </a:lnTo>
                <a:lnTo>
                  <a:pt x="4239" y="4704"/>
                </a:lnTo>
                <a:lnTo>
                  <a:pt x="4203" y="4418"/>
                </a:lnTo>
                <a:lnTo>
                  <a:pt x="4156" y="4299"/>
                </a:lnTo>
                <a:lnTo>
                  <a:pt x="4096" y="4180"/>
                </a:lnTo>
                <a:lnTo>
                  <a:pt x="3941" y="3990"/>
                </a:lnTo>
                <a:lnTo>
                  <a:pt x="3846" y="3906"/>
                </a:lnTo>
                <a:lnTo>
                  <a:pt x="3656" y="3799"/>
                </a:lnTo>
                <a:lnTo>
                  <a:pt x="3239" y="3632"/>
                </a:lnTo>
                <a:lnTo>
                  <a:pt x="3037" y="3573"/>
                </a:lnTo>
                <a:lnTo>
                  <a:pt x="3025" y="3561"/>
                </a:lnTo>
                <a:lnTo>
                  <a:pt x="2644" y="3442"/>
                </a:lnTo>
                <a:lnTo>
                  <a:pt x="2394" y="3323"/>
                </a:lnTo>
                <a:lnTo>
                  <a:pt x="2322" y="3263"/>
                </a:lnTo>
                <a:lnTo>
                  <a:pt x="2298" y="3216"/>
                </a:lnTo>
                <a:lnTo>
                  <a:pt x="2274" y="3168"/>
                </a:lnTo>
                <a:lnTo>
                  <a:pt x="2286" y="3049"/>
                </a:lnTo>
                <a:lnTo>
                  <a:pt x="2286" y="3001"/>
                </a:lnTo>
                <a:lnTo>
                  <a:pt x="2405" y="2894"/>
                </a:lnTo>
                <a:lnTo>
                  <a:pt x="2501" y="2847"/>
                </a:lnTo>
                <a:lnTo>
                  <a:pt x="2620" y="2799"/>
                </a:lnTo>
                <a:lnTo>
                  <a:pt x="2941" y="2763"/>
                </a:lnTo>
                <a:lnTo>
                  <a:pt x="3132" y="2787"/>
                </a:lnTo>
                <a:lnTo>
                  <a:pt x="3358" y="2823"/>
                </a:lnTo>
                <a:lnTo>
                  <a:pt x="3584" y="2870"/>
                </a:lnTo>
                <a:lnTo>
                  <a:pt x="3703" y="2894"/>
                </a:lnTo>
                <a:lnTo>
                  <a:pt x="3930" y="2763"/>
                </a:lnTo>
                <a:lnTo>
                  <a:pt x="3977" y="2644"/>
                </a:lnTo>
                <a:lnTo>
                  <a:pt x="3989" y="2513"/>
                </a:lnTo>
                <a:lnTo>
                  <a:pt x="3870" y="2299"/>
                </a:lnTo>
                <a:lnTo>
                  <a:pt x="3751" y="2239"/>
                </a:lnTo>
                <a:lnTo>
                  <a:pt x="3501" y="2192"/>
                </a:lnTo>
                <a:lnTo>
                  <a:pt x="3239" y="2144"/>
                </a:lnTo>
                <a:lnTo>
                  <a:pt x="3251" y="1942"/>
                </a:lnTo>
                <a:lnTo>
                  <a:pt x="3239" y="1823"/>
                </a:lnTo>
                <a:lnTo>
                  <a:pt x="3060" y="1644"/>
                </a:lnTo>
                <a:lnTo>
                  <a:pt x="2929" y="1620"/>
                </a:lnTo>
                <a:close/>
                <a:moveTo>
                  <a:pt x="10419" y="644"/>
                </a:moveTo>
                <a:lnTo>
                  <a:pt x="10550" y="656"/>
                </a:lnTo>
                <a:lnTo>
                  <a:pt x="10788" y="751"/>
                </a:lnTo>
                <a:lnTo>
                  <a:pt x="10966" y="930"/>
                </a:lnTo>
                <a:lnTo>
                  <a:pt x="11062" y="1168"/>
                </a:lnTo>
                <a:lnTo>
                  <a:pt x="11074" y="1299"/>
                </a:lnTo>
                <a:lnTo>
                  <a:pt x="11074" y="6502"/>
                </a:lnTo>
                <a:lnTo>
                  <a:pt x="11062" y="6645"/>
                </a:lnTo>
                <a:lnTo>
                  <a:pt x="10966" y="6871"/>
                </a:lnTo>
                <a:lnTo>
                  <a:pt x="10788" y="7050"/>
                </a:lnTo>
                <a:lnTo>
                  <a:pt x="10550" y="7145"/>
                </a:lnTo>
                <a:lnTo>
                  <a:pt x="10419" y="7157"/>
                </a:lnTo>
                <a:lnTo>
                  <a:pt x="1298" y="7157"/>
                </a:lnTo>
                <a:lnTo>
                  <a:pt x="1167" y="7145"/>
                </a:lnTo>
                <a:lnTo>
                  <a:pt x="929" y="7050"/>
                </a:lnTo>
                <a:lnTo>
                  <a:pt x="762" y="6871"/>
                </a:lnTo>
                <a:lnTo>
                  <a:pt x="655" y="6645"/>
                </a:lnTo>
                <a:lnTo>
                  <a:pt x="655" y="6502"/>
                </a:lnTo>
                <a:lnTo>
                  <a:pt x="655" y="1299"/>
                </a:lnTo>
                <a:lnTo>
                  <a:pt x="655" y="1168"/>
                </a:lnTo>
                <a:lnTo>
                  <a:pt x="762" y="930"/>
                </a:lnTo>
                <a:lnTo>
                  <a:pt x="929" y="751"/>
                </a:lnTo>
                <a:lnTo>
                  <a:pt x="1167" y="656"/>
                </a:lnTo>
                <a:lnTo>
                  <a:pt x="1298" y="644"/>
                </a:lnTo>
                <a:close/>
                <a:moveTo>
                  <a:pt x="1298" y="1"/>
                </a:moveTo>
                <a:lnTo>
                  <a:pt x="1036" y="13"/>
                </a:lnTo>
                <a:lnTo>
                  <a:pt x="572" y="215"/>
                </a:lnTo>
                <a:lnTo>
                  <a:pt x="215" y="561"/>
                </a:lnTo>
                <a:lnTo>
                  <a:pt x="12" y="1037"/>
                </a:lnTo>
                <a:lnTo>
                  <a:pt x="0" y="1299"/>
                </a:lnTo>
                <a:lnTo>
                  <a:pt x="0" y="6502"/>
                </a:lnTo>
                <a:lnTo>
                  <a:pt x="12" y="6776"/>
                </a:lnTo>
                <a:lnTo>
                  <a:pt x="215" y="7240"/>
                </a:lnTo>
                <a:lnTo>
                  <a:pt x="572" y="7597"/>
                </a:lnTo>
                <a:lnTo>
                  <a:pt x="1036" y="7788"/>
                </a:lnTo>
                <a:lnTo>
                  <a:pt x="1298" y="7812"/>
                </a:lnTo>
                <a:lnTo>
                  <a:pt x="10419" y="7812"/>
                </a:lnTo>
                <a:lnTo>
                  <a:pt x="10681" y="7788"/>
                </a:lnTo>
                <a:lnTo>
                  <a:pt x="11145" y="7597"/>
                </a:lnTo>
                <a:lnTo>
                  <a:pt x="11502" y="7240"/>
                </a:lnTo>
                <a:lnTo>
                  <a:pt x="11705" y="6776"/>
                </a:lnTo>
                <a:lnTo>
                  <a:pt x="11717" y="6502"/>
                </a:lnTo>
                <a:lnTo>
                  <a:pt x="11717" y="1299"/>
                </a:lnTo>
                <a:lnTo>
                  <a:pt x="11705" y="1037"/>
                </a:lnTo>
                <a:lnTo>
                  <a:pt x="11502" y="561"/>
                </a:lnTo>
                <a:lnTo>
                  <a:pt x="11145" y="215"/>
                </a:lnTo>
                <a:lnTo>
                  <a:pt x="10681" y="13"/>
                </a:lnTo>
                <a:lnTo>
                  <a:pt x="1041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29" name="Google Shape;3329;p176"/>
          <p:cNvSpPr/>
          <p:nvPr/>
        </p:nvSpPr>
        <p:spPr>
          <a:xfrm>
            <a:off x="1946591" y="7676261"/>
            <a:ext cx="674778" cy="540642"/>
          </a:xfrm>
          <a:custGeom>
            <a:rect b="b" l="l" r="r" t="t"/>
            <a:pathLst>
              <a:path extrusionOk="0" h="10419" w="13004">
                <a:moveTo>
                  <a:pt x="6502" y="0"/>
                </a:moveTo>
                <a:lnTo>
                  <a:pt x="6311" y="12"/>
                </a:lnTo>
                <a:lnTo>
                  <a:pt x="5930" y="84"/>
                </a:lnTo>
                <a:lnTo>
                  <a:pt x="5573" y="238"/>
                </a:lnTo>
                <a:lnTo>
                  <a:pt x="5264" y="441"/>
                </a:lnTo>
                <a:lnTo>
                  <a:pt x="4990" y="715"/>
                </a:lnTo>
                <a:lnTo>
                  <a:pt x="4775" y="1024"/>
                </a:lnTo>
                <a:lnTo>
                  <a:pt x="4621" y="1369"/>
                </a:lnTo>
                <a:lnTo>
                  <a:pt x="4537" y="1750"/>
                </a:lnTo>
                <a:lnTo>
                  <a:pt x="4537" y="1953"/>
                </a:lnTo>
                <a:lnTo>
                  <a:pt x="4537" y="2012"/>
                </a:lnTo>
                <a:lnTo>
                  <a:pt x="5168" y="2524"/>
                </a:lnTo>
                <a:lnTo>
                  <a:pt x="5168" y="1953"/>
                </a:lnTo>
                <a:lnTo>
                  <a:pt x="5192" y="1953"/>
                </a:lnTo>
                <a:lnTo>
                  <a:pt x="5204" y="1691"/>
                </a:lnTo>
                <a:lnTo>
                  <a:pt x="5407" y="1227"/>
                </a:lnTo>
                <a:lnTo>
                  <a:pt x="5752" y="869"/>
                </a:lnTo>
                <a:lnTo>
                  <a:pt x="6216" y="679"/>
                </a:lnTo>
                <a:lnTo>
                  <a:pt x="6466" y="655"/>
                </a:lnTo>
                <a:lnTo>
                  <a:pt x="6728" y="679"/>
                </a:lnTo>
                <a:lnTo>
                  <a:pt x="7204" y="869"/>
                </a:lnTo>
                <a:lnTo>
                  <a:pt x="7562" y="1227"/>
                </a:lnTo>
                <a:lnTo>
                  <a:pt x="7776" y="1691"/>
                </a:lnTo>
                <a:lnTo>
                  <a:pt x="7788" y="1953"/>
                </a:lnTo>
                <a:lnTo>
                  <a:pt x="7788" y="4560"/>
                </a:lnTo>
                <a:lnTo>
                  <a:pt x="8419" y="5072"/>
                </a:lnTo>
                <a:lnTo>
                  <a:pt x="8443" y="1953"/>
                </a:lnTo>
                <a:lnTo>
                  <a:pt x="8431" y="1750"/>
                </a:lnTo>
                <a:lnTo>
                  <a:pt x="8359" y="1369"/>
                </a:lnTo>
                <a:lnTo>
                  <a:pt x="8205" y="1024"/>
                </a:lnTo>
                <a:lnTo>
                  <a:pt x="8002" y="715"/>
                </a:lnTo>
                <a:lnTo>
                  <a:pt x="7740" y="453"/>
                </a:lnTo>
                <a:lnTo>
                  <a:pt x="7431" y="238"/>
                </a:lnTo>
                <a:lnTo>
                  <a:pt x="7085" y="84"/>
                </a:lnTo>
                <a:lnTo>
                  <a:pt x="6704" y="12"/>
                </a:lnTo>
                <a:lnTo>
                  <a:pt x="6502" y="0"/>
                </a:lnTo>
                <a:close/>
                <a:moveTo>
                  <a:pt x="9431" y="3906"/>
                </a:moveTo>
                <a:lnTo>
                  <a:pt x="9312" y="3929"/>
                </a:lnTo>
                <a:lnTo>
                  <a:pt x="9145" y="4108"/>
                </a:lnTo>
                <a:lnTo>
                  <a:pt x="9133" y="4239"/>
                </a:lnTo>
                <a:lnTo>
                  <a:pt x="9133" y="5215"/>
                </a:lnTo>
                <a:lnTo>
                  <a:pt x="9121" y="5394"/>
                </a:lnTo>
                <a:lnTo>
                  <a:pt x="9086" y="5561"/>
                </a:lnTo>
                <a:lnTo>
                  <a:pt x="9657" y="6013"/>
                </a:lnTo>
                <a:lnTo>
                  <a:pt x="9729" y="5620"/>
                </a:lnTo>
                <a:lnTo>
                  <a:pt x="9741" y="5215"/>
                </a:lnTo>
                <a:lnTo>
                  <a:pt x="9741" y="4239"/>
                </a:lnTo>
                <a:lnTo>
                  <a:pt x="9729" y="4108"/>
                </a:lnTo>
                <a:lnTo>
                  <a:pt x="9550" y="3929"/>
                </a:lnTo>
                <a:lnTo>
                  <a:pt x="9431" y="3906"/>
                </a:lnTo>
                <a:close/>
                <a:moveTo>
                  <a:pt x="3240" y="4299"/>
                </a:moveTo>
                <a:lnTo>
                  <a:pt x="3240" y="5096"/>
                </a:lnTo>
                <a:lnTo>
                  <a:pt x="3240" y="5406"/>
                </a:lnTo>
                <a:lnTo>
                  <a:pt x="3359" y="6025"/>
                </a:lnTo>
                <a:lnTo>
                  <a:pt x="3573" y="6585"/>
                </a:lnTo>
                <a:lnTo>
                  <a:pt x="3882" y="7109"/>
                </a:lnTo>
                <a:lnTo>
                  <a:pt x="4264" y="7561"/>
                </a:lnTo>
                <a:lnTo>
                  <a:pt x="4728" y="7930"/>
                </a:lnTo>
                <a:lnTo>
                  <a:pt x="5264" y="8216"/>
                </a:lnTo>
                <a:lnTo>
                  <a:pt x="5835" y="8394"/>
                </a:lnTo>
                <a:lnTo>
                  <a:pt x="6145" y="8442"/>
                </a:lnTo>
                <a:lnTo>
                  <a:pt x="6145" y="9764"/>
                </a:lnTo>
                <a:lnTo>
                  <a:pt x="4859" y="9764"/>
                </a:lnTo>
                <a:lnTo>
                  <a:pt x="4728" y="9788"/>
                </a:lnTo>
                <a:lnTo>
                  <a:pt x="4549" y="9966"/>
                </a:lnTo>
                <a:lnTo>
                  <a:pt x="4537" y="10097"/>
                </a:lnTo>
                <a:lnTo>
                  <a:pt x="4549" y="10228"/>
                </a:lnTo>
                <a:lnTo>
                  <a:pt x="4740" y="10395"/>
                </a:lnTo>
                <a:lnTo>
                  <a:pt x="4859" y="10419"/>
                </a:lnTo>
                <a:lnTo>
                  <a:pt x="8097" y="10419"/>
                </a:lnTo>
                <a:lnTo>
                  <a:pt x="8228" y="10395"/>
                </a:lnTo>
                <a:lnTo>
                  <a:pt x="8383" y="10228"/>
                </a:lnTo>
                <a:lnTo>
                  <a:pt x="8407" y="10109"/>
                </a:lnTo>
                <a:lnTo>
                  <a:pt x="8419" y="10038"/>
                </a:lnTo>
                <a:lnTo>
                  <a:pt x="8383" y="9918"/>
                </a:lnTo>
                <a:lnTo>
                  <a:pt x="8312" y="9823"/>
                </a:lnTo>
                <a:lnTo>
                  <a:pt x="8193" y="9776"/>
                </a:lnTo>
                <a:lnTo>
                  <a:pt x="8121" y="9764"/>
                </a:lnTo>
                <a:lnTo>
                  <a:pt x="6835" y="9764"/>
                </a:lnTo>
                <a:lnTo>
                  <a:pt x="6835" y="8442"/>
                </a:lnTo>
                <a:lnTo>
                  <a:pt x="7157" y="8394"/>
                </a:lnTo>
                <a:lnTo>
                  <a:pt x="7752" y="8216"/>
                </a:lnTo>
                <a:lnTo>
                  <a:pt x="8038" y="8073"/>
                </a:lnTo>
                <a:lnTo>
                  <a:pt x="7466" y="7620"/>
                </a:lnTo>
                <a:lnTo>
                  <a:pt x="7204" y="7716"/>
                </a:lnTo>
                <a:lnTo>
                  <a:pt x="6633" y="7811"/>
                </a:lnTo>
                <a:lnTo>
                  <a:pt x="6335" y="7811"/>
                </a:lnTo>
                <a:lnTo>
                  <a:pt x="6073" y="7787"/>
                </a:lnTo>
                <a:lnTo>
                  <a:pt x="5585" y="7644"/>
                </a:lnTo>
                <a:lnTo>
                  <a:pt x="5145" y="7430"/>
                </a:lnTo>
                <a:lnTo>
                  <a:pt x="4764" y="7120"/>
                </a:lnTo>
                <a:lnTo>
                  <a:pt x="4430" y="6763"/>
                </a:lnTo>
                <a:lnTo>
                  <a:pt x="4168" y="6335"/>
                </a:lnTo>
                <a:lnTo>
                  <a:pt x="3990" y="5870"/>
                </a:lnTo>
                <a:lnTo>
                  <a:pt x="3894" y="5370"/>
                </a:lnTo>
                <a:lnTo>
                  <a:pt x="3882" y="5120"/>
                </a:lnTo>
                <a:lnTo>
                  <a:pt x="3882" y="4811"/>
                </a:lnTo>
                <a:lnTo>
                  <a:pt x="3240" y="4299"/>
                </a:lnTo>
                <a:close/>
                <a:moveTo>
                  <a:pt x="406" y="0"/>
                </a:moveTo>
                <a:lnTo>
                  <a:pt x="156" y="36"/>
                </a:lnTo>
                <a:lnTo>
                  <a:pt x="60" y="131"/>
                </a:lnTo>
                <a:lnTo>
                  <a:pt x="1" y="226"/>
                </a:lnTo>
                <a:lnTo>
                  <a:pt x="25" y="488"/>
                </a:lnTo>
                <a:lnTo>
                  <a:pt x="120" y="584"/>
                </a:lnTo>
                <a:lnTo>
                  <a:pt x="12491" y="10347"/>
                </a:lnTo>
                <a:lnTo>
                  <a:pt x="12586" y="10407"/>
                </a:lnTo>
                <a:lnTo>
                  <a:pt x="12670" y="10419"/>
                </a:lnTo>
                <a:lnTo>
                  <a:pt x="12741" y="10419"/>
                </a:lnTo>
                <a:lnTo>
                  <a:pt x="12872" y="10347"/>
                </a:lnTo>
                <a:lnTo>
                  <a:pt x="12932" y="10300"/>
                </a:lnTo>
                <a:lnTo>
                  <a:pt x="13003" y="10169"/>
                </a:lnTo>
                <a:lnTo>
                  <a:pt x="12979" y="9930"/>
                </a:lnTo>
                <a:lnTo>
                  <a:pt x="12896" y="9835"/>
                </a:lnTo>
                <a:lnTo>
                  <a:pt x="525" y="72"/>
                </a:lnTo>
                <a:lnTo>
                  <a:pt x="406"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0" name="Google Shape;3330;p176"/>
          <p:cNvSpPr/>
          <p:nvPr/>
        </p:nvSpPr>
        <p:spPr>
          <a:xfrm>
            <a:off x="3052485" y="7676261"/>
            <a:ext cx="540694" cy="540642"/>
          </a:xfrm>
          <a:custGeom>
            <a:rect b="b" l="l" r="r" t="t"/>
            <a:pathLst>
              <a:path extrusionOk="0" h="10419" w="10420">
                <a:moveTo>
                  <a:pt x="4561" y="655"/>
                </a:moveTo>
                <a:lnTo>
                  <a:pt x="4561" y="786"/>
                </a:lnTo>
                <a:lnTo>
                  <a:pt x="4668" y="1024"/>
                </a:lnTo>
                <a:lnTo>
                  <a:pt x="4835" y="1191"/>
                </a:lnTo>
                <a:lnTo>
                  <a:pt x="5073" y="1298"/>
                </a:lnTo>
                <a:lnTo>
                  <a:pt x="5204" y="1310"/>
                </a:lnTo>
                <a:lnTo>
                  <a:pt x="5204" y="5858"/>
                </a:lnTo>
                <a:lnTo>
                  <a:pt x="3252" y="5858"/>
                </a:lnTo>
                <a:lnTo>
                  <a:pt x="3252" y="1310"/>
                </a:lnTo>
                <a:lnTo>
                  <a:pt x="3382" y="1298"/>
                </a:lnTo>
                <a:lnTo>
                  <a:pt x="3621" y="1191"/>
                </a:lnTo>
                <a:lnTo>
                  <a:pt x="3799" y="1024"/>
                </a:lnTo>
                <a:lnTo>
                  <a:pt x="3894" y="786"/>
                </a:lnTo>
                <a:lnTo>
                  <a:pt x="3906" y="655"/>
                </a:lnTo>
                <a:close/>
                <a:moveTo>
                  <a:pt x="3585" y="7168"/>
                </a:moveTo>
                <a:lnTo>
                  <a:pt x="3454" y="7180"/>
                </a:lnTo>
                <a:lnTo>
                  <a:pt x="3275" y="7359"/>
                </a:lnTo>
                <a:lnTo>
                  <a:pt x="3252" y="7490"/>
                </a:lnTo>
                <a:lnTo>
                  <a:pt x="3275" y="7620"/>
                </a:lnTo>
                <a:lnTo>
                  <a:pt x="3454" y="7799"/>
                </a:lnTo>
                <a:lnTo>
                  <a:pt x="3585" y="7811"/>
                </a:lnTo>
                <a:lnTo>
                  <a:pt x="4883" y="7811"/>
                </a:lnTo>
                <a:lnTo>
                  <a:pt x="5014" y="7799"/>
                </a:lnTo>
                <a:lnTo>
                  <a:pt x="5192" y="7620"/>
                </a:lnTo>
                <a:lnTo>
                  <a:pt x="5204" y="7490"/>
                </a:lnTo>
                <a:lnTo>
                  <a:pt x="5192" y="7359"/>
                </a:lnTo>
                <a:lnTo>
                  <a:pt x="5014" y="7180"/>
                </a:lnTo>
                <a:lnTo>
                  <a:pt x="4883" y="7168"/>
                </a:lnTo>
                <a:close/>
                <a:moveTo>
                  <a:pt x="2275" y="8466"/>
                </a:moveTo>
                <a:lnTo>
                  <a:pt x="2144" y="8490"/>
                </a:lnTo>
                <a:lnTo>
                  <a:pt x="1966" y="8656"/>
                </a:lnTo>
                <a:lnTo>
                  <a:pt x="1954" y="8787"/>
                </a:lnTo>
                <a:lnTo>
                  <a:pt x="1966" y="8918"/>
                </a:lnTo>
                <a:lnTo>
                  <a:pt x="2144" y="9097"/>
                </a:lnTo>
                <a:lnTo>
                  <a:pt x="2275" y="9121"/>
                </a:lnTo>
                <a:lnTo>
                  <a:pt x="6181" y="9121"/>
                </a:lnTo>
                <a:lnTo>
                  <a:pt x="6312" y="9097"/>
                </a:lnTo>
                <a:lnTo>
                  <a:pt x="6490" y="8918"/>
                </a:lnTo>
                <a:lnTo>
                  <a:pt x="6514" y="8787"/>
                </a:lnTo>
                <a:lnTo>
                  <a:pt x="6490" y="8656"/>
                </a:lnTo>
                <a:lnTo>
                  <a:pt x="6312" y="8490"/>
                </a:lnTo>
                <a:lnTo>
                  <a:pt x="6181" y="8466"/>
                </a:lnTo>
                <a:close/>
                <a:moveTo>
                  <a:pt x="3585" y="0"/>
                </a:moveTo>
                <a:lnTo>
                  <a:pt x="3454" y="12"/>
                </a:lnTo>
                <a:lnTo>
                  <a:pt x="3275" y="191"/>
                </a:lnTo>
                <a:lnTo>
                  <a:pt x="3252" y="322"/>
                </a:lnTo>
                <a:lnTo>
                  <a:pt x="3252" y="655"/>
                </a:lnTo>
                <a:lnTo>
                  <a:pt x="3121" y="655"/>
                </a:lnTo>
                <a:lnTo>
                  <a:pt x="2882" y="762"/>
                </a:lnTo>
                <a:lnTo>
                  <a:pt x="2716" y="941"/>
                </a:lnTo>
                <a:lnTo>
                  <a:pt x="2609" y="1167"/>
                </a:lnTo>
                <a:lnTo>
                  <a:pt x="2609" y="1298"/>
                </a:lnTo>
                <a:lnTo>
                  <a:pt x="2609" y="5858"/>
                </a:lnTo>
                <a:lnTo>
                  <a:pt x="2609" y="5989"/>
                </a:lnTo>
                <a:lnTo>
                  <a:pt x="2716" y="6227"/>
                </a:lnTo>
                <a:lnTo>
                  <a:pt x="2882" y="6406"/>
                </a:lnTo>
                <a:lnTo>
                  <a:pt x="3121" y="6501"/>
                </a:lnTo>
                <a:lnTo>
                  <a:pt x="3252" y="6513"/>
                </a:lnTo>
                <a:lnTo>
                  <a:pt x="5204" y="6513"/>
                </a:lnTo>
                <a:lnTo>
                  <a:pt x="5335" y="6501"/>
                </a:lnTo>
                <a:lnTo>
                  <a:pt x="5573" y="6406"/>
                </a:lnTo>
                <a:lnTo>
                  <a:pt x="5752" y="6227"/>
                </a:lnTo>
                <a:lnTo>
                  <a:pt x="5847" y="5989"/>
                </a:lnTo>
                <a:lnTo>
                  <a:pt x="5859" y="5858"/>
                </a:lnTo>
                <a:lnTo>
                  <a:pt x="5859" y="3251"/>
                </a:lnTo>
                <a:lnTo>
                  <a:pt x="6192" y="3263"/>
                </a:lnTo>
                <a:lnTo>
                  <a:pt x="6824" y="3394"/>
                </a:lnTo>
                <a:lnTo>
                  <a:pt x="7419" y="3644"/>
                </a:lnTo>
                <a:lnTo>
                  <a:pt x="7931" y="4001"/>
                </a:lnTo>
                <a:lnTo>
                  <a:pt x="8371" y="4441"/>
                </a:lnTo>
                <a:lnTo>
                  <a:pt x="8729" y="4953"/>
                </a:lnTo>
                <a:lnTo>
                  <a:pt x="8979" y="5537"/>
                </a:lnTo>
                <a:lnTo>
                  <a:pt x="9110" y="6180"/>
                </a:lnTo>
                <a:lnTo>
                  <a:pt x="9122" y="6513"/>
                </a:lnTo>
                <a:lnTo>
                  <a:pt x="9110" y="6847"/>
                </a:lnTo>
                <a:lnTo>
                  <a:pt x="8979" y="7478"/>
                </a:lnTo>
                <a:lnTo>
                  <a:pt x="8729" y="8061"/>
                </a:lnTo>
                <a:lnTo>
                  <a:pt x="8371" y="8585"/>
                </a:lnTo>
                <a:lnTo>
                  <a:pt x="7931" y="9025"/>
                </a:lnTo>
                <a:lnTo>
                  <a:pt x="7407" y="9383"/>
                </a:lnTo>
                <a:lnTo>
                  <a:pt x="6824" y="9621"/>
                </a:lnTo>
                <a:lnTo>
                  <a:pt x="6192" y="9752"/>
                </a:lnTo>
                <a:lnTo>
                  <a:pt x="5859" y="9764"/>
                </a:lnTo>
                <a:lnTo>
                  <a:pt x="322" y="9764"/>
                </a:lnTo>
                <a:lnTo>
                  <a:pt x="191" y="9788"/>
                </a:lnTo>
                <a:lnTo>
                  <a:pt x="13" y="9966"/>
                </a:lnTo>
                <a:lnTo>
                  <a:pt x="1" y="10097"/>
                </a:lnTo>
                <a:lnTo>
                  <a:pt x="13" y="10228"/>
                </a:lnTo>
                <a:lnTo>
                  <a:pt x="191" y="10407"/>
                </a:lnTo>
                <a:lnTo>
                  <a:pt x="322" y="10419"/>
                </a:lnTo>
                <a:lnTo>
                  <a:pt x="10086" y="10419"/>
                </a:lnTo>
                <a:lnTo>
                  <a:pt x="10217" y="10407"/>
                </a:lnTo>
                <a:lnTo>
                  <a:pt x="10396" y="10228"/>
                </a:lnTo>
                <a:lnTo>
                  <a:pt x="10419" y="10097"/>
                </a:lnTo>
                <a:lnTo>
                  <a:pt x="10396" y="9966"/>
                </a:lnTo>
                <a:lnTo>
                  <a:pt x="10229" y="9788"/>
                </a:lnTo>
                <a:lnTo>
                  <a:pt x="10098" y="9764"/>
                </a:lnTo>
                <a:lnTo>
                  <a:pt x="8014" y="9764"/>
                </a:lnTo>
                <a:lnTo>
                  <a:pt x="8205" y="9633"/>
                </a:lnTo>
                <a:lnTo>
                  <a:pt x="8574" y="9323"/>
                </a:lnTo>
                <a:lnTo>
                  <a:pt x="8895" y="8978"/>
                </a:lnTo>
                <a:lnTo>
                  <a:pt x="9169" y="8597"/>
                </a:lnTo>
                <a:lnTo>
                  <a:pt x="9395" y="8180"/>
                </a:lnTo>
                <a:lnTo>
                  <a:pt x="9574" y="7728"/>
                </a:lnTo>
                <a:lnTo>
                  <a:pt x="9693" y="7251"/>
                </a:lnTo>
                <a:lnTo>
                  <a:pt x="9764" y="6763"/>
                </a:lnTo>
                <a:lnTo>
                  <a:pt x="9764" y="6513"/>
                </a:lnTo>
                <a:lnTo>
                  <a:pt x="9753" y="6108"/>
                </a:lnTo>
                <a:lnTo>
                  <a:pt x="9598" y="5346"/>
                </a:lnTo>
                <a:lnTo>
                  <a:pt x="9300" y="4644"/>
                </a:lnTo>
                <a:lnTo>
                  <a:pt x="8883" y="4025"/>
                </a:lnTo>
                <a:lnTo>
                  <a:pt x="8348" y="3489"/>
                </a:lnTo>
                <a:lnTo>
                  <a:pt x="7728" y="3072"/>
                </a:lnTo>
                <a:lnTo>
                  <a:pt x="7026" y="2774"/>
                </a:lnTo>
                <a:lnTo>
                  <a:pt x="6264" y="2620"/>
                </a:lnTo>
                <a:lnTo>
                  <a:pt x="5859" y="2608"/>
                </a:lnTo>
                <a:lnTo>
                  <a:pt x="5859" y="1298"/>
                </a:lnTo>
                <a:lnTo>
                  <a:pt x="5847" y="1167"/>
                </a:lnTo>
                <a:lnTo>
                  <a:pt x="5752" y="941"/>
                </a:lnTo>
                <a:lnTo>
                  <a:pt x="5573" y="762"/>
                </a:lnTo>
                <a:lnTo>
                  <a:pt x="5347" y="655"/>
                </a:lnTo>
                <a:lnTo>
                  <a:pt x="5204" y="655"/>
                </a:lnTo>
                <a:lnTo>
                  <a:pt x="5204" y="322"/>
                </a:lnTo>
                <a:lnTo>
                  <a:pt x="5192" y="191"/>
                </a:lnTo>
                <a:lnTo>
                  <a:pt x="5014" y="12"/>
                </a:lnTo>
                <a:lnTo>
                  <a:pt x="4883"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1" name="Google Shape;3331;p176"/>
          <p:cNvSpPr/>
          <p:nvPr/>
        </p:nvSpPr>
        <p:spPr>
          <a:xfrm>
            <a:off x="4192366" y="7676261"/>
            <a:ext cx="338011" cy="540642"/>
          </a:xfrm>
          <a:custGeom>
            <a:rect b="b" l="l" r="r" t="t"/>
            <a:pathLst>
              <a:path extrusionOk="0" h="10419" w="6514">
                <a:moveTo>
                  <a:pt x="2597" y="8144"/>
                </a:moveTo>
                <a:lnTo>
                  <a:pt x="2466" y="8156"/>
                </a:lnTo>
                <a:lnTo>
                  <a:pt x="2299" y="8335"/>
                </a:lnTo>
                <a:lnTo>
                  <a:pt x="2275" y="8466"/>
                </a:lnTo>
                <a:lnTo>
                  <a:pt x="2299" y="8597"/>
                </a:lnTo>
                <a:lnTo>
                  <a:pt x="2466" y="8775"/>
                </a:lnTo>
                <a:lnTo>
                  <a:pt x="2597" y="8787"/>
                </a:lnTo>
                <a:lnTo>
                  <a:pt x="3906" y="8787"/>
                </a:lnTo>
                <a:lnTo>
                  <a:pt x="4037" y="8775"/>
                </a:lnTo>
                <a:lnTo>
                  <a:pt x="4216" y="8597"/>
                </a:lnTo>
                <a:lnTo>
                  <a:pt x="4228" y="8466"/>
                </a:lnTo>
                <a:lnTo>
                  <a:pt x="4216" y="8335"/>
                </a:lnTo>
                <a:lnTo>
                  <a:pt x="4037" y="8156"/>
                </a:lnTo>
                <a:lnTo>
                  <a:pt x="3906" y="8144"/>
                </a:lnTo>
                <a:close/>
                <a:moveTo>
                  <a:pt x="5204" y="655"/>
                </a:moveTo>
                <a:lnTo>
                  <a:pt x="5335" y="667"/>
                </a:lnTo>
                <a:lnTo>
                  <a:pt x="5573" y="762"/>
                </a:lnTo>
                <a:lnTo>
                  <a:pt x="5752" y="941"/>
                </a:lnTo>
                <a:lnTo>
                  <a:pt x="5847" y="1167"/>
                </a:lnTo>
                <a:lnTo>
                  <a:pt x="5859" y="1310"/>
                </a:lnTo>
                <a:lnTo>
                  <a:pt x="5859" y="9121"/>
                </a:lnTo>
                <a:lnTo>
                  <a:pt x="5847" y="9252"/>
                </a:lnTo>
                <a:lnTo>
                  <a:pt x="5752" y="9490"/>
                </a:lnTo>
                <a:lnTo>
                  <a:pt x="5573" y="9657"/>
                </a:lnTo>
                <a:lnTo>
                  <a:pt x="5335" y="9764"/>
                </a:lnTo>
                <a:lnTo>
                  <a:pt x="5204" y="9776"/>
                </a:lnTo>
                <a:lnTo>
                  <a:pt x="1299" y="9776"/>
                </a:lnTo>
                <a:lnTo>
                  <a:pt x="1168" y="9764"/>
                </a:lnTo>
                <a:lnTo>
                  <a:pt x="930" y="9657"/>
                </a:lnTo>
                <a:lnTo>
                  <a:pt x="751" y="9490"/>
                </a:lnTo>
                <a:lnTo>
                  <a:pt x="656" y="9252"/>
                </a:lnTo>
                <a:lnTo>
                  <a:pt x="644" y="9121"/>
                </a:lnTo>
                <a:lnTo>
                  <a:pt x="644" y="1310"/>
                </a:lnTo>
                <a:lnTo>
                  <a:pt x="656" y="1167"/>
                </a:lnTo>
                <a:lnTo>
                  <a:pt x="751" y="941"/>
                </a:lnTo>
                <a:lnTo>
                  <a:pt x="930" y="762"/>
                </a:lnTo>
                <a:lnTo>
                  <a:pt x="1168" y="667"/>
                </a:lnTo>
                <a:lnTo>
                  <a:pt x="1299" y="655"/>
                </a:lnTo>
                <a:close/>
                <a:moveTo>
                  <a:pt x="1299" y="0"/>
                </a:moveTo>
                <a:lnTo>
                  <a:pt x="1037" y="24"/>
                </a:lnTo>
                <a:lnTo>
                  <a:pt x="572" y="215"/>
                </a:lnTo>
                <a:lnTo>
                  <a:pt x="215" y="572"/>
                </a:lnTo>
                <a:lnTo>
                  <a:pt x="13" y="1036"/>
                </a:lnTo>
                <a:lnTo>
                  <a:pt x="1" y="1310"/>
                </a:lnTo>
                <a:lnTo>
                  <a:pt x="1" y="9121"/>
                </a:lnTo>
                <a:lnTo>
                  <a:pt x="13" y="9383"/>
                </a:lnTo>
                <a:lnTo>
                  <a:pt x="215" y="9847"/>
                </a:lnTo>
                <a:lnTo>
                  <a:pt x="572" y="10204"/>
                </a:lnTo>
                <a:lnTo>
                  <a:pt x="1037" y="10407"/>
                </a:lnTo>
                <a:lnTo>
                  <a:pt x="1299" y="10419"/>
                </a:lnTo>
                <a:lnTo>
                  <a:pt x="5204" y="10419"/>
                </a:lnTo>
                <a:lnTo>
                  <a:pt x="5478" y="10407"/>
                </a:lnTo>
                <a:lnTo>
                  <a:pt x="5942" y="10204"/>
                </a:lnTo>
                <a:lnTo>
                  <a:pt x="6288" y="9847"/>
                </a:lnTo>
                <a:lnTo>
                  <a:pt x="6490" y="9383"/>
                </a:lnTo>
                <a:lnTo>
                  <a:pt x="6514" y="9121"/>
                </a:lnTo>
                <a:lnTo>
                  <a:pt x="6514" y="1310"/>
                </a:lnTo>
                <a:lnTo>
                  <a:pt x="6490" y="1036"/>
                </a:lnTo>
                <a:lnTo>
                  <a:pt x="6288" y="572"/>
                </a:lnTo>
                <a:lnTo>
                  <a:pt x="5942" y="215"/>
                </a:lnTo>
                <a:lnTo>
                  <a:pt x="5478" y="24"/>
                </a:lnTo>
                <a:lnTo>
                  <a:pt x="5204"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2" name="Google Shape;3332;p176"/>
          <p:cNvSpPr/>
          <p:nvPr/>
        </p:nvSpPr>
        <p:spPr>
          <a:xfrm>
            <a:off x="5095637" y="7744182"/>
            <a:ext cx="607995" cy="405365"/>
          </a:xfrm>
          <a:custGeom>
            <a:rect b="b" l="l" r="r" t="t"/>
            <a:pathLst>
              <a:path extrusionOk="0" h="7812" w="11717">
                <a:moveTo>
                  <a:pt x="10419" y="644"/>
                </a:moveTo>
                <a:lnTo>
                  <a:pt x="10550" y="656"/>
                </a:lnTo>
                <a:lnTo>
                  <a:pt x="10788" y="751"/>
                </a:lnTo>
                <a:lnTo>
                  <a:pt x="10967" y="930"/>
                </a:lnTo>
                <a:lnTo>
                  <a:pt x="11062" y="1168"/>
                </a:lnTo>
                <a:lnTo>
                  <a:pt x="11074" y="1299"/>
                </a:lnTo>
                <a:lnTo>
                  <a:pt x="11074" y="1942"/>
                </a:lnTo>
                <a:lnTo>
                  <a:pt x="10800" y="1930"/>
                </a:lnTo>
                <a:lnTo>
                  <a:pt x="10336" y="1727"/>
                </a:lnTo>
                <a:lnTo>
                  <a:pt x="9978" y="1382"/>
                </a:lnTo>
                <a:lnTo>
                  <a:pt x="9788" y="906"/>
                </a:lnTo>
                <a:lnTo>
                  <a:pt x="9764" y="644"/>
                </a:lnTo>
                <a:close/>
                <a:moveTo>
                  <a:pt x="1953" y="644"/>
                </a:moveTo>
                <a:lnTo>
                  <a:pt x="1929" y="918"/>
                </a:lnTo>
                <a:lnTo>
                  <a:pt x="1739" y="1382"/>
                </a:lnTo>
                <a:lnTo>
                  <a:pt x="1382" y="1727"/>
                </a:lnTo>
                <a:lnTo>
                  <a:pt x="917" y="1930"/>
                </a:lnTo>
                <a:lnTo>
                  <a:pt x="644" y="1954"/>
                </a:lnTo>
                <a:lnTo>
                  <a:pt x="644" y="1299"/>
                </a:lnTo>
                <a:lnTo>
                  <a:pt x="655" y="1168"/>
                </a:lnTo>
                <a:lnTo>
                  <a:pt x="751" y="930"/>
                </a:lnTo>
                <a:lnTo>
                  <a:pt x="929" y="751"/>
                </a:lnTo>
                <a:lnTo>
                  <a:pt x="1167" y="656"/>
                </a:lnTo>
                <a:lnTo>
                  <a:pt x="1298" y="644"/>
                </a:lnTo>
                <a:close/>
                <a:moveTo>
                  <a:pt x="5859" y="2597"/>
                </a:moveTo>
                <a:lnTo>
                  <a:pt x="6121" y="2620"/>
                </a:lnTo>
                <a:lnTo>
                  <a:pt x="6597" y="2811"/>
                </a:lnTo>
                <a:lnTo>
                  <a:pt x="6942" y="3168"/>
                </a:lnTo>
                <a:lnTo>
                  <a:pt x="7145" y="3632"/>
                </a:lnTo>
                <a:lnTo>
                  <a:pt x="7157" y="3906"/>
                </a:lnTo>
                <a:lnTo>
                  <a:pt x="7145" y="4168"/>
                </a:lnTo>
                <a:lnTo>
                  <a:pt x="6942" y="4633"/>
                </a:lnTo>
                <a:lnTo>
                  <a:pt x="6597" y="4990"/>
                </a:lnTo>
                <a:lnTo>
                  <a:pt x="6121" y="5180"/>
                </a:lnTo>
                <a:lnTo>
                  <a:pt x="5859" y="5204"/>
                </a:lnTo>
                <a:lnTo>
                  <a:pt x="5597" y="5180"/>
                </a:lnTo>
                <a:lnTo>
                  <a:pt x="5132" y="4990"/>
                </a:lnTo>
                <a:lnTo>
                  <a:pt x="4775" y="4633"/>
                </a:lnTo>
                <a:lnTo>
                  <a:pt x="4573" y="4168"/>
                </a:lnTo>
                <a:lnTo>
                  <a:pt x="4561" y="3906"/>
                </a:lnTo>
                <a:lnTo>
                  <a:pt x="4573" y="3632"/>
                </a:lnTo>
                <a:lnTo>
                  <a:pt x="4775" y="3168"/>
                </a:lnTo>
                <a:lnTo>
                  <a:pt x="5132" y="2811"/>
                </a:lnTo>
                <a:lnTo>
                  <a:pt x="5597" y="2620"/>
                </a:lnTo>
                <a:lnTo>
                  <a:pt x="5859" y="2597"/>
                </a:lnTo>
                <a:close/>
                <a:moveTo>
                  <a:pt x="5656" y="1954"/>
                </a:moveTo>
                <a:lnTo>
                  <a:pt x="5275" y="2037"/>
                </a:lnTo>
                <a:lnTo>
                  <a:pt x="4918" y="2180"/>
                </a:lnTo>
                <a:lnTo>
                  <a:pt x="4608" y="2394"/>
                </a:lnTo>
                <a:lnTo>
                  <a:pt x="4347" y="2656"/>
                </a:lnTo>
                <a:lnTo>
                  <a:pt x="4132" y="2966"/>
                </a:lnTo>
                <a:lnTo>
                  <a:pt x="3989" y="3323"/>
                </a:lnTo>
                <a:lnTo>
                  <a:pt x="3918" y="3704"/>
                </a:lnTo>
                <a:lnTo>
                  <a:pt x="3906" y="3906"/>
                </a:lnTo>
                <a:lnTo>
                  <a:pt x="3918" y="4097"/>
                </a:lnTo>
                <a:lnTo>
                  <a:pt x="3989" y="4478"/>
                </a:lnTo>
                <a:lnTo>
                  <a:pt x="4144" y="4835"/>
                </a:lnTo>
                <a:lnTo>
                  <a:pt x="4347" y="5145"/>
                </a:lnTo>
                <a:lnTo>
                  <a:pt x="4620" y="5407"/>
                </a:lnTo>
                <a:lnTo>
                  <a:pt x="4930" y="5621"/>
                </a:lnTo>
                <a:lnTo>
                  <a:pt x="5275" y="5764"/>
                </a:lnTo>
                <a:lnTo>
                  <a:pt x="5656" y="5847"/>
                </a:lnTo>
                <a:lnTo>
                  <a:pt x="5859" y="5859"/>
                </a:lnTo>
                <a:lnTo>
                  <a:pt x="6061" y="5847"/>
                </a:lnTo>
                <a:lnTo>
                  <a:pt x="6442" y="5776"/>
                </a:lnTo>
                <a:lnTo>
                  <a:pt x="6787" y="5621"/>
                </a:lnTo>
                <a:lnTo>
                  <a:pt x="7109" y="5407"/>
                </a:lnTo>
                <a:lnTo>
                  <a:pt x="7371" y="5145"/>
                </a:lnTo>
                <a:lnTo>
                  <a:pt x="7585" y="4835"/>
                </a:lnTo>
                <a:lnTo>
                  <a:pt x="7728" y="4490"/>
                </a:lnTo>
                <a:lnTo>
                  <a:pt x="7811" y="4097"/>
                </a:lnTo>
                <a:lnTo>
                  <a:pt x="7811" y="3906"/>
                </a:lnTo>
                <a:lnTo>
                  <a:pt x="7811" y="3704"/>
                </a:lnTo>
                <a:lnTo>
                  <a:pt x="7728" y="3311"/>
                </a:lnTo>
                <a:lnTo>
                  <a:pt x="7585" y="2966"/>
                </a:lnTo>
                <a:lnTo>
                  <a:pt x="7371" y="2656"/>
                </a:lnTo>
                <a:lnTo>
                  <a:pt x="7109" y="2382"/>
                </a:lnTo>
                <a:lnTo>
                  <a:pt x="6799" y="2180"/>
                </a:lnTo>
                <a:lnTo>
                  <a:pt x="6454" y="2037"/>
                </a:lnTo>
                <a:lnTo>
                  <a:pt x="6061" y="1954"/>
                </a:lnTo>
                <a:close/>
                <a:moveTo>
                  <a:pt x="655" y="5859"/>
                </a:moveTo>
                <a:lnTo>
                  <a:pt x="917" y="5871"/>
                </a:lnTo>
                <a:lnTo>
                  <a:pt x="1382" y="6073"/>
                </a:lnTo>
                <a:lnTo>
                  <a:pt x="1739" y="6431"/>
                </a:lnTo>
                <a:lnTo>
                  <a:pt x="1929" y="6895"/>
                </a:lnTo>
                <a:lnTo>
                  <a:pt x="1953" y="7157"/>
                </a:lnTo>
                <a:lnTo>
                  <a:pt x="1298" y="7157"/>
                </a:lnTo>
                <a:lnTo>
                  <a:pt x="1167" y="7145"/>
                </a:lnTo>
                <a:lnTo>
                  <a:pt x="941" y="7050"/>
                </a:lnTo>
                <a:lnTo>
                  <a:pt x="763" y="6871"/>
                </a:lnTo>
                <a:lnTo>
                  <a:pt x="655" y="6645"/>
                </a:lnTo>
                <a:lnTo>
                  <a:pt x="655" y="6514"/>
                </a:lnTo>
                <a:lnTo>
                  <a:pt x="655" y="5859"/>
                </a:lnTo>
                <a:close/>
                <a:moveTo>
                  <a:pt x="9109" y="644"/>
                </a:moveTo>
                <a:lnTo>
                  <a:pt x="9121" y="846"/>
                </a:lnTo>
                <a:lnTo>
                  <a:pt x="9193" y="1227"/>
                </a:lnTo>
                <a:lnTo>
                  <a:pt x="9347" y="1573"/>
                </a:lnTo>
                <a:lnTo>
                  <a:pt x="9550" y="1894"/>
                </a:lnTo>
                <a:lnTo>
                  <a:pt x="9812" y="2156"/>
                </a:lnTo>
                <a:lnTo>
                  <a:pt x="10121" y="2370"/>
                </a:lnTo>
                <a:lnTo>
                  <a:pt x="10479" y="2513"/>
                </a:lnTo>
                <a:lnTo>
                  <a:pt x="10860" y="2597"/>
                </a:lnTo>
                <a:lnTo>
                  <a:pt x="11074" y="2597"/>
                </a:lnTo>
                <a:lnTo>
                  <a:pt x="11074" y="5204"/>
                </a:lnTo>
                <a:lnTo>
                  <a:pt x="10860" y="5204"/>
                </a:lnTo>
                <a:lnTo>
                  <a:pt x="10479" y="5288"/>
                </a:lnTo>
                <a:lnTo>
                  <a:pt x="10133" y="5430"/>
                </a:lnTo>
                <a:lnTo>
                  <a:pt x="9812" y="5645"/>
                </a:lnTo>
                <a:lnTo>
                  <a:pt x="9550" y="5907"/>
                </a:lnTo>
                <a:lnTo>
                  <a:pt x="9347" y="6216"/>
                </a:lnTo>
                <a:lnTo>
                  <a:pt x="9204" y="6562"/>
                </a:lnTo>
                <a:lnTo>
                  <a:pt x="9121" y="6954"/>
                </a:lnTo>
                <a:lnTo>
                  <a:pt x="9109" y="7157"/>
                </a:lnTo>
                <a:lnTo>
                  <a:pt x="2608" y="7157"/>
                </a:lnTo>
                <a:lnTo>
                  <a:pt x="2596" y="6954"/>
                </a:lnTo>
                <a:lnTo>
                  <a:pt x="2525" y="6562"/>
                </a:lnTo>
                <a:lnTo>
                  <a:pt x="2370" y="6216"/>
                </a:lnTo>
                <a:lnTo>
                  <a:pt x="2156" y="5907"/>
                </a:lnTo>
                <a:lnTo>
                  <a:pt x="1894" y="5645"/>
                </a:lnTo>
                <a:lnTo>
                  <a:pt x="1584" y="5430"/>
                </a:lnTo>
                <a:lnTo>
                  <a:pt x="1239" y="5288"/>
                </a:lnTo>
                <a:lnTo>
                  <a:pt x="846" y="5204"/>
                </a:lnTo>
                <a:lnTo>
                  <a:pt x="655" y="5204"/>
                </a:lnTo>
                <a:lnTo>
                  <a:pt x="655" y="2597"/>
                </a:lnTo>
                <a:lnTo>
                  <a:pt x="846" y="2597"/>
                </a:lnTo>
                <a:lnTo>
                  <a:pt x="1227" y="2513"/>
                </a:lnTo>
                <a:lnTo>
                  <a:pt x="1584" y="2370"/>
                </a:lnTo>
                <a:lnTo>
                  <a:pt x="1894" y="2156"/>
                </a:lnTo>
                <a:lnTo>
                  <a:pt x="2156" y="1894"/>
                </a:lnTo>
                <a:lnTo>
                  <a:pt x="2370" y="1573"/>
                </a:lnTo>
                <a:lnTo>
                  <a:pt x="2513" y="1227"/>
                </a:lnTo>
                <a:lnTo>
                  <a:pt x="2596" y="846"/>
                </a:lnTo>
                <a:lnTo>
                  <a:pt x="2608" y="644"/>
                </a:lnTo>
                <a:close/>
                <a:moveTo>
                  <a:pt x="11074" y="5859"/>
                </a:moveTo>
                <a:lnTo>
                  <a:pt x="11074" y="6502"/>
                </a:lnTo>
                <a:lnTo>
                  <a:pt x="11062" y="6633"/>
                </a:lnTo>
                <a:lnTo>
                  <a:pt x="10967" y="6871"/>
                </a:lnTo>
                <a:lnTo>
                  <a:pt x="10788" y="7050"/>
                </a:lnTo>
                <a:lnTo>
                  <a:pt x="10550" y="7145"/>
                </a:lnTo>
                <a:lnTo>
                  <a:pt x="10419" y="7157"/>
                </a:lnTo>
                <a:lnTo>
                  <a:pt x="9764" y="7157"/>
                </a:lnTo>
                <a:lnTo>
                  <a:pt x="9788" y="6895"/>
                </a:lnTo>
                <a:lnTo>
                  <a:pt x="9978" y="6419"/>
                </a:lnTo>
                <a:lnTo>
                  <a:pt x="10336" y="6073"/>
                </a:lnTo>
                <a:lnTo>
                  <a:pt x="10800" y="5871"/>
                </a:lnTo>
                <a:lnTo>
                  <a:pt x="11074" y="5859"/>
                </a:lnTo>
                <a:close/>
                <a:moveTo>
                  <a:pt x="1298" y="1"/>
                </a:moveTo>
                <a:lnTo>
                  <a:pt x="1036" y="13"/>
                </a:lnTo>
                <a:lnTo>
                  <a:pt x="572" y="215"/>
                </a:lnTo>
                <a:lnTo>
                  <a:pt x="215" y="561"/>
                </a:lnTo>
                <a:lnTo>
                  <a:pt x="12" y="1037"/>
                </a:lnTo>
                <a:lnTo>
                  <a:pt x="1" y="1299"/>
                </a:lnTo>
                <a:lnTo>
                  <a:pt x="1" y="6502"/>
                </a:lnTo>
                <a:lnTo>
                  <a:pt x="12" y="6776"/>
                </a:lnTo>
                <a:lnTo>
                  <a:pt x="215" y="7240"/>
                </a:lnTo>
                <a:lnTo>
                  <a:pt x="572" y="7597"/>
                </a:lnTo>
                <a:lnTo>
                  <a:pt x="1036" y="7788"/>
                </a:lnTo>
                <a:lnTo>
                  <a:pt x="1298" y="7812"/>
                </a:lnTo>
                <a:lnTo>
                  <a:pt x="10419" y="7812"/>
                </a:lnTo>
                <a:lnTo>
                  <a:pt x="10681" y="7788"/>
                </a:lnTo>
                <a:lnTo>
                  <a:pt x="11145" y="7597"/>
                </a:lnTo>
                <a:lnTo>
                  <a:pt x="11502" y="7240"/>
                </a:lnTo>
                <a:lnTo>
                  <a:pt x="11705" y="6776"/>
                </a:lnTo>
                <a:lnTo>
                  <a:pt x="11717" y="6502"/>
                </a:lnTo>
                <a:lnTo>
                  <a:pt x="11717" y="1299"/>
                </a:lnTo>
                <a:lnTo>
                  <a:pt x="11705" y="1037"/>
                </a:lnTo>
                <a:lnTo>
                  <a:pt x="11502" y="561"/>
                </a:lnTo>
                <a:lnTo>
                  <a:pt x="11145" y="215"/>
                </a:lnTo>
                <a:lnTo>
                  <a:pt x="10681" y="13"/>
                </a:lnTo>
                <a:lnTo>
                  <a:pt x="1041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3" name="Google Shape;3333;p176"/>
          <p:cNvSpPr/>
          <p:nvPr/>
        </p:nvSpPr>
        <p:spPr>
          <a:xfrm>
            <a:off x="6100193" y="7676883"/>
            <a:ext cx="675971" cy="539397"/>
          </a:xfrm>
          <a:custGeom>
            <a:rect b="b" l="l" r="r" t="t"/>
            <a:pathLst>
              <a:path extrusionOk="0" h="10395" w="13027">
                <a:moveTo>
                  <a:pt x="2609" y="1929"/>
                </a:moveTo>
                <a:lnTo>
                  <a:pt x="2585" y="2191"/>
                </a:lnTo>
                <a:lnTo>
                  <a:pt x="2394" y="2667"/>
                </a:lnTo>
                <a:lnTo>
                  <a:pt x="2037" y="3012"/>
                </a:lnTo>
                <a:lnTo>
                  <a:pt x="1573" y="3215"/>
                </a:lnTo>
                <a:lnTo>
                  <a:pt x="1299" y="3227"/>
                </a:lnTo>
                <a:lnTo>
                  <a:pt x="1299" y="2572"/>
                </a:lnTo>
                <a:lnTo>
                  <a:pt x="1311" y="2453"/>
                </a:lnTo>
                <a:lnTo>
                  <a:pt x="1406" y="2215"/>
                </a:lnTo>
                <a:lnTo>
                  <a:pt x="1585" y="2036"/>
                </a:lnTo>
                <a:lnTo>
                  <a:pt x="1823" y="1929"/>
                </a:lnTo>
                <a:close/>
                <a:moveTo>
                  <a:pt x="6514" y="3882"/>
                </a:moveTo>
                <a:lnTo>
                  <a:pt x="6776" y="3894"/>
                </a:lnTo>
                <a:lnTo>
                  <a:pt x="7252" y="4084"/>
                </a:lnTo>
                <a:lnTo>
                  <a:pt x="7597" y="4441"/>
                </a:lnTo>
                <a:lnTo>
                  <a:pt x="7800" y="4906"/>
                </a:lnTo>
                <a:lnTo>
                  <a:pt x="7824" y="5180"/>
                </a:lnTo>
                <a:lnTo>
                  <a:pt x="7800" y="5453"/>
                </a:lnTo>
                <a:lnTo>
                  <a:pt x="7597" y="5918"/>
                </a:lnTo>
                <a:lnTo>
                  <a:pt x="7252" y="6275"/>
                </a:lnTo>
                <a:lnTo>
                  <a:pt x="6776" y="6465"/>
                </a:lnTo>
                <a:lnTo>
                  <a:pt x="6514" y="6477"/>
                </a:lnTo>
                <a:lnTo>
                  <a:pt x="6252" y="6465"/>
                </a:lnTo>
                <a:lnTo>
                  <a:pt x="5788" y="6275"/>
                </a:lnTo>
                <a:lnTo>
                  <a:pt x="5430" y="5918"/>
                </a:lnTo>
                <a:lnTo>
                  <a:pt x="5228" y="5453"/>
                </a:lnTo>
                <a:lnTo>
                  <a:pt x="5216" y="5180"/>
                </a:lnTo>
                <a:lnTo>
                  <a:pt x="5228" y="4918"/>
                </a:lnTo>
                <a:lnTo>
                  <a:pt x="5430" y="4453"/>
                </a:lnTo>
                <a:lnTo>
                  <a:pt x="5788" y="4096"/>
                </a:lnTo>
                <a:lnTo>
                  <a:pt x="6252" y="3894"/>
                </a:lnTo>
                <a:lnTo>
                  <a:pt x="6514" y="3882"/>
                </a:lnTo>
                <a:close/>
                <a:moveTo>
                  <a:pt x="11277" y="0"/>
                </a:moveTo>
                <a:lnTo>
                  <a:pt x="11169" y="83"/>
                </a:lnTo>
                <a:lnTo>
                  <a:pt x="11086" y="191"/>
                </a:lnTo>
                <a:lnTo>
                  <a:pt x="11086" y="441"/>
                </a:lnTo>
                <a:lnTo>
                  <a:pt x="11169" y="548"/>
                </a:lnTo>
                <a:lnTo>
                  <a:pt x="11920" y="1274"/>
                </a:lnTo>
                <a:lnTo>
                  <a:pt x="7812" y="1286"/>
                </a:lnTo>
                <a:lnTo>
                  <a:pt x="7812" y="1274"/>
                </a:lnTo>
                <a:lnTo>
                  <a:pt x="1954" y="1274"/>
                </a:lnTo>
                <a:lnTo>
                  <a:pt x="1692" y="1298"/>
                </a:lnTo>
                <a:lnTo>
                  <a:pt x="1227" y="1500"/>
                </a:lnTo>
                <a:lnTo>
                  <a:pt x="870" y="1858"/>
                </a:lnTo>
                <a:lnTo>
                  <a:pt x="668" y="2322"/>
                </a:lnTo>
                <a:lnTo>
                  <a:pt x="656" y="2572"/>
                </a:lnTo>
                <a:lnTo>
                  <a:pt x="656" y="7073"/>
                </a:lnTo>
                <a:lnTo>
                  <a:pt x="1311" y="6418"/>
                </a:lnTo>
                <a:lnTo>
                  <a:pt x="1311" y="3882"/>
                </a:lnTo>
                <a:lnTo>
                  <a:pt x="1501" y="3870"/>
                </a:lnTo>
                <a:lnTo>
                  <a:pt x="1882" y="3798"/>
                </a:lnTo>
                <a:lnTo>
                  <a:pt x="2239" y="3644"/>
                </a:lnTo>
                <a:lnTo>
                  <a:pt x="2549" y="3441"/>
                </a:lnTo>
                <a:lnTo>
                  <a:pt x="2811" y="3179"/>
                </a:lnTo>
                <a:lnTo>
                  <a:pt x="3025" y="2870"/>
                </a:lnTo>
                <a:lnTo>
                  <a:pt x="3168" y="2512"/>
                </a:lnTo>
                <a:lnTo>
                  <a:pt x="3251" y="2131"/>
                </a:lnTo>
                <a:lnTo>
                  <a:pt x="3263" y="1929"/>
                </a:lnTo>
                <a:lnTo>
                  <a:pt x="11920" y="1929"/>
                </a:lnTo>
                <a:lnTo>
                  <a:pt x="11169" y="2691"/>
                </a:lnTo>
                <a:lnTo>
                  <a:pt x="11086" y="2798"/>
                </a:lnTo>
                <a:lnTo>
                  <a:pt x="11086" y="3048"/>
                </a:lnTo>
                <a:lnTo>
                  <a:pt x="11169" y="3143"/>
                </a:lnTo>
                <a:lnTo>
                  <a:pt x="11277" y="3227"/>
                </a:lnTo>
                <a:lnTo>
                  <a:pt x="11527" y="3227"/>
                </a:lnTo>
                <a:lnTo>
                  <a:pt x="11634" y="3143"/>
                </a:lnTo>
                <a:lnTo>
                  <a:pt x="12932" y="1846"/>
                </a:lnTo>
                <a:lnTo>
                  <a:pt x="13003" y="1750"/>
                </a:lnTo>
                <a:lnTo>
                  <a:pt x="13027" y="1619"/>
                </a:lnTo>
                <a:lnTo>
                  <a:pt x="13003" y="1488"/>
                </a:lnTo>
                <a:lnTo>
                  <a:pt x="12932" y="1381"/>
                </a:lnTo>
                <a:lnTo>
                  <a:pt x="11634" y="83"/>
                </a:lnTo>
                <a:lnTo>
                  <a:pt x="11527" y="0"/>
                </a:lnTo>
                <a:close/>
                <a:moveTo>
                  <a:pt x="6514" y="3227"/>
                </a:moveTo>
                <a:lnTo>
                  <a:pt x="6312" y="3239"/>
                </a:lnTo>
                <a:lnTo>
                  <a:pt x="5931" y="3310"/>
                </a:lnTo>
                <a:lnTo>
                  <a:pt x="5573" y="3453"/>
                </a:lnTo>
                <a:lnTo>
                  <a:pt x="5264" y="3667"/>
                </a:lnTo>
                <a:lnTo>
                  <a:pt x="5002" y="3929"/>
                </a:lnTo>
                <a:lnTo>
                  <a:pt x="4787" y="4239"/>
                </a:lnTo>
                <a:lnTo>
                  <a:pt x="4645" y="4596"/>
                </a:lnTo>
                <a:lnTo>
                  <a:pt x="4573" y="4977"/>
                </a:lnTo>
                <a:lnTo>
                  <a:pt x="4561" y="5180"/>
                </a:lnTo>
                <a:lnTo>
                  <a:pt x="4573" y="5382"/>
                </a:lnTo>
                <a:lnTo>
                  <a:pt x="4645" y="5763"/>
                </a:lnTo>
                <a:lnTo>
                  <a:pt x="4799" y="6120"/>
                </a:lnTo>
                <a:lnTo>
                  <a:pt x="5002" y="6430"/>
                </a:lnTo>
                <a:lnTo>
                  <a:pt x="5276" y="6692"/>
                </a:lnTo>
                <a:lnTo>
                  <a:pt x="5585" y="6906"/>
                </a:lnTo>
                <a:lnTo>
                  <a:pt x="5931" y="7049"/>
                </a:lnTo>
                <a:lnTo>
                  <a:pt x="6312" y="7120"/>
                </a:lnTo>
                <a:lnTo>
                  <a:pt x="6514" y="7132"/>
                </a:lnTo>
                <a:lnTo>
                  <a:pt x="6716" y="7120"/>
                </a:lnTo>
                <a:lnTo>
                  <a:pt x="7097" y="7049"/>
                </a:lnTo>
                <a:lnTo>
                  <a:pt x="7443" y="6906"/>
                </a:lnTo>
                <a:lnTo>
                  <a:pt x="7764" y="6692"/>
                </a:lnTo>
                <a:lnTo>
                  <a:pt x="8026" y="6430"/>
                </a:lnTo>
                <a:lnTo>
                  <a:pt x="8240" y="6120"/>
                </a:lnTo>
                <a:lnTo>
                  <a:pt x="8383" y="5763"/>
                </a:lnTo>
                <a:lnTo>
                  <a:pt x="8467" y="5382"/>
                </a:lnTo>
                <a:lnTo>
                  <a:pt x="8467" y="5180"/>
                </a:lnTo>
                <a:lnTo>
                  <a:pt x="8467" y="4977"/>
                </a:lnTo>
                <a:lnTo>
                  <a:pt x="8383" y="4596"/>
                </a:lnTo>
                <a:lnTo>
                  <a:pt x="8240" y="4251"/>
                </a:lnTo>
                <a:lnTo>
                  <a:pt x="8026" y="3941"/>
                </a:lnTo>
                <a:lnTo>
                  <a:pt x="7764" y="3667"/>
                </a:lnTo>
                <a:lnTo>
                  <a:pt x="7455" y="3465"/>
                </a:lnTo>
                <a:lnTo>
                  <a:pt x="7109" y="3310"/>
                </a:lnTo>
                <a:lnTo>
                  <a:pt x="6716" y="3239"/>
                </a:lnTo>
                <a:lnTo>
                  <a:pt x="6514" y="3227"/>
                </a:lnTo>
                <a:close/>
                <a:moveTo>
                  <a:pt x="11729" y="7132"/>
                </a:moveTo>
                <a:lnTo>
                  <a:pt x="11729" y="7787"/>
                </a:lnTo>
                <a:lnTo>
                  <a:pt x="11717" y="7918"/>
                </a:lnTo>
                <a:lnTo>
                  <a:pt x="11622" y="8156"/>
                </a:lnTo>
                <a:lnTo>
                  <a:pt x="11443" y="8335"/>
                </a:lnTo>
                <a:lnTo>
                  <a:pt x="11205" y="8430"/>
                </a:lnTo>
                <a:lnTo>
                  <a:pt x="10419" y="8430"/>
                </a:lnTo>
                <a:lnTo>
                  <a:pt x="10443" y="8168"/>
                </a:lnTo>
                <a:lnTo>
                  <a:pt x="10646" y="7704"/>
                </a:lnTo>
                <a:lnTo>
                  <a:pt x="10991" y="7347"/>
                </a:lnTo>
                <a:lnTo>
                  <a:pt x="11455" y="7144"/>
                </a:lnTo>
                <a:lnTo>
                  <a:pt x="11729" y="7132"/>
                </a:lnTo>
                <a:close/>
                <a:moveTo>
                  <a:pt x="12372" y="3322"/>
                </a:moveTo>
                <a:lnTo>
                  <a:pt x="11729" y="3977"/>
                </a:lnTo>
                <a:lnTo>
                  <a:pt x="11729" y="6477"/>
                </a:lnTo>
                <a:lnTo>
                  <a:pt x="11515" y="6489"/>
                </a:lnTo>
                <a:lnTo>
                  <a:pt x="11134" y="6561"/>
                </a:lnTo>
                <a:lnTo>
                  <a:pt x="10788" y="6715"/>
                </a:lnTo>
                <a:lnTo>
                  <a:pt x="10467" y="6930"/>
                </a:lnTo>
                <a:lnTo>
                  <a:pt x="10205" y="7192"/>
                </a:lnTo>
                <a:lnTo>
                  <a:pt x="10003" y="7501"/>
                </a:lnTo>
                <a:lnTo>
                  <a:pt x="9860" y="7847"/>
                </a:lnTo>
                <a:lnTo>
                  <a:pt x="9776" y="8240"/>
                </a:lnTo>
                <a:lnTo>
                  <a:pt x="9776" y="8430"/>
                </a:lnTo>
                <a:lnTo>
                  <a:pt x="1120" y="8430"/>
                </a:lnTo>
                <a:lnTo>
                  <a:pt x="1858" y="7704"/>
                </a:lnTo>
                <a:lnTo>
                  <a:pt x="1942" y="7597"/>
                </a:lnTo>
                <a:lnTo>
                  <a:pt x="1942" y="7347"/>
                </a:lnTo>
                <a:lnTo>
                  <a:pt x="1858" y="7251"/>
                </a:lnTo>
                <a:lnTo>
                  <a:pt x="1751" y="7168"/>
                </a:lnTo>
                <a:lnTo>
                  <a:pt x="1501" y="7168"/>
                </a:lnTo>
                <a:lnTo>
                  <a:pt x="1406" y="7251"/>
                </a:lnTo>
                <a:lnTo>
                  <a:pt x="96" y="8549"/>
                </a:lnTo>
                <a:lnTo>
                  <a:pt x="25" y="8656"/>
                </a:lnTo>
                <a:lnTo>
                  <a:pt x="1" y="8763"/>
                </a:lnTo>
                <a:lnTo>
                  <a:pt x="25" y="8906"/>
                </a:lnTo>
                <a:lnTo>
                  <a:pt x="96" y="9013"/>
                </a:lnTo>
                <a:lnTo>
                  <a:pt x="1406" y="10311"/>
                </a:lnTo>
                <a:lnTo>
                  <a:pt x="1501" y="10395"/>
                </a:lnTo>
                <a:lnTo>
                  <a:pt x="1751" y="10395"/>
                </a:lnTo>
                <a:lnTo>
                  <a:pt x="1858" y="10311"/>
                </a:lnTo>
                <a:lnTo>
                  <a:pt x="1942" y="10204"/>
                </a:lnTo>
                <a:lnTo>
                  <a:pt x="1942" y="9954"/>
                </a:lnTo>
                <a:lnTo>
                  <a:pt x="1858" y="9847"/>
                </a:lnTo>
                <a:lnTo>
                  <a:pt x="1120" y="9085"/>
                </a:lnTo>
                <a:lnTo>
                  <a:pt x="11074" y="9085"/>
                </a:lnTo>
                <a:lnTo>
                  <a:pt x="11336" y="9073"/>
                </a:lnTo>
                <a:lnTo>
                  <a:pt x="11801" y="8871"/>
                </a:lnTo>
                <a:lnTo>
                  <a:pt x="12158" y="8525"/>
                </a:lnTo>
                <a:lnTo>
                  <a:pt x="12360" y="8061"/>
                </a:lnTo>
                <a:lnTo>
                  <a:pt x="12372" y="7787"/>
                </a:lnTo>
                <a:lnTo>
                  <a:pt x="12372" y="332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4" name="Google Shape;3334;p176"/>
          <p:cNvSpPr/>
          <p:nvPr/>
        </p:nvSpPr>
        <p:spPr>
          <a:xfrm>
            <a:off x="7206139" y="7676261"/>
            <a:ext cx="540642" cy="540642"/>
          </a:xfrm>
          <a:custGeom>
            <a:rect b="b" l="l" r="r" t="t"/>
            <a:pathLst>
              <a:path extrusionOk="0" h="10419" w="10419">
                <a:moveTo>
                  <a:pt x="7489" y="0"/>
                </a:moveTo>
                <a:lnTo>
                  <a:pt x="7358" y="24"/>
                </a:lnTo>
                <a:lnTo>
                  <a:pt x="7192" y="191"/>
                </a:lnTo>
                <a:lnTo>
                  <a:pt x="7168" y="322"/>
                </a:lnTo>
                <a:lnTo>
                  <a:pt x="7180" y="453"/>
                </a:lnTo>
                <a:lnTo>
                  <a:pt x="7358" y="631"/>
                </a:lnTo>
                <a:lnTo>
                  <a:pt x="7489" y="655"/>
                </a:lnTo>
                <a:lnTo>
                  <a:pt x="8656" y="655"/>
                </a:lnTo>
                <a:lnTo>
                  <a:pt x="5846" y="3465"/>
                </a:lnTo>
                <a:lnTo>
                  <a:pt x="3798" y="1703"/>
                </a:lnTo>
                <a:lnTo>
                  <a:pt x="3703" y="1643"/>
                </a:lnTo>
                <a:lnTo>
                  <a:pt x="3477" y="1643"/>
                </a:lnTo>
                <a:lnTo>
                  <a:pt x="3370" y="1703"/>
                </a:lnTo>
                <a:lnTo>
                  <a:pt x="1095" y="3656"/>
                </a:lnTo>
                <a:lnTo>
                  <a:pt x="1012" y="3763"/>
                </a:lnTo>
                <a:lnTo>
                  <a:pt x="988" y="4013"/>
                </a:lnTo>
                <a:lnTo>
                  <a:pt x="1060" y="4120"/>
                </a:lnTo>
                <a:lnTo>
                  <a:pt x="1155" y="4203"/>
                </a:lnTo>
                <a:lnTo>
                  <a:pt x="1405" y="4227"/>
                </a:lnTo>
                <a:lnTo>
                  <a:pt x="1524" y="4156"/>
                </a:lnTo>
                <a:lnTo>
                  <a:pt x="3584" y="2382"/>
                </a:lnTo>
                <a:lnTo>
                  <a:pt x="5656" y="4156"/>
                </a:lnTo>
                <a:lnTo>
                  <a:pt x="5763" y="4227"/>
                </a:lnTo>
                <a:lnTo>
                  <a:pt x="6001" y="4215"/>
                </a:lnTo>
                <a:lnTo>
                  <a:pt x="6096" y="4132"/>
                </a:lnTo>
                <a:lnTo>
                  <a:pt x="9121" y="1108"/>
                </a:lnTo>
                <a:lnTo>
                  <a:pt x="9121" y="2274"/>
                </a:lnTo>
                <a:lnTo>
                  <a:pt x="9144" y="2405"/>
                </a:lnTo>
                <a:lnTo>
                  <a:pt x="9311" y="2584"/>
                </a:lnTo>
                <a:lnTo>
                  <a:pt x="9442" y="2608"/>
                </a:lnTo>
                <a:lnTo>
                  <a:pt x="9573" y="2584"/>
                </a:lnTo>
                <a:lnTo>
                  <a:pt x="9752" y="2405"/>
                </a:lnTo>
                <a:lnTo>
                  <a:pt x="9775" y="2274"/>
                </a:lnTo>
                <a:lnTo>
                  <a:pt x="9775" y="322"/>
                </a:lnTo>
                <a:lnTo>
                  <a:pt x="9752" y="191"/>
                </a:lnTo>
                <a:lnTo>
                  <a:pt x="9573" y="24"/>
                </a:lnTo>
                <a:lnTo>
                  <a:pt x="9442" y="0"/>
                </a:lnTo>
                <a:close/>
                <a:moveTo>
                  <a:pt x="1631" y="5858"/>
                </a:moveTo>
                <a:lnTo>
                  <a:pt x="1619" y="6061"/>
                </a:lnTo>
                <a:lnTo>
                  <a:pt x="1476" y="6418"/>
                </a:lnTo>
                <a:lnTo>
                  <a:pt x="1203" y="6680"/>
                </a:lnTo>
                <a:lnTo>
                  <a:pt x="857" y="6823"/>
                </a:lnTo>
                <a:lnTo>
                  <a:pt x="655" y="6835"/>
                </a:lnTo>
                <a:lnTo>
                  <a:pt x="655" y="6192"/>
                </a:lnTo>
                <a:lnTo>
                  <a:pt x="679" y="6061"/>
                </a:lnTo>
                <a:lnTo>
                  <a:pt x="857" y="5882"/>
                </a:lnTo>
                <a:lnTo>
                  <a:pt x="988" y="5858"/>
                </a:lnTo>
                <a:close/>
                <a:moveTo>
                  <a:pt x="9442" y="5858"/>
                </a:moveTo>
                <a:lnTo>
                  <a:pt x="9573" y="5882"/>
                </a:lnTo>
                <a:lnTo>
                  <a:pt x="9752" y="6061"/>
                </a:lnTo>
                <a:lnTo>
                  <a:pt x="9775" y="6180"/>
                </a:lnTo>
                <a:lnTo>
                  <a:pt x="9775" y="6835"/>
                </a:lnTo>
                <a:lnTo>
                  <a:pt x="9573" y="6823"/>
                </a:lnTo>
                <a:lnTo>
                  <a:pt x="9216" y="6680"/>
                </a:lnTo>
                <a:lnTo>
                  <a:pt x="8954" y="6406"/>
                </a:lnTo>
                <a:lnTo>
                  <a:pt x="8811" y="6061"/>
                </a:lnTo>
                <a:lnTo>
                  <a:pt x="8799" y="5858"/>
                </a:lnTo>
                <a:close/>
                <a:moveTo>
                  <a:pt x="5215" y="7156"/>
                </a:moveTo>
                <a:lnTo>
                  <a:pt x="5346" y="7168"/>
                </a:lnTo>
                <a:lnTo>
                  <a:pt x="5584" y="7275"/>
                </a:lnTo>
                <a:lnTo>
                  <a:pt x="5763" y="7442"/>
                </a:lnTo>
                <a:lnTo>
                  <a:pt x="5858" y="7680"/>
                </a:lnTo>
                <a:lnTo>
                  <a:pt x="5870" y="7811"/>
                </a:lnTo>
                <a:lnTo>
                  <a:pt x="5858" y="7942"/>
                </a:lnTo>
                <a:lnTo>
                  <a:pt x="5763" y="8180"/>
                </a:lnTo>
                <a:lnTo>
                  <a:pt x="5584" y="8359"/>
                </a:lnTo>
                <a:lnTo>
                  <a:pt x="5346" y="8454"/>
                </a:lnTo>
                <a:lnTo>
                  <a:pt x="5215" y="8466"/>
                </a:lnTo>
                <a:lnTo>
                  <a:pt x="5084" y="8454"/>
                </a:lnTo>
                <a:lnTo>
                  <a:pt x="4846" y="8359"/>
                </a:lnTo>
                <a:lnTo>
                  <a:pt x="4667" y="8180"/>
                </a:lnTo>
                <a:lnTo>
                  <a:pt x="4572" y="7942"/>
                </a:lnTo>
                <a:lnTo>
                  <a:pt x="4560" y="7811"/>
                </a:lnTo>
                <a:lnTo>
                  <a:pt x="4572" y="7680"/>
                </a:lnTo>
                <a:lnTo>
                  <a:pt x="4667" y="7442"/>
                </a:lnTo>
                <a:lnTo>
                  <a:pt x="4846" y="7275"/>
                </a:lnTo>
                <a:lnTo>
                  <a:pt x="5084" y="7168"/>
                </a:lnTo>
                <a:lnTo>
                  <a:pt x="5215" y="7156"/>
                </a:lnTo>
                <a:close/>
                <a:moveTo>
                  <a:pt x="5215" y="6513"/>
                </a:moveTo>
                <a:lnTo>
                  <a:pt x="4953" y="6525"/>
                </a:lnTo>
                <a:lnTo>
                  <a:pt x="4477" y="6727"/>
                </a:lnTo>
                <a:lnTo>
                  <a:pt x="4132" y="7085"/>
                </a:lnTo>
                <a:lnTo>
                  <a:pt x="3929" y="7549"/>
                </a:lnTo>
                <a:lnTo>
                  <a:pt x="3917" y="7811"/>
                </a:lnTo>
                <a:lnTo>
                  <a:pt x="3929" y="8085"/>
                </a:lnTo>
                <a:lnTo>
                  <a:pt x="4132" y="8549"/>
                </a:lnTo>
                <a:lnTo>
                  <a:pt x="4477" y="8895"/>
                </a:lnTo>
                <a:lnTo>
                  <a:pt x="4953" y="9097"/>
                </a:lnTo>
                <a:lnTo>
                  <a:pt x="5215" y="9121"/>
                </a:lnTo>
                <a:lnTo>
                  <a:pt x="5477" y="9097"/>
                </a:lnTo>
                <a:lnTo>
                  <a:pt x="5941" y="8895"/>
                </a:lnTo>
                <a:lnTo>
                  <a:pt x="6299" y="8549"/>
                </a:lnTo>
                <a:lnTo>
                  <a:pt x="6501" y="8085"/>
                </a:lnTo>
                <a:lnTo>
                  <a:pt x="6513" y="7811"/>
                </a:lnTo>
                <a:lnTo>
                  <a:pt x="6501" y="7549"/>
                </a:lnTo>
                <a:lnTo>
                  <a:pt x="6299" y="7085"/>
                </a:lnTo>
                <a:lnTo>
                  <a:pt x="5941" y="6727"/>
                </a:lnTo>
                <a:lnTo>
                  <a:pt x="5477" y="6525"/>
                </a:lnTo>
                <a:lnTo>
                  <a:pt x="5215" y="6513"/>
                </a:lnTo>
                <a:close/>
                <a:moveTo>
                  <a:pt x="655" y="8787"/>
                </a:moveTo>
                <a:lnTo>
                  <a:pt x="857" y="8811"/>
                </a:lnTo>
                <a:lnTo>
                  <a:pt x="1203" y="8954"/>
                </a:lnTo>
                <a:lnTo>
                  <a:pt x="1476" y="9216"/>
                </a:lnTo>
                <a:lnTo>
                  <a:pt x="1619" y="9573"/>
                </a:lnTo>
                <a:lnTo>
                  <a:pt x="1631" y="9764"/>
                </a:lnTo>
                <a:lnTo>
                  <a:pt x="988" y="9764"/>
                </a:lnTo>
                <a:lnTo>
                  <a:pt x="857" y="9752"/>
                </a:lnTo>
                <a:lnTo>
                  <a:pt x="679" y="9573"/>
                </a:lnTo>
                <a:lnTo>
                  <a:pt x="655" y="9442"/>
                </a:lnTo>
                <a:lnTo>
                  <a:pt x="655" y="8787"/>
                </a:lnTo>
                <a:close/>
                <a:moveTo>
                  <a:pt x="9775" y="8787"/>
                </a:moveTo>
                <a:lnTo>
                  <a:pt x="9775" y="9442"/>
                </a:lnTo>
                <a:lnTo>
                  <a:pt x="9752" y="9573"/>
                </a:lnTo>
                <a:lnTo>
                  <a:pt x="9573" y="9752"/>
                </a:lnTo>
                <a:lnTo>
                  <a:pt x="9442" y="9764"/>
                </a:lnTo>
                <a:lnTo>
                  <a:pt x="8799" y="9764"/>
                </a:lnTo>
                <a:lnTo>
                  <a:pt x="8811" y="9561"/>
                </a:lnTo>
                <a:lnTo>
                  <a:pt x="8954" y="9216"/>
                </a:lnTo>
                <a:lnTo>
                  <a:pt x="9216" y="8954"/>
                </a:lnTo>
                <a:lnTo>
                  <a:pt x="9573" y="8799"/>
                </a:lnTo>
                <a:lnTo>
                  <a:pt x="9775" y="8787"/>
                </a:lnTo>
                <a:close/>
                <a:moveTo>
                  <a:pt x="8144" y="5858"/>
                </a:moveTo>
                <a:lnTo>
                  <a:pt x="8156" y="6025"/>
                </a:lnTo>
                <a:lnTo>
                  <a:pt x="8216" y="6346"/>
                </a:lnTo>
                <a:lnTo>
                  <a:pt x="8335" y="6644"/>
                </a:lnTo>
                <a:lnTo>
                  <a:pt x="8513" y="6894"/>
                </a:lnTo>
                <a:lnTo>
                  <a:pt x="8740" y="7120"/>
                </a:lnTo>
                <a:lnTo>
                  <a:pt x="9002" y="7299"/>
                </a:lnTo>
                <a:lnTo>
                  <a:pt x="9287" y="7418"/>
                </a:lnTo>
                <a:lnTo>
                  <a:pt x="9609" y="7490"/>
                </a:lnTo>
                <a:lnTo>
                  <a:pt x="9775" y="7490"/>
                </a:lnTo>
                <a:lnTo>
                  <a:pt x="9775" y="8144"/>
                </a:lnTo>
                <a:lnTo>
                  <a:pt x="9609" y="8144"/>
                </a:lnTo>
                <a:lnTo>
                  <a:pt x="9287" y="8216"/>
                </a:lnTo>
                <a:lnTo>
                  <a:pt x="9002" y="8335"/>
                </a:lnTo>
                <a:lnTo>
                  <a:pt x="8740" y="8513"/>
                </a:lnTo>
                <a:lnTo>
                  <a:pt x="8513" y="8728"/>
                </a:lnTo>
                <a:lnTo>
                  <a:pt x="8335" y="8990"/>
                </a:lnTo>
                <a:lnTo>
                  <a:pt x="8216" y="9287"/>
                </a:lnTo>
                <a:lnTo>
                  <a:pt x="8156" y="9597"/>
                </a:lnTo>
                <a:lnTo>
                  <a:pt x="8144" y="9776"/>
                </a:lnTo>
                <a:lnTo>
                  <a:pt x="2286" y="9776"/>
                </a:lnTo>
                <a:lnTo>
                  <a:pt x="2274" y="9597"/>
                </a:lnTo>
                <a:lnTo>
                  <a:pt x="2215" y="9287"/>
                </a:lnTo>
                <a:lnTo>
                  <a:pt x="2096" y="8990"/>
                </a:lnTo>
                <a:lnTo>
                  <a:pt x="1917" y="8728"/>
                </a:lnTo>
                <a:lnTo>
                  <a:pt x="1691" y="8513"/>
                </a:lnTo>
                <a:lnTo>
                  <a:pt x="1429" y="8335"/>
                </a:lnTo>
                <a:lnTo>
                  <a:pt x="1143" y="8216"/>
                </a:lnTo>
                <a:lnTo>
                  <a:pt x="822" y="8144"/>
                </a:lnTo>
                <a:lnTo>
                  <a:pt x="655" y="8144"/>
                </a:lnTo>
                <a:lnTo>
                  <a:pt x="655" y="7490"/>
                </a:lnTo>
                <a:lnTo>
                  <a:pt x="822" y="7490"/>
                </a:lnTo>
                <a:lnTo>
                  <a:pt x="1143" y="7418"/>
                </a:lnTo>
                <a:lnTo>
                  <a:pt x="1429" y="7299"/>
                </a:lnTo>
                <a:lnTo>
                  <a:pt x="1691" y="7120"/>
                </a:lnTo>
                <a:lnTo>
                  <a:pt x="1917" y="6894"/>
                </a:lnTo>
                <a:lnTo>
                  <a:pt x="2096" y="6644"/>
                </a:lnTo>
                <a:lnTo>
                  <a:pt x="2215" y="6346"/>
                </a:lnTo>
                <a:lnTo>
                  <a:pt x="2274" y="6025"/>
                </a:lnTo>
                <a:lnTo>
                  <a:pt x="2286" y="5858"/>
                </a:lnTo>
                <a:close/>
                <a:moveTo>
                  <a:pt x="976" y="5215"/>
                </a:moveTo>
                <a:lnTo>
                  <a:pt x="786" y="5227"/>
                </a:lnTo>
                <a:lnTo>
                  <a:pt x="429" y="5370"/>
                </a:lnTo>
                <a:lnTo>
                  <a:pt x="167" y="5632"/>
                </a:lnTo>
                <a:lnTo>
                  <a:pt x="24" y="5989"/>
                </a:lnTo>
                <a:lnTo>
                  <a:pt x="0" y="6192"/>
                </a:lnTo>
                <a:lnTo>
                  <a:pt x="0" y="9442"/>
                </a:lnTo>
                <a:lnTo>
                  <a:pt x="24" y="9645"/>
                </a:lnTo>
                <a:lnTo>
                  <a:pt x="167" y="9990"/>
                </a:lnTo>
                <a:lnTo>
                  <a:pt x="429" y="10264"/>
                </a:lnTo>
                <a:lnTo>
                  <a:pt x="786" y="10407"/>
                </a:lnTo>
                <a:lnTo>
                  <a:pt x="976" y="10419"/>
                </a:lnTo>
                <a:lnTo>
                  <a:pt x="9442" y="10419"/>
                </a:lnTo>
                <a:lnTo>
                  <a:pt x="9644" y="10407"/>
                </a:lnTo>
                <a:lnTo>
                  <a:pt x="10002" y="10264"/>
                </a:lnTo>
                <a:lnTo>
                  <a:pt x="10264" y="9990"/>
                </a:lnTo>
                <a:lnTo>
                  <a:pt x="10407" y="9645"/>
                </a:lnTo>
                <a:lnTo>
                  <a:pt x="10418" y="9442"/>
                </a:lnTo>
                <a:lnTo>
                  <a:pt x="10418" y="6192"/>
                </a:lnTo>
                <a:lnTo>
                  <a:pt x="10407" y="5989"/>
                </a:lnTo>
                <a:lnTo>
                  <a:pt x="10264" y="5632"/>
                </a:lnTo>
                <a:lnTo>
                  <a:pt x="10002" y="5370"/>
                </a:lnTo>
                <a:lnTo>
                  <a:pt x="9644" y="5227"/>
                </a:lnTo>
                <a:lnTo>
                  <a:pt x="9442" y="5215"/>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5" name="Google Shape;3335;p176"/>
          <p:cNvSpPr/>
          <p:nvPr/>
        </p:nvSpPr>
        <p:spPr>
          <a:xfrm>
            <a:off x="1076737" y="7676261"/>
            <a:ext cx="338011" cy="540642"/>
          </a:xfrm>
          <a:custGeom>
            <a:rect b="b" l="l" r="r" t="t"/>
            <a:pathLst>
              <a:path extrusionOk="0" h="10419" w="6514">
                <a:moveTo>
                  <a:pt x="3251" y="655"/>
                </a:moveTo>
                <a:lnTo>
                  <a:pt x="3525" y="667"/>
                </a:lnTo>
                <a:lnTo>
                  <a:pt x="3989" y="869"/>
                </a:lnTo>
                <a:lnTo>
                  <a:pt x="4346" y="1227"/>
                </a:lnTo>
                <a:lnTo>
                  <a:pt x="4537" y="1691"/>
                </a:lnTo>
                <a:lnTo>
                  <a:pt x="4560" y="1953"/>
                </a:lnTo>
                <a:lnTo>
                  <a:pt x="4560" y="5215"/>
                </a:lnTo>
                <a:lnTo>
                  <a:pt x="4537" y="5477"/>
                </a:lnTo>
                <a:lnTo>
                  <a:pt x="4346" y="5942"/>
                </a:lnTo>
                <a:lnTo>
                  <a:pt x="3989" y="6299"/>
                </a:lnTo>
                <a:lnTo>
                  <a:pt x="3525" y="6489"/>
                </a:lnTo>
                <a:lnTo>
                  <a:pt x="3251" y="6513"/>
                </a:lnTo>
                <a:lnTo>
                  <a:pt x="2989" y="6489"/>
                </a:lnTo>
                <a:lnTo>
                  <a:pt x="2524" y="6299"/>
                </a:lnTo>
                <a:lnTo>
                  <a:pt x="2167" y="5942"/>
                </a:lnTo>
                <a:lnTo>
                  <a:pt x="1977" y="5477"/>
                </a:lnTo>
                <a:lnTo>
                  <a:pt x="1953" y="5215"/>
                </a:lnTo>
                <a:lnTo>
                  <a:pt x="1953" y="1953"/>
                </a:lnTo>
                <a:lnTo>
                  <a:pt x="1977" y="1691"/>
                </a:lnTo>
                <a:lnTo>
                  <a:pt x="2167" y="1227"/>
                </a:lnTo>
                <a:lnTo>
                  <a:pt x="2524" y="869"/>
                </a:lnTo>
                <a:lnTo>
                  <a:pt x="2989" y="667"/>
                </a:lnTo>
                <a:lnTo>
                  <a:pt x="3251" y="655"/>
                </a:lnTo>
                <a:close/>
                <a:moveTo>
                  <a:pt x="3251" y="0"/>
                </a:moveTo>
                <a:lnTo>
                  <a:pt x="3048" y="12"/>
                </a:lnTo>
                <a:lnTo>
                  <a:pt x="2667" y="84"/>
                </a:lnTo>
                <a:lnTo>
                  <a:pt x="2322" y="238"/>
                </a:lnTo>
                <a:lnTo>
                  <a:pt x="2012" y="441"/>
                </a:lnTo>
                <a:lnTo>
                  <a:pt x="1750" y="703"/>
                </a:lnTo>
                <a:lnTo>
                  <a:pt x="1536" y="1024"/>
                </a:lnTo>
                <a:lnTo>
                  <a:pt x="1381" y="1369"/>
                </a:lnTo>
                <a:lnTo>
                  <a:pt x="1310" y="1750"/>
                </a:lnTo>
                <a:lnTo>
                  <a:pt x="1298" y="1953"/>
                </a:lnTo>
                <a:lnTo>
                  <a:pt x="1298" y="5215"/>
                </a:lnTo>
                <a:lnTo>
                  <a:pt x="1310" y="5406"/>
                </a:lnTo>
                <a:lnTo>
                  <a:pt x="1381" y="5787"/>
                </a:lnTo>
                <a:lnTo>
                  <a:pt x="1536" y="6144"/>
                </a:lnTo>
                <a:lnTo>
                  <a:pt x="1750" y="6454"/>
                </a:lnTo>
                <a:lnTo>
                  <a:pt x="2012" y="6716"/>
                </a:lnTo>
                <a:lnTo>
                  <a:pt x="2322" y="6930"/>
                </a:lnTo>
                <a:lnTo>
                  <a:pt x="2667" y="7073"/>
                </a:lnTo>
                <a:lnTo>
                  <a:pt x="3048" y="7156"/>
                </a:lnTo>
                <a:lnTo>
                  <a:pt x="3251" y="7168"/>
                </a:lnTo>
                <a:lnTo>
                  <a:pt x="3453" y="7156"/>
                </a:lnTo>
                <a:lnTo>
                  <a:pt x="3834" y="7073"/>
                </a:lnTo>
                <a:lnTo>
                  <a:pt x="4191" y="6930"/>
                </a:lnTo>
                <a:lnTo>
                  <a:pt x="4501" y="6716"/>
                </a:lnTo>
                <a:lnTo>
                  <a:pt x="4763" y="6454"/>
                </a:lnTo>
                <a:lnTo>
                  <a:pt x="4977" y="6144"/>
                </a:lnTo>
                <a:lnTo>
                  <a:pt x="5120" y="5787"/>
                </a:lnTo>
                <a:lnTo>
                  <a:pt x="5203" y="5406"/>
                </a:lnTo>
                <a:lnTo>
                  <a:pt x="5203" y="5215"/>
                </a:lnTo>
                <a:lnTo>
                  <a:pt x="5203" y="1953"/>
                </a:lnTo>
                <a:lnTo>
                  <a:pt x="5203" y="1750"/>
                </a:lnTo>
                <a:lnTo>
                  <a:pt x="5120" y="1381"/>
                </a:lnTo>
                <a:lnTo>
                  <a:pt x="4977" y="1024"/>
                </a:lnTo>
                <a:lnTo>
                  <a:pt x="4763" y="715"/>
                </a:lnTo>
                <a:lnTo>
                  <a:pt x="4501" y="453"/>
                </a:lnTo>
                <a:lnTo>
                  <a:pt x="4191" y="238"/>
                </a:lnTo>
                <a:lnTo>
                  <a:pt x="3834" y="84"/>
                </a:lnTo>
                <a:lnTo>
                  <a:pt x="3453" y="12"/>
                </a:lnTo>
                <a:lnTo>
                  <a:pt x="3251" y="0"/>
                </a:lnTo>
                <a:close/>
                <a:moveTo>
                  <a:pt x="322" y="3906"/>
                </a:moveTo>
                <a:lnTo>
                  <a:pt x="191" y="3929"/>
                </a:lnTo>
                <a:lnTo>
                  <a:pt x="12" y="4108"/>
                </a:lnTo>
                <a:lnTo>
                  <a:pt x="0" y="4239"/>
                </a:lnTo>
                <a:lnTo>
                  <a:pt x="0" y="5096"/>
                </a:lnTo>
                <a:lnTo>
                  <a:pt x="12" y="5406"/>
                </a:lnTo>
                <a:lnTo>
                  <a:pt x="119" y="6025"/>
                </a:lnTo>
                <a:lnTo>
                  <a:pt x="334" y="6597"/>
                </a:lnTo>
                <a:lnTo>
                  <a:pt x="643" y="7109"/>
                </a:lnTo>
                <a:lnTo>
                  <a:pt x="1036" y="7561"/>
                </a:lnTo>
                <a:lnTo>
                  <a:pt x="1500" y="7930"/>
                </a:lnTo>
                <a:lnTo>
                  <a:pt x="2036" y="8216"/>
                </a:lnTo>
                <a:lnTo>
                  <a:pt x="2620" y="8394"/>
                </a:lnTo>
                <a:lnTo>
                  <a:pt x="2929" y="8442"/>
                </a:lnTo>
                <a:lnTo>
                  <a:pt x="2929" y="9764"/>
                </a:lnTo>
                <a:lnTo>
                  <a:pt x="1631" y="9764"/>
                </a:lnTo>
                <a:lnTo>
                  <a:pt x="1500" y="9788"/>
                </a:lnTo>
                <a:lnTo>
                  <a:pt x="1322" y="9966"/>
                </a:lnTo>
                <a:lnTo>
                  <a:pt x="1298" y="10097"/>
                </a:lnTo>
                <a:lnTo>
                  <a:pt x="1322" y="10228"/>
                </a:lnTo>
                <a:lnTo>
                  <a:pt x="1500" y="10407"/>
                </a:lnTo>
                <a:lnTo>
                  <a:pt x="1631" y="10419"/>
                </a:lnTo>
                <a:lnTo>
                  <a:pt x="4882" y="10419"/>
                </a:lnTo>
                <a:lnTo>
                  <a:pt x="5013" y="10407"/>
                </a:lnTo>
                <a:lnTo>
                  <a:pt x="5192" y="10228"/>
                </a:lnTo>
                <a:lnTo>
                  <a:pt x="5203" y="10097"/>
                </a:lnTo>
                <a:lnTo>
                  <a:pt x="5192" y="9966"/>
                </a:lnTo>
                <a:lnTo>
                  <a:pt x="5013" y="9788"/>
                </a:lnTo>
                <a:lnTo>
                  <a:pt x="4882" y="9764"/>
                </a:lnTo>
                <a:lnTo>
                  <a:pt x="3584" y="9764"/>
                </a:lnTo>
                <a:lnTo>
                  <a:pt x="3584" y="8442"/>
                </a:lnTo>
                <a:lnTo>
                  <a:pt x="3882" y="8406"/>
                </a:lnTo>
                <a:lnTo>
                  <a:pt x="4465" y="8228"/>
                </a:lnTo>
                <a:lnTo>
                  <a:pt x="4989" y="7966"/>
                </a:lnTo>
                <a:lnTo>
                  <a:pt x="5453" y="7609"/>
                </a:lnTo>
                <a:lnTo>
                  <a:pt x="5858" y="7180"/>
                </a:lnTo>
                <a:lnTo>
                  <a:pt x="6168" y="6680"/>
                </a:lnTo>
                <a:lnTo>
                  <a:pt x="6382" y="6120"/>
                </a:lnTo>
                <a:lnTo>
                  <a:pt x="6501" y="5525"/>
                </a:lnTo>
                <a:lnTo>
                  <a:pt x="6513" y="5215"/>
                </a:lnTo>
                <a:lnTo>
                  <a:pt x="6513" y="4239"/>
                </a:lnTo>
                <a:lnTo>
                  <a:pt x="6489" y="4108"/>
                </a:lnTo>
                <a:lnTo>
                  <a:pt x="6311" y="3929"/>
                </a:lnTo>
                <a:lnTo>
                  <a:pt x="6180" y="3906"/>
                </a:lnTo>
                <a:lnTo>
                  <a:pt x="6049" y="3929"/>
                </a:lnTo>
                <a:lnTo>
                  <a:pt x="5882" y="4108"/>
                </a:lnTo>
                <a:lnTo>
                  <a:pt x="5858" y="4239"/>
                </a:lnTo>
                <a:lnTo>
                  <a:pt x="5858" y="5215"/>
                </a:lnTo>
                <a:lnTo>
                  <a:pt x="5846" y="5489"/>
                </a:lnTo>
                <a:lnTo>
                  <a:pt x="5739" y="6013"/>
                </a:lnTo>
                <a:lnTo>
                  <a:pt x="5525" y="6501"/>
                </a:lnTo>
                <a:lnTo>
                  <a:pt x="5215" y="6930"/>
                </a:lnTo>
                <a:lnTo>
                  <a:pt x="4834" y="7275"/>
                </a:lnTo>
                <a:lnTo>
                  <a:pt x="4394" y="7561"/>
                </a:lnTo>
                <a:lnTo>
                  <a:pt x="3894" y="7740"/>
                </a:lnTo>
                <a:lnTo>
                  <a:pt x="3358" y="7823"/>
                </a:lnTo>
                <a:lnTo>
                  <a:pt x="3072" y="7811"/>
                </a:lnTo>
                <a:lnTo>
                  <a:pt x="2822" y="7787"/>
                </a:lnTo>
                <a:lnTo>
                  <a:pt x="2334" y="7644"/>
                </a:lnTo>
                <a:lnTo>
                  <a:pt x="1893" y="7430"/>
                </a:lnTo>
                <a:lnTo>
                  <a:pt x="1512" y="7132"/>
                </a:lnTo>
                <a:lnTo>
                  <a:pt x="1191" y="6763"/>
                </a:lnTo>
                <a:lnTo>
                  <a:pt x="929" y="6335"/>
                </a:lnTo>
                <a:lnTo>
                  <a:pt x="750" y="5870"/>
                </a:lnTo>
                <a:lnTo>
                  <a:pt x="655" y="5382"/>
                </a:lnTo>
                <a:lnTo>
                  <a:pt x="655" y="5120"/>
                </a:lnTo>
                <a:lnTo>
                  <a:pt x="655" y="4239"/>
                </a:lnTo>
                <a:lnTo>
                  <a:pt x="631" y="4108"/>
                </a:lnTo>
                <a:lnTo>
                  <a:pt x="453" y="3929"/>
                </a:lnTo>
                <a:lnTo>
                  <a:pt x="322" y="390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6" name="Google Shape;3336;p176"/>
          <p:cNvSpPr/>
          <p:nvPr/>
        </p:nvSpPr>
        <p:spPr>
          <a:xfrm>
            <a:off x="9215875" y="7744182"/>
            <a:ext cx="671664" cy="472718"/>
          </a:xfrm>
          <a:custGeom>
            <a:rect b="b" l="l" r="r" t="t"/>
            <a:pathLst>
              <a:path extrusionOk="0" h="9110" w="12944">
                <a:moveTo>
                  <a:pt x="2918" y="1620"/>
                </a:moveTo>
                <a:lnTo>
                  <a:pt x="2922" y="1621"/>
                </a:lnTo>
                <a:lnTo>
                  <a:pt x="2922" y="1621"/>
                </a:lnTo>
                <a:lnTo>
                  <a:pt x="2930" y="1620"/>
                </a:lnTo>
                <a:close/>
                <a:moveTo>
                  <a:pt x="5537" y="2597"/>
                </a:moveTo>
                <a:lnTo>
                  <a:pt x="5406" y="2620"/>
                </a:lnTo>
                <a:lnTo>
                  <a:pt x="5228" y="2787"/>
                </a:lnTo>
                <a:lnTo>
                  <a:pt x="5204" y="2918"/>
                </a:lnTo>
                <a:lnTo>
                  <a:pt x="5228" y="3049"/>
                </a:lnTo>
                <a:lnTo>
                  <a:pt x="5406" y="3228"/>
                </a:lnTo>
                <a:lnTo>
                  <a:pt x="5537" y="3251"/>
                </a:lnTo>
                <a:lnTo>
                  <a:pt x="9443" y="3251"/>
                </a:lnTo>
                <a:lnTo>
                  <a:pt x="9574" y="3228"/>
                </a:lnTo>
                <a:lnTo>
                  <a:pt x="9752" y="3049"/>
                </a:lnTo>
                <a:lnTo>
                  <a:pt x="9764" y="2918"/>
                </a:lnTo>
                <a:lnTo>
                  <a:pt x="9752" y="2787"/>
                </a:lnTo>
                <a:lnTo>
                  <a:pt x="9574" y="2620"/>
                </a:lnTo>
                <a:lnTo>
                  <a:pt x="9443" y="2597"/>
                </a:lnTo>
                <a:close/>
                <a:moveTo>
                  <a:pt x="5537" y="4549"/>
                </a:moveTo>
                <a:lnTo>
                  <a:pt x="5406" y="4573"/>
                </a:lnTo>
                <a:lnTo>
                  <a:pt x="5228" y="4740"/>
                </a:lnTo>
                <a:lnTo>
                  <a:pt x="5204" y="4871"/>
                </a:lnTo>
                <a:lnTo>
                  <a:pt x="5228" y="5002"/>
                </a:lnTo>
                <a:lnTo>
                  <a:pt x="5406" y="5180"/>
                </a:lnTo>
                <a:lnTo>
                  <a:pt x="5537" y="5204"/>
                </a:lnTo>
                <a:lnTo>
                  <a:pt x="7490" y="5204"/>
                </a:lnTo>
                <a:lnTo>
                  <a:pt x="7621" y="5180"/>
                </a:lnTo>
                <a:lnTo>
                  <a:pt x="7800" y="5002"/>
                </a:lnTo>
                <a:lnTo>
                  <a:pt x="7811" y="4871"/>
                </a:lnTo>
                <a:lnTo>
                  <a:pt x="7800" y="4740"/>
                </a:lnTo>
                <a:lnTo>
                  <a:pt x="7621" y="4573"/>
                </a:lnTo>
                <a:lnTo>
                  <a:pt x="7490" y="4549"/>
                </a:lnTo>
                <a:close/>
                <a:moveTo>
                  <a:pt x="11753" y="3978"/>
                </a:moveTo>
                <a:lnTo>
                  <a:pt x="11860" y="4061"/>
                </a:lnTo>
                <a:lnTo>
                  <a:pt x="12217" y="4418"/>
                </a:lnTo>
                <a:lnTo>
                  <a:pt x="12288" y="4525"/>
                </a:lnTo>
                <a:lnTo>
                  <a:pt x="12288" y="4764"/>
                </a:lnTo>
                <a:lnTo>
                  <a:pt x="12217" y="4859"/>
                </a:lnTo>
                <a:lnTo>
                  <a:pt x="11705" y="5383"/>
                </a:lnTo>
                <a:lnTo>
                  <a:pt x="10895" y="4561"/>
                </a:lnTo>
                <a:lnTo>
                  <a:pt x="11395" y="4061"/>
                </a:lnTo>
                <a:lnTo>
                  <a:pt x="11503" y="3978"/>
                </a:lnTo>
                <a:close/>
                <a:moveTo>
                  <a:pt x="2922" y="1621"/>
                </a:moveTo>
                <a:lnTo>
                  <a:pt x="2799" y="1632"/>
                </a:lnTo>
                <a:lnTo>
                  <a:pt x="2620" y="1811"/>
                </a:lnTo>
                <a:lnTo>
                  <a:pt x="2596" y="1942"/>
                </a:lnTo>
                <a:lnTo>
                  <a:pt x="2596" y="2132"/>
                </a:lnTo>
                <a:lnTo>
                  <a:pt x="2406" y="2168"/>
                </a:lnTo>
                <a:lnTo>
                  <a:pt x="2227" y="2239"/>
                </a:lnTo>
                <a:lnTo>
                  <a:pt x="2025" y="2358"/>
                </a:lnTo>
                <a:lnTo>
                  <a:pt x="1775" y="2608"/>
                </a:lnTo>
                <a:lnTo>
                  <a:pt x="1668" y="2823"/>
                </a:lnTo>
                <a:lnTo>
                  <a:pt x="1644" y="2954"/>
                </a:lnTo>
                <a:lnTo>
                  <a:pt x="1620" y="3097"/>
                </a:lnTo>
                <a:lnTo>
                  <a:pt x="1656" y="3371"/>
                </a:lnTo>
                <a:lnTo>
                  <a:pt x="1703" y="3490"/>
                </a:lnTo>
                <a:lnTo>
                  <a:pt x="1775" y="3609"/>
                </a:lnTo>
                <a:lnTo>
                  <a:pt x="1941" y="3787"/>
                </a:lnTo>
                <a:lnTo>
                  <a:pt x="2025" y="3859"/>
                </a:lnTo>
                <a:lnTo>
                  <a:pt x="2203" y="3966"/>
                </a:lnTo>
                <a:lnTo>
                  <a:pt x="2608" y="4121"/>
                </a:lnTo>
                <a:lnTo>
                  <a:pt x="2799" y="4168"/>
                </a:lnTo>
                <a:lnTo>
                  <a:pt x="2834" y="4180"/>
                </a:lnTo>
                <a:lnTo>
                  <a:pt x="3227" y="4299"/>
                </a:lnTo>
                <a:lnTo>
                  <a:pt x="3454" y="4430"/>
                </a:lnTo>
                <a:lnTo>
                  <a:pt x="3537" y="4502"/>
                </a:lnTo>
                <a:lnTo>
                  <a:pt x="3561" y="4549"/>
                </a:lnTo>
                <a:lnTo>
                  <a:pt x="3585" y="4609"/>
                </a:lnTo>
                <a:lnTo>
                  <a:pt x="3573" y="4728"/>
                </a:lnTo>
                <a:lnTo>
                  <a:pt x="3549" y="4811"/>
                </a:lnTo>
                <a:lnTo>
                  <a:pt x="3454" y="4930"/>
                </a:lnTo>
                <a:lnTo>
                  <a:pt x="3358" y="4966"/>
                </a:lnTo>
                <a:lnTo>
                  <a:pt x="3251" y="5014"/>
                </a:lnTo>
                <a:lnTo>
                  <a:pt x="2930" y="5037"/>
                </a:lnTo>
                <a:lnTo>
                  <a:pt x="2727" y="5002"/>
                </a:lnTo>
                <a:lnTo>
                  <a:pt x="2489" y="4954"/>
                </a:lnTo>
                <a:lnTo>
                  <a:pt x="2180" y="4847"/>
                </a:lnTo>
                <a:lnTo>
                  <a:pt x="2108" y="4835"/>
                </a:lnTo>
                <a:lnTo>
                  <a:pt x="2061" y="4811"/>
                </a:lnTo>
                <a:lnTo>
                  <a:pt x="1930" y="4787"/>
                </a:lnTo>
                <a:lnTo>
                  <a:pt x="1703" y="4895"/>
                </a:lnTo>
                <a:lnTo>
                  <a:pt x="1644" y="5014"/>
                </a:lnTo>
                <a:lnTo>
                  <a:pt x="1620" y="5145"/>
                </a:lnTo>
                <a:lnTo>
                  <a:pt x="1727" y="5371"/>
                </a:lnTo>
                <a:lnTo>
                  <a:pt x="1846" y="5430"/>
                </a:lnTo>
                <a:lnTo>
                  <a:pt x="1894" y="5442"/>
                </a:lnTo>
                <a:lnTo>
                  <a:pt x="1941" y="5454"/>
                </a:lnTo>
                <a:lnTo>
                  <a:pt x="2263" y="5573"/>
                </a:lnTo>
                <a:lnTo>
                  <a:pt x="2608" y="5657"/>
                </a:lnTo>
                <a:lnTo>
                  <a:pt x="2608" y="5847"/>
                </a:lnTo>
                <a:lnTo>
                  <a:pt x="2620" y="5978"/>
                </a:lnTo>
                <a:lnTo>
                  <a:pt x="2799" y="6157"/>
                </a:lnTo>
                <a:lnTo>
                  <a:pt x="2930" y="6181"/>
                </a:lnTo>
                <a:lnTo>
                  <a:pt x="3061" y="6157"/>
                </a:lnTo>
                <a:lnTo>
                  <a:pt x="3239" y="5978"/>
                </a:lnTo>
                <a:lnTo>
                  <a:pt x="3251" y="5847"/>
                </a:lnTo>
                <a:lnTo>
                  <a:pt x="3251" y="5669"/>
                </a:lnTo>
                <a:lnTo>
                  <a:pt x="3442" y="5633"/>
                </a:lnTo>
                <a:lnTo>
                  <a:pt x="3620" y="5573"/>
                </a:lnTo>
                <a:lnTo>
                  <a:pt x="3727" y="5514"/>
                </a:lnTo>
                <a:lnTo>
                  <a:pt x="3930" y="5371"/>
                </a:lnTo>
                <a:lnTo>
                  <a:pt x="4085" y="5192"/>
                </a:lnTo>
                <a:lnTo>
                  <a:pt x="4192" y="4966"/>
                </a:lnTo>
                <a:lnTo>
                  <a:pt x="4216" y="4847"/>
                </a:lnTo>
                <a:lnTo>
                  <a:pt x="4239" y="4704"/>
                </a:lnTo>
                <a:lnTo>
                  <a:pt x="4204" y="4418"/>
                </a:lnTo>
                <a:lnTo>
                  <a:pt x="4168" y="4287"/>
                </a:lnTo>
                <a:lnTo>
                  <a:pt x="4097" y="4168"/>
                </a:lnTo>
                <a:lnTo>
                  <a:pt x="3942" y="3978"/>
                </a:lnTo>
                <a:lnTo>
                  <a:pt x="3847" y="3906"/>
                </a:lnTo>
                <a:lnTo>
                  <a:pt x="3656" y="3787"/>
                </a:lnTo>
                <a:lnTo>
                  <a:pt x="3239" y="3621"/>
                </a:lnTo>
                <a:lnTo>
                  <a:pt x="3037" y="3561"/>
                </a:lnTo>
                <a:lnTo>
                  <a:pt x="3025" y="3561"/>
                </a:lnTo>
                <a:lnTo>
                  <a:pt x="2644" y="3442"/>
                </a:lnTo>
                <a:lnTo>
                  <a:pt x="2394" y="3323"/>
                </a:lnTo>
                <a:lnTo>
                  <a:pt x="2322" y="3263"/>
                </a:lnTo>
                <a:lnTo>
                  <a:pt x="2299" y="3216"/>
                </a:lnTo>
                <a:lnTo>
                  <a:pt x="2275" y="3168"/>
                </a:lnTo>
                <a:lnTo>
                  <a:pt x="2287" y="3049"/>
                </a:lnTo>
                <a:lnTo>
                  <a:pt x="2299" y="3001"/>
                </a:lnTo>
                <a:lnTo>
                  <a:pt x="2406" y="2894"/>
                </a:lnTo>
                <a:lnTo>
                  <a:pt x="2501" y="2835"/>
                </a:lnTo>
                <a:lnTo>
                  <a:pt x="2620" y="2799"/>
                </a:lnTo>
                <a:lnTo>
                  <a:pt x="2942" y="2763"/>
                </a:lnTo>
                <a:lnTo>
                  <a:pt x="3132" y="2775"/>
                </a:lnTo>
                <a:lnTo>
                  <a:pt x="3358" y="2823"/>
                </a:lnTo>
                <a:lnTo>
                  <a:pt x="3585" y="2870"/>
                </a:lnTo>
                <a:lnTo>
                  <a:pt x="3716" y="2882"/>
                </a:lnTo>
                <a:lnTo>
                  <a:pt x="3930" y="2763"/>
                </a:lnTo>
                <a:lnTo>
                  <a:pt x="3978" y="2644"/>
                </a:lnTo>
                <a:lnTo>
                  <a:pt x="3989" y="2513"/>
                </a:lnTo>
                <a:lnTo>
                  <a:pt x="3870" y="2287"/>
                </a:lnTo>
                <a:lnTo>
                  <a:pt x="3751" y="2239"/>
                </a:lnTo>
                <a:lnTo>
                  <a:pt x="3501" y="2192"/>
                </a:lnTo>
                <a:lnTo>
                  <a:pt x="3239" y="2144"/>
                </a:lnTo>
                <a:lnTo>
                  <a:pt x="3239" y="1942"/>
                </a:lnTo>
                <a:lnTo>
                  <a:pt x="3227" y="1811"/>
                </a:lnTo>
                <a:lnTo>
                  <a:pt x="3049" y="1644"/>
                </a:lnTo>
                <a:lnTo>
                  <a:pt x="2922" y="1621"/>
                </a:lnTo>
                <a:close/>
                <a:moveTo>
                  <a:pt x="1310" y="1"/>
                </a:moveTo>
                <a:lnTo>
                  <a:pt x="1037" y="13"/>
                </a:lnTo>
                <a:lnTo>
                  <a:pt x="572" y="215"/>
                </a:lnTo>
                <a:lnTo>
                  <a:pt x="215" y="561"/>
                </a:lnTo>
                <a:lnTo>
                  <a:pt x="24" y="1037"/>
                </a:lnTo>
                <a:lnTo>
                  <a:pt x="1" y="1299"/>
                </a:lnTo>
                <a:lnTo>
                  <a:pt x="1" y="6502"/>
                </a:lnTo>
                <a:lnTo>
                  <a:pt x="24" y="6776"/>
                </a:lnTo>
                <a:lnTo>
                  <a:pt x="215" y="7240"/>
                </a:lnTo>
                <a:lnTo>
                  <a:pt x="572" y="7597"/>
                </a:lnTo>
                <a:lnTo>
                  <a:pt x="1037" y="7788"/>
                </a:lnTo>
                <a:lnTo>
                  <a:pt x="1310" y="7812"/>
                </a:lnTo>
                <a:lnTo>
                  <a:pt x="6716" y="7812"/>
                </a:lnTo>
                <a:lnTo>
                  <a:pt x="6883" y="7157"/>
                </a:lnTo>
                <a:lnTo>
                  <a:pt x="1299" y="7157"/>
                </a:lnTo>
                <a:lnTo>
                  <a:pt x="1168" y="7145"/>
                </a:lnTo>
                <a:lnTo>
                  <a:pt x="941" y="7050"/>
                </a:lnTo>
                <a:lnTo>
                  <a:pt x="763" y="6871"/>
                </a:lnTo>
                <a:lnTo>
                  <a:pt x="656" y="6633"/>
                </a:lnTo>
                <a:lnTo>
                  <a:pt x="656" y="6502"/>
                </a:lnTo>
                <a:lnTo>
                  <a:pt x="656" y="1299"/>
                </a:lnTo>
                <a:lnTo>
                  <a:pt x="656" y="1168"/>
                </a:lnTo>
                <a:lnTo>
                  <a:pt x="763" y="930"/>
                </a:lnTo>
                <a:lnTo>
                  <a:pt x="941" y="751"/>
                </a:lnTo>
                <a:lnTo>
                  <a:pt x="1168" y="656"/>
                </a:lnTo>
                <a:lnTo>
                  <a:pt x="1299" y="644"/>
                </a:lnTo>
                <a:lnTo>
                  <a:pt x="10419" y="644"/>
                </a:lnTo>
                <a:lnTo>
                  <a:pt x="10550" y="656"/>
                </a:lnTo>
                <a:lnTo>
                  <a:pt x="10788" y="751"/>
                </a:lnTo>
                <a:lnTo>
                  <a:pt x="10967" y="930"/>
                </a:lnTo>
                <a:lnTo>
                  <a:pt x="11062" y="1168"/>
                </a:lnTo>
                <a:lnTo>
                  <a:pt x="11074" y="1299"/>
                </a:lnTo>
                <a:lnTo>
                  <a:pt x="11074" y="2716"/>
                </a:lnTo>
                <a:lnTo>
                  <a:pt x="11229" y="2656"/>
                </a:lnTo>
                <a:lnTo>
                  <a:pt x="11562" y="2597"/>
                </a:lnTo>
                <a:lnTo>
                  <a:pt x="11729" y="2597"/>
                </a:lnTo>
                <a:lnTo>
                  <a:pt x="11729" y="1299"/>
                </a:lnTo>
                <a:lnTo>
                  <a:pt x="11705" y="1037"/>
                </a:lnTo>
                <a:lnTo>
                  <a:pt x="11503" y="561"/>
                </a:lnTo>
                <a:lnTo>
                  <a:pt x="11157" y="215"/>
                </a:lnTo>
                <a:lnTo>
                  <a:pt x="10681" y="13"/>
                </a:lnTo>
                <a:lnTo>
                  <a:pt x="10419" y="1"/>
                </a:lnTo>
                <a:close/>
                <a:moveTo>
                  <a:pt x="10431" y="5026"/>
                </a:moveTo>
                <a:lnTo>
                  <a:pt x="11241" y="5847"/>
                </a:lnTo>
                <a:lnTo>
                  <a:pt x="9086" y="8002"/>
                </a:lnTo>
                <a:lnTo>
                  <a:pt x="9014" y="8062"/>
                </a:lnTo>
                <a:lnTo>
                  <a:pt x="8931" y="8086"/>
                </a:lnTo>
                <a:lnTo>
                  <a:pt x="7919" y="8336"/>
                </a:lnTo>
                <a:lnTo>
                  <a:pt x="7919" y="8336"/>
                </a:lnTo>
                <a:lnTo>
                  <a:pt x="8181" y="7335"/>
                </a:lnTo>
                <a:lnTo>
                  <a:pt x="8216" y="7252"/>
                </a:lnTo>
                <a:lnTo>
                  <a:pt x="8264" y="7193"/>
                </a:lnTo>
                <a:lnTo>
                  <a:pt x="10431" y="5026"/>
                </a:lnTo>
                <a:close/>
                <a:moveTo>
                  <a:pt x="11443" y="3323"/>
                </a:moveTo>
                <a:lnTo>
                  <a:pt x="11086" y="3466"/>
                </a:lnTo>
                <a:lnTo>
                  <a:pt x="10931" y="3597"/>
                </a:lnTo>
                <a:lnTo>
                  <a:pt x="7811" y="6728"/>
                </a:lnTo>
                <a:lnTo>
                  <a:pt x="7716" y="6823"/>
                </a:lnTo>
                <a:lnTo>
                  <a:pt x="7597" y="7050"/>
                </a:lnTo>
                <a:lnTo>
                  <a:pt x="7550" y="7181"/>
                </a:lnTo>
                <a:lnTo>
                  <a:pt x="7169" y="8705"/>
                </a:lnTo>
                <a:lnTo>
                  <a:pt x="7157" y="8788"/>
                </a:lnTo>
                <a:lnTo>
                  <a:pt x="7204" y="8955"/>
                </a:lnTo>
                <a:lnTo>
                  <a:pt x="7264" y="9014"/>
                </a:lnTo>
                <a:lnTo>
                  <a:pt x="7323" y="9074"/>
                </a:lnTo>
                <a:lnTo>
                  <a:pt x="7478" y="9110"/>
                </a:lnTo>
                <a:lnTo>
                  <a:pt x="7573" y="9098"/>
                </a:lnTo>
                <a:lnTo>
                  <a:pt x="9097" y="8705"/>
                </a:lnTo>
                <a:lnTo>
                  <a:pt x="9216" y="8669"/>
                </a:lnTo>
                <a:lnTo>
                  <a:pt x="9443" y="8550"/>
                </a:lnTo>
                <a:lnTo>
                  <a:pt x="9550" y="8467"/>
                </a:lnTo>
                <a:lnTo>
                  <a:pt x="12669" y="5335"/>
                </a:lnTo>
                <a:lnTo>
                  <a:pt x="12800" y="5180"/>
                </a:lnTo>
                <a:lnTo>
                  <a:pt x="12943" y="4835"/>
                </a:lnTo>
                <a:lnTo>
                  <a:pt x="12943" y="4454"/>
                </a:lnTo>
                <a:lnTo>
                  <a:pt x="12800" y="4109"/>
                </a:lnTo>
                <a:lnTo>
                  <a:pt x="12669" y="3954"/>
                </a:lnTo>
                <a:lnTo>
                  <a:pt x="12312" y="3597"/>
                </a:lnTo>
                <a:lnTo>
                  <a:pt x="12169" y="3466"/>
                </a:lnTo>
                <a:lnTo>
                  <a:pt x="11812" y="332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7" name="Google Shape;3337;p176"/>
          <p:cNvSpPr/>
          <p:nvPr/>
        </p:nvSpPr>
        <p:spPr>
          <a:xfrm>
            <a:off x="10254418" y="7676261"/>
            <a:ext cx="675971" cy="540642"/>
          </a:xfrm>
          <a:custGeom>
            <a:rect b="b" l="l" r="r" t="t"/>
            <a:pathLst>
              <a:path extrusionOk="0" h="10419" w="13027">
                <a:moveTo>
                  <a:pt x="1465" y="0"/>
                </a:moveTo>
                <a:lnTo>
                  <a:pt x="1144" y="72"/>
                </a:lnTo>
                <a:lnTo>
                  <a:pt x="846" y="191"/>
                </a:lnTo>
                <a:lnTo>
                  <a:pt x="596" y="369"/>
                </a:lnTo>
                <a:lnTo>
                  <a:pt x="370" y="596"/>
                </a:lnTo>
                <a:lnTo>
                  <a:pt x="191" y="846"/>
                </a:lnTo>
                <a:lnTo>
                  <a:pt x="72" y="1143"/>
                </a:lnTo>
                <a:lnTo>
                  <a:pt x="1" y="1465"/>
                </a:lnTo>
                <a:lnTo>
                  <a:pt x="1" y="1631"/>
                </a:lnTo>
                <a:lnTo>
                  <a:pt x="1" y="3584"/>
                </a:lnTo>
                <a:lnTo>
                  <a:pt x="13" y="3715"/>
                </a:lnTo>
                <a:lnTo>
                  <a:pt x="191" y="3894"/>
                </a:lnTo>
                <a:lnTo>
                  <a:pt x="322" y="3906"/>
                </a:lnTo>
                <a:lnTo>
                  <a:pt x="453" y="3894"/>
                </a:lnTo>
                <a:lnTo>
                  <a:pt x="632" y="3715"/>
                </a:lnTo>
                <a:lnTo>
                  <a:pt x="656" y="3584"/>
                </a:lnTo>
                <a:lnTo>
                  <a:pt x="656" y="1631"/>
                </a:lnTo>
                <a:lnTo>
                  <a:pt x="668" y="1429"/>
                </a:lnTo>
                <a:lnTo>
                  <a:pt x="811" y="1084"/>
                </a:lnTo>
                <a:lnTo>
                  <a:pt x="1073" y="810"/>
                </a:lnTo>
                <a:lnTo>
                  <a:pt x="1430" y="667"/>
                </a:lnTo>
                <a:lnTo>
                  <a:pt x="1632" y="655"/>
                </a:lnTo>
                <a:lnTo>
                  <a:pt x="11396" y="655"/>
                </a:lnTo>
                <a:lnTo>
                  <a:pt x="11598" y="667"/>
                </a:lnTo>
                <a:lnTo>
                  <a:pt x="11943" y="810"/>
                </a:lnTo>
                <a:lnTo>
                  <a:pt x="12205" y="1084"/>
                </a:lnTo>
                <a:lnTo>
                  <a:pt x="12360" y="1429"/>
                </a:lnTo>
                <a:lnTo>
                  <a:pt x="12372" y="1631"/>
                </a:lnTo>
                <a:lnTo>
                  <a:pt x="12372" y="3584"/>
                </a:lnTo>
                <a:lnTo>
                  <a:pt x="12384" y="3715"/>
                </a:lnTo>
                <a:lnTo>
                  <a:pt x="12563" y="3894"/>
                </a:lnTo>
                <a:lnTo>
                  <a:pt x="12693" y="3906"/>
                </a:lnTo>
                <a:lnTo>
                  <a:pt x="12824" y="3894"/>
                </a:lnTo>
                <a:lnTo>
                  <a:pt x="13003" y="3715"/>
                </a:lnTo>
                <a:lnTo>
                  <a:pt x="13027" y="3584"/>
                </a:lnTo>
                <a:lnTo>
                  <a:pt x="13027" y="1631"/>
                </a:lnTo>
                <a:lnTo>
                  <a:pt x="13015" y="1465"/>
                </a:lnTo>
                <a:lnTo>
                  <a:pt x="12955" y="1143"/>
                </a:lnTo>
                <a:lnTo>
                  <a:pt x="12824" y="846"/>
                </a:lnTo>
                <a:lnTo>
                  <a:pt x="12658" y="596"/>
                </a:lnTo>
                <a:lnTo>
                  <a:pt x="12432" y="369"/>
                </a:lnTo>
                <a:lnTo>
                  <a:pt x="12170" y="191"/>
                </a:lnTo>
                <a:lnTo>
                  <a:pt x="11884" y="72"/>
                </a:lnTo>
                <a:lnTo>
                  <a:pt x="11562" y="0"/>
                </a:lnTo>
                <a:close/>
                <a:moveTo>
                  <a:pt x="6692" y="4239"/>
                </a:moveTo>
                <a:lnTo>
                  <a:pt x="7014" y="4299"/>
                </a:lnTo>
                <a:lnTo>
                  <a:pt x="7455" y="4465"/>
                </a:lnTo>
                <a:lnTo>
                  <a:pt x="7883" y="4834"/>
                </a:lnTo>
                <a:lnTo>
                  <a:pt x="8074" y="5168"/>
                </a:lnTo>
                <a:lnTo>
                  <a:pt x="8133" y="5418"/>
                </a:lnTo>
                <a:lnTo>
                  <a:pt x="8133" y="5537"/>
                </a:lnTo>
                <a:lnTo>
                  <a:pt x="8133" y="5656"/>
                </a:lnTo>
                <a:lnTo>
                  <a:pt x="8074" y="5906"/>
                </a:lnTo>
                <a:lnTo>
                  <a:pt x="7895" y="6239"/>
                </a:lnTo>
                <a:lnTo>
                  <a:pt x="7466" y="6608"/>
                </a:lnTo>
                <a:lnTo>
                  <a:pt x="7026" y="6775"/>
                </a:lnTo>
                <a:lnTo>
                  <a:pt x="6692" y="6835"/>
                </a:lnTo>
                <a:lnTo>
                  <a:pt x="6335" y="6835"/>
                </a:lnTo>
                <a:lnTo>
                  <a:pt x="6002" y="6775"/>
                </a:lnTo>
                <a:lnTo>
                  <a:pt x="5561" y="6608"/>
                </a:lnTo>
                <a:lnTo>
                  <a:pt x="5133" y="6239"/>
                </a:lnTo>
                <a:lnTo>
                  <a:pt x="4942" y="5906"/>
                </a:lnTo>
                <a:lnTo>
                  <a:pt x="4883" y="5656"/>
                </a:lnTo>
                <a:lnTo>
                  <a:pt x="4883" y="5537"/>
                </a:lnTo>
                <a:lnTo>
                  <a:pt x="4883" y="5418"/>
                </a:lnTo>
                <a:lnTo>
                  <a:pt x="4954" y="5168"/>
                </a:lnTo>
                <a:lnTo>
                  <a:pt x="5133" y="4834"/>
                </a:lnTo>
                <a:lnTo>
                  <a:pt x="5573" y="4465"/>
                </a:lnTo>
                <a:lnTo>
                  <a:pt x="6002" y="4299"/>
                </a:lnTo>
                <a:lnTo>
                  <a:pt x="6335" y="4239"/>
                </a:lnTo>
                <a:close/>
                <a:moveTo>
                  <a:pt x="6514" y="3584"/>
                </a:moveTo>
                <a:lnTo>
                  <a:pt x="6288" y="3596"/>
                </a:lnTo>
                <a:lnTo>
                  <a:pt x="5847" y="3667"/>
                </a:lnTo>
                <a:lnTo>
                  <a:pt x="5442" y="3810"/>
                </a:lnTo>
                <a:lnTo>
                  <a:pt x="5073" y="4013"/>
                </a:lnTo>
                <a:lnTo>
                  <a:pt x="4764" y="4275"/>
                </a:lnTo>
                <a:lnTo>
                  <a:pt x="4514" y="4584"/>
                </a:lnTo>
                <a:lnTo>
                  <a:pt x="4335" y="4930"/>
                </a:lnTo>
                <a:lnTo>
                  <a:pt x="4240" y="5322"/>
                </a:lnTo>
                <a:lnTo>
                  <a:pt x="4228" y="5537"/>
                </a:lnTo>
                <a:lnTo>
                  <a:pt x="4240" y="5751"/>
                </a:lnTo>
                <a:lnTo>
                  <a:pt x="4335" y="6144"/>
                </a:lnTo>
                <a:lnTo>
                  <a:pt x="4514" y="6489"/>
                </a:lnTo>
                <a:lnTo>
                  <a:pt x="4764" y="6799"/>
                </a:lnTo>
                <a:lnTo>
                  <a:pt x="5073" y="7061"/>
                </a:lnTo>
                <a:lnTo>
                  <a:pt x="5442" y="7263"/>
                </a:lnTo>
                <a:lnTo>
                  <a:pt x="5847" y="7406"/>
                </a:lnTo>
                <a:lnTo>
                  <a:pt x="6288" y="7478"/>
                </a:lnTo>
                <a:lnTo>
                  <a:pt x="6514" y="7490"/>
                </a:lnTo>
                <a:lnTo>
                  <a:pt x="6740" y="7478"/>
                </a:lnTo>
                <a:lnTo>
                  <a:pt x="7169" y="7406"/>
                </a:lnTo>
                <a:lnTo>
                  <a:pt x="7574" y="7263"/>
                </a:lnTo>
                <a:lnTo>
                  <a:pt x="7943" y="7061"/>
                </a:lnTo>
                <a:lnTo>
                  <a:pt x="8252" y="6799"/>
                </a:lnTo>
                <a:lnTo>
                  <a:pt x="8502" y="6489"/>
                </a:lnTo>
                <a:lnTo>
                  <a:pt x="8681" y="6144"/>
                </a:lnTo>
                <a:lnTo>
                  <a:pt x="8776" y="5751"/>
                </a:lnTo>
                <a:lnTo>
                  <a:pt x="8788" y="5537"/>
                </a:lnTo>
                <a:lnTo>
                  <a:pt x="8776" y="5322"/>
                </a:lnTo>
                <a:lnTo>
                  <a:pt x="8693" y="4930"/>
                </a:lnTo>
                <a:lnTo>
                  <a:pt x="8514" y="4584"/>
                </a:lnTo>
                <a:lnTo>
                  <a:pt x="8264" y="4275"/>
                </a:lnTo>
                <a:lnTo>
                  <a:pt x="7943" y="4013"/>
                </a:lnTo>
                <a:lnTo>
                  <a:pt x="7586" y="3810"/>
                </a:lnTo>
                <a:lnTo>
                  <a:pt x="7181" y="3667"/>
                </a:lnTo>
                <a:lnTo>
                  <a:pt x="6740" y="3596"/>
                </a:lnTo>
                <a:lnTo>
                  <a:pt x="6514" y="3584"/>
                </a:lnTo>
                <a:close/>
                <a:moveTo>
                  <a:pt x="3251" y="8466"/>
                </a:moveTo>
                <a:lnTo>
                  <a:pt x="3525" y="8490"/>
                </a:lnTo>
                <a:lnTo>
                  <a:pt x="3990" y="8680"/>
                </a:lnTo>
                <a:lnTo>
                  <a:pt x="4347" y="9037"/>
                </a:lnTo>
                <a:lnTo>
                  <a:pt x="4537" y="9502"/>
                </a:lnTo>
                <a:lnTo>
                  <a:pt x="4561" y="9764"/>
                </a:lnTo>
                <a:lnTo>
                  <a:pt x="3644" y="9764"/>
                </a:lnTo>
                <a:lnTo>
                  <a:pt x="3466" y="9692"/>
                </a:lnTo>
                <a:lnTo>
                  <a:pt x="3335" y="9549"/>
                </a:lnTo>
                <a:lnTo>
                  <a:pt x="3263" y="9383"/>
                </a:lnTo>
                <a:lnTo>
                  <a:pt x="3251" y="9276"/>
                </a:lnTo>
                <a:lnTo>
                  <a:pt x="3251" y="8466"/>
                </a:lnTo>
                <a:close/>
                <a:moveTo>
                  <a:pt x="9764" y="8466"/>
                </a:moveTo>
                <a:lnTo>
                  <a:pt x="9764" y="9287"/>
                </a:lnTo>
                <a:lnTo>
                  <a:pt x="9764" y="9383"/>
                </a:lnTo>
                <a:lnTo>
                  <a:pt x="9681" y="9561"/>
                </a:lnTo>
                <a:lnTo>
                  <a:pt x="9550" y="9692"/>
                </a:lnTo>
                <a:lnTo>
                  <a:pt x="9383" y="9764"/>
                </a:lnTo>
                <a:lnTo>
                  <a:pt x="9276" y="9776"/>
                </a:lnTo>
                <a:lnTo>
                  <a:pt x="8467" y="9776"/>
                </a:lnTo>
                <a:lnTo>
                  <a:pt x="8479" y="9502"/>
                </a:lnTo>
                <a:lnTo>
                  <a:pt x="8681" y="9037"/>
                </a:lnTo>
                <a:lnTo>
                  <a:pt x="9038" y="8680"/>
                </a:lnTo>
                <a:lnTo>
                  <a:pt x="9502" y="8490"/>
                </a:lnTo>
                <a:lnTo>
                  <a:pt x="9764" y="8466"/>
                </a:lnTo>
                <a:close/>
                <a:moveTo>
                  <a:pt x="2930" y="1953"/>
                </a:moveTo>
                <a:lnTo>
                  <a:pt x="2799" y="1977"/>
                </a:lnTo>
                <a:lnTo>
                  <a:pt x="2620" y="2155"/>
                </a:lnTo>
                <a:lnTo>
                  <a:pt x="2608" y="2286"/>
                </a:lnTo>
                <a:lnTo>
                  <a:pt x="2608" y="9276"/>
                </a:lnTo>
                <a:lnTo>
                  <a:pt x="2620" y="9514"/>
                </a:lnTo>
                <a:lnTo>
                  <a:pt x="2799" y="9918"/>
                </a:lnTo>
                <a:lnTo>
                  <a:pt x="3109" y="10228"/>
                </a:lnTo>
                <a:lnTo>
                  <a:pt x="3513" y="10407"/>
                </a:lnTo>
                <a:lnTo>
                  <a:pt x="3740" y="10419"/>
                </a:lnTo>
                <a:lnTo>
                  <a:pt x="9276" y="10419"/>
                </a:lnTo>
                <a:lnTo>
                  <a:pt x="9514" y="10407"/>
                </a:lnTo>
                <a:lnTo>
                  <a:pt x="9919" y="10228"/>
                </a:lnTo>
                <a:lnTo>
                  <a:pt x="10229" y="9918"/>
                </a:lnTo>
                <a:lnTo>
                  <a:pt x="10407" y="9514"/>
                </a:lnTo>
                <a:lnTo>
                  <a:pt x="10419" y="9276"/>
                </a:lnTo>
                <a:lnTo>
                  <a:pt x="10419" y="2286"/>
                </a:lnTo>
                <a:lnTo>
                  <a:pt x="10395" y="2155"/>
                </a:lnTo>
                <a:lnTo>
                  <a:pt x="10229" y="1977"/>
                </a:lnTo>
                <a:lnTo>
                  <a:pt x="10098" y="1953"/>
                </a:lnTo>
                <a:lnTo>
                  <a:pt x="10086" y="1953"/>
                </a:lnTo>
                <a:lnTo>
                  <a:pt x="9967" y="1977"/>
                </a:lnTo>
                <a:lnTo>
                  <a:pt x="9788" y="2155"/>
                </a:lnTo>
                <a:lnTo>
                  <a:pt x="9764" y="2274"/>
                </a:lnTo>
                <a:lnTo>
                  <a:pt x="9764" y="7811"/>
                </a:lnTo>
                <a:lnTo>
                  <a:pt x="9562" y="7823"/>
                </a:lnTo>
                <a:lnTo>
                  <a:pt x="9181" y="7894"/>
                </a:lnTo>
                <a:lnTo>
                  <a:pt x="8824" y="8049"/>
                </a:lnTo>
                <a:lnTo>
                  <a:pt x="8514" y="8252"/>
                </a:lnTo>
                <a:lnTo>
                  <a:pt x="8252" y="8513"/>
                </a:lnTo>
                <a:lnTo>
                  <a:pt x="8038" y="8823"/>
                </a:lnTo>
                <a:lnTo>
                  <a:pt x="7895" y="9180"/>
                </a:lnTo>
                <a:lnTo>
                  <a:pt x="7824" y="9561"/>
                </a:lnTo>
                <a:lnTo>
                  <a:pt x="7812" y="9764"/>
                </a:lnTo>
                <a:lnTo>
                  <a:pt x="5204" y="9764"/>
                </a:lnTo>
                <a:lnTo>
                  <a:pt x="5204" y="9561"/>
                </a:lnTo>
                <a:lnTo>
                  <a:pt x="5121" y="9180"/>
                </a:lnTo>
                <a:lnTo>
                  <a:pt x="4978" y="8823"/>
                </a:lnTo>
                <a:lnTo>
                  <a:pt x="4764" y="8513"/>
                </a:lnTo>
                <a:lnTo>
                  <a:pt x="4502" y="8252"/>
                </a:lnTo>
                <a:lnTo>
                  <a:pt x="4192" y="8049"/>
                </a:lnTo>
                <a:lnTo>
                  <a:pt x="3835" y="7894"/>
                </a:lnTo>
                <a:lnTo>
                  <a:pt x="3454" y="7823"/>
                </a:lnTo>
                <a:lnTo>
                  <a:pt x="3251" y="7811"/>
                </a:lnTo>
                <a:lnTo>
                  <a:pt x="3251" y="2286"/>
                </a:lnTo>
                <a:lnTo>
                  <a:pt x="3240" y="2155"/>
                </a:lnTo>
                <a:lnTo>
                  <a:pt x="3061" y="1977"/>
                </a:lnTo>
                <a:lnTo>
                  <a:pt x="2930" y="195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8" name="Google Shape;3338;p176"/>
          <p:cNvSpPr/>
          <p:nvPr/>
        </p:nvSpPr>
        <p:spPr>
          <a:xfrm>
            <a:off x="16446337" y="6563647"/>
            <a:ext cx="540694" cy="472666"/>
          </a:xfrm>
          <a:custGeom>
            <a:rect b="b" l="l" r="r" t="t"/>
            <a:pathLst>
              <a:path extrusionOk="0" h="9109" w="10420">
                <a:moveTo>
                  <a:pt x="5216" y="691"/>
                </a:moveTo>
                <a:lnTo>
                  <a:pt x="7062" y="3584"/>
                </a:lnTo>
                <a:lnTo>
                  <a:pt x="5133" y="3584"/>
                </a:lnTo>
                <a:lnTo>
                  <a:pt x="5002" y="3655"/>
                </a:lnTo>
                <a:lnTo>
                  <a:pt x="4954" y="3715"/>
                </a:lnTo>
                <a:lnTo>
                  <a:pt x="4240" y="4667"/>
                </a:lnTo>
                <a:lnTo>
                  <a:pt x="3525" y="3715"/>
                </a:lnTo>
                <a:lnTo>
                  <a:pt x="3442" y="3644"/>
                </a:lnTo>
                <a:lnTo>
                  <a:pt x="3359" y="3608"/>
                </a:lnTo>
                <a:lnTo>
                  <a:pt x="3359" y="3596"/>
                </a:lnTo>
                <a:lnTo>
                  <a:pt x="5216" y="691"/>
                </a:lnTo>
                <a:close/>
                <a:moveTo>
                  <a:pt x="7478" y="4227"/>
                </a:moveTo>
                <a:lnTo>
                  <a:pt x="9693" y="7716"/>
                </a:lnTo>
                <a:lnTo>
                  <a:pt x="9693" y="7704"/>
                </a:lnTo>
                <a:lnTo>
                  <a:pt x="9741" y="7823"/>
                </a:lnTo>
                <a:lnTo>
                  <a:pt x="9753" y="8085"/>
                </a:lnTo>
                <a:lnTo>
                  <a:pt x="9705" y="8204"/>
                </a:lnTo>
                <a:lnTo>
                  <a:pt x="9634" y="8323"/>
                </a:lnTo>
                <a:lnTo>
                  <a:pt x="9407" y="8454"/>
                </a:lnTo>
                <a:lnTo>
                  <a:pt x="9276" y="8466"/>
                </a:lnTo>
                <a:lnTo>
                  <a:pt x="1144" y="8466"/>
                </a:lnTo>
                <a:lnTo>
                  <a:pt x="1013" y="8454"/>
                </a:lnTo>
                <a:lnTo>
                  <a:pt x="787" y="8323"/>
                </a:lnTo>
                <a:lnTo>
                  <a:pt x="715" y="8216"/>
                </a:lnTo>
                <a:lnTo>
                  <a:pt x="656" y="8085"/>
                </a:lnTo>
                <a:lnTo>
                  <a:pt x="668" y="7835"/>
                </a:lnTo>
                <a:lnTo>
                  <a:pt x="727" y="7716"/>
                </a:lnTo>
                <a:lnTo>
                  <a:pt x="2954" y="4227"/>
                </a:lnTo>
                <a:lnTo>
                  <a:pt x="3097" y="4227"/>
                </a:lnTo>
                <a:lnTo>
                  <a:pt x="3978" y="5406"/>
                </a:lnTo>
                <a:lnTo>
                  <a:pt x="4025" y="5453"/>
                </a:lnTo>
                <a:lnTo>
                  <a:pt x="4145" y="5525"/>
                </a:lnTo>
                <a:lnTo>
                  <a:pt x="4240" y="5537"/>
                </a:lnTo>
                <a:lnTo>
                  <a:pt x="4323" y="5525"/>
                </a:lnTo>
                <a:lnTo>
                  <a:pt x="4442" y="5453"/>
                </a:lnTo>
                <a:lnTo>
                  <a:pt x="4490" y="5406"/>
                </a:lnTo>
                <a:lnTo>
                  <a:pt x="5371" y="4227"/>
                </a:lnTo>
                <a:close/>
                <a:moveTo>
                  <a:pt x="5216" y="0"/>
                </a:moveTo>
                <a:lnTo>
                  <a:pt x="5073" y="12"/>
                </a:lnTo>
                <a:lnTo>
                  <a:pt x="4811" y="131"/>
                </a:lnTo>
                <a:lnTo>
                  <a:pt x="4728" y="250"/>
                </a:lnTo>
                <a:lnTo>
                  <a:pt x="180" y="7358"/>
                </a:lnTo>
                <a:lnTo>
                  <a:pt x="108" y="7501"/>
                </a:lnTo>
                <a:lnTo>
                  <a:pt x="13" y="7787"/>
                </a:lnTo>
                <a:lnTo>
                  <a:pt x="1" y="8097"/>
                </a:lnTo>
                <a:lnTo>
                  <a:pt x="72" y="8394"/>
                </a:lnTo>
                <a:lnTo>
                  <a:pt x="144" y="8525"/>
                </a:lnTo>
                <a:lnTo>
                  <a:pt x="227" y="8656"/>
                </a:lnTo>
                <a:lnTo>
                  <a:pt x="442" y="8871"/>
                </a:lnTo>
                <a:lnTo>
                  <a:pt x="703" y="9025"/>
                </a:lnTo>
                <a:lnTo>
                  <a:pt x="989" y="9109"/>
                </a:lnTo>
                <a:lnTo>
                  <a:pt x="9431" y="9109"/>
                </a:lnTo>
                <a:lnTo>
                  <a:pt x="9717" y="9025"/>
                </a:lnTo>
                <a:lnTo>
                  <a:pt x="9979" y="8871"/>
                </a:lnTo>
                <a:lnTo>
                  <a:pt x="10193" y="8656"/>
                </a:lnTo>
                <a:lnTo>
                  <a:pt x="10277" y="8525"/>
                </a:lnTo>
                <a:lnTo>
                  <a:pt x="10348" y="8394"/>
                </a:lnTo>
                <a:lnTo>
                  <a:pt x="10419" y="8097"/>
                </a:lnTo>
                <a:lnTo>
                  <a:pt x="10407" y="7787"/>
                </a:lnTo>
                <a:lnTo>
                  <a:pt x="10324" y="7501"/>
                </a:lnTo>
                <a:lnTo>
                  <a:pt x="10241" y="7358"/>
                </a:lnTo>
                <a:lnTo>
                  <a:pt x="5704" y="250"/>
                </a:lnTo>
                <a:lnTo>
                  <a:pt x="5609" y="131"/>
                </a:lnTo>
                <a:lnTo>
                  <a:pt x="5359" y="12"/>
                </a:lnTo>
                <a:lnTo>
                  <a:pt x="5216"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39" name="Google Shape;3339;p176"/>
          <p:cNvSpPr/>
          <p:nvPr/>
        </p:nvSpPr>
        <p:spPr>
          <a:xfrm>
            <a:off x="16394719" y="5410461"/>
            <a:ext cx="540642" cy="540642"/>
          </a:xfrm>
          <a:custGeom>
            <a:rect b="b" l="l" r="r" t="t"/>
            <a:pathLst>
              <a:path extrusionOk="0" h="10419" w="10419">
                <a:moveTo>
                  <a:pt x="1631" y="0"/>
                </a:moveTo>
                <a:lnTo>
                  <a:pt x="1500" y="24"/>
                </a:lnTo>
                <a:lnTo>
                  <a:pt x="1322" y="191"/>
                </a:lnTo>
                <a:lnTo>
                  <a:pt x="1298" y="322"/>
                </a:lnTo>
                <a:lnTo>
                  <a:pt x="1298" y="572"/>
                </a:lnTo>
                <a:lnTo>
                  <a:pt x="1310" y="786"/>
                </a:lnTo>
                <a:lnTo>
                  <a:pt x="1429" y="1191"/>
                </a:lnTo>
                <a:lnTo>
                  <a:pt x="1643" y="1536"/>
                </a:lnTo>
                <a:lnTo>
                  <a:pt x="1953" y="1810"/>
                </a:lnTo>
                <a:lnTo>
                  <a:pt x="2132" y="1917"/>
                </a:lnTo>
                <a:lnTo>
                  <a:pt x="2239" y="1977"/>
                </a:lnTo>
                <a:lnTo>
                  <a:pt x="2417" y="2143"/>
                </a:lnTo>
                <a:lnTo>
                  <a:pt x="2536" y="2334"/>
                </a:lnTo>
                <a:lnTo>
                  <a:pt x="2596" y="2560"/>
                </a:lnTo>
                <a:lnTo>
                  <a:pt x="2608" y="2679"/>
                </a:lnTo>
                <a:lnTo>
                  <a:pt x="2608" y="2929"/>
                </a:lnTo>
                <a:lnTo>
                  <a:pt x="2620" y="3060"/>
                </a:lnTo>
                <a:lnTo>
                  <a:pt x="2798" y="3239"/>
                </a:lnTo>
                <a:lnTo>
                  <a:pt x="2929" y="3263"/>
                </a:lnTo>
                <a:lnTo>
                  <a:pt x="3060" y="3239"/>
                </a:lnTo>
                <a:lnTo>
                  <a:pt x="3239" y="3060"/>
                </a:lnTo>
                <a:lnTo>
                  <a:pt x="3263" y="2929"/>
                </a:lnTo>
                <a:lnTo>
                  <a:pt x="3263" y="2679"/>
                </a:lnTo>
                <a:lnTo>
                  <a:pt x="3251" y="2465"/>
                </a:lnTo>
                <a:lnTo>
                  <a:pt x="3132" y="2072"/>
                </a:lnTo>
                <a:lnTo>
                  <a:pt x="2917" y="1727"/>
                </a:lnTo>
                <a:lnTo>
                  <a:pt x="2608" y="1441"/>
                </a:lnTo>
                <a:lnTo>
                  <a:pt x="2429" y="1334"/>
                </a:lnTo>
                <a:lnTo>
                  <a:pt x="2322" y="1274"/>
                </a:lnTo>
                <a:lnTo>
                  <a:pt x="2143" y="1119"/>
                </a:lnTo>
                <a:lnTo>
                  <a:pt x="2024" y="917"/>
                </a:lnTo>
                <a:lnTo>
                  <a:pt x="1965" y="691"/>
                </a:lnTo>
                <a:lnTo>
                  <a:pt x="1953" y="572"/>
                </a:lnTo>
                <a:lnTo>
                  <a:pt x="1953" y="322"/>
                </a:lnTo>
                <a:lnTo>
                  <a:pt x="1941" y="191"/>
                </a:lnTo>
                <a:lnTo>
                  <a:pt x="1762" y="24"/>
                </a:lnTo>
                <a:lnTo>
                  <a:pt x="1631" y="0"/>
                </a:lnTo>
                <a:close/>
                <a:moveTo>
                  <a:pt x="4239" y="0"/>
                </a:moveTo>
                <a:lnTo>
                  <a:pt x="4108" y="24"/>
                </a:lnTo>
                <a:lnTo>
                  <a:pt x="3929" y="191"/>
                </a:lnTo>
                <a:lnTo>
                  <a:pt x="3906" y="322"/>
                </a:lnTo>
                <a:lnTo>
                  <a:pt x="3906" y="572"/>
                </a:lnTo>
                <a:lnTo>
                  <a:pt x="3918" y="786"/>
                </a:lnTo>
                <a:lnTo>
                  <a:pt x="4037" y="1191"/>
                </a:lnTo>
                <a:lnTo>
                  <a:pt x="4251" y="1536"/>
                </a:lnTo>
                <a:lnTo>
                  <a:pt x="4549" y="1810"/>
                </a:lnTo>
                <a:lnTo>
                  <a:pt x="4739" y="1917"/>
                </a:lnTo>
                <a:lnTo>
                  <a:pt x="4846" y="1977"/>
                </a:lnTo>
                <a:lnTo>
                  <a:pt x="5013" y="2143"/>
                </a:lnTo>
                <a:lnTo>
                  <a:pt x="5144" y="2334"/>
                </a:lnTo>
                <a:lnTo>
                  <a:pt x="5203" y="2560"/>
                </a:lnTo>
                <a:lnTo>
                  <a:pt x="5215" y="2679"/>
                </a:lnTo>
                <a:lnTo>
                  <a:pt x="5215" y="2929"/>
                </a:lnTo>
                <a:lnTo>
                  <a:pt x="5227" y="3060"/>
                </a:lnTo>
                <a:lnTo>
                  <a:pt x="5406" y="3239"/>
                </a:lnTo>
                <a:lnTo>
                  <a:pt x="5537" y="3263"/>
                </a:lnTo>
                <a:lnTo>
                  <a:pt x="5668" y="3239"/>
                </a:lnTo>
                <a:lnTo>
                  <a:pt x="5846" y="3060"/>
                </a:lnTo>
                <a:lnTo>
                  <a:pt x="5858" y="2929"/>
                </a:lnTo>
                <a:lnTo>
                  <a:pt x="5858" y="2679"/>
                </a:lnTo>
                <a:lnTo>
                  <a:pt x="5846" y="2465"/>
                </a:lnTo>
                <a:lnTo>
                  <a:pt x="5739" y="2072"/>
                </a:lnTo>
                <a:lnTo>
                  <a:pt x="5525" y="1727"/>
                </a:lnTo>
                <a:lnTo>
                  <a:pt x="5215" y="1441"/>
                </a:lnTo>
                <a:lnTo>
                  <a:pt x="5037" y="1334"/>
                </a:lnTo>
                <a:lnTo>
                  <a:pt x="4930" y="1274"/>
                </a:lnTo>
                <a:lnTo>
                  <a:pt x="4751" y="1119"/>
                </a:lnTo>
                <a:lnTo>
                  <a:pt x="4632" y="917"/>
                </a:lnTo>
                <a:lnTo>
                  <a:pt x="4561" y="691"/>
                </a:lnTo>
                <a:lnTo>
                  <a:pt x="4561" y="572"/>
                </a:lnTo>
                <a:lnTo>
                  <a:pt x="4561" y="322"/>
                </a:lnTo>
                <a:lnTo>
                  <a:pt x="4537" y="191"/>
                </a:lnTo>
                <a:lnTo>
                  <a:pt x="4358" y="24"/>
                </a:lnTo>
                <a:lnTo>
                  <a:pt x="4239" y="0"/>
                </a:lnTo>
                <a:close/>
                <a:moveTo>
                  <a:pt x="8311" y="4560"/>
                </a:moveTo>
                <a:lnTo>
                  <a:pt x="8621" y="4632"/>
                </a:lnTo>
                <a:lnTo>
                  <a:pt x="8918" y="4751"/>
                </a:lnTo>
                <a:lnTo>
                  <a:pt x="9180" y="4930"/>
                </a:lnTo>
                <a:lnTo>
                  <a:pt x="9395" y="5144"/>
                </a:lnTo>
                <a:lnTo>
                  <a:pt x="9573" y="5406"/>
                </a:lnTo>
                <a:lnTo>
                  <a:pt x="9692" y="5704"/>
                </a:lnTo>
                <a:lnTo>
                  <a:pt x="9764" y="6013"/>
                </a:lnTo>
                <a:lnTo>
                  <a:pt x="9764" y="6192"/>
                </a:lnTo>
                <a:lnTo>
                  <a:pt x="9764" y="6358"/>
                </a:lnTo>
                <a:lnTo>
                  <a:pt x="9692" y="6668"/>
                </a:lnTo>
                <a:lnTo>
                  <a:pt x="9573" y="6966"/>
                </a:lnTo>
                <a:lnTo>
                  <a:pt x="9395" y="7228"/>
                </a:lnTo>
                <a:lnTo>
                  <a:pt x="9180" y="7442"/>
                </a:lnTo>
                <a:lnTo>
                  <a:pt x="8918" y="7620"/>
                </a:lnTo>
                <a:lnTo>
                  <a:pt x="8621" y="7740"/>
                </a:lnTo>
                <a:lnTo>
                  <a:pt x="8311" y="7811"/>
                </a:lnTo>
                <a:lnTo>
                  <a:pt x="7811" y="7811"/>
                </a:lnTo>
                <a:lnTo>
                  <a:pt x="7811" y="4560"/>
                </a:lnTo>
                <a:close/>
                <a:moveTo>
                  <a:pt x="7168" y="4560"/>
                </a:moveTo>
                <a:lnTo>
                  <a:pt x="7168" y="8466"/>
                </a:lnTo>
                <a:lnTo>
                  <a:pt x="7144" y="8728"/>
                </a:lnTo>
                <a:lnTo>
                  <a:pt x="6942" y="9204"/>
                </a:lnTo>
                <a:lnTo>
                  <a:pt x="6597" y="9549"/>
                </a:lnTo>
                <a:lnTo>
                  <a:pt x="6120" y="9752"/>
                </a:lnTo>
                <a:lnTo>
                  <a:pt x="5858" y="9764"/>
                </a:lnTo>
                <a:lnTo>
                  <a:pt x="1953" y="9764"/>
                </a:lnTo>
                <a:lnTo>
                  <a:pt x="1691" y="9752"/>
                </a:lnTo>
                <a:lnTo>
                  <a:pt x="1227" y="9549"/>
                </a:lnTo>
                <a:lnTo>
                  <a:pt x="869" y="9204"/>
                </a:lnTo>
                <a:lnTo>
                  <a:pt x="667" y="8728"/>
                </a:lnTo>
                <a:lnTo>
                  <a:pt x="655" y="8466"/>
                </a:lnTo>
                <a:lnTo>
                  <a:pt x="655" y="4560"/>
                </a:lnTo>
                <a:close/>
                <a:moveTo>
                  <a:pt x="655" y="3906"/>
                </a:moveTo>
                <a:lnTo>
                  <a:pt x="524" y="3917"/>
                </a:lnTo>
                <a:lnTo>
                  <a:pt x="286" y="4013"/>
                </a:lnTo>
                <a:lnTo>
                  <a:pt x="107" y="4191"/>
                </a:lnTo>
                <a:lnTo>
                  <a:pt x="12" y="4429"/>
                </a:lnTo>
                <a:lnTo>
                  <a:pt x="0" y="4560"/>
                </a:lnTo>
                <a:lnTo>
                  <a:pt x="0" y="8466"/>
                </a:lnTo>
                <a:lnTo>
                  <a:pt x="12" y="8668"/>
                </a:lnTo>
                <a:lnTo>
                  <a:pt x="84" y="9049"/>
                </a:lnTo>
                <a:lnTo>
                  <a:pt x="238" y="9395"/>
                </a:lnTo>
                <a:lnTo>
                  <a:pt x="441" y="9704"/>
                </a:lnTo>
                <a:lnTo>
                  <a:pt x="715" y="9978"/>
                </a:lnTo>
                <a:lnTo>
                  <a:pt x="1024" y="10180"/>
                </a:lnTo>
                <a:lnTo>
                  <a:pt x="1369" y="10335"/>
                </a:lnTo>
                <a:lnTo>
                  <a:pt x="1751" y="10407"/>
                </a:lnTo>
                <a:lnTo>
                  <a:pt x="1953" y="10419"/>
                </a:lnTo>
                <a:lnTo>
                  <a:pt x="5858" y="10419"/>
                </a:lnTo>
                <a:lnTo>
                  <a:pt x="6061" y="10407"/>
                </a:lnTo>
                <a:lnTo>
                  <a:pt x="6442" y="10335"/>
                </a:lnTo>
                <a:lnTo>
                  <a:pt x="6799" y="10180"/>
                </a:lnTo>
                <a:lnTo>
                  <a:pt x="7109" y="9978"/>
                </a:lnTo>
                <a:lnTo>
                  <a:pt x="7370" y="9716"/>
                </a:lnTo>
                <a:lnTo>
                  <a:pt x="7585" y="9395"/>
                </a:lnTo>
                <a:lnTo>
                  <a:pt x="7728" y="9049"/>
                </a:lnTo>
                <a:lnTo>
                  <a:pt x="7811" y="8668"/>
                </a:lnTo>
                <a:lnTo>
                  <a:pt x="7811" y="8466"/>
                </a:lnTo>
                <a:lnTo>
                  <a:pt x="8144" y="8466"/>
                </a:lnTo>
                <a:lnTo>
                  <a:pt x="8371" y="8454"/>
                </a:lnTo>
                <a:lnTo>
                  <a:pt x="8823" y="8371"/>
                </a:lnTo>
                <a:lnTo>
                  <a:pt x="9228" y="8192"/>
                </a:lnTo>
                <a:lnTo>
                  <a:pt x="9597" y="7942"/>
                </a:lnTo>
                <a:lnTo>
                  <a:pt x="9907" y="7632"/>
                </a:lnTo>
                <a:lnTo>
                  <a:pt x="10145" y="7275"/>
                </a:lnTo>
                <a:lnTo>
                  <a:pt x="10323" y="6870"/>
                </a:lnTo>
                <a:lnTo>
                  <a:pt x="10407" y="6418"/>
                </a:lnTo>
                <a:lnTo>
                  <a:pt x="10419" y="6192"/>
                </a:lnTo>
                <a:lnTo>
                  <a:pt x="10419" y="6180"/>
                </a:lnTo>
                <a:lnTo>
                  <a:pt x="10419" y="5954"/>
                </a:lnTo>
                <a:lnTo>
                  <a:pt x="10323" y="5513"/>
                </a:lnTo>
                <a:lnTo>
                  <a:pt x="10145" y="5096"/>
                </a:lnTo>
                <a:lnTo>
                  <a:pt x="9907" y="4739"/>
                </a:lnTo>
                <a:lnTo>
                  <a:pt x="9597" y="4429"/>
                </a:lnTo>
                <a:lnTo>
                  <a:pt x="9228" y="4179"/>
                </a:lnTo>
                <a:lnTo>
                  <a:pt x="8823" y="4001"/>
                </a:lnTo>
                <a:lnTo>
                  <a:pt x="8383" y="3917"/>
                </a:lnTo>
                <a:lnTo>
                  <a:pt x="8144" y="390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40" name="Google Shape;3340;p176"/>
          <p:cNvSpPr/>
          <p:nvPr/>
        </p:nvSpPr>
        <p:spPr>
          <a:xfrm>
            <a:off x="16321714" y="4410011"/>
            <a:ext cx="676594" cy="540642"/>
          </a:xfrm>
          <a:custGeom>
            <a:rect b="b" l="l" r="r" t="t"/>
            <a:pathLst>
              <a:path extrusionOk="0" h="10419" w="13039">
                <a:moveTo>
                  <a:pt x="8145" y="655"/>
                </a:moveTo>
                <a:lnTo>
                  <a:pt x="8276" y="667"/>
                </a:lnTo>
                <a:lnTo>
                  <a:pt x="8455" y="846"/>
                </a:lnTo>
                <a:lnTo>
                  <a:pt x="8478" y="977"/>
                </a:lnTo>
                <a:lnTo>
                  <a:pt x="8478" y="2929"/>
                </a:lnTo>
                <a:lnTo>
                  <a:pt x="8455" y="3060"/>
                </a:lnTo>
                <a:lnTo>
                  <a:pt x="8276" y="3239"/>
                </a:lnTo>
                <a:lnTo>
                  <a:pt x="8145" y="3263"/>
                </a:lnTo>
                <a:lnTo>
                  <a:pt x="4894" y="3263"/>
                </a:lnTo>
                <a:lnTo>
                  <a:pt x="4763" y="3239"/>
                </a:lnTo>
                <a:lnTo>
                  <a:pt x="4585" y="3060"/>
                </a:lnTo>
                <a:lnTo>
                  <a:pt x="4561" y="2929"/>
                </a:lnTo>
                <a:lnTo>
                  <a:pt x="4561" y="977"/>
                </a:lnTo>
                <a:lnTo>
                  <a:pt x="4585" y="846"/>
                </a:lnTo>
                <a:lnTo>
                  <a:pt x="4763" y="667"/>
                </a:lnTo>
                <a:lnTo>
                  <a:pt x="4894" y="655"/>
                </a:lnTo>
                <a:close/>
                <a:moveTo>
                  <a:pt x="4894" y="7168"/>
                </a:moveTo>
                <a:lnTo>
                  <a:pt x="5025" y="7180"/>
                </a:lnTo>
                <a:lnTo>
                  <a:pt x="5204" y="7359"/>
                </a:lnTo>
                <a:lnTo>
                  <a:pt x="5216" y="7490"/>
                </a:lnTo>
                <a:lnTo>
                  <a:pt x="5216" y="9442"/>
                </a:lnTo>
                <a:lnTo>
                  <a:pt x="5204" y="9573"/>
                </a:lnTo>
                <a:lnTo>
                  <a:pt x="5025" y="9752"/>
                </a:lnTo>
                <a:lnTo>
                  <a:pt x="4894" y="9764"/>
                </a:lnTo>
                <a:lnTo>
                  <a:pt x="1632" y="9764"/>
                </a:lnTo>
                <a:lnTo>
                  <a:pt x="1501" y="9752"/>
                </a:lnTo>
                <a:lnTo>
                  <a:pt x="1334" y="9573"/>
                </a:lnTo>
                <a:lnTo>
                  <a:pt x="1310" y="9442"/>
                </a:lnTo>
                <a:lnTo>
                  <a:pt x="1310" y="7490"/>
                </a:lnTo>
                <a:lnTo>
                  <a:pt x="1334" y="7359"/>
                </a:lnTo>
                <a:lnTo>
                  <a:pt x="1501" y="7180"/>
                </a:lnTo>
                <a:lnTo>
                  <a:pt x="1632" y="7168"/>
                </a:lnTo>
                <a:close/>
                <a:moveTo>
                  <a:pt x="11407" y="7168"/>
                </a:moveTo>
                <a:lnTo>
                  <a:pt x="11538" y="7180"/>
                </a:lnTo>
                <a:lnTo>
                  <a:pt x="11717" y="7359"/>
                </a:lnTo>
                <a:lnTo>
                  <a:pt x="11729" y="7490"/>
                </a:lnTo>
                <a:lnTo>
                  <a:pt x="11729" y="9442"/>
                </a:lnTo>
                <a:lnTo>
                  <a:pt x="11717" y="9573"/>
                </a:lnTo>
                <a:lnTo>
                  <a:pt x="11538" y="9752"/>
                </a:lnTo>
                <a:lnTo>
                  <a:pt x="11407" y="9764"/>
                </a:lnTo>
                <a:lnTo>
                  <a:pt x="8145" y="9764"/>
                </a:lnTo>
                <a:lnTo>
                  <a:pt x="8014" y="9752"/>
                </a:lnTo>
                <a:lnTo>
                  <a:pt x="7835" y="9573"/>
                </a:lnTo>
                <a:lnTo>
                  <a:pt x="7823" y="9442"/>
                </a:lnTo>
                <a:lnTo>
                  <a:pt x="7823" y="7490"/>
                </a:lnTo>
                <a:lnTo>
                  <a:pt x="7835" y="7359"/>
                </a:lnTo>
                <a:lnTo>
                  <a:pt x="8014" y="7180"/>
                </a:lnTo>
                <a:lnTo>
                  <a:pt x="8145" y="7168"/>
                </a:lnTo>
                <a:close/>
                <a:moveTo>
                  <a:pt x="4894" y="0"/>
                </a:moveTo>
                <a:lnTo>
                  <a:pt x="4692" y="12"/>
                </a:lnTo>
                <a:lnTo>
                  <a:pt x="4347" y="167"/>
                </a:lnTo>
                <a:lnTo>
                  <a:pt x="4073" y="429"/>
                </a:lnTo>
                <a:lnTo>
                  <a:pt x="3930" y="786"/>
                </a:lnTo>
                <a:lnTo>
                  <a:pt x="3918" y="977"/>
                </a:lnTo>
                <a:lnTo>
                  <a:pt x="3918" y="2929"/>
                </a:lnTo>
                <a:lnTo>
                  <a:pt x="3930" y="3132"/>
                </a:lnTo>
                <a:lnTo>
                  <a:pt x="4073" y="3477"/>
                </a:lnTo>
                <a:lnTo>
                  <a:pt x="4347" y="3751"/>
                </a:lnTo>
                <a:lnTo>
                  <a:pt x="4692" y="3894"/>
                </a:lnTo>
                <a:lnTo>
                  <a:pt x="4894" y="3906"/>
                </a:lnTo>
                <a:lnTo>
                  <a:pt x="6192" y="3906"/>
                </a:lnTo>
                <a:lnTo>
                  <a:pt x="6192" y="4882"/>
                </a:lnTo>
                <a:lnTo>
                  <a:pt x="334" y="4882"/>
                </a:lnTo>
                <a:lnTo>
                  <a:pt x="203" y="4906"/>
                </a:lnTo>
                <a:lnTo>
                  <a:pt x="25" y="5084"/>
                </a:lnTo>
                <a:lnTo>
                  <a:pt x="1" y="5215"/>
                </a:lnTo>
                <a:lnTo>
                  <a:pt x="25" y="5346"/>
                </a:lnTo>
                <a:lnTo>
                  <a:pt x="203" y="5513"/>
                </a:lnTo>
                <a:lnTo>
                  <a:pt x="334" y="5537"/>
                </a:lnTo>
                <a:lnTo>
                  <a:pt x="2942" y="5537"/>
                </a:lnTo>
                <a:lnTo>
                  <a:pt x="2942" y="6513"/>
                </a:lnTo>
                <a:lnTo>
                  <a:pt x="1632" y="6513"/>
                </a:lnTo>
                <a:lnTo>
                  <a:pt x="1441" y="6525"/>
                </a:lnTo>
                <a:lnTo>
                  <a:pt x="1084" y="6680"/>
                </a:lnTo>
                <a:lnTo>
                  <a:pt x="822" y="6942"/>
                </a:lnTo>
                <a:lnTo>
                  <a:pt x="667" y="7287"/>
                </a:lnTo>
                <a:lnTo>
                  <a:pt x="656" y="7490"/>
                </a:lnTo>
                <a:lnTo>
                  <a:pt x="656" y="9442"/>
                </a:lnTo>
                <a:lnTo>
                  <a:pt x="667" y="9645"/>
                </a:lnTo>
                <a:lnTo>
                  <a:pt x="822" y="9990"/>
                </a:lnTo>
                <a:lnTo>
                  <a:pt x="1084" y="10252"/>
                </a:lnTo>
                <a:lnTo>
                  <a:pt x="1441" y="10407"/>
                </a:lnTo>
                <a:lnTo>
                  <a:pt x="1632" y="10419"/>
                </a:lnTo>
                <a:lnTo>
                  <a:pt x="4894" y="10419"/>
                </a:lnTo>
                <a:lnTo>
                  <a:pt x="5085" y="10407"/>
                </a:lnTo>
                <a:lnTo>
                  <a:pt x="5442" y="10252"/>
                </a:lnTo>
                <a:lnTo>
                  <a:pt x="5704" y="9990"/>
                </a:lnTo>
                <a:lnTo>
                  <a:pt x="5859" y="9645"/>
                </a:lnTo>
                <a:lnTo>
                  <a:pt x="5871" y="9442"/>
                </a:lnTo>
                <a:lnTo>
                  <a:pt x="5871" y="7490"/>
                </a:lnTo>
                <a:lnTo>
                  <a:pt x="5859" y="7287"/>
                </a:lnTo>
                <a:lnTo>
                  <a:pt x="5704" y="6942"/>
                </a:lnTo>
                <a:lnTo>
                  <a:pt x="5442" y="6680"/>
                </a:lnTo>
                <a:lnTo>
                  <a:pt x="5085" y="6525"/>
                </a:lnTo>
                <a:lnTo>
                  <a:pt x="4894" y="6513"/>
                </a:lnTo>
                <a:lnTo>
                  <a:pt x="3585" y="6513"/>
                </a:lnTo>
                <a:lnTo>
                  <a:pt x="3585" y="5537"/>
                </a:lnTo>
                <a:lnTo>
                  <a:pt x="9455" y="5537"/>
                </a:lnTo>
                <a:lnTo>
                  <a:pt x="9455" y="6513"/>
                </a:lnTo>
                <a:lnTo>
                  <a:pt x="8145" y="6513"/>
                </a:lnTo>
                <a:lnTo>
                  <a:pt x="7954" y="6525"/>
                </a:lnTo>
                <a:lnTo>
                  <a:pt x="7597" y="6680"/>
                </a:lnTo>
                <a:lnTo>
                  <a:pt x="7335" y="6942"/>
                </a:lnTo>
                <a:lnTo>
                  <a:pt x="7180" y="7287"/>
                </a:lnTo>
                <a:lnTo>
                  <a:pt x="7169" y="7490"/>
                </a:lnTo>
                <a:lnTo>
                  <a:pt x="7169" y="9442"/>
                </a:lnTo>
                <a:lnTo>
                  <a:pt x="7180" y="9645"/>
                </a:lnTo>
                <a:lnTo>
                  <a:pt x="7335" y="9990"/>
                </a:lnTo>
                <a:lnTo>
                  <a:pt x="7597" y="10252"/>
                </a:lnTo>
                <a:lnTo>
                  <a:pt x="7954" y="10407"/>
                </a:lnTo>
                <a:lnTo>
                  <a:pt x="8145" y="10419"/>
                </a:lnTo>
                <a:lnTo>
                  <a:pt x="11407" y="10419"/>
                </a:lnTo>
                <a:lnTo>
                  <a:pt x="11598" y="10407"/>
                </a:lnTo>
                <a:lnTo>
                  <a:pt x="11955" y="10252"/>
                </a:lnTo>
                <a:lnTo>
                  <a:pt x="12217" y="9990"/>
                </a:lnTo>
                <a:lnTo>
                  <a:pt x="12372" y="9645"/>
                </a:lnTo>
                <a:lnTo>
                  <a:pt x="12384" y="9442"/>
                </a:lnTo>
                <a:lnTo>
                  <a:pt x="12384" y="7490"/>
                </a:lnTo>
                <a:lnTo>
                  <a:pt x="12372" y="7287"/>
                </a:lnTo>
                <a:lnTo>
                  <a:pt x="12217" y="6942"/>
                </a:lnTo>
                <a:lnTo>
                  <a:pt x="11955" y="6680"/>
                </a:lnTo>
                <a:lnTo>
                  <a:pt x="11598" y="6525"/>
                </a:lnTo>
                <a:lnTo>
                  <a:pt x="11407" y="6513"/>
                </a:lnTo>
                <a:lnTo>
                  <a:pt x="10098" y="6513"/>
                </a:lnTo>
                <a:lnTo>
                  <a:pt x="10098" y="5537"/>
                </a:lnTo>
                <a:lnTo>
                  <a:pt x="12705" y="5537"/>
                </a:lnTo>
                <a:lnTo>
                  <a:pt x="12836" y="5513"/>
                </a:lnTo>
                <a:lnTo>
                  <a:pt x="13015" y="5346"/>
                </a:lnTo>
                <a:lnTo>
                  <a:pt x="13039" y="5215"/>
                </a:lnTo>
                <a:lnTo>
                  <a:pt x="13015" y="5084"/>
                </a:lnTo>
                <a:lnTo>
                  <a:pt x="12836" y="4906"/>
                </a:lnTo>
                <a:lnTo>
                  <a:pt x="12705" y="4882"/>
                </a:lnTo>
                <a:lnTo>
                  <a:pt x="6847" y="4882"/>
                </a:lnTo>
                <a:lnTo>
                  <a:pt x="6847" y="3906"/>
                </a:lnTo>
                <a:lnTo>
                  <a:pt x="8145" y="3906"/>
                </a:lnTo>
                <a:lnTo>
                  <a:pt x="8347" y="3894"/>
                </a:lnTo>
                <a:lnTo>
                  <a:pt x="8693" y="3751"/>
                </a:lnTo>
                <a:lnTo>
                  <a:pt x="8967" y="3477"/>
                </a:lnTo>
                <a:lnTo>
                  <a:pt x="9109" y="3132"/>
                </a:lnTo>
                <a:lnTo>
                  <a:pt x="9121" y="2929"/>
                </a:lnTo>
                <a:lnTo>
                  <a:pt x="9121" y="977"/>
                </a:lnTo>
                <a:lnTo>
                  <a:pt x="9109" y="786"/>
                </a:lnTo>
                <a:lnTo>
                  <a:pt x="8967" y="429"/>
                </a:lnTo>
                <a:lnTo>
                  <a:pt x="8693" y="167"/>
                </a:lnTo>
                <a:lnTo>
                  <a:pt x="8347" y="12"/>
                </a:lnTo>
                <a:lnTo>
                  <a:pt x="8145"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41" name="Google Shape;3341;p176"/>
          <p:cNvSpPr/>
          <p:nvPr/>
        </p:nvSpPr>
        <p:spPr>
          <a:xfrm>
            <a:off x="14442065" y="6640540"/>
            <a:ext cx="607995" cy="540694"/>
          </a:xfrm>
          <a:custGeom>
            <a:rect b="b" l="l" r="r" t="t"/>
            <a:pathLst>
              <a:path extrusionOk="0" h="10420" w="11717">
                <a:moveTo>
                  <a:pt x="1953" y="656"/>
                </a:moveTo>
                <a:lnTo>
                  <a:pt x="2084" y="668"/>
                </a:lnTo>
                <a:lnTo>
                  <a:pt x="2310" y="763"/>
                </a:lnTo>
                <a:lnTo>
                  <a:pt x="2489" y="941"/>
                </a:lnTo>
                <a:lnTo>
                  <a:pt x="2596" y="1168"/>
                </a:lnTo>
                <a:lnTo>
                  <a:pt x="2596" y="1311"/>
                </a:lnTo>
                <a:lnTo>
                  <a:pt x="2596" y="1442"/>
                </a:lnTo>
                <a:lnTo>
                  <a:pt x="2489" y="1668"/>
                </a:lnTo>
                <a:lnTo>
                  <a:pt x="2310" y="1846"/>
                </a:lnTo>
                <a:lnTo>
                  <a:pt x="2084" y="1942"/>
                </a:lnTo>
                <a:lnTo>
                  <a:pt x="1953" y="1954"/>
                </a:lnTo>
                <a:lnTo>
                  <a:pt x="1810" y="1942"/>
                </a:lnTo>
                <a:lnTo>
                  <a:pt x="1584" y="1846"/>
                </a:lnTo>
                <a:lnTo>
                  <a:pt x="1406" y="1668"/>
                </a:lnTo>
                <a:lnTo>
                  <a:pt x="1310" y="1442"/>
                </a:lnTo>
                <a:lnTo>
                  <a:pt x="1298" y="1311"/>
                </a:lnTo>
                <a:lnTo>
                  <a:pt x="1310" y="1168"/>
                </a:lnTo>
                <a:lnTo>
                  <a:pt x="1406" y="941"/>
                </a:lnTo>
                <a:lnTo>
                  <a:pt x="1584" y="763"/>
                </a:lnTo>
                <a:lnTo>
                  <a:pt x="1810" y="668"/>
                </a:lnTo>
                <a:lnTo>
                  <a:pt x="1953" y="656"/>
                </a:lnTo>
                <a:close/>
                <a:moveTo>
                  <a:pt x="9764" y="656"/>
                </a:moveTo>
                <a:lnTo>
                  <a:pt x="9895" y="668"/>
                </a:lnTo>
                <a:lnTo>
                  <a:pt x="10133" y="763"/>
                </a:lnTo>
                <a:lnTo>
                  <a:pt x="10312" y="941"/>
                </a:lnTo>
                <a:lnTo>
                  <a:pt x="10407" y="1168"/>
                </a:lnTo>
                <a:lnTo>
                  <a:pt x="10419" y="1311"/>
                </a:lnTo>
                <a:lnTo>
                  <a:pt x="10407" y="1442"/>
                </a:lnTo>
                <a:lnTo>
                  <a:pt x="10312" y="1668"/>
                </a:lnTo>
                <a:lnTo>
                  <a:pt x="10133" y="1846"/>
                </a:lnTo>
                <a:lnTo>
                  <a:pt x="9895" y="1942"/>
                </a:lnTo>
                <a:lnTo>
                  <a:pt x="9764" y="1954"/>
                </a:lnTo>
                <a:lnTo>
                  <a:pt x="9633" y="1942"/>
                </a:lnTo>
                <a:lnTo>
                  <a:pt x="9395" y="1846"/>
                </a:lnTo>
                <a:lnTo>
                  <a:pt x="9216" y="1668"/>
                </a:lnTo>
                <a:lnTo>
                  <a:pt x="9121" y="1442"/>
                </a:lnTo>
                <a:lnTo>
                  <a:pt x="9109" y="1311"/>
                </a:lnTo>
                <a:lnTo>
                  <a:pt x="9121" y="1168"/>
                </a:lnTo>
                <a:lnTo>
                  <a:pt x="9216" y="941"/>
                </a:lnTo>
                <a:lnTo>
                  <a:pt x="9395" y="763"/>
                </a:lnTo>
                <a:lnTo>
                  <a:pt x="9633" y="668"/>
                </a:lnTo>
                <a:lnTo>
                  <a:pt x="9764" y="656"/>
                </a:lnTo>
                <a:close/>
                <a:moveTo>
                  <a:pt x="1941" y="1"/>
                </a:moveTo>
                <a:lnTo>
                  <a:pt x="1679" y="25"/>
                </a:lnTo>
                <a:lnTo>
                  <a:pt x="1215" y="215"/>
                </a:lnTo>
                <a:lnTo>
                  <a:pt x="858" y="572"/>
                </a:lnTo>
                <a:lnTo>
                  <a:pt x="667" y="1037"/>
                </a:lnTo>
                <a:lnTo>
                  <a:pt x="643" y="1311"/>
                </a:lnTo>
                <a:lnTo>
                  <a:pt x="667" y="1573"/>
                </a:lnTo>
                <a:lnTo>
                  <a:pt x="858" y="2037"/>
                </a:lnTo>
                <a:lnTo>
                  <a:pt x="1215" y="2394"/>
                </a:lnTo>
                <a:lnTo>
                  <a:pt x="1679" y="2585"/>
                </a:lnTo>
                <a:lnTo>
                  <a:pt x="1941" y="2608"/>
                </a:lnTo>
                <a:lnTo>
                  <a:pt x="2215" y="2585"/>
                </a:lnTo>
                <a:lnTo>
                  <a:pt x="2680" y="2394"/>
                </a:lnTo>
                <a:lnTo>
                  <a:pt x="3037" y="2037"/>
                </a:lnTo>
                <a:lnTo>
                  <a:pt x="3227" y="1573"/>
                </a:lnTo>
                <a:lnTo>
                  <a:pt x="3251" y="1311"/>
                </a:lnTo>
                <a:lnTo>
                  <a:pt x="3227" y="1037"/>
                </a:lnTo>
                <a:lnTo>
                  <a:pt x="3037" y="572"/>
                </a:lnTo>
                <a:lnTo>
                  <a:pt x="2680" y="215"/>
                </a:lnTo>
                <a:lnTo>
                  <a:pt x="2215" y="25"/>
                </a:lnTo>
                <a:lnTo>
                  <a:pt x="1941" y="1"/>
                </a:lnTo>
                <a:close/>
                <a:moveTo>
                  <a:pt x="9764" y="1"/>
                </a:moveTo>
                <a:lnTo>
                  <a:pt x="9502" y="25"/>
                </a:lnTo>
                <a:lnTo>
                  <a:pt x="9026" y="215"/>
                </a:lnTo>
                <a:lnTo>
                  <a:pt x="8681" y="572"/>
                </a:lnTo>
                <a:lnTo>
                  <a:pt x="8478" y="1037"/>
                </a:lnTo>
                <a:lnTo>
                  <a:pt x="8454" y="1311"/>
                </a:lnTo>
                <a:lnTo>
                  <a:pt x="8478" y="1573"/>
                </a:lnTo>
                <a:lnTo>
                  <a:pt x="8681" y="2037"/>
                </a:lnTo>
                <a:lnTo>
                  <a:pt x="9026" y="2394"/>
                </a:lnTo>
                <a:lnTo>
                  <a:pt x="9502" y="2585"/>
                </a:lnTo>
                <a:lnTo>
                  <a:pt x="9764" y="2608"/>
                </a:lnTo>
                <a:lnTo>
                  <a:pt x="10026" y="2585"/>
                </a:lnTo>
                <a:lnTo>
                  <a:pt x="10490" y="2394"/>
                </a:lnTo>
                <a:lnTo>
                  <a:pt x="10848" y="2037"/>
                </a:lnTo>
                <a:lnTo>
                  <a:pt x="11050" y="1573"/>
                </a:lnTo>
                <a:lnTo>
                  <a:pt x="11062" y="1311"/>
                </a:lnTo>
                <a:lnTo>
                  <a:pt x="11050" y="1037"/>
                </a:lnTo>
                <a:lnTo>
                  <a:pt x="10848" y="572"/>
                </a:lnTo>
                <a:lnTo>
                  <a:pt x="10490" y="215"/>
                </a:lnTo>
                <a:lnTo>
                  <a:pt x="10026" y="25"/>
                </a:lnTo>
                <a:lnTo>
                  <a:pt x="9764" y="1"/>
                </a:lnTo>
                <a:close/>
                <a:moveTo>
                  <a:pt x="4096" y="4573"/>
                </a:moveTo>
                <a:lnTo>
                  <a:pt x="4001" y="4656"/>
                </a:lnTo>
                <a:lnTo>
                  <a:pt x="2691" y="5954"/>
                </a:lnTo>
                <a:lnTo>
                  <a:pt x="2656" y="6002"/>
                </a:lnTo>
                <a:lnTo>
                  <a:pt x="2620" y="6061"/>
                </a:lnTo>
                <a:lnTo>
                  <a:pt x="2584" y="6192"/>
                </a:lnTo>
                <a:lnTo>
                  <a:pt x="2620" y="6311"/>
                </a:lnTo>
                <a:lnTo>
                  <a:pt x="2656" y="6371"/>
                </a:lnTo>
                <a:lnTo>
                  <a:pt x="2691" y="6419"/>
                </a:lnTo>
                <a:lnTo>
                  <a:pt x="4001" y="7716"/>
                </a:lnTo>
                <a:lnTo>
                  <a:pt x="4096" y="7800"/>
                </a:lnTo>
                <a:lnTo>
                  <a:pt x="4227" y="7812"/>
                </a:lnTo>
                <a:lnTo>
                  <a:pt x="4346" y="7800"/>
                </a:lnTo>
                <a:lnTo>
                  <a:pt x="4454" y="7716"/>
                </a:lnTo>
                <a:lnTo>
                  <a:pt x="4537" y="7621"/>
                </a:lnTo>
                <a:lnTo>
                  <a:pt x="4537" y="7371"/>
                </a:lnTo>
                <a:lnTo>
                  <a:pt x="4454" y="7264"/>
                </a:lnTo>
                <a:lnTo>
                  <a:pt x="3715" y="6514"/>
                </a:lnTo>
                <a:lnTo>
                  <a:pt x="8002" y="6514"/>
                </a:lnTo>
                <a:lnTo>
                  <a:pt x="7252" y="7264"/>
                </a:lnTo>
                <a:lnTo>
                  <a:pt x="7168" y="7371"/>
                </a:lnTo>
                <a:lnTo>
                  <a:pt x="7168" y="7621"/>
                </a:lnTo>
                <a:lnTo>
                  <a:pt x="7252" y="7716"/>
                </a:lnTo>
                <a:lnTo>
                  <a:pt x="7359" y="7800"/>
                </a:lnTo>
                <a:lnTo>
                  <a:pt x="7478" y="7812"/>
                </a:lnTo>
                <a:lnTo>
                  <a:pt x="7609" y="7800"/>
                </a:lnTo>
                <a:lnTo>
                  <a:pt x="7716" y="7716"/>
                </a:lnTo>
                <a:lnTo>
                  <a:pt x="9014" y="6419"/>
                </a:lnTo>
                <a:lnTo>
                  <a:pt x="9050" y="6371"/>
                </a:lnTo>
                <a:lnTo>
                  <a:pt x="9085" y="6311"/>
                </a:lnTo>
                <a:lnTo>
                  <a:pt x="9121" y="6192"/>
                </a:lnTo>
                <a:lnTo>
                  <a:pt x="9085" y="6061"/>
                </a:lnTo>
                <a:lnTo>
                  <a:pt x="9062" y="6002"/>
                </a:lnTo>
                <a:lnTo>
                  <a:pt x="9014" y="5954"/>
                </a:lnTo>
                <a:lnTo>
                  <a:pt x="7716" y="4656"/>
                </a:lnTo>
                <a:lnTo>
                  <a:pt x="7609" y="4573"/>
                </a:lnTo>
                <a:lnTo>
                  <a:pt x="7359" y="4573"/>
                </a:lnTo>
                <a:lnTo>
                  <a:pt x="7252" y="4656"/>
                </a:lnTo>
                <a:lnTo>
                  <a:pt x="7168" y="4764"/>
                </a:lnTo>
                <a:lnTo>
                  <a:pt x="7168" y="5014"/>
                </a:lnTo>
                <a:lnTo>
                  <a:pt x="7252" y="5121"/>
                </a:lnTo>
                <a:lnTo>
                  <a:pt x="8002" y="5859"/>
                </a:lnTo>
                <a:lnTo>
                  <a:pt x="3715" y="5859"/>
                </a:lnTo>
                <a:lnTo>
                  <a:pt x="4454" y="5121"/>
                </a:lnTo>
                <a:lnTo>
                  <a:pt x="4537" y="5014"/>
                </a:lnTo>
                <a:lnTo>
                  <a:pt x="4537" y="4764"/>
                </a:lnTo>
                <a:lnTo>
                  <a:pt x="4454" y="4656"/>
                </a:lnTo>
                <a:lnTo>
                  <a:pt x="4346" y="4573"/>
                </a:lnTo>
                <a:close/>
                <a:moveTo>
                  <a:pt x="1453" y="3263"/>
                </a:moveTo>
                <a:lnTo>
                  <a:pt x="1144" y="3323"/>
                </a:lnTo>
                <a:lnTo>
                  <a:pt x="846" y="3454"/>
                </a:lnTo>
                <a:lnTo>
                  <a:pt x="584" y="3632"/>
                </a:lnTo>
                <a:lnTo>
                  <a:pt x="370" y="3847"/>
                </a:lnTo>
                <a:lnTo>
                  <a:pt x="191" y="4109"/>
                </a:lnTo>
                <a:lnTo>
                  <a:pt x="72" y="4406"/>
                </a:lnTo>
                <a:lnTo>
                  <a:pt x="1" y="4716"/>
                </a:lnTo>
                <a:lnTo>
                  <a:pt x="1" y="4883"/>
                </a:lnTo>
                <a:lnTo>
                  <a:pt x="1" y="6514"/>
                </a:lnTo>
                <a:lnTo>
                  <a:pt x="1" y="6645"/>
                </a:lnTo>
                <a:lnTo>
                  <a:pt x="108" y="6883"/>
                </a:lnTo>
                <a:lnTo>
                  <a:pt x="274" y="7062"/>
                </a:lnTo>
                <a:lnTo>
                  <a:pt x="501" y="7157"/>
                </a:lnTo>
                <a:lnTo>
                  <a:pt x="632" y="7169"/>
                </a:lnTo>
                <a:lnTo>
                  <a:pt x="643" y="10098"/>
                </a:lnTo>
                <a:lnTo>
                  <a:pt x="667" y="10229"/>
                </a:lnTo>
                <a:lnTo>
                  <a:pt x="846" y="10407"/>
                </a:lnTo>
                <a:lnTo>
                  <a:pt x="977" y="10419"/>
                </a:lnTo>
                <a:lnTo>
                  <a:pt x="1108" y="10407"/>
                </a:lnTo>
                <a:lnTo>
                  <a:pt x="1275" y="10229"/>
                </a:lnTo>
                <a:lnTo>
                  <a:pt x="1298" y="10098"/>
                </a:lnTo>
                <a:lnTo>
                  <a:pt x="1298" y="6835"/>
                </a:lnTo>
                <a:lnTo>
                  <a:pt x="1275" y="6704"/>
                </a:lnTo>
                <a:lnTo>
                  <a:pt x="1108" y="6538"/>
                </a:lnTo>
                <a:lnTo>
                  <a:pt x="977" y="6514"/>
                </a:lnTo>
                <a:lnTo>
                  <a:pt x="643" y="6514"/>
                </a:lnTo>
                <a:lnTo>
                  <a:pt x="643" y="4883"/>
                </a:lnTo>
                <a:lnTo>
                  <a:pt x="655" y="4692"/>
                </a:lnTo>
                <a:lnTo>
                  <a:pt x="810" y="4347"/>
                </a:lnTo>
                <a:lnTo>
                  <a:pt x="1072" y="4085"/>
                </a:lnTo>
                <a:lnTo>
                  <a:pt x="1429" y="3942"/>
                </a:lnTo>
                <a:lnTo>
                  <a:pt x="1620" y="3930"/>
                </a:lnTo>
                <a:lnTo>
                  <a:pt x="2144" y="3930"/>
                </a:lnTo>
                <a:lnTo>
                  <a:pt x="2370" y="3990"/>
                </a:lnTo>
                <a:lnTo>
                  <a:pt x="2656" y="4204"/>
                </a:lnTo>
                <a:lnTo>
                  <a:pt x="2799" y="4406"/>
                </a:lnTo>
                <a:lnTo>
                  <a:pt x="2882" y="4502"/>
                </a:lnTo>
                <a:lnTo>
                  <a:pt x="3120" y="4561"/>
                </a:lnTo>
                <a:lnTo>
                  <a:pt x="3239" y="4513"/>
                </a:lnTo>
                <a:lnTo>
                  <a:pt x="3346" y="4430"/>
                </a:lnTo>
                <a:lnTo>
                  <a:pt x="3406" y="4192"/>
                </a:lnTo>
                <a:lnTo>
                  <a:pt x="3358" y="4073"/>
                </a:lnTo>
                <a:lnTo>
                  <a:pt x="3239" y="3882"/>
                </a:lnTo>
                <a:lnTo>
                  <a:pt x="2941" y="3585"/>
                </a:lnTo>
                <a:lnTo>
                  <a:pt x="2572" y="3382"/>
                </a:lnTo>
                <a:lnTo>
                  <a:pt x="2168" y="3263"/>
                </a:lnTo>
                <a:close/>
                <a:moveTo>
                  <a:pt x="2930" y="7812"/>
                </a:moveTo>
                <a:lnTo>
                  <a:pt x="2799" y="7835"/>
                </a:lnTo>
                <a:lnTo>
                  <a:pt x="2620" y="8014"/>
                </a:lnTo>
                <a:lnTo>
                  <a:pt x="2596" y="8145"/>
                </a:lnTo>
                <a:lnTo>
                  <a:pt x="2596" y="10098"/>
                </a:lnTo>
                <a:lnTo>
                  <a:pt x="2620" y="10229"/>
                </a:lnTo>
                <a:lnTo>
                  <a:pt x="2799" y="10407"/>
                </a:lnTo>
                <a:lnTo>
                  <a:pt x="2930" y="10419"/>
                </a:lnTo>
                <a:lnTo>
                  <a:pt x="3061" y="10407"/>
                </a:lnTo>
                <a:lnTo>
                  <a:pt x="3227" y="10229"/>
                </a:lnTo>
                <a:lnTo>
                  <a:pt x="3251" y="10098"/>
                </a:lnTo>
                <a:lnTo>
                  <a:pt x="3251" y="8145"/>
                </a:lnTo>
                <a:lnTo>
                  <a:pt x="3227" y="8014"/>
                </a:lnTo>
                <a:lnTo>
                  <a:pt x="3061" y="7835"/>
                </a:lnTo>
                <a:lnTo>
                  <a:pt x="2930" y="7812"/>
                </a:lnTo>
                <a:close/>
                <a:moveTo>
                  <a:pt x="8788" y="7812"/>
                </a:moveTo>
                <a:lnTo>
                  <a:pt x="8657" y="7835"/>
                </a:lnTo>
                <a:lnTo>
                  <a:pt x="8478" y="8014"/>
                </a:lnTo>
                <a:lnTo>
                  <a:pt x="8454" y="8145"/>
                </a:lnTo>
                <a:lnTo>
                  <a:pt x="8454" y="10098"/>
                </a:lnTo>
                <a:lnTo>
                  <a:pt x="8478" y="10229"/>
                </a:lnTo>
                <a:lnTo>
                  <a:pt x="8657" y="10407"/>
                </a:lnTo>
                <a:lnTo>
                  <a:pt x="8788" y="10419"/>
                </a:lnTo>
                <a:lnTo>
                  <a:pt x="8919" y="10407"/>
                </a:lnTo>
                <a:lnTo>
                  <a:pt x="9097" y="10229"/>
                </a:lnTo>
                <a:lnTo>
                  <a:pt x="9109" y="10098"/>
                </a:lnTo>
                <a:lnTo>
                  <a:pt x="9109" y="8145"/>
                </a:lnTo>
                <a:lnTo>
                  <a:pt x="9097" y="8014"/>
                </a:lnTo>
                <a:lnTo>
                  <a:pt x="8919" y="7835"/>
                </a:lnTo>
                <a:lnTo>
                  <a:pt x="8788" y="7812"/>
                </a:lnTo>
                <a:close/>
                <a:moveTo>
                  <a:pt x="9550" y="3263"/>
                </a:moveTo>
                <a:lnTo>
                  <a:pt x="9133" y="3382"/>
                </a:lnTo>
                <a:lnTo>
                  <a:pt x="8776" y="3585"/>
                </a:lnTo>
                <a:lnTo>
                  <a:pt x="8466" y="3894"/>
                </a:lnTo>
                <a:lnTo>
                  <a:pt x="8359" y="4073"/>
                </a:lnTo>
                <a:lnTo>
                  <a:pt x="8300" y="4192"/>
                </a:lnTo>
                <a:lnTo>
                  <a:pt x="8371" y="4430"/>
                </a:lnTo>
                <a:lnTo>
                  <a:pt x="8478" y="4513"/>
                </a:lnTo>
                <a:lnTo>
                  <a:pt x="8597" y="4561"/>
                </a:lnTo>
                <a:lnTo>
                  <a:pt x="8835" y="4502"/>
                </a:lnTo>
                <a:lnTo>
                  <a:pt x="8919" y="4406"/>
                </a:lnTo>
                <a:lnTo>
                  <a:pt x="9062" y="4204"/>
                </a:lnTo>
                <a:lnTo>
                  <a:pt x="9347" y="3990"/>
                </a:lnTo>
                <a:lnTo>
                  <a:pt x="9574" y="3918"/>
                </a:lnTo>
                <a:lnTo>
                  <a:pt x="9693" y="3906"/>
                </a:lnTo>
                <a:lnTo>
                  <a:pt x="10086" y="3906"/>
                </a:lnTo>
                <a:lnTo>
                  <a:pt x="10288" y="3918"/>
                </a:lnTo>
                <a:lnTo>
                  <a:pt x="10633" y="4073"/>
                </a:lnTo>
                <a:lnTo>
                  <a:pt x="10907" y="4335"/>
                </a:lnTo>
                <a:lnTo>
                  <a:pt x="11050" y="4692"/>
                </a:lnTo>
                <a:lnTo>
                  <a:pt x="11062" y="4883"/>
                </a:lnTo>
                <a:lnTo>
                  <a:pt x="11062" y="6514"/>
                </a:lnTo>
                <a:lnTo>
                  <a:pt x="10740" y="6514"/>
                </a:lnTo>
                <a:lnTo>
                  <a:pt x="10609" y="6538"/>
                </a:lnTo>
                <a:lnTo>
                  <a:pt x="10431" y="6704"/>
                </a:lnTo>
                <a:lnTo>
                  <a:pt x="10407" y="6835"/>
                </a:lnTo>
                <a:lnTo>
                  <a:pt x="10407" y="10098"/>
                </a:lnTo>
                <a:lnTo>
                  <a:pt x="10431" y="10229"/>
                </a:lnTo>
                <a:lnTo>
                  <a:pt x="10609" y="10407"/>
                </a:lnTo>
                <a:lnTo>
                  <a:pt x="10740" y="10419"/>
                </a:lnTo>
                <a:lnTo>
                  <a:pt x="10871" y="10407"/>
                </a:lnTo>
                <a:lnTo>
                  <a:pt x="11050" y="10229"/>
                </a:lnTo>
                <a:lnTo>
                  <a:pt x="11062" y="10098"/>
                </a:lnTo>
                <a:lnTo>
                  <a:pt x="11062" y="7169"/>
                </a:lnTo>
                <a:lnTo>
                  <a:pt x="11193" y="7157"/>
                </a:lnTo>
                <a:lnTo>
                  <a:pt x="11431" y="7062"/>
                </a:lnTo>
                <a:lnTo>
                  <a:pt x="11610" y="6883"/>
                </a:lnTo>
                <a:lnTo>
                  <a:pt x="11705" y="6645"/>
                </a:lnTo>
                <a:lnTo>
                  <a:pt x="11717" y="6514"/>
                </a:lnTo>
                <a:lnTo>
                  <a:pt x="11717" y="4883"/>
                </a:lnTo>
                <a:lnTo>
                  <a:pt x="11717" y="4716"/>
                </a:lnTo>
                <a:lnTo>
                  <a:pt x="11645" y="4406"/>
                </a:lnTo>
                <a:lnTo>
                  <a:pt x="11526" y="4109"/>
                </a:lnTo>
                <a:lnTo>
                  <a:pt x="11348" y="3847"/>
                </a:lnTo>
                <a:lnTo>
                  <a:pt x="11121" y="3632"/>
                </a:lnTo>
                <a:lnTo>
                  <a:pt x="10871" y="3454"/>
                </a:lnTo>
                <a:lnTo>
                  <a:pt x="10574" y="3335"/>
                </a:lnTo>
                <a:lnTo>
                  <a:pt x="10252" y="326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2" name="Google Shape;3342;p176"/>
          <p:cNvSpPr/>
          <p:nvPr/>
        </p:nvSpPr>
        <p:spPr>
          <a:xfrm>
            <a:off x="15410195" y="6610006"/>
            <a:ext cx="675971" cy="540694"/>
          </a:xfrm>
          <a:custGeom>
            <a:rect b="b" l="l" r="r" t="t"/>
            <a:pathLst>
              <a:path extrusionOk="0" h="10420" w="13027">
                <a:moveTo>
                  <a:pt x="1442" y="656"/>
                </a:moveTo>
                <a:lnTo>
                  <a:pt x="1668" y="763"/>
                </a:lnTo>
                <a:lnTo>
                  <a:pt x="1846" y="941"/>
                </a:lnTo>
                <a:lnTo>
                  <a:pt x="1953" y="1168"/>
                </a:lnTo>
                <a:lnTo>
                  <a:pt x="1953" y="1299"/>
                </a:lnTo>
                <a:lnTo>
                  <a:pt x="1953" y="1442"/>
                </a:lnTo>
                <a:lnTo>
                  <a:pt x="1846" y="1668"/>
                </a:lnTo>
                <a:lnTo>
                  <a:pt x="1668" y="1846"/>
                </a:lnTo>
                <a:lnTo>
                  <a:pt x="1442" y="1942"/>
                </a:lnTo>
                <a:lnTo>
                  <a:pt x="1311" y="1954"/>
                </a:lnTo>
                <a:lnTo>
                  <a:pt x="1168" y="1942"/>
                </a:lnTo>
                <a:lnTo>
                  <a:pt x="941" y="1846"/>
                </a:lnTo>
                <a:lnTo>
                  <a:pt x="763" y="1668"/>
                </a:lnTo>
                <a:lnTo>
                  <a:pt x="668" y="1442"/>
                </a:lnTo>
                <a:lnTo>
                  <a:pt x="656" y="1299"/>
                </a:lnTo>
                <a:lnTo>
                  <a:pt x="668" y="1168"/>
                </a:lnTo>
                <a:lnTo>
                  <a:pt x="763" y="941"/>
                </a:lnTo>
                <a:lnTo>
                  <a:pt x="941" y="763"/>
                </a:lnTo>
                <a:lnTo>
                  <a:pt x="1168" y="656"/>
                </a:lnTo>
                <a:close/>
                <a:moveTo>
                  <a:pt x="7812" y="644"/>
                </a:moveTo>
                <a:lnTo>
                  <a:pt x="7954" y="656"/>
                </a:lnTo>
                <a:lnTo>
                  <a:pt x="8181" y="763"/>
                </a:lnTo>
                <a:lnTo>
                  <a:pt x="8359" y="930"/>
                </a:lnTo>
                <a:lnTo>
                  <a:pt x="8455" y="1168"/>
                </a:lnTo>
                <a:lnTo>
                  <a:pt x="8466" y="1299"/>
                </a:lnTo>
                <a:lnTo>
                  <a:pt x="8455" y="1430"/>
                </a:lnTo>
                <a:lnTo>
                  <a:pt x="8359" y="1668"/>
                </a:lnTo>
                <a:lnTo>
                  <a:pt x="8181" y="1846"/>
                </a:lnTo>
                <a:lnTo>
                  <a:pt x="7954" y="1942"/>
                </a:lnTo>
                <a:lnTo>
                  <a:pt x="7812" y="1954"/>
                </a:lnTo>
                <a:lnTo>
                  <a:pt x="7681" y="1942"/>
                </a:lnTo>
                <a:lnTo>
                  <a:pt x="7454" y="1846"/>
                </a:lnTo>
                <a:lnTo>
                  <a:pt x="7276" y="1668"/>
                </a:lnTo>
                <a:lnTo>
                  <a:pt x="7169" y="1430"/>
                </a:lnTo>
                <a:lnTo>
                  <a:pt x="7169" y="1299"/>
                </a:lnTo>
                <a:lnTo>
                  <a:pt x="7169" y="1168"/>
                </a:lnTo>
                <a:lnTo>
                  <a:pt x="7276" y="930"/>
                </a:lnTo>
                <a:lnTo>
                  <a:pt x="7454" y="763"/>
                </a:lnTo>
                <a:lnTo>
                  <a:pt x="7681" y="656"/>
                </a:lnTo>
                <a:lnTo>
                  <a:pt x="7812" y="644"/>
                </a:lnTo>
                <a:close/>
                <a:moveTo>
                  <a:pt x="11729" y="3906"/>
                </a:moveTo>
                <a:lnTo>
                  <a:pt x="11860" y="3918"/>
                </a:lnTo>
                <a:lnTo>
                  <a:pt x="12086" y="4013"/>
                </a:lnTo>
                <a:lnTo>
                  <a:pt x="12265" y="4192"/>
                </a:lnTo>
                <a:lnTo>
                  <a:pt x="12372" y="4418"/>
                </a:lnTo>
                <a:lnTo>
                  <a:pt x="12372" y="4561"/>
                </a:lnTo>
                <a:lnTo>
                  <a:pt x="12372" y="4692"/>
                </a:lnTo>
                <a:lnTo>
                  <a:pt x="12265" y="4918"/>
                </a:lnTo>
                <a:lnTo>
                  <a:pt x="12086" y="5097"/>
                </a:lnTo>
                <a:lnTo>
                  <a:pt x="11860" y="5204"/>
                </a:lnTo>
                <a:lnTo>
                  <a:pt x="11586" y="5204"/>
                </a:lnTo>
                <a:lnTo>
                  <a:pt x="11360" y="5097"/>
                </a:lnTo>
                <a:lnTo>
                  <a:pt x="11181" y="4918"/>
                </a:lnTo>
                <a:lnTo>
                  <a:pt x="11086" y="4692"/>
                </a:lnTo>
                <a:lnTo>
                  <a:pt x="11074" y="4561"/>
                </a:lnTo>
                <a:lnTo>
                  <a:pt x="11086" y="4418"/>
                </a:lnTo>
                <a:lnTo>
                  <a:pt x="11181" y="4192"/>
                </a:lnTo>
                <a:lnTo>
                  <a:pt x="11360" y="4013"/>
                </a:lnTo>
                <a:lnTo>
                  <a:pt x="11586" y="3918"/>
                </a:lnTo>
                <a:lnTo>
                  <a:pt x="11729" y="3906"/>
                </a:lnTo>
                <a:close/>
                <a:moveTo>
                  <a:pt x="6561" y="1632"/>
                </a:moveTo>
                <a:lnTo>
                  <a:pt x="6609" y="1799"/>
                </a:lnTo>
                <a:lnTo>
                  <a:pt x="6776" y="2096"/>
                </a:lnTo>
                <a:lnTo>
                  <a:pt x="7026" y="2335"/>
                </a:lnTo>
                <a:lnTo>
                  <a:pt x="7323" y="2501"/>
                </a:lnTo>
                <a:lnTo>
                  <a:pt x="7490" y="2549"/>
                </a:lnTo>
                <a:lnTo>
                  <a:pt x="7490" y="4597"/>
                </a:lnTo>
                <a:lnTo>
                  <a:pt x="7323" y="4644"/>
                </a:lnTo>
                <a:lnTo>
                  <a:pt x="7026" y="4823"/>
                </a:lnTo>
                <a:lnTo>
                  <a:pt x="6776" y="5061"/>
                </a:lnTo>
                <a:lnTo>
                  <a:pt x="6609" y="5371"/>
                </a:lnTo>
                <a:lnTo>
                  <a:pt x="6561" y="5537"/>
                </a:lnTo>
                <a:lnTo>
                  <a:pt x="2549" y="5537"/>
                </a:lnTo>
                <a:lnTo>
                  <a:pt x="2501" y="5371"/>
                </a:lnTo>
                <a:lnTo>
                  <a:pt x="2335" y="5061"/>
                </a:lnTo>
                <a:lnTo>
                  <a:pt x="2096" y="4823"/>
                </a:lnTo>
                <a:lnTo>
                  <a:pt x="1799" y="4644"/>
                </a:lnTo>
                <a:lnTo>
                  <a:pt x="1632" y="4597"/>
                </a:lnTo>
                <a:lnTo>
                  <a:pt x="1632" y="2549"/>
                </a:lnTo>
                <a:lnTo>
                  <a:pt x="1799" y="2501"/>
                </a:lnTo>
                <a:lnTo>
                  <a:pt x="2096" y="2335"/>
                </a:lnTo>
                <a:lnTo>
                  <a:pt x="2335" y="2096"/>
                </a:lnTo>
                <a:lnTo>
                  <a:pt x="2501" y="1799"/>
                </a:lnTo>
                <a:lnTo>
                  <a:pt x="2549" y="1632"/>
                </a:lnTo>
                <a:close/>
                <a:moveTo>
                  <a:pt x="1311" y="5204"/>
                </a:moveTo>
                <a:lnTo>
                  <a:pt x="1442" y="5216"/>
                </a:lnTo>
                <a:lnTo>
                  <a:pt x="1668" y="5311"/>
                </a:lnTo>
                <a:lnTo>
                  <a:pt x="1846" y="5490"/>
                </a:lnTo>
                <a:lnTo>
                  <a:pt x="1953" y="5728"/>
                </a:lnTo>
                <a:lnTo>
                  <a:pt x="1953" y="5859"/>
                </a:lnTo>
                <a:lnTo>
                  <a:pt x="1953" y="5990"/>
                </a:lnTo>
                <a:lnTo>
                  <a:pt x="1846" y="6228"/>
                </a:lnTo>
                <a:lnTo>
                  <a:pt x="1668" y="6407"/>
                </a:lnTo>
                <a:lnTo>
                  <a:pt x="1442" y="6502"/>
                </a:lnTo>
                <a:lnTo>
                  <a:pt x="1311" y="6514"/>
                </a:lnTo>
                <a:lnTo>
                  <a:pt x="1168" y="6502"/>
                </a:lnTo>
                <a:lnTo>
                  <a:pt x="941" y="6407"/>
                </a:lnTo>
                <a:lnTo>
                  <a:pt x="763" y="6228"/>
                </a:lnTo>
                <a:lnTo>
                  <a:pt x="668" y="5990"/>
                </a:lnTo>
                <a:lnTo>
                  <a:pt x="656" y="5859"/>
                </a:lnTo>
                <a:lnTo>
                  <a:pt x="668" y="5728"/>
                </a:lnTo>
                <a:lnTo>
                  <a:pt x="763" y="5490"/>
                </a:lnTo>
                <a:lnTo>
                  <a:pt x="941" y="5311"/>
                </a:lnTo>
                <a:lnTo>
                  <a:pt x="1168" y="5216"/>
                </a:lnTo>
                <a:lnTo>
                  <a:pt x="1311" y="5204"/>
                </a:lnTo>
                <a:close/>
                <a:moveTo>
                  <a:pt x="7812" y="5204"/>
                </a:moveTo>
                <a:lnTo>
                  <a:pt x="7954" y="5216"/>
                </a:lnTo>
                <a:lnTo>
                  <a:pt x="8181" y="5311"/>
                </a:lnTo>
                <a:lnTo>
                  <a:pt x="8359" y="5490"/>
                </a:lnTo>
                <a:lnTo>
                  <a:pt x="8455" y="5728"/>
                </a:lnTo>
                <a:lnTo>
                  <a:pt x="8466" y="5859"/>
                </a:lnTo>
                <a:lnTo>
                  <a:pt x="8455" y="5990"/>
                </a:lnTo>
                <a:lnTo>
                  <a:pt x="8359" y="6228"/>
                </a:lnTo>
                <a:lnTo>
                  <a:pt x="8181" y="6407"/>
                </a:lnTo>
                <a:lnTo>
                  <a:pt x="7954" y="6502"/>
                </a:lnTo>
                <a:lnTo>
                  <a:pt x="7812" y="6514"/>
                </a:lnTo>
                <a:lnTo>
                  <a:pt x="7681" y="6502"/>
                </a:lnTo>
                <a:lnTo>
                  <a:pt x="7454" y="6407"/>
                </a:lnTo>
                <a:lnTo>
                  <a:pt x="7276" y="6228"/>
                </a:lnTo>
                <a:lnTo>
                  <a:pt x="7169" y="5990"/>
                </a:lnTo>
                <a:lnTo>
                  <a:pt x="7169" y="5859"/>
                </a:lnTo>
                <a:lnTo>
                  <a:pt x="7169" y="5728"/>
                </a:lnTo>
                <a:lnTo>
                  <a:pt x="7276" y="5490"/>
                </a:lnTo>
                <a:lnTo>
                  <a:pt x="7454" y="5311"/>
                </a:lnTo>
                <a:lnTo>
                  <a:pt x="7681" y="5216"/>
                </a:lnTo>
                <a:lnTo>
                  <a:pt x="7812" y="5204"/>
                </a:lnTo>
                <a:close/>
                <a:moveTo>
                  <a:pt x="1311" y="1"/>
                </a:moveTo>
                <a:lnTo>
                  <a:pt x="1037" y="25"/>
                </a:lnTo>
                <a:lnTo>
                  <a:pt x="572" y="215"/>
                </a:lnTo>
                <a:lnTo>
                  <a:pt x="215" y="572"/>
                </a:lnTo>
                <a:lnTo>
                  <a:pt x="25" y="1037"/>
                </a:lnTo>
                <a:lnTo>
                  <a:pt x="1" y="1299"/>
                </a:lnTo>
                <a:lnTo>
                  <a:pt x="13" y="1525"/>
                </a:lnTo>
                <a:lnTo>
                  <a:pt x="156" y="1930"/>
                </a:lnTo>
                <a:lnTo>
                  <a:pt x="418" y="2263"/>
                </a:lnTo>
                <a:lnTo>
                  <a:pt x="775" y="2489"/>
                </a:lnTo>
                <a:lnTo>
                  <a:pt x="977" y="2549"/>
                </a:lnTo>
                <a:lnTo>
                  <a:pt x="977" y="4597"/>
                </a:lnTo>
                <a:lnTo>
                  <a:pt x="775" y="4668"/>
                </a:lnTo>
                <a:lnTo>
                  <a:pt x="418" y="4895"/>
                </a:lnTo>
                <a:lnTo>
                  <a:pt x="156" y="5228"/>
                </a:lnTo>
                <a:lnTo>
                  <a:pt x="13" y="5633"/>
                </a:lnTo>
                <a:lnTo>
                  <a:pt x="1" y="5859"/>
                </a:lnTo>
                <a:lnTo>
                  <a:pt x="25" y="6121"/>
                </a:lnTo>
                <a:lnTo>
                  <a:pt x="215" y="6597"/>
                </a:lnTo>
                <a:lnTo>
                  <a:pt x="572" y="6942"/>
                </a:lnTo>
                <a:lnTo>
                  <a:pt x="1037" y="7145"/>
                </a:lnTo>
                <a:lnTo>
                  <a:pt x="1311" y="7169"/>
                </a:lnTo>
                <a:lnTo>
                  <a:pt x="1525" y="7145"/>
                </a:lnTo>
                <a:lnTo>
                  <a:pt x="1930" y="7002"/>
                </a:lnTo>
                <a:lnTo>
                  <a:pt x="2263" y="6740"/>
                </a:lnTo>
                <a:lnTo>
                  <a:pt x="2489" y="6395"/>
                </a:lnTo>
                <a:lnTo>
                  <a:pt x="2549" y="6192"/>
                </a:lnTo>
                <a:lnTo>
                  <a:pt x="6561" y="6192"/>
                </a:lnTo>
                <a:lnTo>
                  <a:pt x="6621" y="6395"/>
                </a:lnTo>
                <a:lnTo>
                  <a:pt x="6859" y="6740"/>
                </a:lnTo>
                <a:lnTo>
                  <a:pt x="7192" y="7002"/>
                </a:lnTo>
                <a:lnTo>
                  <a:pt x="7597" y="7145"/>
                </a:lnTo>
                <a:lnTo>
                  <a:pt x="7824" y="7169"/>
                </a:lnTo>
                <a:lnTo>
                  <a:pt x="8085" y="7145"/>
                </a:lnTo>
                <a:lnTo>
                  <a:pt x="8550" y="6942"/>
                </a:lnTo>
                <a:lnTo>
                  <a:pt x="8907" y="6597"/>
                </a:lnTo>
                <a:lnTo>
                  <a:pt x="9098" y="6121"/>
                </a:lnTo>
                <a:lnTo>
                  <a:pt x="9121" y="5859"/>
                </a:lnTo>
                <a:lnTo>
                  <a:pt x="9109" y="5633"/>
                </a:lnTo>
                <a:lnTo>
                  <a:pt x="8967" y="5228"/>
                </a:lnTo>
                <a:lnTo>
                  <a:pt x="8705" y="4895"/>
                </a:lnTo>
                <a:lnTo>
                  <a:pt x="8347" y="4668"/>
                </a:lnTo>
                <a:lnTo>
                  <a:pt x="8145" y="4597"/>
                </a:lnTo>
                <a:lnTo>
                  <a:pt x="8145" y="2549"/>
                </a:lnTo>
                <a:lnTo>
                  <a:pt x="8347" y="2489"/>
                </a:lnTo>
                <a:lnTo>
                  <a:pt x="8705" y="2263"/>
                </a:lnTo>
                <a:lnTo>
                  <a:pt x="8967" y="1930"/>
                </a:lnTo>
                <a:lnTo>
                  <a:pt x="9109" y="1525"/>
                </a:lnTo>
                <a:lnTo>
                  <a:pt x="9121" y="1299"/>
                </a:lnTo>
                <a:lnTo>
                  <a:pt x="9098" y="1037"/>
                </a:lnTo>
                <a:lnTo>
                  <a:pt x="8907" y="572"/>
                </a:lnTo>
                <a:lnTo>
                  <a:pt x="8550" y="215"/>
                </a:lnTo>
                <a:lnTo>
                  <a:pt x="8085" y="25"/>
                </a:lnTo>
                <a:lnTo>
                  <a:pt x="7824" y="1"/>
                </a:lnTo>
                <a:lnTo>
                  <a:pt x="7597" y="13"/>
                </a:lnTo>
                <a:lnTo>
                  <a:pt x="7181" y="156"/>
                </a:lnTo>
                <a:lnTo>
                  <a:pt x="6859" y="418"/>
                </a:lnTo>
                <a:lnTo>
                  <a:pt x="6621" y="775"/>
                </a:lnTo>
                <a:lnTo>
                  <a:pt x="6561" y="977"/>
                </a:lnTo>
                <a:lnTo>
                  <a:pt x="2549" y="977"/>
                </a:lnTo>
                <a:lnTo>
                  <a:pt x="2489" y="775"/>
                </a:lnTo>
                <a:lnTo>
                  <a:pt x="2263" y="418"/>
                </a:lnTo>
                <a:lnTo>
                  <a:pt x="1942" y="156"/>
                </a:lnTo>
                <a:lnTo>
                  <a:pt x="1525" y="13"/>
                </a:lnTo>
                <a:lnTo>
                  <a:pt x="1311" y="1"/>
                </a:lnTo>
                <a:close/>
                <a:moveTo>
                  <a:pt x="5216" y="8467"/>
                </a:moveTo>
                <a:lnTo>
                  <a:pt x="5347" y="8478"/>
                </a:lnTo>
                <a:lnTo>
                  <a:pt x="5585" y="8574"/>
                </a:lnTo>
                <a:lnTo>
                  <a:pt x="5752" y="8752"/>
                </a:lnTo>
                <a:lnTo>
                  <a:pt x="5859" y="8979"/>
                </a:lnTo>
                <a:lnTo>
                  <a:pt x="5871" y="9109"/>
                </a:lnTo>
                <a:lnTo>
                  <a:pt x="5859" y="9252"/>
                </a:lnTo>
                <a:lnTo>
                  <a:pt x="5752" y="9479"/>
                </a:lnTo>
                <a:lnTo>
                  <a:pt x="5585" y="9657"/>
                </a:lnTo>
                <a:lnTo>
                  <a:pt x="5347" y="9752"/>
                </a:lnTo>
                <a:lnTo>
                  <a:pt x="5216" y="9764"/>
                </a:lnTo>
                <a:lnTo>
                  <a:pt x="5085" y="9752"/>
                </a:lnTo>
                <a:lnTo>
                  <a:pt x="4847" y="9657"/>
                </a:lnTo>
                <a:lnTo>
                  <a:pt x="4668" y="9479"/>
                </a:lnTo>
                <a:lnTo>
                  <a:pt x="4573" y="9252"/>
                </a:lnTo>
                <a:lnTo>
                  <a:pt x="4561" y="9109"/>
                </a:lnTo>
                <a:lnTo>
                  <a:pt x="4573" y="8979"/>
                </a:lnTo>
                <a:lnTo>
                  <a:pt x="4668" y="8752"/>
                </a:lnTo>
                <a:lnTo>
                  <a:pt x="4847" y="8574"/>
                </a:lnTo>
                <a:lnTo>
                  <a:pt x="5085" y="8478"/>
                </a:lnTo>
                <a:lnTo>
                  <a:pt x="5216" y="8467"/>
                </a:lnTo>
                <a:close/>
                <a:moveTo>
                  <a:pt x="11729" y="8467"/>
                </a:moveTo>
                <a:lnTo>
                  <a:pt x="11860" y="8478"/>
                </a:lnTo>
                <a:lnTo>
                  <a:pt x="12086" y="8574"/>
                </a:lnTo>
                <a:lnTo>
                  <a:pt x="12265" y="8752"/>
                </a:lnTo>
                <a:lnTo>
                  <a:pt x="12372" y="8979"/>
                </a:lnTo>
                <a:lnTo>
                  <a:pt x="12372" y="9109"/>
                </a:lnTo>
                <a:lnTo>
                  <a:pt x="12372" y="9252"/>
                </a:lnTo>
                <a:lnTo>
                  <a:pt x="12265" y="9479"/>
                </a:lnTo>
                <a:lnTo>
                  <a:pt x="12086" y="9657"/>
                </a:lnTo>
                <a:lnTo>
                  <a:pt x="11860" y="9752"/>
                </a:lnTo>
                <a:lnTo>
                  <a:pt x="11729" y="9764"/>
                </a:lnTo>
                <a:lnTo>
                  <a:pt x="11586" y="9752"/>
                </a:lnTo>
                <a:lnTo>
                  <a:pt x="11360" y="9657"/>
                </a:lnTo>
                <a:lnTo>
                  <a:pt x="11181" y="9479"/>
                </a:lnTo>
                <a:lnTo>
                  <a:pt x="11086" y="9252"/>
                </a:lnTo>
                <a:lnTo>
                  <a:pt x="11074" y="9109"/>
                </a:lnTo>
                <a:lnTo>
                  <a:pt x="11086" y="8979"/>
                </a:lnTo>
                <a:lnTo>
                  <a:pt x="11181" y="8752"/>
                </a:lnTo>
                <a:lnTo>
                  <a:pt x="11360" y="8574"/>
                </a:lnTo>
                <a:lnTo>
                  <a:pt x="11586" y="8478"/>
                </a:lnTo>
                <a:lnTo>
                  <a:pt x="11729" y="8467"/>
                </a:lnTo>
                <a:close/>
                <a:moveTo>
                  <a:pt x="11729" y="3251"/>
                </a:moveTo>
                <a:lnTo>
                  <a:pt x="11503" y="3263"/>
                </a:lnTo>
                <a:lnTo>
                  <a:pt x="11098" y="3406"/>
                </a:lnTo>
                <a:lnTo>
                  <a:pt x="10764" y="3668"/>
                </a:lnTo>
                <a:lnTo>
                  <a:pt x="10526" y="4025"/>
                </a:lnTo>
                <a:lnTo>
                  <a:pt x="10467" y="4228"/>
                </a:lnTo>
                <a:lnTo>
                  <a:pt x="9776" y="4228"/>
                </a:lnTo>
                <a:lnTo>
                  <a:pt x="9645" y="4252"/>
                </a:lnTo>
                <a:lnTo>
                  <a:pt x="9467" y="4430"/>
                </a:lnTo>
                <a:lnTo>
                  <a:pt x="9443" y="4561"/>
                </a:lnTo>
                <a:lnTo>
                  <a:pt x="9467" y="4692"/>
                </a:lnTo>
                <a:lnTo>
                  <a:pt x="9645" y="4859"/>
                </a:lnTo>
                <a:lnTo>
                  <a:pt x="9776" y="4883"/>
                </a:lnTo>
                <a:lnTo>
                  <a:pt x="10467" y="4883"/>
                </a:lnTo>
                <a:lnTo>
                  <a:pt x="10514" y="5049"/>
                </a:lnTo>
                <a:lnTo>
                  <a:pt x="10693" y="5347"/>
                </a:lnTo>
                <a:lnTo>
                  <a:pt x="10931" y="5585"/>
                </a:lnTo>
                <a:lnTo>
                  <a:pt x="11229" y="5752"/>
                </a:lnTo>
                <a:lnTo>
                  <a:pt x="11396" y="5799"/>
                </a:lnTo>
                <a:lnTo>
                  <a:pt x="11396" y="7859"/>
                </a:lnTo>
                <a:lnTo>
                  <a:pt x="11229" y="7907"/>
                </a:lnTo>
                <a:lnTo>
                  <a:pt x="10931" y="8074"/>
                </a:lnTo>
                <a:lnTo>
                  <a:pt x="10693" y="8324"/>
                </a:lnTo>
                <a:lnTo>
                  <a:pt x="10514" y="8621"/>
                </a:lnTo>
                <a:lnTo>
                  <a:pt x="10467" y="8788"/>
                </a:lnTo>
                <a:lnTo>
                  <a:pt x="6454" y="8788"/>
                </a:lnTo>
                <a:lnTo>
                  <a:pt x="6407" y="8621"/>
                </a:lnTo>
                <a:lnTo>
                  <a:pt x="6252" y="8324"/>
                </a:lnTo>
                <a:lnTo>
                  <a:pt x="6002" y="8074"/>
                </a:lnTo>
                <a:lnTo>
                  <a:pt x="5704" y="7907"/>
                </a:lnTo>
                <a:lnTo>
                  <a:pt x="5537" y="7859"/>
                </a:lnTo>
                <a:lnTo>
                  <a:pt x="5537" y="7157"/>
                </a:lnTo>
                <a:lnTo>
                  <a:pt x="5526" y="7026"/>
                </a:lnTo>
                <a:lnTo>
                  <a:pt x="5347" y="6859"/>
                </a:lnTo>
                <a:lnTo>
                  <a:pt x="5216" y="6835"/>
                </a:lnTo>
                <a:lnTo>
                  <a:pt x="5085" y="6859"/>
                </a:lnTo>
                <a:lnTo>
                  <a:pt x="4906" y="7026"/>
                </a:lnTo>
                <a:lnTo>
                  <a:pt x="4883" y="7157"/>
                </a:lnTo>
                <a:lnTo>
                  <a:pt x="4883" y="7859"/>
                </a:lnTo>
                <a:lnTo>
                  <a:pt x="4680" y="7919"/>
                </a:lnTo>
                <a:lnTo>
                  <a:pt x="4323" y="8157"/>
                </a:lnTo>
                <a:lnTo>
                  <a:pt x="4061" y="8490"/>
                </a:lnTo>
                <a:lnTo>
                  <a:pt x="3918" y="8895"/>
                </a:lnTo>
                <a:lnTo>
                  <a:pt x="3906" y="9121"/>
                </a:lnTo>
                <a:lnTo>
                  <a:pt x="3930" y="9383"/>
                </a:lnTo>
                <a:lnTo>
                  <a:pt x="4132" y="9848"/>
                </a:lnTo>
                <a:lnTo>
                  <a:pt x="4478" y="10205"/>
                </a:lnTo>
                <a:lnTo>
                  <a:pt x="4942" y="10395"/>
                </a:lnTo>
                <a:lnTo>
                  <a:pt x="5216" y="10419"/>
                </a:lnTo>
                <a:lnTo>
                  <a:pt x="5442" y="10407"/>
                </a:lnTo>
                <a:lnTo>
                  <a:pt x="5847" y="10264"/>
                </a:lnTo>
                <a:lnTo>
                  <a:pt x="6168" y="10002"/>
                </a:lnTo>
                <a:lnTo>
                  <a:pt x="6395" y="9645"/>
                </a:lnTo>
                <a:lnTo>
                  <a:pt x="6454" y="9443"/>
                </a:lnTo>
                <a:lnTo>
                  <a:pt x="10467" y="9443"/>
                </a:lnTo>
                <a:lnTo>
                  <a:pt x="10526" y="9645"/>
                </a:lnTo>
                <a:lnTo>
                  <a:pt x="10764" y="10002"/>
                </a:lnTo>
                <a:lnTo>
                  <a:pt x="11098" y="10264"/>
                </a:lnTo>
                <a:lnTo>
                  <a:pt x="11503" y="10407"/>
                </a:lnTo>
                <a:lnTo>
                  <a:pt x="11729" y="10419"/>
                </a:lnTo>
                <a:lnTo>
                  <a:pt x="11991" y="10395"/>
                </a:lnTo>
                <a:lnTo>
                  <a:pt x="12455" y="10205"/>
                </a:lnTo>
                <a:lnTo>
                  <a:pt x="12812" y="9848"/>
                </a:lnTo>
                <a:lnTo>
                  <a:pt x="13003" y="9383"/>
                </a:lnTo>
                <a:lnTo>
                  <a:pt x="13027" y="9121"/>
                </a:lnTo>
                <a:lnTo>
                  <a:pt x="13015" y="8895"/>
                </a:lnTo>
                <a:lnTo>
                  <a:pt x="12872" y="8478"/>
                </a:lnTo>
                <a:lnTo>
                  <a:pt x="12610" y="8157"/>
                </a:lnTo>
                <a:lnTo>
                  <a:pt x="12253" y="7919"/>
                </a:lnTo>
                <a:lnTo>
                  <a:pt x="12050" y="7859"/>
                </a:lnTo>
                <a:lnTo>
                  <a:pt x="12050" y="5799"/>
                </a:lnTo>
                <a:lnTo>
                  <a:pt x="12253" y="5740"/>
                </a:lnTo>
                <a:lnTo>
                  <a:pt x="12610" y="5514"/>
                </a:lnTo>
                <a:lnTo>
                  <a:pt x="12872" y="5192"/>
                </a:lnTo>
                <a:lnTo>
                  <a:pt x="13015" y="4787"/>
                </a:lnTo>
                <a:lnTo>
                  <a:pt x="13027" y="4561"/>
                </a:lnTo>
                <a:lnTo>
                  <a:pt x="13003" y="4287"/>
                </a:lnTo>
                <a:lnTo>
                  <a:pt x="12812" y="3823"/>
                </a:lnTo>
                <a:lnTo>
                  <a:pt x="12455" y="3478"/>
                </a:lnTo>
                <a:lnTo>
                  <a:pt x="11991" y="3275"/>
                </a:lnTo>
                <a:lnTo>
                  <a:pt x="11729" y="325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3" name="Google Shape;3343;p176"/>
          <p:cNvSpPr/>
          <p:nvPr/>
        </p:nvSpPr>
        <p:spPr>
          <a:xfrm>
            <a:off x="15367854" y="5524947"/>
            <a:ext cx="540019" cy="540694"/>
          </a:xfrm>
          <a:custGeom>
            <a:rect b="b" l="l" r="r" t="t"/>
            <a:pathLst>
              <a:path extrusionOk="0" h="10420" w="10407">
                <a:moveTo>
                  <a:pt x="8383" y="1442"/>
                </a:moveTo>
                <a:lnTo>
                  <a:pt x="2513" y="6645"/>
                </a:lnTo>
                <a:lnTo>
                  <a:pt x="643" y="5859"/>
                </a:lnTo>
                <a:lnTo>
                  <a:pt x="8383" y="1442"/>
                </a:lnTo>
                <a:close/>
                <a:moveTo>
                  <a:pt x="9657" y="1358"/>
                </a:moveTo>
                <a:lnTo>
                  <a:pt x="8478" y="9026"/>
                </a:lnTo>
                <a:lnTo>
                  <a:pt x="5061" y="7669"/>
                </a:lnTo>
                <a:lnTo>
                  <a:pt x="9657" y="1358"/>
                </a:lnTo>
                <a:close/>
                <a:moveTo>
                  <a:pt x="7740" y="2882"/>
                </a:moveTo>
                <a:lnTo>
                  <a:pt x="4287" y="7621"/>
                </a:lnTo>
                <a:lnTo>
                  <a:pt x="4251" y="7693"/>
                </a:lnTo>
                <a:lnTo>
                  <a:pt x="4227" y="7835"/>
                </a:lnTo>
                <a:lnTo>
                  <a:pt x="4239" y="7907"/>
                </a:lnTo>
                <a:lnTo>
                  <a:pt x="4263" y="7978"/>
                </a:lnTo>
                <a:lnTo>
                  <a:pt x="4370" y="8086"/>
                </a:lnTo>
                <a:lnTo>
                  <a:pt x="4430" y="8121"/>
                </a:lnTo>
                <a:lnTo>
                  <a:pt x="5132" y="8395"/>
                </a:lnTo>
                <a:lnTo>
                  <a:pt x="4084" y="9407"/>
                </a:lnTo>
                <a:lnTo>
                  <a:pt x="3072" y="7026"/>
                </a:lnTo>
                <a:lnTo>
                  <a:pt x="7740" y="2882"/>
                </a:lnTo>
                <a:close/>
                <a:moveTo>
                  <a:pt x="9764" y="1"/>
                </a:moveTo>
                <a:lnTo>
                  <a:pt x="9597" y="13"/>
                </a:lnTo>
                <a:lnTo>
                  <a:pt x="9442" y="84"/>
                </a:lnTo>
                <a:lnTo>
                  <a:pt x="322" y="5276"/>
                </a:lnTo>
                <a:lnTo>
                  <a:pt x="179" y="5395"/>
                </a:lnTo>
                <a:lnTo>
                  <a:pt x="0" y="5704"/>
                </a:lnTo>
                <a:lnTo>
                  <a:pt x="0" y="5883"/>
                </a:lnTo>
                <a:lnTo>
                  <a:pt x="24" y="6061"/>
                </a:lnTo>
                <a:lnTo>
                  <a:pt x="238" y="6359"/>
                </a:lnTo>
                <a:lnTo>
                  <a:pt x="393" y="6442"/>
                </a:lnTo>
                <a:lnTo>
                  <a:pt x="2501" y="7323"/>
                </a:lnTo>
                <a:lnTo>
                  <a:pt x="3763" y="10300"/>
                </a:lnTo>
                <a:lnTo>
                  <a:pt x="3822" y="10407"/>
                </a:lnTo>
                <a:lnTo>
                  <a:pt x="3882" y="10419"/>
                </a:lnTo>
                <a:lnTo>
                  <a:pt x="3953" y="10407"/>
                </a:lnTo>
                <a:lnTo>
                  <a:pt x="4001" y="10372"/>
                </a:lnTo>
                <a:lnTo>
                  <a:pt x="5739" y="8693"/>
                </a:lnTo>
                <a:lnTo>
                  <a:pt x="8192" y="9717"/>
                </a:lnTo>
                <a:lnTo>
                  <a:pt x="8323" y="9764"/>
                </a:lnTo>
                <a:lnTo>
                  <a:pt x="8442" y="9764"/>
                </a:lnTo>
                <a:lnTo>
                  <a:pt x="8633" y="9741"/>
                </a:lnTo>
                <a:lnTo>
                  <a:pt x="8764" y="9681"/>
                </a:lnTo>
                <a:lnTo>
                  <a:pt x="8883" y="9598"/>
                </a:lnTo>
                <a:lnTo>
                  <a:pt x="9049" y="9360"/>
                </a:lnTo>
                <a:lnTo>
                  <a:pt x="9085" y="9217"/>
                </a:lnTo>
                <a:lnTo>
                  <a:pt x="10395" y="775"/>
                </a:lnTo>
                <a:lnTo>
                  <a:pt x="10395" y="763"/>
                </a:lnTo>
                <a:lnTo>
                  <a:pt x="10407" y="668"/>
                </a:lnTo>
                <a:lnTo>
                  <a:pt x="10395" y="477"/>
                </a:lnTo>
                <a:lnTo>
                  <a:pt x="10276" y="239"/>
                </a:lnTo>
                <a:lnTo>
                  <a:pt x="10133" y="108"/>
                </a:lnTo>
                <a:lnTo>
                  <a:pt x="10050" y="60"/>
                </a:lnTo>
                <a:lnTo>
                  <a:pt x="985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4" name="Google Shape;3344;p176"/>
          <p:cNvSpPr/>
          <p:nvPr/>
        </p:nvSpPr>
        <p:spPr>
          <a:xfrm>
            <a:off x="15466988" y="4487186"/>
            <a:ext cx="441169" cy="508522"/>
          </a:xfrm>
          <a:custGeom>
            <a:rect b="b" l="l" r="r" t="t"/>
            <a:pathLst>
              <a:path extrusionOk="0" h="9800" w="8502">
                <a:moveTo>
                  <a:pt x="6132" y="1"/>
                </a:moveTo>
                <a:lnTo>
                  <a:pt x="5716" y="72"/>
                </a:lnTo>
                <a:lnTo>
                  <a:pt x="5323" y="239"/>
                </a:lnTo>
                <a:lnTo>
                  <a:pt x="4966" y="477"/>
                </a:lnTo>
                <a:lnTo>
                  <a:pt x="4799" y="632"/>
                </a:lnTo>
                <a:lnTo>
                  <a:pt x="893" y="4537"/>
                </a:lnTo>
                <a:lnTo>
                  <a:pt x="679" y="4763"/>
                </a:lnTo>
                <a:lnTo>
                  <a:pt x="346" y="5275"/>
                </a:lnTo>
                <a:lnTo>
                  <a:pt x="120" y="5823"/>
                </a:lnTo>
                <a:lnTo>
                  <a:pt x="0" y="6406"/>
                </a:lnTo>
                <a:lnTo>
                  <a:pt x="0" y="7002"/>
                </a:lnTo>
                <a:lnTo>
                  <a:pt x="120" y="7597"/>
                </a:lnTo>
                <a:lnTo>
                  <a:pt x="346" y="8157"/>
                </a:lnTo>
                <a:lnTo>
                  <a:pt x="679" y="8669"/>
                </a:lnTo>
                <a:lnTo>
                  <a:pt x="893" y="8895"/>
                </a:lnTo>
                <a:lnTo>
                  <a:pt x="1120" y="9121"/>
                </a:lnTo>
                <a:lnTo>
                  <a:pt x="1632" y="9455"/>
                </a:lnTo>
                <a:lnTo>
                  <a:pt x="2191" y="9681"/>
                </a:lnTo>
                <a:lnTo>
                  <a:pt x="2775" y="9800"/>
                </a:lnTo>
                <a:lnTo>
                  <a:pt x="3370" y="9800"/>
                </a:lnTo>
                <a:lnTo>
                  <a:pt x="3953" y="9681"/>
                </a:lnTo>
                <a:lnTo>
                  <a:pt x="4513" y="9455"/>
                </a:lnTo>
                <a:lnTo>
                  <a:pt x="5025" y="9121"/>
                </a:lnTo>
                <a:lnTo>
                  <a:pt x="5263" y="8895"/>
                </a:lnTo>
                <a:lnTo>
                  <a:pt x="8359" y="5811"/>
                </a:lnTo>
                <a:lnTo>
                  <a:pt x="8430" y="5704"/>
                </a:lnTo>
                <a:lnTo>
                  <a:pt x="8430" y="5454"/>
                </a:lnTo>
                <a:lnTo>
                  <a:pt x="8359" y="5347"/>
                </a:lnTo>
                <a:lnTo>
                  <a:pt x="8252" y="5263"/>
                </a:lnTo>
                <a:lnTo>
                  <a:pt x="8002" y="5263"/>
                </a:lnTo>
                <a:lnTo>
                  <a:pt x="7895" y="5347"/>
                </a:lnTo>
                <a:lnTo>
                  <a:pt x="4799" y="8442"/>
                </a:lnTo>
                <a:lnTo>
                  <a:pt x="4620" y="8609"/>
                </a:lnTo>
                <a:lnTo>
                  <a:pt x="4215" y="8883"/>
                </a:lnTo>
                <a:lnTo>
                  <a:pt x="3775" y="9062"/>
                </a:lnTo>
                <a:lnTo>
                  <a:pt x="3311" y="9145"/>
                </a:lnTo>
                <a:lnTo>
                  <a:pt x="2846" y="9145"/>
                </a:lnTo>
                <a:lnTo>
                  <a:pt x="2382" y="9062"/>
                </a:lnTo>
                <a:lnTo>
                  <a:pt x="1941" y="8883"/>
                </a:lnTo>
                <a:lnTo>
                  <a:pt x="1536" y="8609"/>
                </a:lnTo>
                <a:lnTo>
                  <a:pt x="1358" y="8442"/>
                </a:lnTo>
                <a:lnTo>
                  <a:pt x="1191" y="8252"/>
                </a:lnTo>
                <a:lnTo>
                  <a:pt x="917" y="7847"/>
                </a:lnTo>
                <a:lnTo>
                  <a:pt x="739" y="7407"/>
                </a:lnTo>
                <a:lnTo>
                  <a:pt x="655" y="6954"/>
                </a:lnTo>
                <a:lnTo>
                  <a:pt x="655" y="6478"/>
                </a:lnTo>
                <a:lnTo>
                  <a:pt x="739" y="6025"/>
                </a:lnTo>
                <a:lnTo>
                  <a:pt x="917" y="5585"/>
                </a:lnTo>
                <a:lnTo>
                  <a:pt x="1191" y="5180"/>
                </a:lnTo>
                <a:lnTo>
                  <a:pt x="1358" y="4990"/>
                </a:lnTo>
                <a:lnTo>
                  <a:pt x="5263" y="1084"/>
                </a:lnTo>
                <a:lnTo>
                  <a:pt x="5382" y="977"/>
                </a:lnTo>
                <a:lnTo>
                  <a:pt x="5632" y="810"/>
                </a:lnTo>
                <a:lnTo>
                  <a:pt x="5906" y="703"/>
                </a:lnTo>
                <a:lnTo>
                  <a:pt x="6192" y="644"/>
                </a:lnTo>
                <a:lnTo>
                  <a:pt x="6478" y="644"/>
                </a:lnTo>
                <a:lnTo>
                  <a:pt x="6763" y="703"/>
                </a:lnTo>
                <a:lnTo>
                  <a:pt x="7037" y="810"/>
                </a:lnTo>
                <a:lnTo>
                  <a:pt x="7299" y="977"/>
                </a:lnTo>
                <a:lnTo>
                  <a:pt x="7406" y="1084"/>
                </a:lnTo>
                <a:lnTo>
                  <a:pt x="7514" y="1203"/>
                </a:lnTo>
                <a:lnTo>
                  <a:pt x="7680" y="1453"/>
                </a:lnTo>
                <a:lnTo>
                  <a:pt x="7787" y="1727"/>
                </a:lnTo>
                <a:lnTo>
                  <a:pt x="7847" y="2013"/>
                </a:lnTo>
                <a:lnTo>
                  <a:pt x="7847" y="2311"/>
                </a:lnTo>
                <a:lnTo>
                  <a:pt x="7787" y="2596"/>
                </a:lnTo>
                <a:lnTo>
                  <a:pt x="7680" y="2870"/>
                </a:lnTo>
                <a:lnTo>
                  <a:pt x="7514" y="3120"/>
                </a:lnTo>
                <a:lnTo>
                  <a:pt x="7406" y="3227"/>
                </a:lnTo>
                <a:lnTo>
                  <a:pt x="3668" y="6978"/>
                </a:lnTo>
                <a:lnTo>
                  <a:pt x="3549" y="7073"/>
                </a:lnTo>
                <a:lnTo>
                  <a:pt x="3263" y="7180"/>
                </a:lnTo>
                <a:lnTo>
                  <a:pt x="2965" y="7157"/>
                </a:lnTo>
                <a:lnTo>
                  <a:pt x="2703" y="7026"/>
                </a:lnTo>
                <a:lnTo>
                  <a:pt x="2596" y="6918"/>
                </a:lnTo>
                <a:lnTo>
                  <a:pt x="2525" y="6799"/>
                </a:lnTo>
                <a:lnTo>
                  <a:pt x="2441" y="6561"/>
                </a:lnTo>
                <a:lnTo>
                  <a:pt x="2465" y="6299"/>
                </a:lnTo>
                <a:lnTo>
                  <a:pt x="2572" y="6061"/>
                </a:lnTo>
                <a:lnTo>
                  <a:pt x="2668" y="5966"/>
                </a:lnTo>
                <a:lnTo>
                  <a:pt x="5751" y="2882"/>
                </a:lnTo>
                <a:lnTo>
                  <a:pt x="5835" y="2775"/>
                </a:lnTo>
                <a:lnTo>
                  <a:pt x="5835" y="2525"/>
                </a:lnTo>
                <a:lnTo>
                  <a:pt x="5751" y="2418"/>
                </a:lnTo>
                <a:lnTo>
                  <a:pt x="5644" y="2334"/>
                </a:lnTo>
                <a:lnTo>
                  <a:pt x="5394" y="2334"/>
                </a:lnTo>
                <a:lnTo>
                  <a:pt x="5287" y="2418"/>
                </a:lnTo>
                <a:lnTo>
                  <a:pt x="2203" y="5502"/>
                </a:lnTo>
                <a:lnTo>
                  <a:pt x="2036" y="5704"/>
                </a:lnTo>
                <a:lnTo>
                  <a:pt x="1834" y="6144"/>
                </a:lnTo>
                <a:lnTo>
                  <a:pt x="1798" y="6633"/>
                </a:lnTo>
                <a:lnTo>
                  <a:pt x="1941" y="7097"/>
                </a:lnTo>
                <a:lnTo>
                  <a:pt x="2084" y="7323"/>
                </a:lnTo>
                <a:lnTo>
                  <a:pt x="2191" y="7430"/>
                </a:lnTo>
                <a:lnTo>
                  <a:pt x="2418" y="7621"/>
                </a:lnTo>
                <a:lnTo>
                  <a:pt x="2679" y="7740"/>
                </a:lnTo>
                <a:lnTo>
                  <a:pt x="2953" y="7811"/>
                </a:lnTo>
                <a:lnTo>
                  <a:pt x="3227" y="7835"/>
                </a:lnTo>
                <a:lnTo>
                  <a:pt x="3501" y="7788"/>
                </a:lnTo>
                <a:lnTo>
                  <a:pt x="3775" y="7692"/>
                </a:lnTo>
                <a:lnTo>
                  <a:pt x="4013" y="7538"/>
                </a:lnTo>
                <a:lnTo>
                  <a:pt x="4132" y="7430"/>
                </a:lnTo>
                <a:lnTo>
                  <a:pt x="7871" y="3692"/>
                </a:lnTo>
                <a:lnTo>
                  <a:pt x="8026" y="3525"/>
                </a:lnTo>
                <a:lnTo>
                  <a:pt x="8264" y="3168"/>
                </a:lnTo>
                <a:lnTo>
                  <a:pt x="8419" y="2775"/>
                </a:lnTo>
                <a:lnTo>
                  <a:pt x="8502" y="2370"/>
                </a:lnTo>
                <a:lnTo>
                  <a:pt x="8502" y="1953"/>
                </a:lnTo>
                <a:lnTo>
                  <a:pt x="8419" y="1537"/>
                </a:lnTo>
                <a:lnTo>
                  <a:pt x="8264" y="1144"/>
                </a:lnTo>
                <a:lnTo>
                  <a:pt x="8026" y="786"/>
                </a:lnTo>
                <a:lnTo>
                  <a:pt x="7871" y="632"/>
                </a:lnTo>
                <a:lnTo>
                  <a:pt x="7704" y="477"/>
                </a:lnTo>
                <a:lnTo>
                  <a:pt x="7347" y="239"/>
                </a:lnTo>
                <a:lnTo>
                  <a:pt x="6954" y="72"/>
                </a:lnTo>
                <a:lnTo>
                  <a:pt x="654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5" name="Google Shape;3345;p176"/>
          <p:cNvSpPr/>
          <p:nvPr/>
        </p:nvSpPr>
        <p:spPr>
          <a:xfrm>
            <a:off x="15368136" y="3281398"/>
            <a:ext cx="539448" cy="540694"/>
          </a:xfrm>
          <a:custGeom>
            <a:rect b="b" l="l" r="r" t="t"/>
            <a:pathLst>
              <a:path extrusionOk="0" h="10420" w="10396">
                <a:moveTo>
                  <a:pt x="3359" y="941"/>
                </a:moveTo>
                <a:lnTo>
                  <a:pt x="3132" y="1215"/>
                </a:lnTo>
                <a:lnTo>
                  <a:pt x="2763" y="1870"/>
                </a:lnTo>
                <a:lnTo>
                  <a:pt x="2478" y="2632"/>
                </a:lnTo>
                <a:lnTo>
                  <a:pt x="2311" y="3466"/>
                </a:lnTo>
                <a:lnTo>
                  <a:pt x="2275" y="3906"/>
                </a:lnTo>
                <a:lnTo>
                  <a:pt x="703" y="3906"/>
                </a:lnTo>
                <a:lnTo>
                  <a:pt x="811" y="3478"/>
                </a:lnTo>
                <a:lnTo>
                  <a:pt x="1096" y="2823"/>
                </a:lnTo>
                <a:lnTo>
                  <a:pt x="1358" y="2406"/>
                </a:lnTo>
                <a:lnTo>
                  <a:pt x="1680" y="2001"/>
                </a:lnTo>
                <a:lnTo>
                  <a:pt x="2073" y="1644"/>
                </a:lnTo>
                <a:lnTo>
                  <a:pt x="2537" y="1322"/>
                </a:lnTo>
                <a:lnTo>
                  <a:pt x="3061" y="1049"/>
                </a:lnTo>
                <a:lnTo>
                  <a:pt x="3359" y="941"/>
                </a:lnTo>
                <a:close/>
                <a:moveTo>
                  <a:pt x="5180" y="656"/>
                </a:moveTo>
                <a:lnTo>
                  <a:pt x="5383" y="668"/>
                </a:lnTo>
                <a:lnTo>
                  <a:pt x="5800" y="787"/>
                </a:lnTo>
                <a:lnTo>
                  <a:pt x="6192" y="1025"/>
                </a:lnTo>
                <a:lnTo>
                  <a:pt x="6562" y="1382"/>
                </a:lnTo>
                <a:lnTo>
                  <a:pt x="6740" y="1608"/>
                </a:lnTo>
                <a:lnTo>
                  <a:pt x="6883" y="1834"/>
                </a:lnTo>
                <a:lnTo>
                  <a:pt x="7133" y="2346"/>
                </a:lnTo>
                <a:lnTo>
                  <a:pt x="7324" y="2930"/>
                </a:lnTo>
                <a:lnTo>
                  <a:pt x="7443" y="3573"/>
                </a:lnTo>
                <a:lnTo>
                  <a:pt x="7466" y="3906"/>
                </a:lnTo>
                <a:lnTo>
                  <a:pt x="2930" y="3906"/>
                </a:lnTo>
                <a:lnTo>
                  <a:pt x="2954" y="3573"/>
                </a:lnTo>
                <a:lnTo>
                  <a:pt x="3073" y="2930"/>
                </a:lnTo>
                <a:lnTo>
                  <a:pt x="3263" y="2346"/>
                </a:lnTo>
                <a:lnTo>
                  <a:pt x="3513" y="1834"/>
                </a:lnTo>
                <a:lnTo>
                  <a:pt x="3656" y="1608"/>
                </a:lnTo>
                <a:lnTo>
                  <a:pt x="3835" y="1382"/>
                </a:lnTo>
                <a:lnTo>
                  <a:pt x="4204" y="1025"/>
                </a:lnTo>
                <a:lnTo>
                  <a:pt x="4585" y="787"/>
                </a:lnTo>
                <a:lnTo>
                  <a:pt x="4990" y="668"/>
                </a:lnTo>
                <a:lnTo>
                  <a:pt x="5180" y="656"/>
                </a:lnTo>
                <a:close/>
                <a:moveTo>
                  <a:pt x="7038" y="941"/>
                </a:moveTo>
                <a:lnTo>
                  <a:pt x="7335" y="1049"/>
                </a:lnTo>
                <a:lnTo>
                  <a:pt x="7859" y="1322"/>
                </a:lnTo>
                <a:lnTo>
                  <a:pt x="8324" y="1644"/>
                </a:lnTo>
                <a:lnTo>
                  <a:pt x="8717" y="2001"/>
                </a:lnTo>
                <a:lnTo>
                  <a:pt x="9038" y="2406"/>
                </a:lnTo>
                <a:lnTo>
                  <a:pt x="9300" y="2823"/>
                </a:lnTo>
                <a:lnTo>
                  <a:pt x="9586" y="3478"/>
                </a:lnTo>
                <a:lnTo>
                  <a:pt x="9693" y="3906"/>
                </a:lnTo>
                <a:lnTo>
                  <a:pt x="8121" y="3906"/>
                </a:lnTo>
                <a:lnTo>
                  <a:pt x="8086" y="3466"/>
                </a:lnTo>
                <a:lnTo>
                  <a:pt x="7919" y="2632"/>
                </a:lnTo>
                <a:lnTo>
                  <a:pt x="7633" y="1870"/>
                </a:lnTo>
                <a:lnTo>
                  <a:pt x="7264" y="1215"/>
                </a:lnTo>
                <a:lnTo>
                  <a:pt x="7038" y="941"/>
                </a:lnTo>
                <a:close/>
                <a:moveTo>
                  <a:pt x="8514" y="4561"/>
                </a:moveTo>
                <a:lnTo>
                  <a:pt x="6585" y="6597"/>
                </a:lnTo>
                <a:lnTo>
                  <a:pt x="6383" y="6526"/>
                </a:lnTo>
                <a:lnTo>
                  <a:pt x="6169" y="6514"/>
                </a:lnTo>
                <a:lnTo>
                  <a:pt x="5526" y="6514"/>
                </a:lnTo>
                <a:lnTo>
                  <a:pt x="5526" y="4561"/>
                </a:lnTo>
                <a:close/>
                <a:moveTo>
                  <a:pt x="4859" y="4561"/>
                </a:moveTo>
                <a:lnTo>
                  <a:pt x="4859" y="6514"/>
                </a:lnTo>
                <a:lnTo>
                  <a:pt x="4204" y="6514"/>
                </a:lnTo>
                <a:lnTo>
                  <a:pt x="4002" y="6526"/>
                </a:lnTo>
                <a:lnTo>
                  <a:pt x="3811" y="6609"/>
                </a:lnTo>
                <a:lnTo>
                  <a:pt x="1882" y="4561"/>
                </a:lnTo>
                <a:close/>
                <a:moveTo>
                  <a:pt x="6169" y="7169"/>
                </a:moveTo>
                <a:lnTo>
                  <a:pt x="6300" y="7181"/>
                </a:lnTo>
                <a:lnTo>
                  <a:pt x="6478" y="7359"/>
                </a:lnTo>
                <a:lnTo>
                  <a:pt x="6502" y="7490"/>
                </a:lnTo>
                <a:lnTo>
                  <a:pt x="6502" y="9443"/>
                </a:lnTo>
                <a:lnTo>
                  <a:pt x="6478" y="9574"/>
                </a:lnTo>
                <a:lnTo>
                  <a:pt x="6300" y="9752"/>
                </a:lnTo>
                <a:lnTo>
                  <a:pt x="6169" y="9764"/>
                </a:lnTo>
                <a:lnTo>
                  <a:pt x="4204" y="9764"/>
                </a:lnTo>
                <a:lnTo>
                  <a:pt x="4085" y="9752"/>
                </a:lnTo>
                <a:lnTo>
                  <a:pt x="3894" y="9574"/>
                </a:lnTo>
                <a:lnTo>
                  <a:pt x="3871" y="9443"/>
                </a:lnTo>
                <a:lnTo>
                  <a:pt x="3871" y="7490"/>
                </a:lnTo>
                <a:lnTo>
                  <a:pt x="3894" y="7359"/>
                </a:lnTo>
                <a:lnTo>
                  <a:pt x="4085" y="7181"/>
                </a:lnTo>
                <a:lnTo>
                  <a:pt x="4204" y="7169"/>
                </a:lnTo>
                <a:close/>
                <a:moveTo>
                  <a:pt x="5180" y="1"/>
                </a:moveTo>
                <a:lnTo>
                  <a:pt x="4549" y="25"/>
                </a:lnTo>
                <a:lnTo>
                  <a:pt x="3430" y="227"/>
                </a:lnTo>
                <a:lnTo>
                  <a:pt x="2478" y="596"/>
                </a:lnTo>
                <a:lnTo>
                  <a:pt x="1692" y="1108"/>
                </a:lnTo>
                <a:lnTo>
                  <a:pt x="1061" y="1715"/>
                </a:lnTo>
                <a:lnTo>
                  <a:pt x="572" y="2406"/>
                </a:lnTo>
                <a:lnTo>
                  <a:pt x="239" y="3132"/>
                </a:lnTo>
                <a:lnTo>
                  <a:pt x="37" y="3871"/>
                </a:lnTo>
                <a:lnTo>
                  <a:pt x="1" y="4240"/>
                </a:lnTo>
                <a:lnTo>
                  <a:pt x="13" y="4359"/>
                </a:lnTo>
                <a:lnTo>
                  <a:pt x="180" y="4537"/>
                </a:lnTo>
                <a:lnTo>
                  <a:pt x="299" y="4561"/>
                </a:lnTo>
                <a:lnTo>
                  <a:pt x="989" y="4561"/>
                </a:lnTo>
                <a:lnTo>
                  <a:pt x="3323" y="7062"/>
                </a:lnTo>
                <a:lnTo>
                  <a:pt x="3251" y="7264"/>
                </a:lnTo>
                <a:lnTo>
                  <a:pt x="3228" y="7490"/>
                </a:lnTo>
                <a:lnTo>
                  <a:pt x="3228" y="9443"/>
                </a:lnTo>
                <a:lnTo>
                  <a:pt x="3240" y="9645"/>
                </a:lnTo>
                <a:lnTo>
                  <a:pt x="3394" y="9991"/>
                </a:lnTo>
                <a:lnTo>
                  <a:pt x="3656" y="10253"/>
                </a:lnTo>
                <a:lnTo>
                  <a:pt x="4013" y="10407"/>
                </a:lnTo>
                <a:lnTo>
                  <a:pt x="4204" y="10419"/>
                </a:lnTo>
                <a:lnTo>
                  <a:pt x="6169" y="10419"/>
                </a:lnTo>
                <a:lnTo>
                  <a:pt x="6371" y="10407"/>
                </a:lnTo>
                <a:lnTo>
                  <a:pt x="6728" y="10253"/>
                </a:lnTo>
                <a:lnTo>
                  <a:pt x="6990" y="9991"/>
                </a:lnTo>
                <a:lnTo>
                  <a:pt x="7133" y="9645"/>
                </a:lnTo>
                <a:lnTo>
                  <a:pt x="7145" y="9443"/>
                </a:lnTo>
                <a:lnTo>
                  <a:pt x="7145" y="7490"/>
                </a:lnTo>
                <a:lnTo>
                  <a:pt x="7133" y="7264"/>
                </a:lnTo>
                <a:lnTo>
                  <a:pt x="7050" y="7062"/>
                </a:lnTo>
                <a:lnTo>
                  <a:pt x="9407" y="4561"/>
                </a:lnTo>
                <a:lnTo>
                  <a:pt x="10086" y="4561"/>
                </a:lnTo>
                <a:lnTo>
                  <a:pt x="10217" y="4537"/>
                </a:lnTo>
                <a:lnTo>
                  <a:pt x="10384" y="4359"/>
                </a:lnTo>
                <a:lnTo>
                  <a:pt x="10396" y="4240"/>
                </a:lnTo>
                <a:lnTo>
                  <a:pt x="10348" y="3871"/>
                </a:lnTo>
                <a:lnTo>
                  <a:pt x="10157" y="3132"/>
                </a:lnTo>
                <a:lnTo>
                  <a:pt x="9812" y="2406"/>
                </a:lnTo>
                <a:lnTo>
                  <a:pt x="9336" y="1715"/>
                </a:lnTo>
                <a:lnTo>
                  <a:pt x="8693" y="1108"/>
                </a:lnTo>
                <a:lnTo>
                  <a:pt x="7907" y="596"/>
                </a:lnTo>
                <a:lnTo>
                  <a:pt x="6954" y="227"/>
                </a:lnTo>
                <a:lnTo>
                  <a:pt x="5835" y="25"/>
                </a:lnTo>
                <a:lnTo>
                  <a:pt x="5192"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6" name="Google Shape;3346;p176"/>
          <p:cNvSpPr/>
          <p:nvPr/>
        </p:nvSpPr>
        <p:spPr>
          <a:xfrm>
            <a:off x="15302652" y="2125976"/>
            <a:ext cx="670419" cy="535712"/>
          </a:xfrm>
          <a:custGeom>
            <a:rect b="b" l="l" r="r" t="t"/>
            <a:pathLst>
              <a:path extrusionOk="0" h="10324" w="12920">
                <a:moveTo>
                  <a:pt x="11515" y="643"/>
                </a:moveTo>
                <a:lnTo>
                  <a:pt x="11753" y="738"/>
                </a:lnTo>
                <a:lnTo>
                  <a:pt x="11860" y="834"/>
                </a:lnTo>
                <a:lnTo>
                  <a:pt x="12098" y="1072"/>
                </a:lnTo>
                <a:lnTo>
                  <a:pt x="12182" y="1179"/>
                </a:lnTo>
                <a:lnTo>
                  <a:pt x="12277" y="1405"/>
                </a:lnTo>
                <a:lnTo>
                  <a:pt x="12277" y="1655"/>
                </a:lnTo>
                <a:lnTo>
                  <a:pt x="12182" y="1893"/>
                </a:lnTo>
                <a:lnTo>
                  <a:pt x="12098" y="1989"/>
                </a:lnTo>
                <a:lnTo>
                  <a:pt x="11551" y="2536"/>
                </a:lnTo>
                <a:lnTo>
                  <a:pt x="10372" y="1381"/>
                </a:lnTo>
                <a:lnTo>
                  <a:pt x="10931" y="834"/>
                </a:lnTo>
                <a:lnTo>
                  <a:pt x="11027" y="750"/>
                </a:lnTo>
                <a:lnTo>
                  <a:pt x="11265" y="643"/>
                </a:lnTo>
                <a:close/>
                <a:moveTo>
                  <a:pt x="9943" y="1846"/>
                </a:moveTo>
                <a:lnTo>
                  <a:pt x="11098" y="3001"/>
                </a:lnTo>
                <a:lnTo>
                  <a:pt x="8181" y="5918"/>
                </a:lnTo>
                <a:lnTo>
                  <a:pt x="8038" y="6037"/>
                </a:lnTo>
                <a:lnTo>
                  <a:pt x="7859" y="6096"/>
                </a:lnTo>
                <a:lnTo>
                  <a:pt x="6609" y="6358"/>
                </a:lnTo>
                <a:lnTo>
                  <a:pt x="6871" y="5096"/>
                </a:lnTo>
                <a:lnTo>
                  <a:pt x="6919" y="4918"/>
                </a:lnTo>
                <a:lnTo>
                  <a:pt x="7038" y="4775"/>
                </a:lnTo>
                <a:lnTo>
                  <a:pt x="9943" y="1846"/>
                </a:lnTo>
                <a:close/>
                <a:moveTo>
                  <a:pt x="2501" y="5930"/>
                </a:moveTo>
                <a:lnTo>
                  <a:pt x="2323" y="6013"/>
                </a:lnTo>
                <a:lnTo>
                  <a:pt x="2192" y="6144"/>
                </a:lnTo>
                <a:lnTo>
                  <a:pt x="2120" y="6311"/>
                </a:lnTo>
                <a:lnTo>
                  <a:pt x="2108" y="6418"/>
                </a:lnTo>
                <a:lnTo>
                  <a:pt x="2120" y="6513"/>
                </a:lnTo>
                <a:lnTo>
                  <a:pt x="2192" y="6692"/>
                </a:lnTo>
                <a:lnTo>
                  <a:pt x="2323" y="6823"/>
                </a:lnTo>
                <a:lnTo>
                  <a:pt x="2501" y="6894"/>
                </a:lnTo>
                <a:lnTo>
                  <a:pt x="2597" y="6906"/>
                </a:lnTo>
                <a:lnTo>
                  <a:pt x="2704" y="6894"/>
                </a:lnTo>
                <a:lnTo>
                  <a:pt x="2871" y="6823"/>
                </a:lnTo>
                <a:lnTo>
                  <a:pt x="3013" y="6692"/>
                </a:lnTo>
                <a:lnTo>
                  <a:pt x="3085" y="6513"/>
                </a:lnTo>
                <a:lnTo>
                  <a:pt x="3085" y="6418"/>
                </a:lnTo>
                <a:lnTo>
                  <a:pt x="3085" y="6311"/>
                </a:lnTo>
                <a:lnTo>
                  <a:pt x="3013" y="6144"/>
                </a:lnTo>
                <a:lnTo>
                  <a:pt x="2871" y="6013"/>
                </a:lnTo>
                <a:lnTo>
                  <a:pt x="2704" y="5930"/>
                </a:lnTo>
                <a:close/>
                <a:moveTo>
                  <a:pt x="4454" y="5930"/>
                </a:moveTo>
                <a:lnTo>
                  <a:pt x="4276" y="6013"/>
                </a:lnTo>
                <a:lnTo>
                  <a:pt x="4145" y="6144"/>
                </a:lnTo>
                <a:lnTo>
                  <a:pt x="4073" y="6311"/>
                </a:lnTo>
                <a:lnTo>
                  <a:pt x="4073" y="6418"/>
                </a:lnTo>
                <a:lnTo>
                  <a:pt x="4073" y="6513"/>
                </a:lnTo>
                <a:lnTo>
                  <a:pt x="4145" y="6692"/>
                </a:lnTo>
                <a:lnTo>
                  <a:pt x="4276" y="6823"/>
                </a:lnTo>
                <a:lnTo>
                  <a:pt x="4454" y="6894"/>
                </a:lnTo>
                <a:lnTo>
                  <a:pt x="4561" y="6906"/>
                </a:lnTo>
                <a:lnTo>
                  <a:pt x="4657" y="6894"/>
                </a:lnTo>
                <a:lnTo>
                  <a:pt x="4835" y="6823"/>
                </a:lnTo>
                <a:lnTo>
                  <a:pt x="4966" y="6692"/>
                </a:lnTo>
                <a:lnTo>
                  <a:pt x="5038" y="6513"/>
                </a:lnTo>
                <a:lnTo>
                  <a:pt x="5049" y="6418"/>
                </a:lnTo>
                <a:lnTo>
                  <a:pt x="5038" y="6311"/>
                </a:lnTo>
                <a:lnTo>
                  <a:pt x="4966" y="6144"/>
                </a:lnTo>
                <a:lnTo>
                  <a:pt x="4835" y="6013"/>
                </a:lnTo>
                <a:lnTo>
                  <a:pt x="4657" y="5930"/>
                </a:lnTo>
                <a:close/>
                <a:moveTo>
                  <a:pt x="11146" y="0"/>
                </a:moveTo>
                <a:lnTo>
                  <a:pt x="10669" y="203"/>
                </a:lnTo>
                <a:lnTo>
                  <a:pt x="10467" y="369"/>
                </a:lnTo>
                <a:lnTo>
                  <a:pt x="6574" y="4310"/>
                </a:lnTo>
                <a:lnTo>
                  <a:pt x="6454" y="4453"/>
                </a:lnTo>
                <a:lnTo>
                  <a:pt x="6276" y="4787"/>
                </a:lnTo>
                <a:lnTo>
                  <a:pt x="6228" y="4965"/>
                </a:lnTo>
                <a:lnTo>
                  <a:pt x="5859" y="6704"/>
                </a:lnTo>
                <a:lnTo>
                  <a:pt x="5847" y="6787"/>
                </a:lnTo>
                <a:lnTo>
                  <a:pt x="5895" y="6930"/>
                </a:lnTo>
                <a:lnTo>
                  <a:pt x="5954" y="7001"/>
                </a:lnTo>
                <a:lnTo>
                  <a:pt x="6014" y="7061"/>
                </a:lnTo>
                <a:lnTo>
                  <a:pt x="6157" y="7097"/>
                </a:lnTo>
                <a:lnTo>
                  <a:pt x="6252" y="7097"/>
                </a:lnTo>
                <a:lnTo>
                  <a:pt x="7990" y="6727"/>
                </a:lnTo>
                <a:lnTo>
                  <a:pt x="8169" y="6680"/>
                </a:lnTo>
                <a:lnTo>
                  <a:pt x="8502" y="6501"/>
                </a:lnTo>
                <a:lnTo>
                  <a:pt x="8645" y="6370"/>
                </a:lnTo>
                <a:lnTo>
                  <a:pt x="12563" y="2453"/>
                </a:lnTo>
                <a:lnTo>
                  <a:pt x="12729" y="2250"/>
                </a:lnTo>
                <a:lnTo>
                  <a:pt x="12920" y="1786"/>
                </a:lnTo>
                <a:lnTo>
                  <a:pt x="12920" y="1286"/>
                </a:lnTo>
                <a:lnTo>
                  <a:pt x="12729" y="810"/>
                </a:lnTo>
                <a:lnTo>
                  <a:pt x="12563" y="607"/>
                </a:lnTo>
                <a:lnTo>
                  <a:pt x="12313" y="369"/>
                </a:lnTo>
                <a:lnTo>
                  <a:pt x="12110" y="191"/>
                </a:lnTo>
                <a:lnTo>
                  <a:pt x="11646" y="0"/>
                </a:lnTo>
                <a:close/>
                <a:moveTo>
                  <a:pt x="1299" y="2512"/>
                </a:moveTo>
                <a:lnTo>
                  <a:pt x="1037" y="2524"/>
                </a:lnTo>
                <a:lnTo>
                  <a:pt x="573" y="2727"/>
                </a:lnTo>
                <a:lnTo>
                  <a:pt x="215" y="3084"/>
                </a:lnTo>
                <a:lnTo>
                  <a:pt x="13" y="3548"/>
                </a:lnTo>
                <a:lnTo>
                  <a:pt x="1" y="3810"/>
                </a:lnTo>
                <a:lnTo>
                  <a:pt x="1" y="9025"/>
                </a:lnTo>
                <a:lnTo>
                  <a:pt x="13" y="9287"/>
                </a:lnTo>
                <a:lnTo>
                  <a:pt x="215" y="9752"/>
                </a:lnTo>
                <a:lnTo>
                  <a:pt x="573" y="10109"/>
                </a:lnTo>
                <a:lnTo>
                  <a:pt x="1037" y="10311"/>
                </a:lnTo>
                <a:lnTo>
                  <a:pt x="1299" y="10323"/>
                </a:lnTo>
                <a:lnTo>
                  <a:pt x="10419" y="10323"/>
                </a:lnTo>
                <a:lnTo>
                  <a:pt x="10681" y="10311"/>
                </a:lnTo>
                <a:lnTo>
                  <a:pt x="11146" y="10109"/>
                </a:lnTo>
                <a:lnTo>
                  <a:pt x="11503" y="9752"/>
                </a:lnTo>
                <a:lnTo>
                  <a:pt x="11705" y="9287"/>
                </a:lnTo>
                <a:lnTo>
                  <a:pt x="11717" y="9025"/>
                </a:lnTo>
                <a:lnTo>
                  <a:pt x="11717" y="5441"/>
                </a:lnTo>
                <a:lnTo>
                  <a:pt x="11705" y="5310"/>
                </a:lnTo>
                <a:lnTo>
                  <a:pt x="11527" y="5132"/>
                </a:lnTo>
                <a:lnTo>
                  <a:pt x="11396" y="5120"/>
                </a:lnTo>
                <a:lnTo>
                  <a:pt x="11265" y="5132"/>
                </a:lnTo>
                <a:lnTo>
                  <a:pt x="11086" y="5310"/>
                </a:lnTo>
                <a:lnTo>
                  <a:pt x="11062" y="5441"/>
                </a:lnTo>
                <a:lnTo>
                  <a:pt x="11062" y="9025"/>
                </a:lnTo>
                <a:lnTo>
                  <a:pt x="11062" y="9156"/>
                </a:lnTo>
                <a:lnTo>
                  <a:pt x="10955" y="9395"/>
                </a:lnTo>
                <a:lnTo>
                  <a:pt x="10777" y="9561"/>
                </a:lnTo>
                <a:lnTo>
                  <a:pt x="10550" y="9668"/>
                </a:lnTo>
                <a:lnTo>
                  <a:pt x="10419" y="9680"/>
                </a:lnTo>
                <a:lnTo>
                  <a:pt x="1299" y="9680"/>
                </a:lnTo>
                <a:lnTo>
                  <a:pt x="1168" y="9668"/>
                </a:lnTo>
                <a:lnTo>
                  <a:pt x="930" y="9561"/>
                </a:lnTo>
                <a:lnTo>
                  <a:pt x="751" y="9395"/>
                </a:lnTo>
                <a:lnTo>
                  <a:pt x="656" y="9156"/>
                </a:lnTo>
                <a:lnTo>
                  <a:pt x="644" y="9025"/>
                </a:lnTo>
                <a:lnTo>
                  <a:pt x="644" y="3810"/>
                </a:lnTo>
                <a:lnTo>
                  <a:pt x="656" y="3679"/>
                </a:lnTo>
                <a:lnTo>
                  <a:pt x="751" y="3441"/>
                </a:lnTo>
                <a:lnTo>
                  <a:pt x="930" y="3274"/>
                </a:lnTo>
                <a:lnTo>
                  <a:pt x="1168" y="3167"/>
                </a:lnTo>
                <a:lnTo>
                  <a:pt x="6181" y="3167"/>
                </a:lnTo>
                <a:lnTo>
                  <a:pt x="6312" y="3143"/>
                </a:lnTo>
                <a:lnTo>
                  <a:pt x="6490" y="2965"/>
                </a:lnTo>
                <a:lnTo>
                  <a:pt x="6514" y="2834"/>
                </a:lnTo>
                <a:lnTo>
                  <a:pt x="6490" y="2703"/>
                </a:lnTo>
                <a:lnTo>
                  <a:pt x="6312" y="2524"/>
                </a:lnTo>
                <a:lnTo>
                  <a:pt x="6181" y="251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47" name="Google Shape;3347;p176"/>
          <p:cNvSpPr/>
          <p:nvPr/>
        </p:nvSpPr>
        <p:spPr>
          <a:xfrm>
            <a:off x="16343361" y="3333154"/>
            <a:ext cx="633317" cy="540694"/>
          </a:xfrm>
          <a:custGeom>
            <a:rect b="b" l="l" r="r" t="t"/>
            <a:pathLst>
              <a:path extrusionOk="0" h="10420" w="12205">
                <a:moveTo>
                  <a:pt x="3037" y="656"/>
                </a:moveTo>
                <a:lnTo>
                  <a:pt x="3203" y="739"/>
                </a:lnTo>
                <a:lnTo>
                  <a:pt x="3322" y="870"/>
                </a:lnTo>
                <a:lnTo>
                  <a:pt x="3394" y="1049"/>
                </a:lnTo>
                <a:lnTo>
                  <a:pt x="3406" y="1144"/>
                </a:lnTo>
                <a:lnTo>
                  <a:pt x="3394" y="1239"/>
                </a:lnTo>
                <a:lnTo>
                  <a:pt x="3322" y="1418"/>
                </a:lnTo>
                <a:lnTo>
                  <a:pt x="3203" y="1549"/>
                </a:lnTo>
                <a:lnTo>
                  <a:pt x="3037" y="1620"/>
                </a:lnTo>
                <a:lnTo>
                  <a:pt x="2929" y="1632"/>
                </a:lnTo>
                <a:lnTo>
                  <a:pt x="2834" y="1620"/>
                </a:lnTo>
                <a:lnTo>
                  <a:pt x="2656" y="1549"/>
                </a:lnTo>
                <a:lnTo>
                  <a:pt x="2525" y="1418"/>
                </a:lnTo>
                <a:lnTo>
                  <a:pt x="2453" y="1239"/>
                </a:lnTo>
                <a:lnTo>
                  <a:pt x="2441" y="1144"/>
                </a:lnTo>
                <a:lnTo>
                  <a:pt x="2453" y="1049"/>
                </a:lnTo>
                <a:lnTo>
                  <a:pt x="2525" y="870"/>
                </a:lnTo>
                <a:lnTo>
                  <a:pt x="2656" y="739"/>
                </a:lnTo>
                <a:lnTo>
                  <a:pt x="2834" y="656"/>
                </a:lnTo>
                <a:close/>
                <a:moveTo>
                  <a:pt x="9526" y="656"/>
                </a:moveTo>
                <a:lnTo>
                  <a:pt x="9704" y="739"/>
                </a:lnTo>
                <a:lnTo>
                  <a:pt x="9835" y="870"/>
                </a:lnTo>
                <a:lnTo>
                  <a:pt x="9907" y="1037"/>
                </a:lnTo>
                <a:lnTo>
                  <a:pt x="9919" y="1144"/>
                </a:lnTo>
                <a:lnTo>
                  <a:pt x="9907" y="1239"/>
                </a:lnTo>
                <a:lnTo>
                  <a:pt x="9835" y="1418"/>
                </a:lnTo>
                <a:lnTo>
                  <a:pt x="9704" y="1549"/>
                </a:lnTo>
                <a:lnTo>
                  <a:pt x="9526" y="1620"/>
                </a:lnTo>
                <a:lnTo>
                  <a:pt x="9430" y="1632"/>
                </a:lnTo>
                <a:lnTo>
                  <a:pt x="9323" y="1620"/>
                </a:lnTo>
                <a:lnTo>
                  <a:pt x="9157" y="1549"/>
                </a:lnTo>
                <a:lnTo>
                  <a:pt x="9014" y="1418"/>
                </a:lnTo>
                <a:lnTo>
                  <a:pt x="8942" y="1239"/>
                </a:lnTo>
                <a:lnTo>
                  <a:pt x="8942" y="1144"/>
                </a:lnTo>
                <a:lnTo>
                  <a:pt x="8942" y="1037"/>
                </a:lnTo>
                <a:lnTo>
                  <a:pt x="9026" y="870"/>
                </a:lnTo>
                <a:lnTo>
                  <a:pt x="9157" y="739"/>
                </a:lnTo>
                <a:lnTo>
                  <a:pt x="9335" y="656"/>
                </a:lnTo>
                <a:close/>
                <a:moveTo>
                  <a:pt x="2929" y="1"/>
                </a:moveTo>
                <a:lnTo>
                  <a:pt x="2703" y="13"/>
                </a:lnTo>
                <a:lnTo>
                  <a:pt x="2286" y="191"/>
                </a:lnTo>
                <a:lnTo>
                  <a:pt x="1977" y="501"/>
                </a:lnTo>
                <a:lnTo>
                  <a:pt x="1810" y="906"/>
                </a:lnTo>
                <a:lnTo>
                  <a:pt x="1798" y="1144"/>
                </a:lnTo>
                <a:lnTo>
                  <a:pt x="1810" y="1370"/>
                </a:lnTo>
                <a:lnTo>
                  <a:pt x="1977" y="1787"/>
                </a:lnTo>
                <a:lnTo>
                  <a:pt x="2286" y="2096"/>
                </a:lnTo>
                <a:lnTo>
                  <a:pt x="2703" y="2263"/>
                </a:lnTo>
                <a:lnTo>
                  <a:pt x="2929" y="2287"/>
                </a:lnTo>
                <a:lnTo>
                  <a:pt x="3168" y="2263"/>
                </a:lnTo>
                <a:lnTo>
                  <a:pt x="3572" y="2096"/>
                </a:lnTo>
                <a:lnTo>
                  <a:pt x="3870" y="1787"/>
                </a:lnTo>
                <a:lnTo>
                  <a:pt x="4037" y="1370"/>
                </a:lnTo>
                <a:lnTo>
                  <a:pt x="4049" y="1144"/>
                </a:lnTo>
                <a:lnTo>
                  <a:pt x="4037" y="906"/>
                </a:lnTo>
                <a:lnTo>
                  <a:pt x="3870" y="501"/>
                </a:lnTo>
                <a:lnTo>
                  <a:pt x="3572" y="191"/>
                </a:lnTo>
                <a:lnTo>
                  <a:pt x="3168" y="13"/>
                </a:lnTo>
                <a:lnTo>
                  <a:pt x="2929" y="1"/>
                </a:lnTo>
                <a:close/>
                <a:moveTo>
                  <a:pt x="9430" y="1"/>
                </a:moveTo>
                <a:lnTo>
                  <a:pt x="9192" y="13"/>
                </a:lnTo>
                <a:lnTo>
                  <a:pt x="8787" y="191"/>
                </a:lnTo>
                <a:lnTo>
                  <a:pt x="8478" y="501"/>
                </a:lnTo>
                <a:lnTo>
                  <a:pt x="8299" y="906"/>
                </a:lnTo>
                <a:lnTo>
                  <a:pt x="8287" y="1144"/>
                </a:lnTo>
                <a:lnTo>
                  <a:pt x="8299" y="1370"/>
                </a:lnTo>
                <a:lnTo>
                  <a:pt x="8478" y="1787"/>
                </a:lnTo>
                <a:lnTo>
                  <a:pt x="8787" y="2096"/>
                </a:lnTo>
                <a:lnTo>
                  <a:pt x="9192" y="2263"/>
                </a:lnTo>
                <a:lnTo>
                  <a:pt x="9430" y="2287"/>
                </a:lnTo>
                <a:lnTo>
                  <a:pt x="9657" y="2263"/>
                </a:lnTo>
                <a:lnTo>
                  <a:pt x="10062" y="2096"/>
                </a:lnTo>
                <a:lnTo>
                  <a:pt x="10359" y="1787"/>
                </a:lnTo>
                <a:lnTo>
                  <a:pt x="10526" y="1370"/>
                </a:lnTo>
                <a:lnTo>
                  <a:pt x="10550" y="1144"/>
                </a:lnTo>
                <a:lnTo>
                  <a:pt x="10526" y="906"/>
                </a:lnTo>
                <a:lnTo>
                  <a:pt x="10359" y="501"/>
                </a:lnTo>
                <a:lnTo>
                  <a:pt x="10062" y="191"/>
                </a:lnTo>
                <a:lnTo>
                  <a:pt x="9657" y="13"/>
                </a:lnTo>
                <a:lnTo>
                  <a:pt x="9430" y="1"/>
                </a:lnTo>
                <a:close/>
                <a:moveTo>
                  <a:pt x="2727" y="2608"/>
                </a:moveTo>
                <a:lnTo>
                  <a:pt x="2501" y="2620"/>
                </a:lnTo>
                <a:lnTo>
                  <a:pt x="2084" y="2727"/>
                </a:lnTo>
                <a:lnTo>
                  <a:pt x="1715" y="2954"/>
                </a:lnTo>
                <a:lnTo>
                  <a:pt x="1417" y="3251"/>
                </a:lnTo>
                <a:lnTo>
                  <a:pt x="1298" y="3442"/>
                </a:lnTo>
                <a:lnTo>
                  <a:pt x="48" y="5704"/>
                </a:lnTo>
                <a:lnTo>
                  <a:pt x="0" y="5823"/>
                </a:lnTo>
                <a:lnTo>
                  <a:pt x="60" y="6061"/>
                </a:lnTo>
                <a:lnTo>
                  <a:pt x="167" y="6145"/>
                </a:lnTo>
                <a:lnTo>
                  <a:pt x="286" y="6192"/>
                </a:lnTo>
                <a:lnTo>
                  <a:pt x="536" y="6121"/>
                </a:lnTo>
                <a:lnTo>
                  <a:pt x="619" y="6026"/>
                </a:lnTo>
                <a:lnTo>
                  <a:pt x="1870" y="3763"/>
                </a:lnTo>
                <a:lnTo>
                  <a:pt x="1941" y="3644"/>
                </a:lnTo>
                <a:lnTo>
                  <a:pt x="2120" y="3466"/>
                </a:lnTo>
                <a:lnTo>
                  <a:pt x="2346" y="3335"/>
                </a:lnTo>
                <a:lnTo>
                  <a:pt x="2596" y="3263"/>
                </a:lnTo>
                <a:lnTo>
                  <a:pt x="3275" y="3263"/>
                </a:lnTo>
                <a:lnTo>
                  <a:pt x="3525" y="3335"/>
                </a:lnTo>
                <a:lnTo>
                  <a:pt x="3751" y="3466"/>
                </a:lnTo>
                <a:lnTo>
                  <a:pt x="3930" y="3644"/>
                </a:lnTo>
                <a:lnTo>
                  <a:pt x="4001" y="3763"/>
                </a:lnTo>
                <a:lnTo>
                  <a:pt x="5251" y="6026"/>
                </a:lnTo>
                <a:lnTo>
                  <a:pt x="5299" y="6097"/>
                </a:lnTo>
                <a:lnTo>
                  <a:pt x="5454" y="6180"/>
                </a:lnTo>
                <a:lnTo>
                  <a:pt x="5537" y="6192"/>
                </a:lnTo>
                <a:lnTo>
                  <a:pt x="5620" y="6180"/>
                </a:lnTo>
                <a:lnTo>
                  <a:pt x="5692" y="6145"/>
                </a:lnTo>
                <a:lnTo>
                  <a:pt x="5799" y="6073"/>
                </a:lnTo>
                <a:lnTo>
                  <a:pt x="5870" y="5823"/>
                </a:lnTo>
                <a:lnTo>
                  <a:pt x="5823" y="5704"/>
                </a:lnTo>
                <a:lnTo>
                  <a:pt x="4573" y="3442"/>
                </a:lnTo>
                <a:lnTo>
                  <a:pt x="4453" y="3251"/>
                </a:lnTo>
                <a:lnTo>
                  <a:pt x="4156" y="2954"/>
                </a:lnTo>
                <a:lnTo>
                  <a:pt x="3787" y="2727"/>
                </a:lnTo>
                <a:lnTo>
                  <a:pt x="3370" y="2620"/>
                </a:lnTo>
                <a:lnTo>
                  <a:pt x="3144" y="2608"/>
                </a:lnTo>
                <a:close/>
                <a:moveTo>
                  <a:pt x="9395" y="2608"/>
                </a:moveTo>
                <a:lnTo>
                  <a:pt x="9180" y="2620"/>
                </a:lnTo>
                <a:lnTo>
                  <a:pt x="8764" y="2727"/>
                </a:lnTo>
                <a:lnTo>
                  <a:pt x="8395" y="2954"/>
                </a:lnTo>
                <a:lnTo>
                  <a:pt x="8085" y="3263"/>
                </a:lnTo>
                <a:lnTo>
                  <a:pt x="7978" y="3442"/>
                </a:lnTo>
                <a:lnTo>
                  <a:pt x="6704" y="5704"/>
                </a:lnTo>
                <a:lnTo>
                  <a:pt x="6656" y="5823"/>
                </a:lnTo>
                <a:lnTo>
                  <a:pt x="6728" y="6073"/>
                </a:lnTo>
                <a:lnTo>
                  <a:pt x="6823" y="6145"/>
                </a:lnTo>
                <a:lnTo>
                  <a:pt x="6954" y="6192"/>
                </a:lnTo>
                <a:lnTo>
                  <a:pt x="7192" y="6121"/>
                </a:lnTo>
                <a:lnTo>
                  <a:pt x="7275" y="6026"/>
                </a:lnTo>
                <a:lnTo>
                  <a:pt x="8526" y="3763"/>
                </a:lnTo>
                <a:lnTo>
                  <a:pt x="8597" y="3644"/>
                </a:lnTo>
                <a:lnTo>
                  <a:pt x="8787" y="3466"/>
                </a:lnTo>
                <a:lnTo>
                  <a:pt x="9014" y="3335"/>
                </a:lnTo>
                <a:lnTo>
                  <a:pt x="9264" y="3263"/>
                </a:lnTo>
                <a:lnTo>
                  <a:pt x="9621" y="3263"/>
                </a:lnTo>
                <a:lnTo>
                  <a:pt x="9871" y="3335"/>
                </a:lnTo>
                <a:lnTo>
                  <a:pt x="10097" y="3466"/>
                </a:lnTo>
                <a:lnTo>
                  <a:pt x="10276" y="3644"/>
                </a:lnTo>
                <a:lnTo>
                  <a:pt x="10347" y="3763"/>
                </a:lnTo>
                <a:lnTo>
                  <a:pt x="11609" y="6026"/>
                </a:lnTo>
                <a:lnTo>
                  <a:pt x="11657" y="6097"/>
                </a:lnTo>
                <a:lnTo>
                  <a:pt x="11800" y="6180"/>
                </a:lnTo>
                <a:lnTo>
                  <a:pt x="11871" y="6192"/>
                </a:lnTo>
                <a:lnTo>
                  <a:pt x="11955" y="6180"/>
                </a:lnTo>
                <a:lnTo>
                  <a:pt x="12026" y="6145"/>
                </a:lnTo>
                <a:lnTo>
                  <a:pt x="12086" y="6109"/>
                </a:lnTo>
                <a:lnTo>
                  <a:pt x="12169" y="6014"/>
                </a:lnTo>
                <a:lnTo>
                  <a:pt x="12205" y="5883"/>
                </a:lnTo>
                <a:lnTo>
                  <a:pt x="12193" y="5764"/>
                </a:lnTo>
                <a:lnTo>
                  <a:pt x="12157" y="5704"/>
                </a:lnTo>
                <a:lnTo>
                  <a:pt x="10895" y="3442"/>
                </a:lnTo>
                <a:lnTo>
                  <a:pt x="10788" y="3263"/>
                </a:lnTo>
                <a:lnTo>
                  <a:pt x="10490" y="2954"/>
                </a:lnTo>
                <a:lnTo>
                  <a:pt x="10133" y="2727"/>
                </a:lnTo>
                <a:lnTo>
                  <a:pt x="9716" y="2620"/>
                </a:lnTo>
                <a:lnTo>
                  <a:pt x="9490" y="2608"/>
                </a:lnTo>
                <a:close/>
                <a:moveTo>
                  <a:pt x="1989" y="4883"/>
                </a:moveTo>
                <a:lnTo>
                  <a:pt x="1858" y="4906"/>
                </a:lnTo>
                <a:lnTo>
                  <a:pt x="1679" y="5085"/>
                </a:lnTo>
                <a:lnTo>
                  <a:pt x="1667" y="5216"/>
                </a:lnTo>
                <a:lnTo>
                  <a:pt x="1667" y="10098"/>
                </a:lnTo>
                <a:lnTo>
                  <a:pt x="1679" y="10229"/>
                </a:lnTo>
                <a:lnTo>
                  <a:pt x="1858" y="10407"/>
                </a:lnTo>
                <a:lnTo>
                  <a:pt x="1989" y="10419"/>
                </a:lnTo>
                <a:lnTo>
                  <a:pt x="2120" y="10407"/>
                </a:lnTo>
                <a:lnTo>
                  <a:pt x="2286" y="10229"/>
                </a:lnTo>
                <a:lnTo>
                  <a:pt x="2298" y="10098"/>
                </a:lnTo>
                <a:lnTo>
                  <a:pt x="2298" y="7490"/>
                </a:lnTo>
                <a:lnTo>
                  <a:pt x="3584" y="7490"/>
                </a:lnTo>
                <a:lnTo>
                  <a:pt x="3584" y="10098"/>
                </a:lnTo>
                <a:lnTo>
                  <a:pt x="3596" y="10229"/>
                </a:lnTo>
                <a:lnTo>
                  <a:pt x="3775" y="10407"/>
                </a:lnTo>
                <a:lnTo>
                  <a:pt x="3906" y="10419"/>
                </a:lnTo>
                <a:lnTo>
                  <a:pt x="4037" y="10407"/>
                </a:lnTo>
                <a:lnTo>
                  <a:pt x="4215" y="10229"/>
                </a:lnTo>
                <a:lnTo>
                  <a:pt x="4239" y="10098"/>
                </a:lnTo>
                <a:lnTo>
                  <a:pt x="4239" y="5216"/>
                </a:lnTo>
                <a:lnTo>
                  <a:pt x="4215" y="5085"/>
                </a:lnTo>
                <a:lnTo>
                  <a:pt x="4037" y="4906"/>
                </a:lnTo>
                <a:lnTo>
                  <a:pt x="3906" y="4883"/>
                </a:lnTo>
                <a:lnTo>
                  <a:pt x="3775" y="4906"/>
                </a:lnTo>
                <a:lnTo>
                  <a:pt x="3596" y="5085"/>
                </a:lnTo>
                <a:lnTo>
                  <a:pt x="3584" y="5216"/>
                </a:lnTo>
                <a:lnTo>
                  <a:pt x="3584" y="6835"/>
                </a:lnTo>
                <a:lnTo>
                  <a:pt x="2298" y="6835"/>
                </a:lnTo>
                <a:lnTo>
                  <a:pt x="2298" y="5216"/>
                </a:lnTo>
                <a:lnTo>
                  <a:pt x="2274" y="5085"/>
                </a:lnTo>
                <a:lnTo>
                  <a:pt x="2108" y="4906"/>
                </a:lnTo>
                <a:lnTo>
                  <a:pt x="1989" y="4883"/>
                </a:lnTo>
                <a:close/>
                <a:moveTo>
                  <a:pt x="8657" y="4883"/>
                </a:moveTo>
                <a:lnTo>
                  <a:pt x="8418" y="4954"/>
                </a:lnTo>
                <a:lnTo>
                  <a:pt x="8335" y="5073"/>
                </a:lnTo>
                <a:lnTo>
                  <a:pt x="7049" y="7669"/>
                </a:lnTo>
                <a:lnTo>
                  <a:pt x="7025" y="7752"/>
                </a:lnTo>
                <a:lnTo>
                  <a:pt x="7025" y="7919"/>
                </a:lnTo>
                <a:lnTo>
                  <a:pt x="7073" y="7990"/>
                </a:lnTo>
                <a:lnTo>
                  <a:pt x="7109" y="8050"/>
                </a:lnTo>
                <a:lnTo>
                  <a:pt x="7240" y="8133"/>
                </a:lnTo>
                <a:lnTo>
                  <a:pt x="7311" y="8145"/>
                </a:lnTo>
                <a:lnTo>
                  <a:pt x="8109" y="8145"/>
                </a:lnTo>
                <a:lnTo>
                  <a:pt x="8109" y="10098"/>
                </a:lnTo>
                <a:lnTo>
                  <a:pt x="8121" y="10229"/>
                </a:lnTo>
                <a:lnTo>
                  <a:pt x="8299" y="10407"/>
                </a:lnTo>
                <a:lnTo>
                  <a:pt x="8430" y="10419"/>
                </a:lnTo>
                <a:lnTo>
                  <a:pt x="8561" y="10407"/>
                </a:lnTo>
                <a:lnTo>
                  <a:pt x="8740" y="10229"/>
                </a:lnTo>
                <a:lnTo>
                  <a:pt x="8752" y="10098"/>
                </a:lnTo>
                <a:lnTo>
                  <a:pt x="8752" y="8145"/>
                </a:lnTo>
                <a:lnTo>
                  <a:pt x="10038" y="8145"/>
                </a:lnTo>
                <a:lnTo>
                  <a:pt x="10038" y="10098"/>
                </a:lnTo>
                <a:lnTo>
                  <a:pt x="10062" y="10229"/>
                </a:lnTo>
                <a:lnTo>
                  <a:pt x="10228" y="10407"/>
                </a:lnTo>
                <a:lnTo>
                  <a:pt x="10347" y="10419"/>
                </a:lnTo>
                <a:lnTo>
                  <a:pt x="10466" y="10407"/>
                </a:lnTo>
                <a:lnTo>
                  <a:pt x="10657" y="10229"/>
                </a:lnTo>
                <a:lnTo>
                  <a:pt x="10669" y="10098"/>
                </a:lnTo>
                <a:lnTo>
                  <a:pt x="10669" y="8145"/>
                </a:lnTo>
                <a:lnTo>
                  <a:pt x="11467" y="8145"/>
                </a:lnTo>
                <a:lnTo>
                  <a:pt x="11550" y="8133"/>
                </a:lnTo>
                <a:lnTo>
                  <a:pt x="11693" y="8050"/>
                </a:lnTo>
                <a:lnTo>
                  <a:pt x="11752" y="7990"/>
                </a:lnTo>
                <a:lnTo>
                  <a:pt x="11788" y="7907"/>
                </a:lnTo>
                <a:lnTo>
                  <a:pt x="11788" y="7752"/>
                </a:lnTo>
                <a:lnTo>
                  <a:pt x="11764" y="7669"/>
                </a:lnTo>
                <a:lnTo>
                  <a:pt x="10550" y="5061"/>
                </a:lnTo>
                <a:lnTo>
                  <a:pt x="10478" y="4954"/>
                </a:lnTo>
                <a:lnTo>
                  <a:pt x="10240" y="4883"/>
                </a:lnTo>
                <a:lnTo>
                  <a:pt x="10109" y="4918"/>
                </a:lnTo>
                <a:lnTo>
                  <a:pt x="10002" y="4990"/>
                </a:lnTo>
                <a:lnTo>
                  <a:pt x="9931" y="5228"/>
                </a:lnTo>
                <a:lnTo>
                  <a:pt x="9966" y="5359"/>
                </a:lnTo>
                <a:lnTo>
                  <a:pt x="11038" y="7490"/>
                </a:lnTo>
                <a:lnTo>
                  <a:pt x="7859" y="7490"/>
                </a:lnTo>
                <a:lnTo>
                  <a:pt x="8918" y="5359"/>
                </a:lnTo>
                <a:lnTo>
                  <a:pt x="8966" y="5228"/>
                </a:lnTo>
                <a:lnTo>
                  <a:pt x="8883" y="5002"/>
                </a:lnTo>
                <a:lnTo>
                  <a:pt x="8776" y="4918"/>
                </a:lnTo>
                <a:lnTo>
                  <a:pt x="8657" y="4883"/>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48" name="Google Shape;3348;p176"/>
          <p:cNvSpPr/>
          <p:nvPr/>
        </p:nvSpPr>
        <p:spPr>
          <a:xfrm>
            <a:off x="16394386" y="2256313"/>
            <a:ext cx="541316" cy="540694"/>
          </a:xfrm>
          <a:custGeom>
            <a:rect b="b" l="l" r="r" t="t"/>
            <a:pathLst>
              <a:path extrusionOk="0" h="10420" w="10432">
                <a:moveTo>
                  <a:pt x="4561" y="3263"/>
                </a:moveTo>
                <a:lnTo>
                  <a:pt x="4299" y="3275"/>
                </a:lnTo>
                <a:lnTo>
                  <a:pt x="3835" y="3478"/>
                </a:lnTo>
                <a:lnTo>
                  <a:pt x="3478" y="3823"/>
                </a:lnTo>
                <a:lnTo>
                  <a:pt x="3275" y="4299"/>
                </a:lnTo>
                <a:lnTo>
                  <a:pt x="3263" y="4561"/>
                </a:lnTo>
                <a:lnTo>
                  <a:pt x="3918" y="4561"/>
                </a:lnTo>
                <a:lnTo>
                  <a:pt x="3918" y="4430"/>
                </a:lnTo>
                <a:lnTo>
                  <a:pt x="4025" y="4192"/>
                </a:lnTo>
                <a:lnTo>
                  <a:pt x="4204" y="4013"/>
                </a:lnTo>
                <a:lnTo>
                  <a:pt x="4430" y="3918"/>
                </a:lnTo>
                <a:lnTo>
                  <a:pt x="4561" y="3906"/>
                </a:lnTo>
                <a:lnTo>
                  <a:pt x="5216" y="3906"/>
                </a:lnTo>
                <a:lnTo>
                  <a:pt x="5216" y="3263"/>
                </a:lnTo>
                <a:close/>
                <a:moveTo>
                  <a:pt x="5871" y="3263"/>
                </a:moveTo>
                <a:lnTo>
                  <a:pt x="5871" y="3906"/>
                </a:lnTo>
                <a:lnTo>
                  <a:pt x="6514" y="3906"/>
                </a:lnTo>
                <a:lnTo>
                  <a:pt x="6514" y="5216"/>
                </a:lnTo>
                <a:lnTo>
                  <a:pt x="7169" y="5216"/>
                </a:lnTo>
                <a:lnTo>
                  <a:pt x="7169" y="3263"/>
                </a:lnTo>
                <a:close/>
                <a:moveTo>
                  <a:pt x="1311" y="1"/>
                </a:moveTo>
                <a:lnTo>
                  <a:pt x="1049" y="25"/>
                </a:lnTo>
                <a:lnTo>
                  <a:pt x="572" y="215"/>
                </a:lnTo>
                <a:lnTo>
                  <a:pt x="227" y="572"/>
                </a:lnTo>
                <a:lnTo>
                  <a:pt x="25" y="1037"/>
                </a:lnTo>
                <a:lnTo>
                  <a:pt x="1" y="1311"/>
                </a:lnTo>
                <a:lnTo>
                  <a:pt x="1" y="5859"/>
                </a:lnTo>
                <a:lnTo>
                  <a:pt x="25" y="6133"/>
                </a:lnTo>
                <a:lnTo>
                  <a:pt x="227" y="6597"/>
                </a:lnTo>
                <a:lnTo>
                  <a:pt x="572" y="6942"/>
                </a:lnTo>
                <a:lnTo>
                  <a:pt x="1049" y="7145"/>
                </a:lnTo>
                <a:lnTo>
                  <a:pt x="1311" y="7169"/>
                </a:lnTo>
                <a:lnTo>
                  <a:pt x="2608" y="7169"/>
                </a:lnTo>
                <a:lnTo>
                  <a:pt x="2608" y="6514"/>
                </a:lnTo>
                <a:lnTo>
                  <a:pt x="1311" y="6514"/>
                </a:lnTo>
                <a:lnTo>
                  <a:pt x="1180" y="6502"/>
                </a:lnTo>
                <a:lnTo>
                  <a:pt x="941" y="6407"/>
                </a:lnTo>
                <a:lnTo>
                  <a:pt x="763" y="6228"/>
                </a:lnTo>
                <a:lnTo>
                  <a:pt x="668" y="5990"/>
                </a:lnTo>
                <a:lnTo>
                  <a:pt x="656" y="5859"/>
                </a:lnTo>
                <a:lnTo>
                  <a:pt x="656" y="1311"/>
                </a:lnTo>
                <a:lnTo>
                  <a:pt x="668" y="1168"/>
                </a:lnTo>
                <a:lnTo>
                  <a:pt x="763" y="941"/>
                </a:lnTo>
                <a:lnTo>
                  <a:pt x="941" y="763"/>
                </a:lnTo>
                <a:lnTo>
                  <a:pt x="1180" y="668"/>
                </a:lnTo>
                <a:lnTo>
                  <a:pt x="1311" y="656"/>
                </a:lnTo>
                <a:lnTo>
                  <a:pt x="5871" y="656"/>
                </a:lnTo>
                <a:lnTo>
                  <a:pt x="6002" y="668"/>
                </a:lnTo>
                <a:lnTo>
                  <a:pt x="6228" y="763"/>
                </a:lnTo>
                <a:lnTo>
                  <a:pt x="6407" y="941"/>
                </a:lnTo>
                <a:lnTo>
                  <a:pt x="6502" y="1168"/>
                </a:lnTo>
                <a:lnTo>
                  <a:pt x="6514" y="1311"/>
                </a:lnTo>
                <a:lnTo>
                  <a:pt x="6514" y="2608"/>
                </a:lnTo>
                <a:lnTo>
                  <a:pt x="7169" y="2608"/>
                </a:lnTo>
                <a:lnTo>
                  <a:pt x="7169" y="1311"/>
                </a:lnTo>
                <a:lnTo>
                  <a:pt x="7145" y="1037"/>
                </a:lnTo>
                <a:lnTo>
                  <a:pt x="6954" y="572"/>
                </a:lnTo>
                <a:lnTo>
                  <a:pt x="6597" y="215"/>
                </a:lnTo>
                <a:lnTo>
                  <a:pt x="6133" y="25"/>
                </a:lnTo>
                <a:lnTo>
                  <a:pt x="5871" y="1"/>
                </a:lnTo>
                <a:close/>
                <a:moveTo>
                  <a:pt x="3263" y="5216"/>
                </a:moveTo>
                <a:lnTo>
                  <a:pt x="3263" y="7169"/>
                </a:lnTo>
                <a:lnTo>
                  <a:pt x="4561" y="7169"/>
                </a:lnTo>
                <a:lnTo>
                  <a:pt x="4561" y="6514"/>
                </a:lnTo>
                <a:lnTo>
                  <a:pt x="3918" y="6514"/>
                </a:lnTo>
                <a:lnTo>
                  <a:pt x="3918" y="5216"/>
                </a:lnTo>
                <a:close/>
                <a:moveTo>
                  <a:pt x="6514" y="5859"/>
                </a:moveTo>
                <a:lnTo>
                  <a:pt x="6514" y="5990"/>
                </a:lnTo>
                <a:lnTo>
                  <a:pt x="6407" y="6228"/>
                </a:lnTo>
                <a:lnTo>
                  <a:pt x="6240" y="6407"/>
                </a:lnTo>
                <a:lnTo>
                  <a:pt x="6002" y="6502"/>
                </a:lnTo>
                <a:lnTo>
                  <a:pt x="5871" y="6514"/>
                </a:lnTo>
                <a:lnTo>
                  <a:pt x="5216" y="6514"/>
                </a:lnTo>
                <a:lnTo>
                  <a:pt x="5216" y="7169"/>
                </a:lnTo>
                <a:lnTo>
                  <a:pt x="5871" y="7169"/>
                </a:lnTo>
                <a:lnTo>
                  <a:pt x="6133" y="7145"/>
                </a:lnTo>
                <a:lnTo>
                  <a:pt x="6597" y="6942"/>
                </a:lnTo>
                <a:lnTo>
                  <a:pt x="6954" y="6597"/>
                </a:lnTo>
                <a:lnTo>
                  <a:pt x="7157" y="6121"/>
                </a:lnTo>
                <a:lnTo>
                  <a:pt x="7169" y="5859"/>
                </a:lnTo>
                <a:close/>
                <a:moveTo>
                  <a:pt x="7824" y="3251"/>
                </a:moveTo>
                <a:lnTo>
                  <a:pt x="7824" y="3906"/>
                </a:lnTo>
                <a:lnTo>
                  <a:pt x="9121" y="3906"/>
                </a:lnTo>
                <a:lnTo>
                  <a:pt x="9252" y="3918"/>
                </a:lnTo>
                <a:lnTo>
                  <a:pt x="9490" y="4013"/>
                </a:lnTo>
                <a:lnTo>
                  <a:pt x="9669" y="4192"/>
                </a:lnTo>
                <a:lnTo>
                  <a:pt x="9764" y="4430"/>
                </a:lnTo>
                <a:lnTo>
                  <a:pt x="9776" y="4561"/>
                </a:lnTo>
                <a:lnTo>
                  <a:pt x="9776" y="9121"/>
                </a:lnTo>
                <a:lnTo>
                  <a:pt x="9764" y="9252"/>
                </a:lnTo>
                <a:lnTo>
                  <a:pt x="9669" y="9479"/>
                </a:lnTo>
                <a:lnTo>
                  <a:pt x="9490" y="9657"/>
                </a:lnTo>
                <a:lnTo>
                  <a:pt x="9252" y="9764"/>
                </a:lnTo>
                <a:lnTo>
                  <a:pt x="4430" y="9764"/>
                </a:lnTo>
                <a:lnTo>
                  <a:pt x="4204" y="9657"/>
                </a:lnTo>
                <a:lnTo>
                  <a:pt x="4025" y="9479"/>
                </a:lnTo>
                <a:lnTo>
                  <a:pt x="3918" y="9252"/>
                </a:lnTo>
                <a:lnTo>
                  <a:pt x="3918" y="9121"/>
                </a:lnTo>
                <a:lnTo>
                  <a:pt x="3918" y="7812"/>
                </a:lnTo>
                <a:lnTo>
                  <a:pt x="3263" y="7812"/>
                </a:lnTo>
                <a:lnTo>
                  <a:pt x="3263" y="9121"/>
                </a:lnTo>
                <a:lnTo>
                  <a:pt x="3287" y="9383"/>
                </a:lnTo>
                <a:lnTo>
                  <a:pt x="3478" y="9848"/>
                </a:lnTo>
                <a:lnTo>
                  <a:pt x="3835" y="10205"/>
                </a:lnTo>
                <a:lnTo>
                  <a:pt x="4299" y="10395"/>
                </a:lnTo>
                <a:lnTo>
                  <a:pt x="4561" y="10419"/>
                </a:lnTo>
                <a:lnTo>
                  <a:pt x="9121" y="10419"/>
                </a:lnTo>
                <a:lnTo>
                  <a:pt x="9383" y="10395"/>
                </a:lnTo>
                <a:lnTo>
                  <a:pt x="9860" y="10205"/>
                </a:lnTo>
                <a:lnTo>
                  <a:pt x="10205" y="9848"/>
                </a:lnTo>
                <a:lnTo>
                  <a:pt x="10407" y="9383"/>
                </a:lnTo>
                <a:lnTo>
                  <a:pt x="10431" y="9121"/>
                </a:lnTo>
                <a:lnTo>
                  <a:pt x="10431" y="4561"/>
                </a:lnTo>
                <a:lnTo>
                  <a:pt x="10407" y="4287"/>
                </a:lnTo>
                <a:lnTo>
                  <a:pt x="10205" y="3823"/>
                </a:lnTo>
                <a:lnTo>
                  <a:pt x="9860" y="3478"/>
                </a:lnTo>
                <a:lnTo>
                  <a:pt x="9383" y="3275"/>
                </a:lnTo>
                <a:lnTo>
                  <a:pt x="9121" y="325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49" name="Google Shape;3349;p176"/>
          <p:cNvSpPr/>
          <p:nvPr/>
        </p:nvSpPr>
        <p:spPr>
          <a:xfrm>
            <a:off x="14323704" y="5592935"/>
            <a:ext cx="675971" cy="472718"/>
          </a:xfrm>
          <a:custGeom>
            <a:rect b="b" l="l" r="r" t="t"/>
            <a:pathLst>
              <a:path extrusionOk="0" h="9110" w="13027">
                <a:moveTo>
                  <a:pt x="2608" y="644"/>
                </a:moveTo>
                <a:lnTo>
                  <a:pt x="2703" y="656"/>
                </a:lnTo>
                <a:lnTo>
                  <a:pt x="2882" y="727"/>
                </a:lnTo>
                <a:lnTo>
                  <a:pt x="3013" y="858"/>
                </a:lnTo>
                <a:lnTo>
                  <a:pt x="3084" y="1037"/>
                </a:lnTo>
                <a:lnTo>
                  <a:pt x="3096" y="1132"/>
                </a:lnTo>
                <a:lnTo>
                  <a:pt x="3084" y="1239"/>
                </a:lnTo>
                <a:lnTo>
                  <a:pt x="3013" y="1406"/>
                </a:lnTo>
                <a:lnTo>
                  <a:pt x="2882" y="1549"/>
                </a:lnTo>
                <a:lnTo>
                  <a:pt x="2703" y="1620"/>
                </a:lnTo>
                <a:lnTo>
                  <a:pt x="2501" y="1620"/>
                </a:lnTo>
                <a:lnTo>
                  <a:pt x="2334" y="1549"/>
                </a:lnTo>
                <a:lnTo>
                  <a:pt x="2203" y="1406"/>
                </a:lnTo>
                <a:lnTo>
                  <a:pt x="2120" y="1239"/>
                </a:lnTo>
                <a:lnTo>
                  <a:pt x="2120" y="1132"/>
                </a:lnTo>
                <a:lnTo>
                  <a:pt x="2120" y="1037"/>
                </a:lnTo>
                <a:lnTo>
                  <a:pt x="2203" y="858"/>
                </a:lnTo>
                <a:lnTo>
                  <a:pt x="2334" y="727"/>
                </a:lnTo>
                <a:lnTo>
                  <a:pt x="2501" y="656"/>
                </a:lnTo>
                <a:lnTo>
                  <a:pt x="2608" y="644"/>
                </a:lnTo>
                <a:close/>
                <a:moveTo>
                  <a:pt x="10419" y="644"/>
                </a:moveTo>
                <a:lnTo>
                  <a:pt x="10526" y="656"/>
                </a:lnTo>
                <a:lnTo>
                  <a:pt x="10693" y="727"/>
                </a:lnTo>
                <a:lnTo>
                  <a:pt x="10824" y="858"/>
                </a:lnTo>
                <a:lnTo>
                  <a:pt x="10907" y="1037"/>
                </a:lnTo>
                <a:lnTo>
                  <a:pt x="10907" y="1132"/>
                </a:lnTo>
                <a:lnTo>
                  <a:pt x="10907" y="1239"/>
                </a:lnTo>
                <a:lnTo>
                  <a:pt x="10824" y="1406"/>
                </a:lnTo>
                <a:lnTo>
                  <a:pt x="10693" y="1549"/>
                </a:lnTo>
                <a:lnTo>
                  <a:pt x="10526" y="1620"/>
                </a:lnTo>
                <a:lnTo>
                  <a:pt x="10324" y="1620"/>
                </a:lnTo>
                <a:lnTo>
                  <a:pt x="10145" y="1549"/>
                </a:lnTo>
                <a:lnTo>
                  <a:pt x="10014" y="1406"/>
                </a:lnTo>
                <a:lnTo>
                  <a:pt x="9943" y="1239"/>
                </a:lnTo>
                <a:lnTo>
                  <a:pt x="9931" y="1132"/>
                </a:lnTo>
                <a:lnTo>
                  <a:pt x="9943" y="1037"/>
                </a:lnTo>
                <a:lnTo>
                  <a:pt x="10014" y="858"/>
                </a:lnTo>
                <a:lnTo>
                  <a:pt x="10145" y="727"/>
                </a:lnTo>
                <a:lnTo>
                  <a:pt x="10324" y="656"/>
                </a:lnTo>
                <a:lnTo>
                  <a:pt x="10419" y="644"/>
                </a:lnTo>
                <a:close/>
                <a:moveTo>
                  <a:pt x="6513" y="644"/>
                </a:moveTo>
                <a:lnTo>
                  <a:pt x="6644" y="656"/>
                </a:lnTo>
                <a:lnTo>
                  <a:pt x="6883" y="751"/>
                </a:lnTo>
                <a:lnTo>
                  <a:pt x="7061" y="929"/>
                </a:lnTo>
                <a:lnTo>
                  <a:pt x="7156" y="1168"/>
                </a:lnTo>
                <a:lnTo>
                  <a:pt x="7168" y="1299"/>
                </a:lnTo>
                <a:lnTo>
                  <a:pt x="7156" y="1430"/>
                </a:lnTo>
                <a:lnTo>
                  <a:pt x="7061" y="1668"/>
                </a:lnTo>
                <a:lnTo>
                  <a:pt x="6883" y="1846"/>
                </a:lnTo>
                <a:lnTo>
                  <a:pt x="6644" y="1942"/>
                </a:lnTo>
                <a:lnTo>
                  <a:pt x="6513" y="1953"/>
                </a:lnTo>
                <a:lnTo>
                  <a:pt x="6382" y="1942"/>
                </a:lnTo>
                <a:lnTo>
                  <a:pt x="6144" y="1846"/>
                </a:lnTo>
                <a:lnTo>
                  <a:pt x="5966" y="1668"/>
                </a:lnTo>
                <a:lnTo>
                  <a:pt x="5871" y="1430"/>
                </a:lnTo>
                <a:lnTo>
                  <a:pt x="5859" y="1299"/>
                </a:lnTo>
                <a:lnTo>
                  <a:pt x="5871" y="1168"/>
                </a:lnTo>
                <a:lnTo>
                  <a:pt x="5966" y="929"/>
                </a:lnTo>
                <a:lnTo>
                  <a:pt x="6144" y="751"/>
                </a:lnTo>
                <a:lnTo>
                  <a:pt x="6382" y="656"/>
                </a:lnTo>
                <a:lnTo>
                  <a:pt x="6513" y="644"/>
                </a:lnTo>
                <a:close/>
                <a:moveTo>
                  <a:pt x="2608" y="1"/>
                </a:moveTo>
                <a:lnTo>
                  <a:pt x="2370" y="13"/>
                </a:lnTo>
                <a:lnTo>
                  <a:pt x="1965" y="191"/>
                </a:lnTo>
                <a:lnTo>
                  <a:pt x="1656" y="489"/>
                </a:lnTo>
                <a:lnTo>
                  <a:pt x="1477" y="906"/>
                </a:lnTo>
                <a:lnTo>
                  <a:pt x="1465" y="1132"/>
                </a:lnTo>
                <a:lnTo>
                  <a:pt x="1477" y="1370"/>
                </a:lnTo>
                <a:lnTo>
                  <a:pt x="1656" y="1775"/>
                </a:lnTo>
                <a:lnTo>
                  <a:pt x="1965" y="2084"/>
                </a:lnTo>
                <a:lnTo>
                  <a:pt x="2370" y="2263"/>
                </a:lnTo>
                <a:lnTo>
                  <a:pt x="2608" y="2275"/>
                </a:lnTo>
                <a:lnTo>
                  <a:pt x="2834" y="2263"/>
                </a:lnTo>
                <a:lnTo>
                  <a:pt x="3251" y="2084"/>
                </a:lnTo>
                <a:lnTo>
                  <a:pt x="3561" y="1775"/>
                </a:lnTo>
                <a:lnTo>
                  <a:pt x="3727" y="1370"/>
                </a:lnTo>
                <a:lnTo>
                  <a:pt x="3751" y="1132"/>
                </a:lnTo>
                <a:lnTo>
                  <a:pt x="3727" y="906"/>
                </a:lnTo>
                <a:lnTo>
                  <a:pt x="3561" y="489"/>
                </a:lnTo>
                <a:lnTo>
                  <a:pt x="3251" y="191"/>
                </a:lnTo>
                <a:lnTo>
                  <a:pt x="2834" y="13"/>
                </a:lnTo>
                <a:lnTo>
                  <a:pt x="2608" y="1"/>
                </a:lnTo>
                <a:close/>
                <a:moveTo>
                  <a:pt x="10419" y="1"/>
                </a:moveTo>
                <a:lnTo>
                  <a:pt x="10193" y="13"/>
                </a:lnTo>
                <a:lnTo>
                  <a:pt x="9776" y="191"/>
                </a:lnTo>
                <a:lnTo>
                  <a:pt x="9466" y="489"/>
                </a:lnTo>
                <a:lnTo>
                  <a:pt x="9300" y="906"/>
                </a:lnTo>
                <a:lnTo>
                  <a:pt x="9276" y="1132"/>
                </a:lnTo>
                <a:lnTo>
                  <a:pt x="9300" y="1370"/>
                </a:lnTo>
                <a:lnTo>
                  <a:pt x="9466" y="1775"/>
                </a:lnTo>
                <a:lnTo>
                  <a:pt x="9776" y="2084"/>
                </a:lnTo>
                <a:lnTo>
                  <a:pt x="10193" y="2263"/>
                </a:lnTo>
                <a:lnTo>
                  <a:pt x="10419" y="2275"/>
                </a:lnTo>
                <a:lnTo>
                  <a:pt x="10657" y="2263"/>
                </a:lnTo>
                <a:lnTo>
                  <a:pt x="11062" y="2084"/>
                </a:lnTo>
                <a:lnTo>
                  <a:pt x="11371" y="1775"/>
                </a:lnTo>
                <a:lnTo>
                  <a:pt x="11550" y="1370"/>
                </a:lnTo>
                <a:lnTo>
                  <a:pt x="11562" y="1132"/>
                </a:lnTo>
                <a:lnTo>
                  <a:pt x="11550" y="906"/>
                </a:lnTo>
                <a:lnTo>
                  <a:pt x="11371" y="489"/>
                </a:lnTo>
                <a:lnTo>
                  <a:pt x="11062" y="191"/>
                </a:lnTo>
                <a:lnTo>
                  <a:pt x="10657" y="13"/>
                </a:lnTo>
                <a:lnTo>
                  <a:pt x="10419" y="1"/>
                </a:lnTo>
                <a:close/>
                <a:moveTo>
                  <a:pt x="6513" y="1"/>
                </a:moveTo>
                <a:lnTo>
                  <a:pt x="6252" y="13"/>
                </a:lnTo>
                <a:lnTo>
                  <a:pt x="5775" y="215"/>
                </a:lnTo>
                <a:lnTo>
                  <a:pt x="5430" y="572"/>
                </a:lnTo>
                <a:lnTo>
                  <a:pt x="5228" y="1037"/>
                </a:lnTo>
                <a:lnTo>
                  <a:pt x="5204" y="1299"/>
                </a:lnTo>
                <a:lnTo>
                  <a:pt x="5228" y="1560"/>
                </a:lnTo>
                <a:lnTo>
                  <a:pt x="5430" y="2037"/>
                </a:lnTo>
                <a:lnTo>
                  <a:pt x="5775" y="2382"/>
                </a:lnTo>
                <a:lnTo>
                  <a:pt x="6252" y="2584"/>
                </a:lnTo>
                <a:lnTo>
                  <a:pt x="6513" y="2608"/>
                </a:lnTo>
                <a:lnTo>
                  <a:pt x="6775" y="2584"/>
                </a:lnTo>
                <a:lnTo>
                  <a:pt x="7240" y="2382"/>
                </a:lnTo>
                <a:lnTo>
                  <a:pt x="7597" y="2037"/>
                </a:lnTo>
                <a:lnTo>
                  <a:pt x="7799" y="1560"/>
                </a:lnTo>
                <a:lnTo>
                  <a:pt x="7811" y="1299"/>
                </a:lnTo>
                <a:lnTo>
                  <a:pt x="7799" y="1037"/>
                </a:lnTo>
                <a:lnTo>
                  <a:pt x="7597" y="572"/>
                </a:lnTo>
                <a:lnTo>
                  <a:pt x="7240" y="215"/>
                </a:lnTo>
                <a:lnTo>
                  <a:pt x="6775" y="13"/>
                </a:lnTo>
                <a:lnTo>
                  <a:pt x="6513" y="1"/>
                </a:lnTo>
                <a:close/>
                <a:moveTo>
                  <a:pt x="0" y="5037"/>
                </a:moveTo>
                <a:lnTo>
                  <a:pt x="0" y="5049"/>
                </a:lnTo>
                <a:lnTo>
                  <a:pt x="1" y="5042"/>
                </a:lnTo>
                <a:lnTo>
                  <a:pt x="0" y="5037"/>
                </a:lnTo>
                <a:close/>
                <a:moveTo>
                  <a:pt x="1298" y="3823"/>
                </a:moveTo>
                <a:lnTo>
                  <a:pt x="1298" y="6264"/>
                </a:lnTo>
                <a:lnTo>
                  <a:pt x="1155" y="6156"/>
                </a:lnTo>
                <a:lnTo>
                  <a:pt x="917" y="5895"/>
                </a:lnTo>
                <a:lnTo>
                  <a:pt x="751" y="5585"/>
                </a:lnTo>
                <a:lnTo>
                  <a:pt x="655" y="5228"/>
                </a:lnTo>
                <a:lnTo>
                  <a:pt x="655" y="5049"/>
                </a:lnTo>
                <a:lnTo>
                  <a:pt x="655" y="4859"/>
                </a:lnTo>
                <a:lnTo>
                  <a:pt x="751" y="4501"/>
                </a:lnTo>
                <a:lnTo>
                  <a:pt x="917" y="4192"/>
                </a:lnTo>
                <a:lnTo>
                  <a:pt x="1155" y="3930"/>
                </a:lnTo>
                <a:lnTo>
                  <a:pt x="1298" y="3823"/>
                </a:lnTo>
                <a:close/>
                <a:moveTo>
                  <a:pt x="11717" y="3823"/>
                </a:moveTo>
                <a:lnTo>
                  <a:pt x="11860" y="3930"/>
                </a:lnTo>
                <a:lnTo>
                  <a:pt x="12098" y="4192"/>
                </a:lnTo>
                <a:lnTo>
                  <a:pt x="12276" y="4501"/>
                </a:lnTo>
                <a:lnTo>
                  <a:pt x="12360" y="4859"/>
                </a:lnTo>
                <a:lnTo>
                  <a:pt x="12372" y="5049"/>
                </a:lnTo>
                <a:lnTo>
                  <a:pt x="12360" y="5228"/>
                </a:lnTo>
                <a:lnTo>
                  <a:pt x="12276" y="5573"/>
                </a:lnTo>
                <a:lnTo>
                  <a:pt x="12098" y="5883"/>
                </a:lnTo>
                <a:lnTo>
                  <a:pt x="11860" y="6156"/>
                </a:lnTo>
                <a:lnTo>
                  <a:pt x="11717" y="6264"/>
                </a:lnTo>
                <a:lnTo>
                  <a:pt x="11717" y="3823"/>
                </a:lnTo>
                <a:close/>
                <a:moveTo>
                  <a:pt x="5204" y="4275"/>
                </a:moveTo>
                <a:lnTo>
                  <a:pt x="5204" y="6466"/>
                </a:lnTo>
                <a:lnTo>
                  <a:pt x="5097" y="6359"/>
                </a:lnTo>
                <a:lnTo>
                  <a:pt x="4918" y="6109"/>
                </a:lnTo>
                <a:lnTo>
                  <a:pt x="4799" y="5835"/>
                </a:lnTo>
                <a:lnTo>
                  <a:pt x="4727" y="5525"/>
                </a:lnTo>
                <a:lnTo>
                  <a:pt x="4716" y="5371"/>
                </a:lnTo>
                <a:lnTo>
                  <a:pt x="4727" y="5204"/>
                </a:lnTo>
                <a:lnTo>
                  <a:pt x="4799" y="4906"/>
                </a:lnTo>
                <a:lnTo>
                  <a:pt x="4918" y="4621"/>
                </a:lnTo>
                <a:lnTo>
                  <a:pt x="5097" y="4382"/>
                </a:lnTo>
                <a:lnTo>
                  <a:pt x="5204" y="4275"/>
                </a:lnTo>
                <a:close/>
                <a:moveTo>
                  <a:pt x="7811" y="4275"/>
                </a:moveTo>
                <a:lnTo>
                  <a:pt x="7930" y="4382"/>
                </a:lnTo>
                <a:lnTo>
                  <a:pt x="8109" y="4621"/>
                </a:lnTo>
                <a:lnTo>
                  <a:pt x="8228" y="4906"/>
                </a:lnTo>
                <a:lnTo>
                  <a:pt x="8299" y="5204"/>
                </a:lnTo>
                <a:lnTo>
                  <a:pt x="8299" y="5371"/>
                </a:lnTo>
                <a:lnTo>
                  <a:pt x="8299" y="5525"/>
                </a:lnTo>
                <a:lnTo>
                  <a:pt x="8228" y="5835"/>
                </a:lnTo>
                <a:lnTo>
                  <a:pt x="8109" y="6109"/>
                </a:lnTo>
                <a:lnTo>
                  <a:pt x="7930" y="6359"/>
                </a:lnTo>
                <a:lnTo>
                  <a:pt x="7811" y="6466"/>
                </a:lnTo>
                <a:lnTo>
                  <a:pt x="7811" y="4275"/>
                </a:lnTo>
                <a:close/>
                <a:moveTo>
                  <a:pt x="1894" y="2930"/>
                </a:moveTo>
                <a:lnTo>
                  <a:pt x="1489" y="3013"/>
                </a:lnTo>
                <a:lnTo>
                  <a:pt x="1108" y="3180"/>
                </a:lnTo>
                <a:lnTo>
                  <a:pt x="774" y="3406"/>
                </a:lnTo>
                <a:lnTo>
                  <a:pt x="477" y="3692"/>
                </a:lnTo>
                <a:lnTo>
                  <a:pt x="251" y="4037"/>
                </a:lnTo>
                <a:lnTo>
                  <a:pt x="96" y="4418"/>
                </a:lnTo>
                <a:lnTo>
                  <a:pt x="12" y="4823"/>
                </a:lnTo>
                <a:lnTo>
                  <a:pt x="1" y="5042"/>
                </a:lnTo>
                <a:lnTo>
                  <a:pt x="24" y="5371"/>
                </a:lnTo>
                <a:lnTo>
                  <a:pt x="203" y="5966"/>
                </a:lnTo>
                <a:lnTo>
                  <a:pt x="548" y="6478"/>
                </a:lnTo>
                <a:lnTo>
                  <a:pt x="1024" y="6859"/>
                </a:lnTo>
                <a:lnTo>
                  <a:pt x="1310" y="6990"/>
                </a:lnTo>
                <a:lnTo>
                  <a:pt x="1310" y="7966"/>
                </a:lnTo>
                <a:lnTo>
                  <a:pt x="1310" y="8073"/>
                </a:lnTo>
                <a:lnTo>
                  <a:pt x="1382" y="8240"/>
                </a:lnTo>
                <a:lnTo>
                  <a:pt x="1513" y="8383"/>
                </a:lnTo>
                <a:lnTo>
                  <a:pt x="1691" y="8454"/>
                </a:lnTo>
                <a:lnTo>
                  <a:pt x="3525" y="8454"/>
                </a:lnTo>
                <a:lnTo>
                  <a:pt x="3692" y="8383"/>
                </a:lnTo>
                <a:lnTo>
                  <a:pt x="3823" y="8240"/>
                </a:lnTo>
                <a:lnTo>
                  <a:pt x="3906" y="8073"/>
                </a:lnTo>
                <a:lnTo>
                  <a:pt x="3906" y="7966"/>
                </a:lnTo>
                <a:lnTo>
                  <a:pt x="3906" y="7157"/>
                </a:lnTo>
                <a:lnTo>
                  <a:pt x="3894" y="7026"/>
                </a:lnTo>
                <a:lnTo>
                  <a:pt x="3715" y="6847"/>
                </a:lnTo>
                <a:lnTo>
                  <a:pt x="3584" y="6835"/>
                </a:lnTo>
                <a:lnTo>
                  <a:pt x="3453" y="6847"/>
                </a:lnTo>
                <a:lnTo>
                  <a:pt x="3275" y="7026"/>
                </a:lnTo>
                <a:lnTo>
                  <a:pt x="3263" y="7157"/>
                </a:lnTo>
                <a:lnTo>
                  <a:pt x="3263" y="7812"/>
                </a:lnTo>
                <a:lnTo>
                  <a:pt x="1953" y="7812"/>
                </a:lnTo>
                <a:lnTo>
                  <a:pt x="1953" y="3585"/>
                </a:lnTo>
                <a:lnTo>
                  <a:pt x="2037" y="3573"/>
                </a:lnTo>
                <a:lnTo>
                  <a:pt x="3096" y="3573"/>
                </a:lnTo>
                <a:lnTo>
                  <a:pt x="3370" y="3597"/>
                </a:lnTo>
                <a:lnTo>
                  <a:pt x="3632" y="3680"/>
                </a:lnTo>
                <a:lnTo>
                  <a:pt x="3751" y="3704"/>
                </a:lnTo>
                <a:lnTo>
                  <a:pt x="3977" y="3608"/>
                </a:lnTo>
                <a:lnTo>
                  <a:pt x="4049" y="3489"/>
                </a:lnTo>
                <a:lnTo>
                  <a:pt x="4073" y="3370"/>
                </a:lnTo>
                <a:lnTo>
                  <a:pt x="3977" y="3132"/>
                </a:lnTo>
                <a:lnTo>
                  <a:pt x="3858" y="3073"/>
                </a:lnTo>
                <a:lnTo>
                  <a:pt x="3680" y="3001"/>
                </a:lnTo>
                <a:lnTo>
                  <a:pt x="3299" y="2930"/>
                </a:lnTo>
                <a:close/>
                <a:moveTo>
                  <a:pt x="7002" y="3906"/>
                </a:moveTo>
                <a:lnTo>
                  <a:pt x="7168" y="3942"/>
                </a:lnTo>
                <a:lnTo>
                  <a:pt x="7168" y="8466"/>
                </a:lnTo>
                <a:lnTo>
                  <a:pt x="5859" y="8466"/>
                </a:lnTo>
                <a:lnTo>
                  <a:pt x="5859" y="3942"/>
                </a:lnTo>
                <a:lnTo>
                  <a:pt x="6025" y="3906"/>
                </a:lnTo>
                <a:close/>
                <a:moveTo>
                  <a:pt x="9728" y="2918"/>
                </a:moveTo>
                <a:lnTo>
                  <a:pt x="9347" y="3001"/>
                </a:lnTo>
                <a:lnTo>
                  <a:pt x="9169" y="3073"/>
                </a:lnTo>
                <a:lnTo>
                  <a:pt x="9038" y="3144"/>
                </a:lnTo>
                <a:lnTo>
                  <a:pt x="8942" y="3370"/>
                </a:lnTo>
                <a:lnTo>
                  <a:pt x="8978" y="3501"/>
                </a:lnTo>
                <a:lnTo>
                  <a:pt x="9050" y="3608"/>
                </a:lnTo>
                <a:lnTo>
                  <a:pt x="9276" y="3716"/>
                </a:lnTo>
                <a:lnTo>
                  <a:pt x="9407" y="3680"/>
                </a:lnTo>
                <a:lnTo>
                  <a:pt x="9657" y="3597"/>
                </a:lnTo>
                <a:lnTo>
                  <a:pt x="9931" y="3585"/>
                </a:lnTo>
                <a:lnTo>
                  <a:pt x="11074" y="3585"/>
                </a:lnTo>
                <a:lnTo>
                  <a:pt x="11074" y="7812"/>
                </a:lnTo>
                <a:lnTo>
                  <a:pt x="9776" y="7812"/>
                </a:lnTo>
                <a:lnTo>
                  <a:pt x="9776" y="7157"/>
                </a:lnTo>
                <a:lnTo>
                  <a:pt x="9752" y="7026"/>
                </a:lnTo>
                <a:lnTo>
                  <a:pt x="9574" y="6847"/>
                </a:lnTo>
                <a:lnTo>
                  <a:pt x="9443" y="6835"/>
                </a:lnTo>
                <a:lnTo>
                  <a:pt x="9312" y="6847"/>
                </a:lnTo>
                <a:lnTo>
                  <a:pt x="9133" y="7026"/>
                </a:lnTo>
                <a:lnTo>
                  <a:pt x="9121" y="7157"/>
                </a:lnTo>
                <a:lnTo>
                  <a:pt x="9121" y="7978"/>
                </a:lnTo>
                <a:lnTo>
                  <a:pt x="9121" y="8073"/>
                </a:lnTo>
                <a:lnTo>
                  <a:pt x="9204" y="8252"/>
                </a:lnTo>
                <a:lnTo>
                  <a:pt x="9335" y="8383"/>
                </a:lnTo>
                <a:lnTo>
                  <a:pt x="9502" y="8454"/>
                </a:lnTo>
                <a:lnTo>
                  <a:pt x="9609" y="8466"/>
                </a:lnTo>
                <a:lnTo>
                  <a:pt x="11240" y="8466"/>
                </a:lnTo>
                <a:lnTo>
                  <a:pt x="11336" y="8454"/>
                </a:lnTo>
                <a:lnTo>
                  <a:pt x="11514" y="8383"/>
                </a:lnTo>
                <a:lnTo>
                  <a:pt x="11645" y="8252"/>
                </a:lnTo>
                <a:lnTo>
                  <a:pt x="11717" y="8073"/>
                </a:lnTo>
                <a:lnTo>
                  <a:pt x="11729" y="7978"/>
                </a:lnTo>
                <a:lnTo>
                  <a:pt x="11729" y="7002"/>
                </a:lnTo>
                <a:lnTo>
                  <a:pt x="12002" y="6871"/>
                </a:lnTo>
                <a:lnTo>
                  <a:pt x="12479" y="6478"/>
                </a:lnTo>
                <a:lnTo>
                  <a:pt x="12824" y="5966"/>
                </a:lnTo>
                <a:lnTo>
                  <a:pt x="13015" y="5359"/>
                </a:lnTo>
                <a:lnTo>
                  <a:pt x="13026" y="5025"/>
                </a:lnTo>
                <a:lnTo>
                  <a:pt x="13015" y="4811"/>
                </a:lnTo>
                <a:lnTo>
                  <a:pt x="12931" y="4406"/>
                </a:lnTo>
                <a:lnTo>
                  <a:pt x="12776" y="4025"/>
                </a:lnTo>
                <a:lnTo>
                  <a:pt x="12550" y="3692"/>
                </a:lnTo>
                <a:lnTo>
                  <a:pt x="12253" y="3394"/>
                </a:lnTo>
                <a:lnTo>
                  <a:pt x="11919" y="3168"/>
                </a:lnTo>
                <a:lnTo>
                  <a:pt x="11538" y="3001"/>
                </a:lnTo>
                <a:lnTo>
                  <a:pt x="11133" y="2918"/>
                </a:lnTo>
                <a:close/>
                <a:moveTo>
                  <a:pt x="6180" y="3251"/>
                </a:moveTo>
                <a:lnTo>
                  <a:pt x="5966" y="3263"/>
                </a:lnTo>
                <a:lnTo>
                  <a:pt x="5561" y="3347"/>
                </a:lnTo>
                <a:lnTo>
                  <a:pt x="5180" y="3501"/>
                </a:lnTo>
                <a:lnTo>
                  <a:pt x="4835" y="3739"/>
                </a:lnTo>
                <a:lnTo>
                  <a:pt x="4549" y="4025"/>
                </a:lnTo>
                <a:lnTo>
                  <a:pt x="4323" y="4359"/>
                </a:lnTo>
                <a:lnTo>
                  <a:pt x="4156" y="4740"/>
                </a:lnTo>
                <a:lnTo>
                  <a:pt x="4073" y="5156"/>
                </a:lnTo>
                <a:lnTo>
                  <a:pt x="4073" y="5371"/>
                </a:lnTo>
                <a:lnTo>
                  <a:pt x="4084" y="5668"/>
                </a:lnTo>
                <a:lnTo>
                  <a:pt x="4251" y="6228"/>
                </a:lnTo>
                <a:lnTo>
                  <a:pt x="4549" y="6716"/>
                </a:lnTo>
                <a:lnTo>
                  <a:pt x="4966" y="7109"/>
                </a:lnTo>
                <a:lnTo>
                  <a:pt x="5204" y="7252"/>
                </a:lnTo>
                <a:lnTo>
                  <a:pt x="5204" y="8621"/>
                </a:lnTo>
                <a:lnTo>
                  <a:pt x="5216" y="8728"/>
                </a:lnTo>
                <a:lnTo>
                  <a:pt x="5287" y="8895"/>
                </a:lnTo>
                <a:lnTo>
                  <a:pt x="5418" y="9038"/>
                </a:lnTo>
                <a:lnTo>
                  <a:pt x="5597" y="9109"/>
                </a:lnTo>
                <a:lnTo>
                  <a:pt x="7430" y="9109"/>
                </a:lnTo>
                <a:lnTo>
                  <a:pt x="7597" y="9038"/>
                </a:lnTo>
                <a:lnTo>
                  <a:pt x="7728" y="8895"/>
                </a:lnTo>
                <a:lnTo>
                  <a:pt x="7811" y="8728"/>
                </a:lnTo>
                <a:lnTo>
                  <a:pt x="7811" y="8621"/>
                </a:lnTo>
                <a:lnTo>
                  <a:pt x="7811" y="7252"/>
                </a:lnTo>
                <a:lnTo>
                  <a:pt x="8061" y="7109"/>
                </a:lnTo>
                <a:lnTo>
                  <a:pt x="8478" y="6716"/>
                </a:lnTo>
                <a:lnTo>
                  <a:pt x="8776" y="6228"/>
                </a:lnTo>
                <a:lnTo>
                  <a:pt x="8942" y="5668"/>
                </a:lnTo>
                <a:lnTo>
                  <a:pt x="8954" y="5371"/>
                </a:lnTo>
                <a:lnTo>
                  <a:pt x="8942" y="5156"/>
                </a:lnTo>
                <a:lnTo>
                  <a:pt x="8859" y="4740"/>
                </a:lnTo>
                <a:lnTo>
                  <a:pt x="8704" y="4359"/>
                </a:lnTo>
                <a:lnTo>
                  <a:pt x="8478" y="4025"/>
                </a:lnTo>
                <a:lnTo>
                  <a:pt x="8180" y="3739"/>
                </a:lnTo>
                <a:lnTo>
                  <a:pt x="7847" y="3501"/>
                </a:lnTo>
                <a:lnTo>
                  <a:pt x="7466" y="3347"/>
                </a:lnTo>
                <a:lnTo>
                  <a:pt x="7061" y="3263"/>
                </a:lnTo>
                <a:lnTo>
                  <a:pt x="6835" y="325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50" name="Google Shape;3350;p176"/>
          <p:cNvSpPr/>
          <p:nvPr/>
        </p:nvSpPr>
        <p:spPr>
          <a:xfrm>
            <a:off x="14323704" y="4545319"/>
            <a:ext cx="675971" cy="472718"/>
          </a:xfrm>
          <a:custGeom>
            <a:rect b="b" l="l" r="r" t="t"/>
            <a:pathLst>
              <a:path extrusionOk="0" h="9110" w="13027">
                <a:moveTo>
                  <a:pt x="6513" y="656"/>
                </a:moveTo>
                <a:lnTo>
                  <a:pt x="6644" y="667"/>
                </a:lnTo>
                <a:lnTo>
                  <a:pt x="6823" y="846"/>
                </a:lnTo>
                <a:lnTo>
                  <a:pt x="6835" y="977"/>
                </a:lnTo>
                <a:lnTo>
                  <a:pt x="6823" y="1108"/>
                </a:lnTo>
                <a:lnTo>
                  <a:pt x="6644" y="1287"/>
                </a:lnTo>
                <a:lnTo>
                  <a:pt x="6513" y="1299"/>
                </a:lnTo>
                <a:lnTo>
                  <a:pt x="6382" y="1287"/>
                </a:lnTo>
                <a:lnTo>
                  <a:pt x="6204" y="1108"/>
                </a:lnTo>
                <a:lnTo>
                  <a:pt x="6192" y="977"/>
                </a:lnTo>
                <a:lnTo>
                  <a:pt x="6204" y="846"/>
                </a:lnTo>
                <a:lnTo>
                  <a:pt x="6382" y="667"/>
                </a:lnTo>
                <a:lnTo>
                  <a:pt x="6513" y="656"/>
                </a:lnTo>
                <a:close/>
                <a:moveTo>
                  <a:pt x="6513" y="1"/>
                </a:moveTo>
                <a:lnTo>
                  <a:pt x="6311" y="13"/>
                </a:lnTo>
                <a:lnTo>
                  <a:pt x="5966" y="155"/>
                </a:lnTo>
                <a:lnTo>
                  <a:pt x="5692" y="429"/>
                </a:lnTo>
                <a:lnTo>
                  <a:pt x="5549" y="775"/>
                </a:lnTo>
                <a:lnTo>
                  <a:pt x="5537" y="977"/>
                </a:lnTo>
                <a:lnTo>
                  <a:pt x="5549" y="1168"/>
                </a:lnTo>
                <a:lnTo>
                  <a:pt x="5692" y="1525"/>
                </a:lnTo>
                <a:lnTo>
                  <a:pt x="5966" y="1787"/>
                </a:lnTo>
                <a:lnTo>
                  <a:pt x="6311" y="1942"/>
                </a:lnTo>
                <a:lnTo>
                  <a:pt x="6513" y="1953"/>
                </a:lnTo>
                <a:lnTo>
                  <a:pt x="6716" y="1942"/>
                </a:lnTo>
                <a:lnTo>
                  <a:pt x="7061" y="1787"/>
                </a:lnTo>
                <a:lnTo>
                  <a:pt x="7323" y="1525"/>
                </a:lnTo>
                <a:lnTo>
                  <a:pt x="7478" y="1168"/>
                </a:lnTo>
                <a:lnTo>
                  <a:pt x="7490" y="977"/>
                </a:lnTo>
                <a:lnTo>
                  <a:pt x="7478" y="775"/>
                </a:lnTo>
                <a:lnTo>
                  <a:pt x="7323" y="429"/>
                </a:lnTo>
                <a:lnTo>
                  <a:pt x="7061" y="155"/>
                </a:lnTo>
                <a:lnTo>
                  <a:pt x="6716" y="13"/>
                </a:lnTo>
                <a:lnTo>
                  <a:pt x="6513" y="1"/>
                </a:lnTo>
                <a:close/>
                <a:moveTo>
                  <a:pt x="2929" y="2596"/>
                </a:moveTo>
                <a:lnTo>
                  <a:pt x="3060" y="2620"/>
                </a:lnTo>
                <a:lnTo>
                  <a:pt x="3239" y="2799"/>
                </a:lnTo>
                <a:lnTo>
                  <a:pt x="3263" y="2930"/>
                </a:lnTo>
                <a:lnTo>
                  <a:pt x="3239" y="3061"/>
                </a:lnTo>
                <a:lnTo>
                  <a:pt x="3060" y="3239"/>
                </a:lnTo>
                <a:lnTo>
                  <a:pt x="2929" y="3251"/>
                </a:lnTo>
                <a:lnTo>
                  <a:pt x="2798" y="3239"/>
                </a:lnTo>
                <a:lnTo>
                  <a:pt x="2620" y="3061"/>
                </a:lnTo>
                <a:lnTo>
                  <a:pt x="2608" y="2930"/>
                </a:lnTo>
                <a:lnTo>
                  <a:pt x="2620" y="2799"/>
                </a:lnTo>
                <a:lnTo>
                  <a:pt x="2798" y="2620"/>
                </a:lnTo>
                <a:lnTo>
                  <a:pt x="2929" y="2596"/>
                </a:lnTo>
                <a:close/>
                <a:moveTo>
                  <a:pt x="10097" y="2608"/>
                </a:moveTo>
                <a:lnTo>
                  <a:pt x="10228" y="2620"/>
                </a:lnTo>
                <a:lnTo>
                  <a:pt x="10395" y="2799"/>
                </a:lnTo>
                <a:lnTo>
                  <a:pt x="10419" y="2930"/>
                </a:lnTo>
                <a:lnTo>
                  <a:pt x="10395" y="3061"/>
                </a:lnTo>
                <a:lnTo>
                  <a:pt x="10228" y="3239"/>
                </a:lnTo>
                <a:lnTo>
                  <a:pt x="10097" y="3251"/>
                </a:lnTo>
                <a:lnTo>
                  <a:pt x="9966" y="3239"/>
                </a:lnTo>
                <a:lnTo>
                  <a:pt x="9788" y="3061"/>
                </a:lnTo>
                <a:lnTo>
                  <a:pt x="9764" y="2930"/>
                </a:lnTo>
                <a:lnTo>
                  <a:pt x="9788" y="2799"/>
                </a:lnTo>
                <a:lnTo>
                  <a:pt x="9966" y="2620"/>
                </a:lnTo>
                <a:lnTo>
                  <a:pt x="10097" y="2608"/>
                </a:lnTo>
                <a:close/>
                <a:moveTo>
                  <a:pt x="2929" y="1953"/>
                </a:moveTo>
                <a:lnTo>
                  <a:pt x="2727" y="1965"/>
                </a:lnTo>
                <a:lnTo>
                  <a:pt x="2382" y="2108"/>
                </a:lnTo>
                <a:lnTo>
                  <a:pt x="2120" y="2382"/>
                </a:lnTo>
                <a:lnTo>
                  <a:pt x="1965" y="2727"/>
                </a:lnTo>
                <a:lnTo>
                  <a:pt x="1953" y="2930"/>
                </a:lnTo>
                <a:lnTo>
                  <a:pt x="1965" y="3120"/>
                </a:lnTo>
                <a:lnTo>
                  <a:pt x="2120" y="3477"/>
                </a:lnTo>
                <a:lnTo>
                  <a:pt x="2382" y="3739"/>
                </a:lnTo>
                <a:lnTo>
                  <a:pt x="2727" y="3894"/>
                </a:lnTo>
                <a:lnTo>
                  <a:pt x="2929" y="3906"/>
                </a:lnTo>
                <a:lnTo>
                  <a:pt x="3132" y="3894"/>
                </a:lnTo>
                <a:lnTo>
                  <a:pt x="3477" y="3739"/>
                </a:lnTo>
                <a:lnTo>
                  <a:pt x="3751" y="3477"/>
                </a:lnTo>
                <a:lnTo>
                  <a:pt x="3894" y="3120"/>
                </a:lnTo>
                <a:lnTo>
                  <a:pt x="3906" y="2930"/>
                </a:lnTo>
                <a:lnTo>
                  <a:pt x="3894" y="2727"/>
                </a:lnTo>
                <a:lnTo>
                  <a:pt x="3751" y="2382"/>
                </a:lnTo>
                <a:lnTo>
                  <a:pt x="3477" y="2108"/>
                </a:lnTo>
                <a:lnTo>
                  <a:pt x="3132" y="1965"/>
                </a:lnTo>
                <a:lnTo>
                  <a:pt x="2929" y="1953"/>
                </a:lnTo>
                <a:close/>
                <a:moveTo>
                  <a:pt x="10097" y="1953"/>
                </a:moveTo>
                <a:lnTo>
                  <a:pt x="9895" y="1965"/>
                </a:lnTo>
                <a:lnTo>
                  <a:pt x="9538" y="2108"/>
                </a:lnTo>
                <a:lnTo>
                  <a:pt x="9276" y="2382"/>
                </a:lnTo>
                <a:lnTo>
                  <a:pt x="9133" y="2727"/>
                </a:lnTo>
                <a:lnTo>
                  <a:pt x="9121" y="2930"/>
                </a:lnTo>
                <a:lnTo>
                  <a:pt x="9133" y="3132"/>
                </a:lnTo>
                <a:lnTo>
                  <a:pt x="9276" y="3477"/>
                </a:lnTo>
                <a:lnTo>
                  <a:pt x="9538" y="3739"/>
                </a:lnTo>
                <a:lnTo>
                  <a:pt x="9895" y="3894"/>
                </a:lnTo>
                <a:lnTo>
                  <a:pt x="10097" y="3906"/>
                </a:lnTo>
                <a:lnTo>
                  <a:pt x="10288" y="3894"/>
                </a:lnTo>
                <a:lnTo>
                  <a:pt x="10645" y="3739"/>
                </a:lnTo>
                <a:lnTo>
                  <a:pt x="10907" y="3477"/>
                </a:lnTo>
                <a:lnTo>
                  <a:pt x="11050" y="3132"/>
                </a:lnTo>
                <a:lnTo>
                  <a:pt x="11074" y="2930"/>
                </a:lnTo>
                <a:lnTo>
                  <a:pt x="11050" y="2727"/>
                </a:lnTo>
                <a:lnTo>
                  <a:pt x="10907" y="2382"/>
                </a:lnTo>
                <a:lnTo>
                  <a:pt x="10645" y="2108"/>
                </a:lnTo>
                <a:lnTo>
                  <a:pt x="10288" y="1965"/>
                </a:lnTo>
                <a:lnTo>
                  <a:pt x="10097" y="1953"/>
                </a:lnTo>
                <a:close/>
                <a:moveTo>
                  <a:pt x="6882" y="2930"/>
                </a:moveTo>
                <a:lnTo>
                  <a:pt x="7001" y="2954"/>
                </a:lnTo>
                <a:lnTo>
                  <a:pt x="7001" y="5204"/>
                </a:lnTo>
                <a:lnTo>
                  <a:pt x="6025" y="5204"/>
                </a:lnTo>
                <a:lnTo>
                  <a:pt x="6025" y="2954"/>
                </a:lnTo>
                <a:lnTo>
                  <a:pt x="6144" y="2930"/>
                </a:lnTo>
                <a:close/>
                <a:moveTo>
                  <a:pt x="3298" y="4882"/>
                </a:moveTo>
                <a:lnTo>
                  <a:pt x="3418" y="4906"/>
                </a:lnTo>
                <a:lnTo>
                  <a:pt x="3418" y="6835"/>
                </a:lnTo>
                <a:lnTo>
                  <a:pt x="2441" y="6835"/>
                </a:lnTo>
                <a:lnTo>
                  <a:pt x="2441" y="4906"/>
                </a:lnTo>
                <a:lnTo>
                  <a:pt x="2560" y="4882"/>
                </a:lnTo>
                <a:close/>
                <a:moveTo>
                  <a:pt x="10466" y="4882"/>
                </a:moveTo>
                <a:lnTo>
                  <a:pt x="10585" y="4918"/>
                </a:lnTo>
                <a:lnTo>
                  <a:pt x="10585" y="6835"/>
                </a:lnTo>
                <a:lnTo>
                  <a:pt x="9609" y="6835"/>
                </a:lnTo>
                <a:lnTo>
                  <a:pt x="9609" y="4918"/>
                </a:lnTo>
                <a:lnTo>
                  <a:pt x="9728" y="4882"/>
                </a:lnTo>
                <a:close/>
                <a:moveTo>
                  <a:pt x="6263" y="2251"/>
                </a:moveTo>
                <a:lnTo>
                  <a:pt x="6049" y="2263"/>
                </a:lnTo>
                <a:lnTo>
                  <a:pt x="5644" y="2382"/>
                </a:lnTo>
                <a:lnTo>
                  <a:pt x="5287" y="2584"/>
                </a:lnTo>
                <a:lnTo>
                  <a:pt x="4989" y="2870"/>
                </a:lnTo>
                <a:lnTo>
                  <a:pt x="4870" y="3049"/>
                </a:lnTo>
                <a:lnTo>
                  <a:pt x="4013" y="4454"/>
                </a:lnTo>
                <a:lnTo>
                  <a:pt x="3822" y="4347"/>
                </a:lnTo>
                <a:lnTo>
                  <a:pt x="3394" y="4216"/>
                </a:lnTo>
                <a:lnTo>
                  <a:pt x="2465" y="4216"/>
                </a:lnTo>
                <a:lnTo>
                  <a:pt x="2060" y="4335"/>
                </a:lnTo>
                <a:lnTo>
                  <a:pt x="1703" y="4537"/>
                </a:lnTo>
                <a:lnTo>
                  <a:pt x="1405" y="4835"/>
                </a:lnTo>
                <a:lnTo>
                  <a:pt x="1298" y="5002"/>
                </a:lnTo>
                <a:lnTo>
                  <a:pt x="369" y="6502"/>
                </a:lnTo>
                <a:lnTo>
                  <a:pt x="322" y="6621"/>
                </a:lnTo>
                <a:lnTo>
                  <a:pt x="381" y="6859"/>
                </a:lnTo>
                <a:lnTo>
                  <a:pt x="477" y="6942"/>
                </a:lnTo>
                <a:lnTo>
                  <a:pt x="596" y="7002"/>
                </a:lnTo>
                <a:lnTo>
                  <a:pt x="834" y="6942"/>
                </a:lnTo>
                <a:lnTo>
                  <a:pt x="929" y="6847"/>
                </a:lnTo>
                <a:lnTo>
                  <a:pt x="1786" y="5442"/>
                </a:lnTo>
                <a:lnTo>
                  <a:pt x="1786" y="6835"/>
                </a:lnTo>
                <a:lnTo>
                  <a:pt x="1798" y="6966"/>
                </a:lnTo>
                <a:lnTo>
                  <a:pt x="1893" y="7204"/>
                </a:lnTo>
                <a:lnTo>
                  <a:pt x="2072" y="7383"/>
                </a:lnTo>
                <a:lnTo>
                  <a:pt x="2310" y="7478"/>
                </a:lnTo>
                <a:lnTo>
                  <a:pt x="2441" y="7490"/>
                </a:lnTo>
                <a:lnTo>
                  <a:pt x="3418" y="7490"/>
                </a:lnTo>
                <a:lnTo>
                  <a:pt x="3549" y="7478"/>
                </a:lnTo>
                <a:lnTo>
                  <a:pt x="3787" y="7383"/>
                </a:lnTo>
                <a:lnTo>
                  <a:pt x="3965" y="7204"/>
                </a:lnTo>
                <a:lnTo>
                  <a:pt x="4061" y="6966"/>
                </a:lnTo>
                <a:lnTo>
                  <a:pt x="4072" y="6835"/>
                </a:lnTo>
                <a:lnTo>
                  <a:pt x="4072" y="5442"/>
                </a:lnTo>
                <a:lnTo>
                  <a:pt x="4930" y="6847"/>
                </a:lnTo>
                <a:lnTo>
                  <a:pt x="5013" y="6942"/>
                </a:lnTo>
                <a:lnTo>
                  <a:pt x="5263" y="7002"/>
                </a:lnTo>
                <a:lnTo>
                  <a:pt x="5382" y="6942"/>
                </a:lnTo>
                <a:lnTo>
                  <a:pt x="5477" y="6859"/>
                </a:lnTo>
                <a:lnTo>
                  <a:pt x="5537" y="6621"/>
                </a:lnTo>
                <a:lnTo>
                  <a:pt x="5489" y="6502"/>
                </a:lnTo>
                <a:lnTo>
                  <a:pt x="4561" y="5002"/>
                </a:lnTo>
                <a:lnTo>
                  <a:pt x="4537" y="4954"/>
                </a:lnTo>
                <a:lnTo>
                  <a:pt x="4501" y="4906"/>
                </a:lnTo>
                <a:lnTo>
                  <a:pt x="4501" y="4894"/>
                </a:lnTo>
                <a:lnTo>
                  <a:pt x="4513" y="4894"/>
                </a:lnTo>
                <a:lnTo>
                  <a:pt x="5370" y="3489"/>
                </a:lnTo>
                <a:lnTo>
                  <a:pt x="5370" y="5204"/>
                </a:lnTo>
                <a:lnTo>
                  <a:pt x="5382" y="5335"/>
                </a:lnTo>
                <a:lnTo>
                  <a:pt x="5477" y="5573"/>
                </a:lnTo>
                <a:lnTo>
                  <a:pt x="5656" y="5752"/>
                </a:lnTo>
                <a:lnTo>
                  <a:pt x="5894" y="5847"/>
                </a:lnTo>
                <a:lnTo>
                  <a:pt x="6025" y="5859"/>
                </a:lnTo>
                <a:lnTo>
                  <a:pt x="7001" y="5859"/>
                </a:lnTo>
                <a:lnTo>
                  <a:pt x="7132" y="5847"/>
                </a:lnTo>
                <a:lnTo>
                  <a:pt x="7371" y="5752"/>
                </a:lnTo>
                <a:lnTo>
                  <a:pt x="7549" y="5573"/>
                </a:lnTo>
                <a:lnTo>
                  <a:pt x="7644" y="5335"/>
                </a:lnTo>
                <a:lnTo>
                  <a:pt x="7656" y="5204"/>
                </a:lnTo>
                <a:lnTo>
                  <a:pt x="7656" y="3489"/>
                </a:lnTo>
                <a:lnTo>
                  <a:pt x="8514" y="4894"/>
                </a:lnTo>
                <a:lnTo>
                  <a:pt x="8514" y="4906"/>
                </a:lnTo>
                <a:lnTo>
                  <a:pt x="8490" y="4954"/>
                </a:lnTo>
                <a:lnTo>
                  <a:pt x="8454" y="5002"/>
                </a:lnTo>
                <a:lnTo>
                  <a:pt x="7525" y="6502"/>
                </a:lnTo>
                <a:lnTo>
                  <a:pt x="7478" y="6621"/>
                </a:lnTo>
                <a:lnTo>
                  <a:pt x="7537" y="6859"/>
                </a:lnTo>
                <a:lnTo>
                  <a:pt x="7633" y="6942"/>
                </a:lnTo>
                <a:lnTo>
                  <a:pt x="7752" y="7002"/>
                </a:lnTo>
                <a:lnTo>
                  <a:pt x="7990" y="6942"/>
                </a:lnTo>
                <a:lnTo>
                  <a:pt x="8085" y="6847"/>
                </a:lnTo>
                <a:lnTo>
                  <a:pt x="8942" y="5442"/>
                </a:lnTo>
                <a:lnTo>
                  <a:pt x="8942" y="6835"/>
                </a:lnTo>
                <a:lnTo>
                  <a:pt x="8954" y="6966"/>
                </a:lnTo>
                <a:lnTo>
                  <a:pt x="9061" y="7204"/>
                </a:lnTo>
                <a:lnTo>
                  <a:pt x="9228" y="7383"/>
                </a:lnTo>
                <a:lnTo>
                  <a:pt x="9466" y="7478"/>
                </a:lnTo>
                <a:lnTo>
                  <a:pt x="9597" y="7490"/>
                </a:lnTo>
                <a:lnTo>
                  <a:pt x="10573" y="7490"/>
                </a:lnTo>
                <a:lnTo>
                  <a:pt x="10704" y="7478"/>
                </a:lnTo>
                <a:lnTo>
                  <a:pt x="10943" y="7383"/>
                </a:lnTo>
                <a:lnTo>
                  <a:pt x="11121" y="7204"/>
                </a:lnTo>
                <a:lnTo>
                  <a:pt x="11216" y="6966"/>
                </a:lnTo>
                <a:lnTo>
                  <a:pt x="11228" y="6835"/>
                </a:lnTo>
                <a:lnTo>
                  <a:pt x="11228" y="5442"/>
                </a:lnTo>
                <a:lnTo>
                  <a:pt x="12086" y="6847"/>
                </a:lnTo>
                <a:lnTo>
                  <a:pt x="12181" y="6942"/>
                </a:lnTo>
                <a:lnTo>
                  <a:pt x="12419" y="7002"/>
                </a:lnTo>
                <a:lnTo>
                  <a:pt x="12538" y="6942"/>
                </a:lnTo>
                <a:lnTo>
                  <a:pt x="12645" y="6859"/>
                </a:lnTo>
                <a:lnTo>
                  <a:pt x="12693" y="6621"/>
                </a:lnTo>
                <a:lnTo>
                  <a:pt x="12645" y="6502"/>
                </a:lnTo>
                <a:lnTo>
                  <a:pt x="11728" y="5002"/>
                </a:lnTo>
                <a:lnTo>
                  <a:pt x="11609" y="4835"/>
                </a:lnTo>
                <a:lnTo>
                  <a:pt x="11312" y="4537"/>
                </a:lnTo>
                <a:lnTo>
                  <a:pt x="10955" y="4335"/>
                </a:lnTo>
                <a:lnTo>
                  <a:pt x="10550" y="4216"/>
                </a:lnTo>
                <a:lnTo>
                  <a:pt x="9621" y="4216"/>
                </a:lnTo>
                <a:lnTo>
                  <a:pt x="9204" y="4347"/>
                </a:lnTo>
                <a:lnTo>
                  <a:pt x="9014" y="4454"/>
                </a:lnTo>
                <a:lnTo>
                  <a:pt x="8145" y="3049"/>
                </a:lnTo>
                <a:lnTo>
                  <a:pt x="8025" y="2870"/>
                </a:lnTo>
                <a:lnTo>
                  <a:pt x="7728" y="2584"/>
                </a:lnTo>
                <a:lnTo>
                  <a:pt x="7371" y="2382"/>
                </a:lnTo>
                <a:lnTo>
                  <a:pt x="6966" y="2263"/>
                </a:lnTo>
                <a:lnTo>
                  <a:pt x="6751" y="2251"/>
                </a:lnTo>
                <a:close/>
                <a:moveTo>
                  <a:pt x="334" y="8466"/>
                </a:moveTo>
                <a:lnTo>
                  <a:pt x="203" y="8478"/>
                </a:lnTo>
                <a:lnTo>
                  <a:pt x="24" y="8657"/>
                </a:lnTo>
                <a:lnTo>
                  <a:pt x="0" y="8788"/>
                </a:lnTo>
                <a:lnTo>
                  <a:pt x="24" y="8919"/>
                </a:lnTo>
                <a:lnTo>
                  <a:pt x="203" y="9097"/>
                </a:lnTo>
                <a:lnTo>
                  <a:pt x="334" y="9109"/>
                </a:lnTo>
                <a:lnTo>
                  <a:pt x="12705" y="9109"/>
                </a:lnTo>
                <a:lnTo>
                  <a:pt x="12824" y="9097"/>
                </a:lnTo>
                <a:lnTo>
                  <a:pt x="13002" y="8919"/>
                </a:lnTo>
                <a:lnTo>
                  <a:pt x="13026" y="8788"/>
                </a:lnTo>
                <a:lnTo>
                  <a:pt x="13002" y="8657"/>
                </a:lnTo>
                <a:lnTo>
                  <a:pt x="12824" y="8478"/>
                </a:lnTo>
                <a:lnTo>
                  <a:pt x="12705" y="846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1" name="Google Shape;3351;p176"/>
          <p:cNvSpPr/>
          <p:nvPr/>
        </p:nvSpPr>
        <p:spPr>
          <a:xfrm>
            <a:off x="14391042" y="3333151"/>
            <a:ext cx="541316" cy="540694"/>
          </a:xfrm>
          <a:custGeom>
            <a:rect b="b" l="l" r="r" t="t"/>
            <a:pathLst>
              <a:path extrusionOk="0" h="10420" w="10432">
                <a:moveTo>
                  <a:pt x="7752" y="656"/>
                </a:moveTo>
                <a:lnTo>
                  <a:pt x="7931" y="727"/>
                </a:lnTo>
                <a:lnTo>
                  <a:pt x="8062" y="870"/>
                </a:lnTo>
                <a:lnTo>
                  <a:pt x="8145" y="1037"/>
                </a:lnTo>
                <a:lnTo>
                  <a:pt x="8145" y="1144"/>
                </a:lnTo>
                <a:lnTo>
                  <a:pt x="8145" y="1239"/>
                </a:lnTo>
                <a:lnTo>
                  <a:pt x="8062" y="1418"/>
                </a:lnTo>
                <a:lnTo>
                  <a:pt x="7931" y="1549"/>
                </a:lnTo>
                <a:lnTo>
                  <a:pt x="7752" y="1620"/>
                </a:lnTo>
                <a:lnTo>
                  <a:pt x="7657" y="1632"/>
                </a:lnTo>
                <a:lnTo>
                  <a:pt x="7562" y="1620"/>
                </a:lnTo>
                <a:lnTo>
                  <a:pt x="7383" y="1549"/>
                </a:lnTo>
                <a:lnTo>
                  <a:pt x="7252" y="1418"/>
                </a:lnTo>
                <a:lnTo>
                  <a:pt x="7181" y="1239"/>
                </a:lnTo>
                <a:lnTo>
                  <a:pt x="7169" y="1144"/>
                </a:lnTo>
                <a:lnTo>
                  <a:pt x="7181" y="1037"/>
                </a:lnTo>
                <a:lnTo>
                  <a:pt x="7252" y="870"/>
                </a:lnTo>
                <a:lnTo>
                  <a:pt x="7383" y="727"/>
                </a:lnTo>
                <a:lnTo>
                  <a:pt x="7562" y="656"/>
                </a:lnTo>
                <a:close/>
                <a:moveTo>
                  <a:pt x="7657" y="1"/>
                </a:moveTo>
                <a:lnTo>
                  <a:pt x="7431" y="13"/>
                </a:lnTo>
                <a:lnTo>
                  <a:pt x="7014" y="191"/>
                </a:lnTo>
                <a:lnTo>
                  <a:pt x="6704" y="501"/>
                </a:lnTo>
                <a:lnTo>
                  <a:pt x="6538" y="906"/>
                </a:lnTo>
                <a:lnTo>
                  <a:pt x="6514" y="1144"/>
                </a:lnTo>
                <a:lnTo>
                  <a:pt x="6538" y="1370"/>
                </a:lnTo>
                <a:lnTo>
                  <a:pt x="6704" y="1787"/>
                </a:lnTo>
                <a:lnTo>
                  <a:pt x="7014" y="2085"/>
                </a:lnTo>
                <a:lnTo>
                  <a:pt x="7431" y="2263"/>
                </a:lnTo>
                <a:lnTo>
                  <a:pt x="7657" y="2275"/>
                </a:lnTo>
                <a:lnTo>
                  <a:pt x="7895" y="2263"/>
                </a:lnTo>
                <a:lnTo>
                  <a:pt x="8300" y="2085"/>
                </a:lnTo>
                <a:lnTo>
                  <a:pt x="8610" y="1787"/>
                </a:lnTo>
                <a:lnTo>
                  <a:pt x="8788" y="1370"/>
                </a:lnTo>
                <a:lnTo>
                  <a:pt x="8800" y="1144"/>
                </a:lnTo>
                <a:lnTo>
                  <a:pt x="8788" y="906"/>
                </a:lnTo>
                <a:lnTo>
                  <a:pt x="8610" y="501"/>
                </a:lnTo>
                <a:lnTo>
                  <a:pt x="8300" y="191"/>
                </a:lnTo>
                <a:lnTo>
                  <a:pt x="7895" y="13"/>
                </a:lnTo>
                <a:lnTo>
                  <a:pt x="7657" y="1"/>
                </a:lnTo>
                <a:close/>
                <a:moveTo>
                  <a:pt x="4585" y="6835"/>
                </a:moveTo>
                <a:lnTo>
                  <a:pt x="4347" y="6907"/>
                </a:lnTo>
                <a:lnTo>
                  <a:pt x="4275" y="7014"/>
                </a:lnTo>
                <a:lnTo>
                  <a:pt x="4037" y="7490"/>
                </a:lnTo>
                <a:lnTo>
                  <a:pt x="2287" y="7490"/>
                </a:lnTo>
                <a:lnTo>
                  <a:pt x="2156" y="7502"/>
                </a:lnTo>
                <a:lnTo>
                  <a:pt x="1977" y="7681"/>
                </a:lnTo>
                <a:lnTo>
                  <a:pt x="1966" y="7812"/>
                </a:lnTo>
                <a:lnTo>
                  <a:pt x="1977" y="7943"/>
                </a:lnTo>
                <a:lnTo>
                  <a:pt x="2156" y="8121"/>
                </a:lnTo>
                <a:lnTo>
                  <a:pt x="2287" y="8145"/>
                </a:lnTo>
                <a:lnTo>
                  <a:pt x="4240" y="8145"/>
                </a:lnTo>
                <a:lnTo>
                  <a:pt x="4335" y="8133"/>
                </a:lnTo>
                <a:lnTo>
                  <a:pt x="4478" y="8038"/>
                </a:lnTo>
                <a:lnTo>
                  <a:pt x="4526" y="7966"/>
                </a:lnTo>
                <a:lnTo>
                  <a:pt x="4859" y="7312"/>
                </a:lnTo>
                <a:lnTo>
                  <a:pt x="4895" y="7181"/>
                </a:lnTo>
                <a:lnTo>
                  <a:pt x="4823" y="6942"/>
                </a:lnTo>
                <a:lnTo>
                  <a:pt x="4716" y="6871"/>
                </a:lnTo>
                <a:lnTo>
                  <a:pt x="4585" y="6835"/>
                </a:lnTo>
                <a:close/>
                <a:moveTo>
                  <a:pt x="1537" y="1"/>
                </a:moveTo>
                <a:lnTo>
                  <a:pt x="1335" y="60"/>
                </a:lnTo>
                <a:lnTo>
                  <a:pt x="1073" y="251"/>
                </a:lnTo>
                <a:lnTo>
                  <a:pt x="763" y="691"/>
                </a:lnTo>
                <a:lnTo>
                  <a:pt x="501" y="1299"/>
                </a:lnTo>
                <a:lnTo>
                  <a:pt x="311" y="2037"/>
                </a:lnTo>
                <a:lnTo>
                  <a:pt x="156" y="2882"/>
                </a:lnTo>
                <a:lnTo>
                  <a:pt x="25" y="4252"/>
                </a:lnTo>
                <a:lnTo>
                  <a:pt x="1" y="5192"/>
                </a:lnTo>
                <a:lnTo>
                  <a:pt x="25" y="6133"/>
                </a:lnTo>
                <a:lnTo>
                  <a:pt x="156" y="7502"/>
                </a:lnTo>
                <a:lnTo>
                  <a:pt x="311" y="8336"/>
                </a:lnTo>
                <a:lnTo>
                  <a:pt x="501" y="9086"/>
                </a:lnTo>
                <a:lnTo>
                  <a:pt x="763" y="9681"/>
                </a:lnTo>
                <a:lnTo>
                  <a:pt x="1073" y="10122"/>
                </a:lnTo>
                <a:lnTo>
                  <a:pt x="1335" y="10312"/>
                </a:lnTo>
                <a:lnTo>
                  <a:pt x="1537" y="10372"/>
                </a:lnTo>
                <a:lnTo>
                  <a:pt x="1632" y="10384"/>
                </a:lnTo>
                <a:lnTo>
                  <a:pt x="1811" y="10372"/>
                </a:lnTo>
                <a:lnTo>
                  <a:pt x="2132" y="10205"/>
                </a:lnTo>
                <a:lnTo>
                  <a:pt x="2418" y="9860"/>
                </a:lnTo>
                <a:lnTo>
                  <a:pt x="2668" y="9360"/>
                </a:lnTo>
                <a:lnTo>
                  <a:pt x="2775" y="9038"/>
                </a:lnTo>
                <a:lnTo>
                  <a:pt x="2799" y="8907"/>
                </a:lnTo>
                <a:lnTo>
                  <a:pt x="2680" y="8693"/>
                </a:lnTo>
                <a:lnTo>
                  <a:pt x="2561" y="8633"/>
                </a:lnTo>
                <a:lnTo>
                  <a:pt x="2430" y="8609"/>
                </a:lnTo>
                <a:lnTo>
                  <a:pt x="2216" y="8728"/>
                </a:lnTo>
                <a:lnTo>
                  <a:pt x="2156" y="8848"/>
                </a:lnTo>
                <a:lnTo>
                  <a:pt x="2061" y="9109"/>
                </a:lnTo>
                <a:lnTo>
                  <a:pt x="1894" y="9479"/>
                </a:lnTo>
                <a:lnTo>
                  <a:pt x="1692" y="9752"/>
                </a:lnTo>
                <a:lnTo>
                  <a:pt x="1632" y="9764"/>
                </a:lnTo>
                <a:lnTo>
                  <a:pt x="1585" y="9752"/>
                </a:lnTo>
                <a:lnTo>
                  <a:pt x="1442" y="9610"/>
                </a:lnTo>
                <a:lnTo>
                  <a:pt x="1204" y="9145"/>
                </a:lnTo>
                <a:lnTo>
                  <a:pt x="882" y="8002"/>
                </a:lnTo>
                <a:lnTo>
                  <a:pt x="727" y="6752"/>
                </a:lnTo>
                <a:lnTo>
                  <a:pt x="668" y="5764"/>
                </a:lnTo>
                <a:lnTo>
                  <a:pt x="656" y="5216"/>
                </a:lnTo>
                <a:lnTo>
                  <a:pt x="668" y="4656"/>
                </a:lnTo>
                <a:lnTo>
                  <a:pt x="727" y="3668"/>
                </a:lnTo>
                <a:lnTo>
                  <a:pt x="882" y="2418"/>
                </a:lnTo>
                <a:lnTo>
                  <a:pt x="1204" y="1275"/>
                </a:lnTo>
                <a:lnTo>
                  <a:pt x="1442" y="810"/>
                </a:lnTo>
                <a:lnTo>
                  <a:pt x="1585" y="668"/>
                </a:lnTo>
                <a:lnTo>
                  <a:pt x="1632" y="656"/>
                </a:lnTo>
                <a:lnTo>
                  <a:pt x="1692" y="668"/>
                </a:lnTo>
                <a:lnTo>
                  <a:pt x="1835" y="810"/>
                </a:lnTo>
                <a:lnTo>
                  <a:pt x="2073" y="1275"/>
                </a:lnTo>
                <a:lnTo>
                  <a:pt x="2382" y="2418"/>
                </a:lnTo>
                <a:lnTo>
                  <a:pt x="2549" y="3668"/>
                </a:lnTo>
                <a:lnTo>
                  <a:pt x="2609" y="4656"/>
                </a:lnTo>
                <a:lnTo>
                  <a:pt x="2609" y="5216"/>
                </a:lnTo>
                <a:lnTo>
                  <a:pt x="2609" y="5704"/>
                </a:lnTo>
                <a:lnTo>
                  <a:pt x="2585" y="6180"/>
                </a:lnTo>
                <a:lnTo>
                  <a:pt x="2597" y="6311"/>
                </a:lnTo>
                <a:lnTo>
                  <a:pt x="2763" y="6490"/>
                </a:lnTo>
                <a:lnTo>
                  <a:pt x="2894" y="6526"/>
                </a:lnTo>
                <a:lnTo>
                  <a:pt x="3025" y="6502"/>
                </a:lnTo>
                <a:lnTo>
                  <a:pt x="3216" y="6335"/>
                </a:lnTo>
                <a:lnTo>
                  <a:pt x="3240" y="6216"/>
                </a:lnTo>
                <a:lnTo>
                  <a:pt x="3263" y="5716"/>
                </a:lnTo>
                <a:lnTo>
                  <a:pt x="3263" y="5192"/>
                </a:lnTo>
                <a:lnTo>
                  <a:pt x="3252" y="4537"/>
                </a:lnTo>
                <a:lnTo>
                  <a:pt x="3216" y="3882"/>
                </a:lnTo>
                <a:lnTo>
                  <a:pt x="3347" y="3882"/>
                </a:lnTo>
                <a:lnTo>
                  <a:pt x="3454" y="3823"/>
                </a:lnTo>
                <a:lnTo>
                  <a:pt x="4585" y="2978"/>
                </a:lnTo>
                <a:lnTo>
                  <a:pt x="4680" y="2942"/>
                </a:lnTo>
                <a:lnTo>
                  <a:pt x="4787" y="2930"/>
                </a:lnTo>
                <a:lnTo>
                  <a:pt x="5585" y="2930"/>
                </a:lnTo>
                <a:lnTo>
                  <a:pt x="5704" y="2942"/>
                </a:lnTo>
                <a:lnTo>
                  <a:pt x="5811" y="2954"/>
                </a:lnTo>
                <a:lnTo>
                  <a:pt x="5097" y="4383"/>
                </a:lnTo>
                <a:lnTo>
                  <a:pt x="4990" y="4656"/>
                </a:lnTo>
                <a:lnTo>
                  <a:pt x="4930" y="5228"/>
                </a:lnTo>
                <a:lnTo>
                  <a:pt x="5073" y="5788"/>
                </a:lnTo>
                <a:lnTo>
                  <a:pt x="5395" y="6264"/>
                </a:lnTo>
                <a:lnTo>
                  <a:pt x="5621" y="6442"/>
                </a:lnTo>
                <a:lnTo>
                  <a:pt x="7764" y="7955"/>
                </a:lnTo>
                <a:lnTo>
                  <a:pt x="7181" y="10002"/>
                </a:lnTo>
                <a:lnTo>
                  <a:pt x="7169" y="10133"/>
                </a:lnTo>
                <a:lnTo>
                  <a:pt x="7288" y="10348"/>
                </a:lnTo>
                <a:lnTo>
                  <a:pt x="7407" y="10407"/>
                </a:lnTo>
                <a:lnTo>
                  <a:pt x="7455" y="10419"/>
                </a:lnTo>
                <a:lnTo>
                  <a:pt x="7490" y="10419"/>
                </a:lnTo>
                <a:lnTo>
                  <a:pt x="7597" y="10407"/>
                </a:lnTo>
                <a:lnTo>
                  <a:pt x="7764" y="10288"/>
                </a:lnTo>
                <a:lnTo>
                  <a:pt x="7812" y="10181"/>
                </a:lnTo>
                <a:lnTo>
                  <a:pt x="8455" y="7907"/>
                </a:lnTo>
                <a:lnTo>
                  <a:pt x="8479" y="7800"/>
                </a:lnTo>
                <a:lnTo>
                  <a:pt x="8407" y="7621"/>
                </a:lnTo>
                <a:lnTo>
                  <a:pt x="8336" y="7550"/>
                </a:lnTo>
                <a:lnTo>
                  <a:pt x="6002" y="5918"/>
                </a:lnTo>
                <a:lnTo>
                  <a:pt x="5859" y="5799"/>
                </a:lnTo>
                <a:lnTo>
                  <a:pt x="5669" y="5514"/>
                </a:lnTo>
                <a:lnTo>
                  <a:pt x="5585" y="5180"/>
                </a:lnTo>
                <a:lnTo>
                  <a:pt x="5609" y="4847"/>
                </a:lnTo>
                <a:lnTo>
                  <a:pt x="5680" y="4680"/>
                </a:lnTo>
                <a:lnTo>
                  <a:pt x="6466" y="3120"/>
                </a:lnTo>
                <a:lnTo>
                  <a:pt x="6526" y="3144"/>
                </a:lnTo>
                <a:lnTo>
                  <a:pt x="6585" y="3168"/>
                </a:lnTo>
                <a:lnTo>
                  <a:pt x="6740" y="3251"/>
                </a:lnTo>
                <a:lnTo>
                  <a:pt x="7038" y="3466"/>
                </a:lnTo>
                <a:lnTo>
                  <a:pt x="7288" y="3716"/>
                </a:lnTo>
                <a:lnTo>
                  <a:pt x="7502" y="4002"/>
                </a:lnTo>
                <a:lnTo>
                  <a:pt x="7586" y="4168"/>
                </a:lnTo>
                <a:lnTo>
                  <a:pt x="8002" y="5002"/>
                </a:lnTo>
                <a:lnTo>
                  <a:pt x="8062" y="5121"/>
                </a:lnTo>
                <a:lnTo>
                  <a:pt x="8252" y="5311"/>
                </a:lnTo>
                <a:lnTo>
                  <a:pt x="8479" y="5454"/>
                </a:lnTo>
                <a:lnTo>
                  <a:pt x="8741" y="5526"/>
                </a:lnTo>
                <a:lnTo>
                  <a:pt x="8871" y="5537"/>
                </a:lnTo>
                <a:lnTo>
                  <a:pt x="10098" y="5537"/>
                </a:lnTo>
                <a:lnTo>
                  <a:pt x="10229" y="5514"/>
                </a:lnTo>
                <a:lnTo>
                  <a:pt x="10407" y="5335"/>
                </a:lnTo>
                <a:lnTo>
                  <a:pt x="10431" y="5216"/>
                </a:lnTo>
                <a:lnTo>
                  <a:pt x="10407" y="5085"/>
                </a:lnTo>
                <a:lnTo>
                  <a:pt x="10229" y="4906"/>
                </a:lnTo>
                <a:lnTo>
                  <a:pt x="10098" y="4883"/>
                </a:lnTo>
                <a:lnTo>
                  <a:pt x="8871" y="4883"/>
                </a:lnTo>
                <a:lnTo>
                  <a:pt x="8788" y="4871"/>
                </a:lnTo>
                <a:lnTo>
                  <a:pt x="8633" y="4775"/>
                </a:lnTo>
                <a:lnTo>
                  <a:pt x="8586" y="4704"/>
                </a:lnTo>
                <a:lnTo>
                  <a:pt x="8169" y="3871"/>
                </a:lnTo>
                <a:lnTo>
                  <a:pt x="8062" y="3668"/>
                </a:lnTo>
                <a:lnTo>
                  <a:pt x="7788" y="3287"/>
                </a:lnTo>
                <a:lnTo>
                  <a:pt x="7455" y="2966"/>
                </a:lnTo>
                <a:lnTo>
                  <a:pt x="7085" y="2692"/>
                </a:lnTo>
                <a:lnTo>
                  <a:pt x="6883" y="2585"/>
                </a:lnTo>
                <a:lnTo>
                  <a:pt x="6573" y="2442"/>
                </a:lnTo>
                <a:lnTo>
                  <a:pt x="5919" y="2287"/>
                </a:lnTo>
                <a:lnTo>
                  <a:pt x="5585" y="2275"/>
                </a:lnTo>
                <a:lnTo>
                  <a:pt x="4776" y="2275"/>
                </a:lnTo>
                <a:lnTo>
                  <a:pt x="4621" y="2287"/>
                </a:lnTo>
                <a:lnTo>
                  <a:pt x="4323" y="2382"/>
                </a:lnTo>
                <a:lnTo>
                  <a:pt x="4192" y="2477"/>
                </a:lnTo>
                <a:lnTo>
                  <a:pt x="3156" y="3239"/>
                </a:lnTo>
                <a:lnTo>
                  <a:pt x="3073" y="2585"/>
                </a:lnTo>
                <a:lnTo>
                  <a:pt x="2811" y="1430"/>
                </a:lnTo>
                <a:lnTo>
                  <a:pt x="2537" y="739"/>
                </a:lnTo>
                <a:lnTo>
                  <a:pt x="2311" y="394"/>
                </a:lnTo>
                <a:lnTo>
                  <a:pt x="2061" y="144"/>
                </a:lnTo>
                <a:lnTo>
                  <a:pt x="1787" y="13"/>
                </a:lnTo>
                <a:lnTo>
                  <a:pt x="1632"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52" name="Google Shape;3352;p176"/>
          <p:cNvSpPr/>
          <p:nvPr/>
        </p:nvSpPr>
        <p:spPr>
          <a:xfrm>
            <a:off x="14442044" y="2256318"/>
            <a:ext cx="439301" cy="540694"/>
          </a:xfrm>
          <a:custGeom>
            <a:rect b="b" l="l" r="r" t="t"/>
            <a:pathLst>
              <a:path extrusionOk="0" h="10420" w="8466">
                <a:moveTo>
                  <a:pt x="5799" y="656"/>
                </a:moveTo>
                <a:lnTo>
                  <a:pt x="5965" y="739"/>
                </a:lnTo>
                <a:lnTo>
                  <a:pt x="6096" y="870"/>
                </a:lnTo>
                <a:lnTo>
                  <a:pt x="6180" y="1049"/>
                </a:lnTo>
                <a:lnTo>
                  <a:pt x="6180" y="1144"/>
                </a:lnTo>
                <a:lnTo>
                  <a:pt x="6180" y="1239"/>
                </a:lnTo>
                <a:lnTo>
                  <a:pt x="6096" y="1418"/>
                </a:lnTo>
                <a:lnTo>
                  <a:pt x="5965" y="1549"/>
                </a:lnTo>
                <a:lnTo>
                  <a:pt x="5799" y="1620"/>
                </a:lnTo>
                <a:lnTo>
                  <a:pt x="5691" y="1632"/>
                </a:lnTo>
                <a:lnTo>
                  <a:pt x="5596" y="1620"/>
                </a:lnTo>
                <a:lnTo>
                  <a:pt x="5418" y="1549"/>
                </a:lnTo>
                <a:lnTo>
                  <a:pt x="5287" y="1418"/>
                </a:lnTo>
                <a:lnTo>
                  <a:pt x="5215" y="1239"/>
                </a:lnTo>
                <a:lnTo>
                  <a:pt x="5203" y="1144"/>
                </a:lnTo>
                <a:lnTo>
                  <a:pt x="5215" y="1049"/>
                </a:lnTo>
                <a:lnTo>
                  <a:pt x="5287" y="870"/>
                </a:lnTo>
                <a:lnTo>
                  <a:pt x="5418" y="739"/>
                </a:lnTo>
                <a:lnTo>
                  <a:pt x="5596" y="656"/>
                </a:lnTo>
                <a:close/>
                <a:moveTo>
                  <a:pt x="5691" y="1"/>
                </a:moveTo>
                <a:lnTo>
                  <a:pt x="5465" y="13"/>
                </a:lnTo>
                <a:lnTo>
                  <a:pt x="5049" y="191"/>
                </a:lnTo>
                <a:lnTo>
                  <a:pt x="4739" y="501"/>
                </a:lnTo>
                <a:lnTo>
                  <a:pt x="4572" y="906"/>
                </a:lnTo>
                <a:lnTo>
                  <a:pt x="4560" y="1144"/>
                </a:lnTo>
                <a:lnTo>
                  <a:pt x="4572" y="1370"/>
                </a:lnTo>
                <a:lnTo>
                  <a:pt x="4739" y="1787"/>
                </a:lnTo>
                <a:lnTo>
                  <a:pt x="5049" y="2096"/>
                </a:lnTo>
                <a:lnTo>
                  <a:pt x="5465" y="2263"/>
                </a:lnTo>
                <a:lnTo>
                  <a:pt x="5691" y="2287"/>
                </a:lnTo>
                <a:lnTo>
                  <a:pt x="5930" y="2263"/>
                </a:lnTo>
                <a:lnTo>
                  <a:pt x="6334" y="2096"/>
                </a:lnTo>
                <a:lnTo>
                  <a:pt x="6644" y="1787"/>
                </a:lnTo>
                <a:lnTo>
                  <a:pt x="6823" y="1370"/>
                </a:lnTo>
                <a:lnTo>
                  <a:pt x="6835" y="1144"/>
                </a:lnTo>
                <a:lnTo>
                  <a:pt x="6823" y="906"/>
                </a:lnTo>
                <a:lnTo>
                  <a:pt x="6644" y="501"/>
                </a:lnTo>
                <a:lnTo>
                  <a:pt x="6334" y="191"/>
                </a:lnTo>
                <a:lnTo>
                  <a:pt x="5930" y="13"/>
                </a:lnTo>
                <a:lnTo>
                  <a:pt x="5691" y="1"/>
                </a:lnTo>
                <a:close/>
                <a:moveTo>
                  <a:pt x="2620" y="6835"/>
                </a:moveTo>
                <a:lnTo>
                  <a:pt x="2381" y="6907"/>
                </a:lnTo>
                <a:lnTo>
                  <a:pt x="2310" y="7014"/>
                </a:lnTo>
                <a:lnTo>
                  <a:pt x="2072" y="7490"/>
                </a:lnTo>
                <a:lnTo>
                  <a:pt x="322" y="7490"/>
                </a:lnTo>
                <a:lnTo>
                  <a:pt x="191" y="7514"/>
                </a:lnTo>
                <a:lnTo>
                  <a:pt x="12" y="7681"/>
                </a:lnTo>
                <a:lnTo>
                  <a:pt x="0" y="7812"/>
                </a:lnTo>
                <a:lnTo>
                  <a:pt x="12" y="7943"/>
                </a:lnTo>
                <a:lnTo>
                  <a:pt x="191" y="8121"/>
                </a:lnTo>
                <a:lnTo>
                  <a:pt x="322" y="8145"/>
                </a:lnTo>
                <a:lnTo>
                  <a:pt x="2274" y="8145"/>
                </a:lnTo>
                <a:lnTo>
                  <a:pt x="2369" y="8133"/>
                </a:lnTo>
                <a:lnTo>
                  <a:pt x="2512" y="8038"/>
                </a:lnTo>
                <a:lnTo>
                  <a:pt x="2572" y="7966"/>
                </a:lnTo>
                <a:lnTo>
                  <a:pt x="2893" y="7312"/>
                </a:lnTo>
                <a:lnTo>
                  <a:pt x="2929" y="7181"/>
                </a:lnTo>
                <a:lnTo>
                  <a:pt x="2858" y="6942"/>
                </a:lnTo>
                <a:lnTo>
                  <a:pt x="2751" y="6871"/>
                </a:lnTo>
                <a:lnTo>
                  <a:pt x="2620" y="6835"/>
                </a:lnTo>
                <a:close/>
                <a:moveTo>
                  <a:pt x="2667" y="2287"/>
                </a:moveTo>
                <a:lnTo>
                  <a:pt x="2369" y="2394"/>
                </a:lnTo>
                <a:lnTo>
                  <a:pt x="2239" y="2477"/>
                </a:lnTo>
                <a:lnTo>
                  <a:pt x="1107" y="3323"/>
                </a:lnTo>
                <a:lnTo>
                  <a:pt x="1012" y="3418"/>
                </a:lnTo>
                <a:lnTo>
                  <a:pt x="976" y="3668"/>
                </a:lnTo>
                <a:lnTo>
                  <a:pt x="1036" y="3775"/>
                </a:lnTo>
                <a:lnTo>
                  <a:pt x="1131" y="3871"/>
                </a:lnTo>
                <a:lnTo>
                  <a:pt x="1381" y="3906"/>
                </a:lnTo>
                <a:lnTo>
                  <a:pt x="1500" y="3847"/>
                </a:lnTo>
                <a:lnTo>
                  <a:pt x="2620" y="3001"/>
                </a:lnTo>
                <a:lnTo>
                  <a:pt x="2715" y="2942"/>
                </a:lnTo>
                <a:lnTo>
                  <a:pt x="2822" y="2930"/>
                </a:lnTo>
                <a:lnTo>
                  <a:pt x="3632" y="2930"/>
                </a:lnTo>
                <a:lnTo>
                  <a:pt x="3739" y="2942"/>
                </a:lnTo>
                <a:lnTo>
                  <a:pt x="3858" y="2954"/>
                </a:lnTo>
                <a:lnTo>
                  <a:pt x="3143" y="4383"/>
                </a:lnTo>
                <a:lnTo>
                  <a:pt x="3024" y="4656"/>
                </a:lnTo>
                <a:lnTo>
                  <a:pt x="2965" y="5228"/>
                </a:lnTo>
                <a:lnTo>
                  <a:pt x="3108" y="5788"/>
                </a:lnTo>
                <a:lnTo>
                  <a:pt x="3429" y="6264"/>
                </a:lnTo>
                <a:lnTo>
                  <a:pt x="3655" y="6442"/>
                </a:lnTo>
                <a:lnTo>
                  <a:pt x="5811" y="7955"/>
                </a:lnTo>
                <a:lnTo>
                  <a:pt x="5215" y="10002"/>
                </a:lnTo>
                <a:lnTo>
                  <a:pt x="5203" y="10133"/>
                </a:lnTo>
                <a:lnTo>
                  <a:pt x="5322" y="10360"/>
                </a:lnTo>
                <a:lnTo>
                  <a:pt x="5441" y="10407"/>
                </a:lnTo>
                <a:lnTo>
                  <a:pt x="5489" y="10419"/>
                </a:lnTo>
                <a:lnTo>
                  <a:pt x="5537" y="10419"/>
                </a:lnTo>
                <a:lnTo>
                  <a:pt x="5632" y="10407"/>
                </a:lnTo>
                <a:lnTo>
                  <a:pt x="5799" y="10288"/>
                </a:lnTo>
                <a:lnTo>
                  <a:pt x="5846" y="10181"/>
                </a:lnTo>
                <a:lnTo>
                  <a:pt x="6501" y="7907"/>
                </a:lnTo>
                <a:lnTo>
                  <a:pt x="6513" y="7800"/>
                </a:lnTo>
                <a:lnTo>
                  <a:pt x="6442" y="7621"/>
                </a:lnTo>
                <a:lnTo>
                  <a:pt x="6370" y="7550"/>
                </a:lnTo>
                <a:lnTo>
                  <a:pt x="4036" y="5918"/>
                </a:lnTo>
                <a:lnTo>
                  <a:pt x="3894" y="5799"/>
                </a:lnTo>
                <a:lnTo>
                  <a:pt x="3703" y="5514"/>
                </a:lnTo>
                <a:lnTo>
                  <a:pt x="3620" y="5192"/>
                </a:lnTo>
                <a:lnTo>
                  <a:pt x="3655" y="4847"/>
                </a:lnTo>
                <a:lnTo>
                  <a:pt x="3727" y="4680"/>
                </a:lnTo>
                <a:lnTo>
                  <a:pt x="4501" y="3120"/>
                </a:lnTo>
                <a:lnTo>
                  <a:pt x="4560" y="3144"/>
                </a:lnTo>
                <a:lnTo>
                  <a:pt x="4620" y="3168"/>
                </a:lnTo>
                <a:lnTo>
                  <a:pt x="4787" y="3251"/>
                </a:lnTo>
                <a:lnTo>
                  <a:pt x="5072" y="3466"/>
                </a:lnTo>
                <a:lnTo>
                  <a:pt x="5322" y="3716"/>
                </a:lnTo>
                <a:lnTo>
                  <a:pt x="5537" y="4013"/>
                </a:lnTo>
                <a:lnTo>
                  <a:pt x="5620" y="4168"/>
                </a:lnTo>
                <a:lnTo>
                  <a:pt x="6037" y="5002"/>
                </a:lnTo>
                <a:lnTo>
                  <a:pt x="6108" y="5121"/>
                </a:lnTo>
                <a:lnTo>
                  <a:pt x="6287" y="5323"/>
                </a:lnTo>
                <a:lnTo>
                  <a:pt x="6513" y="5454"/>
                </a:lnTo>
                <a:lnTo>
                  <a:pt x="6775" y="5526"/>
                </a:lnTo>
                <a:lnTo>
                  <a:pt x="6906" y="5537"/>
                </a:lnTo>
                <a:lnTo>
                  <a:pt x="8132" y="5537"/>
                </a:lnTo>
                <a:lnTo>
                  <a:pt x="8263" y="5514"/>
                </a:lnTo>
                <a:lnTo>
                  <a:pt x="8442" y="5347"/>
                </a:lnTo>
                <a:lnTo>
                  <a:pt x="8466" y="5216"/>
                </a:lnTo>
                <a:lnTo>
                  <a:pt x="8442" y="5085"/>
                </a:lnTo>
                <a:lnTo>
                  <a:pt x="8263" y="4906"/>
                </a:lnTo>
                <a:lnTo>
                  <a:pt x="8132" y="4883"/>
                </a:lnTo>
                <a:lnTo>
                  <a:pt x="6823" y="4883"/>
                </a:lnTo>
                <a:lnTo>
                  <a:pt x="6668" y="4787"/>
                </a:lnTo>
                <a:lnTo>
                  <a:pt x="6620" y="4704"/>
                </a:lnTo>
                <a:lnTo>
                  <a:pt x="6203" y="3871"/>
                </a:lnTo>
                <a:lnTo>
                  <a:pt x="6096" y="3668"/>
                </a:lnTo>
                <a:lnTo>
                  <a:pt x="5822" y="3299"/>
                </a:lnTo>
                <a:lnTo>
                  <a:pt x="5501" y="2966"/>
                </a:lnTo>
                <a:lnTo>
                  <a:pt x="5120" y="2692"/>
                </a:lnTo>
                <a:lnTo>
                  <a:pt x="4918" y="2585"/>
                </a:lnTo>
                <a:lnTo>
                  <a:pt x="4608" y="2454"/>
                </a:lnTo>
                <a:lnTo>
                  <a:pt x="3953" y="2299"/>
                </a:lnTo>
                <a:lnTo>
                  <a:pt x="3620" y="2287"/>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sz="1468"/>
          </a:p>
        </p:txBody>
      </p:sp>
      <p:sp>
        <p:nvSpPr>
          <p:cNvPr id="3353" name="Google Shape;3353;p176"/>
          <p:cNvSpPr/>
          <p:nvPr/>
        </p:nvSpPr>
        <p:spPr>
          <a:xfrm>
            <a:off x="1042750" y="4512007"/>
            <a:ext cx="590716" cy="540019"/>
          </a:xfrm>
          <a:custGeom>
            <a:rect b="b" l="l" r="r" t="t"/>
            <a:pathLst>
              <a:path extrusionOk="0" h="10407" w="11384">
                <a:moveTo>
                  <a:pt x="9728" y="643"/>
                </a:moveTo>
                <a:lnTo>
                  <a:pt x="9895" y="715"/>
                </a:lnTo>
                <a:lnTo>
                  <a:pt x="9954" y="774"/>
                </a:lnTo>
                <a:lnTo>
                  <a:pt x="10609" y="1429"/>
                </a:lnTo>
                <a:lnTo>
                  <a:pt x="10669" y="1500"/>
                </a:lnTo>
                <a:lnTo>
                  <a:pt x="10728" y="1667"/>
                </a:lnTo>
                <a:lnTo>
                  <a:pt x="10728" y="1750"/>
                </a:lnTo>
                <a:lnTo>
                  <a:pt x="10716" y="1893"/>
                </a:lnTo>
                <a:lnTo>
                  <a:pt x="10657" y="2012"/>
                </a:lnTo>
                <a:lnTo>
                  <a:pt x="7382" y="6585"/>
                </a:lnTo>
                <a:lnTo>
                  <a:pt x="4787" y="4013"/>
                </a:lnTo>
                <a:lnTo>
                  <a:pt x="9371" y="726"/>
                </a:lnTo>
                <a:lnTo>
                  <a:pt x="9490" y="655"/>
                </a:lnTo>
                <a:lnTo>
                  <a:pt x="9633" y="643"/>
                </a:lnTo>
                <a:close/>
                <a:moveTo>
                  <a:pt x="4275" y="4394"/>
                </a:moveTo>
                <a:lnTo>
                  <a:pt x="7001" y="7120"/>
                </a:lnTo>
                <a:lnTo>
                  <a:pt x="6609" y="7668"/>
                </a:lnTo>
                <a:lnTo>
                  <a:pt x="6549" y="7728"/>
                </a:lnTo>
                <a:lnTo>
                  <a:pt x="6418" y="7799"/>
                </a:lnTo>
                <a:lnTo>
                  <a:pt x="6335" y="7811"/>
                </a:lnTo>
                <a:lnTo>
                  <a:pt x="5096" y="7811"/>
                </a:lnTo>
                <a:lnTo>
                  <a:pt x="4013" y="8883"/>
                </a:lnTo>
                <a:lnTo>
                  <a:pt x="3965" y="8930"/>
                </a:lnTo>
                <a:lnTo>
                  <a:pt x="3834" y="8930"/>
                </a:lnTo>
                <a:lnTo>
                  <a:pt x="3787" y="8883"/>
                </a:lnTo>
                <a:lnTo>
                  <a:pt x="2501" y="7609"/>
                </a:lnTo>
                <a:lnTo>
                  <a:pt x="2465" y="7561"/>
                </a:lnTo>
                <a:lnTo>
                  <a:pt x="2465" y="7418"/>
                </a:lnTo>
                <a:lnTo>
                  <a:pt x="2501" y="7358"/>
                </a:lnTo>
                <a:lnTo>
                  <a:pt x="3572" y="6299"/>
                </a:lnTo>
                <a:lnTo>
                  <a:pt x="3572" y="5049"/>
                </a:lnTo>
                <a:lnTo>
                  <a:pt x="3572" y="4977"/>
                </a:lnTo>
                <a:lnTo>
                  <a:pt x="3656" y="4834"/>
                </a:lnTo>
                <a:lnTo>
                  <a:pt x="3727" y="4787"/>
                </a:lnTo>
                <a:lnTo>
                  <a:pt x="4275" y="4394"/>
                </a:lnTo>
                <a:close/>
                <a:moveTo>
                  <a:pt x="2263" y="8287"/>
                </a:moveTo>
                <a:lnTo>
                  <a:pt x="3108" y="9109"/>
                </a:lnTo>
                <a:lnTo>
                  <a:pt x="2477" y="9764"/>
                </a:lnTo>
                <a:lnTo>
                  <a:pt x="786" y="9764"/>
                </a:lnTo>
                <a:lnTo>
                  <a:pt x="2263" y="8287"/>
                </a:lnTo>
                <a:close/>
                <a:moveTo>
                  <a:pt x="9466" y="0"/>
                </a:moveTo>
                <a:lnTo>
                  <a:pt x="9133" y="107"/>
                </a:lnTo>
                <a:lnTo>
                  <a:pt x="8990" y="203"/>
                </a:lnTo>
                <a:lnTo>
                  <a:pt x="3346" y="4263"/>
                </a:lnTo>
                <a:lnTo>
                  <a:pt x="3156" y="4406"/>
                </a:lnTo>
                <a:lnTo>
                  <a:pt x="2977" y="4715"/>
                </a:lnTo>
                <a:lnTo>
                  <a:pt x="2917" y="4929"/>
                </a:lnTo>
                <a:lnTo>
                  <a:pt x="2917" y="5049"/>
                </a:lnTo>
                <a:lnTo>
                  <a:pt x="2917" y="6025"/>
                </a:lnTo>
                <a:lnTo>
                  <a:pt x="2048" y="6918"/>
                </a:lnTo>
                <a:lnTo>
                  <a:pt x="1965" y="7001"/>
                </a:lnTo>
                <a:lnTo>
                  <a:pt x="1858" y="7216"/>
                </a:lnTo>
                <a:lnTo>
                  <a:pt x="1810" y="7442"/>
                </a:lnTo>
                <a:lnTo>
                  <a:pt x="1822" y="7668"/>
                </a:lnTo>
                <a:lnTo>
                  <a:pt x="1858" y="7775"/>
                </a:lnTo>
                <a:lnTo>
                  <a:pt x="143" y="9478"/>
                </a:lnTo>
                <a:lnTo>
                  <a:pt x="84" y="9549"/>
                </a:lnTo>
                <a:lnTo>
                  <a:pt x="12" y="9716"/>
                </a:lnTo>
                <a:lnTo>
                  <a:pt x="0" y="9823"/>
                </a:lnTo>
                <a:lnTo>
                  <a:pt x="0" y="9918"/>
                </a:lnTo>
                <a:lnTo>
                  <a:pt x="12" y="10026"/>
                </a:lnTo>
                <a:lnTo>
                  <a:pt x="84" y="10192"/>
                </a:lnTo>
                <a:lnTo>
                  <a:pt x="215" y="10323"/>
                </a:lnTo>
                <a:lnTo>
                  <a:pt x="393" y="10407"/>
                </a:lnTo>
                <a:lnTo>
                  <a:pt x="2632" y="10407"/>
                </a:lnTo>
                <a:lnTo>
                  <a:pt x="2810" y="10323"/>
                </a:lnTo>
                <a:lnTo>
                  <a:pt x="2882" y="10252"/>
                </a:lnTo>
                <a:lnTo>
                  <a:pt x="3620" y="9537"/>
                </a:lnTo>
                <a:lnTo>
                  <a:pt x="3727" y="9573"/>
                </a:lnTo>
                <a:lnTo>
                  <a:pt x="3953" y="9585"/>
                </a:lnTo>
                <a:lnTo>
                  <a:pt x="4180" y="9537"/>
                </a:lnTo>
                <a:lnTo>
                  <a:pt x="4382" y="9430"/>
                </a:lnTo>
                <a:lnTo>
                  <a:pt x="4477" y="9347"/>
                </a:lnTo>
                <a:lnTo>
                  <a:pt x="5358" y="8466"/>
                </a:lnTo>
                <a:lnTo>
                  <a:pt x="6335" y="8466"/>
                </a:lnTo>
                <a:lnTo>
                  <a:pt x="6454" y="8454"/>
                </a:lnTo>
                <a:lnTo>
                  <a:pt x="6680" y="8394"/>
                </a:lnTo>
                <a:lnTo>
                  <a:pt x="6882" y="8287"/>
                </a:lnTo>
                <a:lnTo>
                  <a:pt x="7061" y="8132"/>
                </a:lnTo>
                <a:lnTo>
                  <a:pt x="7132" y="8037"/>
                </a:lnTo>
                <a:lnTo>
                  <a:pt x="11193" y="2405"/>
                </a:lnTo>
                <a:lnTo>
                  <a:pt x="11276" y="2250"/>
                </a:lnTo>
                <a:lnTo>
                  <a:pt x="11371" y="1929"/>
                </a:lnTo>
                <a:lnTo>
                  <a:pt x="11383" y="1750"/>
                </a:lnTo>
                <a:lnTo>
                  <a:pt x="11371" y="1536"/>
                </a:lnTo>
                <a:lnTo>
                  <a:pt x="11216" y="1143"/>
                </a:lnTo>
                <a:lnTo>
                  <a:pt x="11074" y="976"/>
                </a:lnTo>
                <a:lnTo>
                  <a:pt x="10419" y="322"/>
                </a:lnTo>
                <a:lnTo>
                  <a:pt x="10252" y="179"/>
                </a:lnTo>
                <a:lnTo>
                  <a:pt x="9859" y="12"/>
                </a:lnTo>
                <a:lnTo>
                  <a:pt x="9633"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4" name="Google Shape;3354;p176"/>
          <p:cNvSpPr/>
          <p:nvPr/>
        </p:nvSpPr>
        <p:spPr>
          <a:xfrm>
            <a:off x="12443375" y="4511384"/>
            <a:ext cx="473341" cy="540642"/>
          </a:xfrm>
          <a:custGeom>
            <a:rect b="b" l="l" r="r" t="t"/>
            <a:pathLst>
              <a:path extrusionOk="0" h="10419" w="9122">
                <a:moveTo>
                  <a:pt x="3025" y="655"/>
                </a:moveTo>
                <a:lnTo>
                  <a:pt x="3275" y="667"/>
                </a:lnTo>
                <a:lnTo>
                  <a:pt x="3751" y="738"/>
                </a:lnTo>
                <a:lnTo>
                  <a:pt x="4204" y="905"/>
                </a:lnTo>
                <a:lnTo>
                  <a:pt x="4597" y="1131"/>
                </a:lnTo>
                <a:lnTo>
                  <a:pt x="4775" y="1274"/>
                </a:lnTo>
                <a:lnTo>
                  <a:pt x="5037" y="1500"/>
                </a:lnTo>
                <a:lnTo>
                  <a:pt x="5228" y="1441"/>
                </a:lnTo>
                <a:lnTo>
                  <a:pt x="5775" y="1322"/>
                </a:lnTo>
                <a:lnTo>
                  <a:pt x="6097" y="1310"/>
                </a:lnTo>
                <a:lnTo>
                  <a:pt x="6478" y="1322"/>
                </a:lnTo>
                <a:lnTo>
                  <a:pt x="7180" y="1512"/>
                </a:lnTo>
                <a:lnTo>
                  <a:pt x="7776" y="1858"/>
                </a:lnTo>
                <a:lnTo>
                  <a:pt x="8216" y="2334"/>
                </a:lnTo>
                <a:lnTo>
                  <a:pt x="8359" y="2608"/>
                </a:lnTo>
                <a:lnTo>
                  <a:pt x="4477" y="2608"/>
                </a:lnTo>
                <a:lnTo>
                  <a:pt x="2084" y="5001"/>
                </a:lnTo>
                <a:lnTo>
                  <a:pt x="2025" y="4834"/>
                </a:lnTo>
                <a:lnTo>
                  <a:pt x="1965" y="4441"/>
                </a:lnTo>
                <a:lnTo>
                  <a:pt x="1977" y="4048"/>
                </a:lnTo>
                <a:lnTo>
                  <a:pt x="2060" y="3632"/>
                </a:lnTo>
                <a:lnTo>
                  <a:pt x="2227" y="3227"/>
                </a:lnTo>
                <a:lnTo>
                  <a:pt x="2453" y="2846"/>
                </a:lnTo>
                <a:lnTo>
                  <a:pt x="2739" y="2501"/>
                </a:lnTo>
                <a:lnTo>
                  <a:pt x="3108" y="2203"/>
                </a:lnTo>
                <a:lnTo>
                  <a:pt x="3311" y="2072"/>
                </a:lnTo>
                <a:lnTo>
                  <a:pt x="3406" y="2001"/>
                </a:lnTo>
                <a:lnTo>
                  <a:pt x="3489" y="1786"/>
                </a:lnTo>
                <a:lnTo>
                  <a:pt x="3453" y="1667"/>
                </a:lnTo>
                <a:lnTo>
                  <a:pt x="3418" y="1608"/>
                </a:lnTo>
                <a:lnTo>
                  <a:pt x="3322" y="1512"/>
                </a:lnTo>
                <a:lnTo>
                  <a:pt x="3192" y="1465"/>
                </a:lnTo>
                <a:lnTo>
                  <a:pt x="3061" y="1477"/>
                </a:lnTo>
                <a:lnTo>
                  <a:pt x="3001" y="1500"/>
                </a:lnTo>
                <a:lnTo>
                  <a:pt x="2680" y="1715"/>
                </a:lnTo>
                <a:lnTo>
                  <a:pt x="2394" y="1953"/>
                </a:lnTo>
                <a:lnTo>
                  <a:pt x="763" y="1953"/>
                </a:lnTo>
                <a:lnTo>
                  <a:pt x="905" y="1679"/>
                </a:lnTo>
                <a:lnTo>
                  <a:pt x="1346" y="1203"/>
                </a:lnTo>
                <a:lnTo>
                  <a:pt x="1941" y="857"/>
                </a:lnTo>
                <a:lnTo>
                  <a:pt x="2644" y="679"/>
                </a:lnTo>
                <a:lnTo>
                  <a:pt x="3025" y="655"/>
                </a:lnTo>
                <a:close/>
                <a:moveTo>
                  <a:pt x="3025" y="0"/>
                </a:moveTo>
                <a:lnTo>
                  <a:pt x="2739" y="12"/>
                </a:lnTo>
                <a:lnTo>
                  <a:pt x="2191" y="95"/>
                </a:lnTo>
                <a:lnTo>
                  <a:pt x="1691" y="262"/>
                </a:lnTo>
                <a:lnTo>
                  <a:pt x="1227" y="500"/>
                </a:lnTo>
                <a:lnTo>
                  <a:pt x="834" y="798"/>
                </a:lnTo>
                <a:lnTo>
                  <a:pt x="489" y="1143"/>
                </a:lnTo>
                <a:lnTo>
                  <a:pt x="239" y="1548"/>
                </a:lnTo>
                <a:lnTo>
                  <a:pt x="60" y="1989"/>
                </a:lnTo>
                <a:lnTo>
                  <a:pt x="12" y="2227"/>
                </a:lnTo>
                <a:lnTo>
                  <a:pt x="1" y="2298"/>
                </a:lnTo>
                <a:lnTo>
                  <a:pt x="36" y="2429"/>
                </a:lnTo>
                <a:lnTo>
                  <a:pt x="84" y="2489"/>
                </a:lnTo>
                <a:lnTo>
                  <a:pt x="131" y="2548"/>
                </a:lnTo>
                <a:lnTo>
                  <a:pt x="274" y="2608"/>
                </a:lnTo>
                <a:lnTo>
                  <a:pt x="1834" y="2608"/>
                </a:lnTo>
                <a:lnTo>
                  <a:pt x="1715" y="2798"/>
                </a:lnTo>
                <a:lnTo>
                  <a:pt x="1536" y="3203"/>
                </a:lnTo>
                <a:lnTo>
                  <a:pt x="1394" y="3608"/>
                </a:lnTo>
                <a:lnTo>
                  <a:pt x="1322" y="4013"/>
                </a:lnTo>
                <a:lnTo>
                  <a:pt x="1310" y="4430"/>
                </a:lnTo>
                <a:lnTo>
                  <a:pt x="1358" y="4822"/>
                </a:lnTo>
                <a:lnTo>
                  <a:pt x="1453" y="5203"/>
                </a:lnTo>
                <a:lnTo>
                  <a:pt x="1620" y="5561"/>
                </a:lnTo>
                <a:lnTo>
                  <a:pt x="1727" y="5727"/>
                </a:lnTo>
                <a:lnTo>
                  <a:pt x="1787" y="5799"/>
                </a:lnTo>
                <a:lnTo>
                  <a:pt x="1929" y="5858"/>
                </a:lnTo>
                <a:lnTo>
                  <a:pt x="2144" y="5846"/>
                </a:lnTo>
                <a:lnTo>
                  <a:pt x="2251" y="5763"/>
                </a:lnTo>
                <a:lnTo>
                  <a:pt x="4751" y="3263"/>
                </a:lnTo>
                <a:lnTo>
                  <a:pt x="8776" y="3263"/>
                </a:lnTo>
                <a:lnTo>
                  <a:pt x="8847" y="3251"/>
                </a:lnTo>
                <a:lnTo>
                  <a:pt x="8990" y="3191"/>
                </a:lnTo>
                <a:lnTo>
                  <a:pt x="9038" y="3144"/>
                </a:lnTo>
                <a:lnTo>
                  <a:pt x="9085" y="3084"/>
                </a:lnTo>
                <a:lnTo>
                  <a:pt x="9121" y="2941"/>
                </a:lnTo>
                <a:lnTo>
                  <a:pt x="9109" y="2870"/>
                </a:lnTo>
                <a:lnTo>
                  <a:pt x="9121" y="2870"/>
                </a:lnTo>
                <a:lnTo>
                  <a:pt x="9062" y="2643"/>
                </a:lnTo>
                <a:lnTo>
                  <a:pt x="8883" y="2203"/>
                </a:lnTo>
                <a:lnTo>
                  <a:pt x="8633" y="1798"/>
                </a:lnTo>
                <a:lnTo>
                  <a:pt x="8288" y="1453"/>
                </a:lnTo>
                <a:lnTo>
                  <a:pt x="7895" y="1155"/>
                </a:lnTo>
                <a:lnTo>
                  <a:pt x="7430" y="917"/>
                </a:lnTo>
                <a:lnTo>
                  <a:pt x="6930" y="750"/>
                </a:lnTo>
                <a:lnTo>
                  <a:pt x="6383" y="667"/>
                </a:lnTo>
                <a:lnTo>
                  <a:pt x="6097" y="655"/>
                </a:lnTo>
                <a:lnTo>
                  <a:pt x="5859" y="667"/>
                </a:lnTo>
                <a:lnTo>
                  <a:pt x="5418" y="727"/>
                </a:lnTo>
                <a:lnTo>
                  <a:pt x="5204" y="786"/>
                </a:lnTo>
                <a:lnTo>
                  <a:pt x="4989" y="607"/>
                </a:lnTo>
                <a:lnTo>
                  <a:pt x="4501" y="322"/>
                </a:lnTo>
                <a:lnTo>
                  <a:pt x="3942" y="119"/>
                </a:lnTo>
                <a:lnTo>
                  <a:pt x="3346" y="12"/>
                </a:lnTo>
                <a:lnTo>
                  <a:pt x="3025" y="0"/>
                </a:lnTo>
                <a:close/>
                <a:moveTo>
                  <a:pt x="5347" y="7823"/>
                </a:moveTo>
                <a:lnTo>
                  <a:pt x="5740" y="7906"/>
                </a:lnTo>
                <a:lnTo>
                  <a:pt x="6097" y="8049"/>
                </a:lnTo>
                <a:lnTo>
                  <a:pt x="6406" y="8263"/>
                </a:lnTo>
                <a:lnTo>
                  <a:pt x="6680" y="8525"/>
                </a:lnTo>
                <a:lnTo>
                  <a:pt x="6906" y="8835"/>
                </a:lnTo>
                <a:lnTo>
                  <a:pt x="7061" y="9180"/>
                </a:lnTo>
                <a:lnTo>
                  <a:pt x="7156" y="9573"/>
                </a:lnTo>
                <a:lnTo>
                  <a:pt x="7168" y="9776"/>
                </a:lnTo>
                <a:lnTo>
                  <a:pt x="655" y="9776"/>
                </a:lnTo>
                <a:lnTo>
                  <a:pt x="667" y="9573"/>
                </a:lnTo>
                <a:lnTo>
                  <a:pt x="763" y="9180"/>
                </a:lnTo>
                <a:lnTo>
                  <a:pt x="917" y="8835"/>
                </a:lnTo>
                <a:lnTo>
                  <a:pt x="1132" y="8525"/>
                </a:lnTo>
                <a:lnTo>
                  <a:pt x="1406" y="8263"/>
                </a:lnTo>
                <a:lnTo>
                  <a:pt x="1727" y="8049"/>
                </a:lnTo>
                <a:lnTo>
                  <a:pt x="2084" y="7906"/>
                </a:lnTo>
                <a:lnTo>
                  <a:pt x="2465" y="7823"/>
                </a:lnTo>
                <a:close/>
                <a:moveTo>
                  <a:pt x="5216" y="3906"/>
                </a:moveTo>
                <a:lnTo>
                  <a:pt x="5097" y="3953"/>
                </a:lnTo>
                <a:lnTo>
                  <a:pt x="4978" y="4025"/>
                </a:lnTo>
                <a:lnTo>
                  <a:pt x="4906" y="4263"/>
                </a:lnTo>
                <a:lnTo>
                  <a:pt x="4954" y="4382"/>
                </a:lnTo>
                <a:lnTo>
                  <a:pt x="5037" y="4560"/>
                </a:lnTo>
                <a:lnTo>
                  <a:pt x="5156" y="4918"/>
                </a:lnTo>
                <a:lnTo>
                  <a:pt x="5204" y="5275"/>
                </a:lnTo>
                <a:lnTo>
                  <a:pt x="5204" y="5632"/>
                </a:lnTo>
                <a:lnTo>
                  <a:pt x="5132" y="5989"/>
                </a:lnTo>
                <a:lnTo>
                  <a:pt x="5001" y="6335"/>
                </a:lnTo>
                <a:lnTo>
                  <a:pt x="4704" y="6847"/>
                </a:lnTo>
                <a:lnTo>
                  <a:pt x="4418" y="7168"/>
                </a:lnTo>
                <a:lnTo>
                  <a:pt x="2680" y="7168"/>
                </a:lnTo>
                <a:lnTo>
                  <a:pt x="2394" y="7180"/>
                </a:lnTo>
                <a:lnTo>
                  <a:pt x="1882" y="7287"/>
                </a:lnTo>
                <a:lnTo>
                  <a:pt x="1394" y="7490"/>
                </a:lnTo>
                <a:lnTo>
                  <a:pt x="977" y="7775"/>
                </a:lnTo>
                <a:lnTo>
                  <a:pt x="608" y="8144"/>
                </a:lnTo>
                <a:lnTo>
                  <a:pt x="322" y="8561"/>
                </a:lnTo>
                <a:lnTo>
                  <a:pt x="120" y="9049"/>
                </a:lnTo>
                <a:lnTo>
                  <a:pt x="12" y="9573"/>
                </a:lnTo>
                <a:lnTo>
                  <a:pt x="1" y="9847"/>
                </a:lnTo>
                <a:lnTo>
                  <a:pt x="12" y="9966"/>
                </a:lnTo>
                <a:lnTo>
                  <a:pt x="96" y="10169"/>
                </a:lnTo>
                <a:lnTo>
                  <a:pt x="262" y="10323"/>
                </a:lnTo>
                <a:lnTo>
                  <a:pt x="465" y="10419"/>
                </a:lnTo>
                <a:lnTo>
                  <a:pt x="7347" y="10419"/>
                </a:lnTo>
                <a:lnTo>
                  <a:pt x="7561" y="10323"/>
                </a:lnTo>
                <a:lnTo>
                  <a:pt x="7716" y="10169"/>
                </a:lnTo>
                <a:lnTo>
                  <a:pt x="7811" y="9966"/>
                </a:lnTo>
                <a:lnTo>
                  <a:pt x="7811" y="9847"/>
                </a:lnTo>
                <a:lnTo>
                  <a:pt x="7823" y="9847"/>
                </a:lnTo>
                <a:lnTo>
                  <a:pt x="7811" y="9573"/>
                </a:lnTo>
                <a:lnTo>
                  <a:pt x="7704" y="9073"/>
                </a:lnTo>
                <a:lnTo>
                  <a:pt x="7514" y="8597"/>
                </a:lnTo>
                <a:lnTo>
                  <a:pt x="7240" y="8180"/>
                </a:lnTo>
                <a:lnTo>
                  <a:pt x="6895" y="7823"/>
                </a:lnTo>
                <a:lnTo>
                  <a:pt x="6478" y="7525"/>
                </a:lnTo>
                <a:lnTo>
                  <a:pt x="6025" y="7323"/>
                </a:lnTo>
                <a:lnTo>
                  <a:pt x="5525" y="7204"/>
                </a:lnTo>
                <a:lnTo>
                  <a:pt x="5251" y="7180"/>
                </a:lnTo>
                <a:lnTo>
                  <a:pt x="5501" y="6811"/>
                </a:lnTo>
                <a:lnTo>
                  <a:pt x="5728" y="6239"/>
                </a:lnTo>
                <a:lnTo>
                  <a:pt x="5823" y="5858"/>
                </a:lnTo>
                <a:lnTo>
                  <a:pt x="5859" y="5453"/>
                </a:lnTo>
                <a:lnTo>
                  <a:pt x="5847" y="5061"/>
                </a:lnTo>
                <a:lnTo>
                  <a:pt x="5763" y="4668"/>
                </a:lnTo>
                <a:lnTo>
                  <a:pt x="5620" y="4275"/>
                </a:lnTo>
                <a:lnTo>
                  <a:pt x="5525" y="4084"/>
                </a:lnTo>
                <a:lnTo>
                  <a:pt x="5454" y="3977"/>
                </a:lnTo>
                <a:lnTo>
                  <a:pt x="5216" y="390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5" name="Google Shape;3355;p176"/>
          <p:cNvSpPr/>
          <p:nvPr/>
        </p:nvSpPr>
        <p:spPr>
          <a:xfrm>
            <a:off x="13405954" y="4511384"/>
            <a:ext cx="607995" cy="540642"/>
          </a:xfrm>
          <a:custGeom>
            <a:rect b="b" l="l" r="r" t="t"/>
            <a:pathLst>
              <a:path extrusionOk="0" h="10419" w="11717">
                <a:moveTo>
                  <a:pt x="5835" y="0"/>
                </a:moveTo>
                <a:lnTo>
                  <a:pt x="5620" y="72"/>
                </a:lnTo>
                <a:lnTo>
                  <a:pt x="5477" y="203"/>
                </a:lnTo>
                <a:lnTo>
                  <a:pt x="5430" y="310"/>
                </a:lnTo>
                <a:lnTo>
                  <a:pt x="4799" y="1893"/>
                </a:lnTo>
                <a:lnTo>
                  <a:pt x="4775" y="1953"/>
                </a:lnTo>
                <a:lnTo>
                  <a:pt x="4775" y="2012"/>
                </a:lnTo>
                <a:lnTo>
                  <a:pt x="4787" y="2132"/>
                </a:lnTo>
                <a:lnTo>
                  <a:pt x="4894" y="2274"/>
                </a:lnTo>
                <a:lnTo>
                  <a:pt x="5025" y="2334"/>
                </a:lnTo>
                <a:lnTo>
                  <a:pt x="5096" y="2346"/>
                </a:lnTo>
                <a:lnTo>
                  <a:pt x="5192" y="2334"/>
                </a:lnTo>
                <a:lnTo>
                  <a:pt x="5346" y="2227"/>
                </a:lnTo>
                <a:lnTo>
                  <a:pt x="5394" y="2143"/>
                </a:lnTo>
                <a:lnTo>
                  <a:pt x="5966" y="715"/>
                </a:lnTo>
                <a:lnTo>
                  <a:pt x="6525" y="1000"/>
                </a:lnTo>
                <a:lnTo>
                  <a:pt x="6525" y="1953"/>
                </a:lnTo>
                <a:lnTo>
                  <a:pt x="6549" y="2084"/>
                </a:lnTo>
                <a:lnTo>
                  <a:pt x="6728" y="2251"/>
                </a:lnTo>
                <a:lnTo>
                  <a:pt x="6859" y="2262"/>
                </a:lnTo>
                <a:lnTo>
                  <a:pt x="6978" y="2239"/>
                </a:lnTo>
                <a:lnTo>
                  <a:pt x="7156" y="2072"/>
                </a:lnTo>
                <a:lnTo>
                  <a:pt x="7180" y="1953"/>
                </a:lnTo>
                <a:lnTo>
                  <a:pt x="7180" y="893"/>
                </a:lnTo>
                <a:lnTo>
                  <a:pt x="7168" y="750"/>
                </a:lnTo>
                <a:lnTo>
                  <a:pt x="7025" y="536"/>
                </a:lnTo>
                <a:lnTo>
                  <a:pt x="6906" y="453"/>
                </a:lnTo>
                <a:lnTo>
                  <a:pt x="6108" y="60"/>
                </a:lnTo>
                <a:lnTo>
                  <a:pt x="5989" y="12"/>
                </a:lnTo>
                <a:lnTo>
                  <a:pt x="5882" y="0"/>
                </a:lnTo>
                <a:close/>
                <a:moveTo>
                  <a:pt x="5620" y="2608"/>
                </a:moveTo>
                <a:lnTo>
                  <a:pt x="5156" y="2667"/>
                </a:lnTo>
                <a:lnTo>
                  <a:pt x="4549" y="2846"/>
                </a:lnTo>
                <a:lnTo>
                  <a:pt x="3953" y="3167"/>
                </a:lnTo>
                <a:lnTo>
                  <a:pt x="3691" y="3429"/>
                </a:lnTo>
                <a:lnTo>
                  <a:pt x="3596" y="3584"/>
                </a:lnTo>
                <a:lnTo>
                  <a:pt x="3596" y="3644"/>
                </a:lnTo>
                <a:lnTo>
                  <a:pt x="3596" y="3715"/>
                </a:lnTo>
                <a:lnTo>
                  <a:pt x="3644" y="3822"/>
                </a:lnTo>
                <a:lnTo>
                  <a:pt x="3775" y="3953"/>
                </a:lnTo>
                <a:lnTo>
                  <a:pt x="3906" y="3965"/>
                </a:lnTo>
                <a:lnTo>
                  <a:pt x="4025" y="3953"/>
                </a:lnTo>
                <a:lnTo>
                  <a:pt x="4287" y="3751"/>
                </a:lnTo>
                <a:lnTo>
                  <a:pt x="4680" y="3477"/>
                </a:lnTo>
                <a:lnTo>
                  <a:pt x="5168" y="3322"/>
                </a:lnTo>
                <a:lnTo>
                  <a:pt x="5596" y="3263"/>
                </a:lnTo>
                <a:lnTo>
                  <a:pt x="6120" y="3263"/>
                </a:lnTo>
                <a:lnTo>
                  <a:pt x="6549" y="3322"/>
                </a:lnTo>
                <a:lnTo>
                  <a:pt x="7025" y="3477"/>
                </a:lnTo>
                <a:lnTo>
                  <a:pt x="7430" y="3751"/>
                </a:lnTo>
                <a:lnTo>
                  <a:pt x="7680" y="3953"/>
                </a:lnTo>
                <a:lnTo>
                  <a:pt x="7811" y="3965"/>
                </a:lnTo>
                <a:lnTo>
                  <a:pt x="7942" y="3953"/>
                </a:lnTo>
                <a:lnTo>
                  <a:pt x="8121" y="3775"/>
                </a:lnTo>
                <a:lnTo>
                  <a:pt x="8133" y="3644"/>
                </a:lnTo>
                <a:lnTo>
                  <a:pt x="8133" y="3584"/>
                </a:lnTo>
                <a:lnTo>
                  <a:pt x="8049" y="3429"/>
                </a:lnTo>
                <a:lnTo>
                  <a:pt x="7787" y="3167"/>
                </a:lnTo>
                <a:lnTo>
                  <a:pt x="7192" y="2846"/>
                </a:lnTo>
                <a:lnTo>
                  <a:pt x="6585" y="2667"/>
                </a:lnTo>
                <a:lnTo>
                  <a:pt x="6120" y="2608"/>
                </a:lnTo>
                <a:close/>
                <a:moveTo>
                  <a:pt x="4168" y="4572"/>
                </a:moveTo>
                <a:lnTo>
                  <a:pt x="4025" y="4644"/>
                </a:lnTo>
                <a:lnTo>
                  <a:pt x="3977" y="4703"/>
                </a:lnTo>
                <a:lnTo>
                  <a:pt x="3322" y="5680"/>
                </a:lnTo>
                <a:lnTo>
                  <a:pt x="3275" y="5775"/>
                </a:lnTo>
                <a:lnTo>
                  <a:pt x="3251" y="5846"/>
                </a:lnTo>
                <a:lnTo>
                  <a:pt x="3275" y="5989"/>
                </a:lnTo>
                <a:lnTo>
                  <a:pt x="3453" y="6156"/>
                </a:lnTo>
                <a:lnTo>
                  <a:pt x="3572" y="6168"/>
                </a:lnTo>
                <a:lnTo>
                  <a:pt x="3656" y="6168"/>
                </a:lnTo>
                <a:lnTo>
                  <a:pt x="3798" y="6096"/>
                </a:lnTo>
                <a:lnTo>
                  <a:pt x="3846" y="6025"/>
                </a:lnTo>
                <a:lnTo>
                  <a:pt x="4251" y="5477"/>
                </a:lnTo>
                <a:lnTo>
                  <a:pt x="4632" y="6049"/>
                </a:lnTo>
                <a:lnTo>
                  <a:pt x="4680" y="6108"/>
                </a:lnTo>
                <a:lnTo>
                  <a:pt x="4822" y="6180"/>
                </a:lnTo>
                <a:lnTo>
                  <a:pt x="4894" y="6192"/>
                </a:lnTo>
                <a:lnTo>
                  <a:pt x="5025" y="6168"/>
                </a:lnTo>
                <a:lnTo>
                  <a:pt x="5203" y="5977"/>
                </a:lnTo>
                <a:lnTo>
                  <a:pt x="5227" y="5846"/>
                </a:lnTo>
                <a:lnTo>
                  <a:pt x="5215" y="5751"/>
                </a:lnTo>
                <a:lnTo>
                  <a:pt x="5168" y="5668"/>
                </a:lnTo>
                <a:lnTo>
                  <a:pt x="4513" y="4691"/>
                </a:lnTo>
                <a:lnTo>
                  <a:pt x="4465" y="4632"/>
                </a:lnTo>
                <a:lnTo>
                  <a:pt x="4322" y="4572"/>
                </a:lnTo>
                <a:close/>
                <a:moveTo>
                  <a:pt x="7418" y="4572"/>
                </a:moveTo>
                <a:lnTo>
                  <a:pt x="7287" y="4644"/>
                </a:lnTo>
                <a:lnTo>
                  <a:pt x="7228" y="4703"/>
                </a:lnTo>
                <a:lnTo>
                  <a:pt x="6585" y="5680"/>
                </a:lnTo>
                <a:lnTo>
                  <a:pt x="6537" y="5775"/>
                </a:lnTo>
                <a:lnTo>
                  <a:pt x="6525" y="5858"/>
                </a:lnTo>
                <a:lnTo>
                  <a:pt x="6549" y="5989"/>
                </a:lnTo>
                <a:lnTo>
                  <a:pt x="6716" y="6156"/>
                </a:lnTo>
                <a:lnTo>
                  <a:pt x="6847" y="6168"/>
                </a:lnTo>
                <a:lnTo>
                  <a:pt x="6930" y="6168"/>
                </a:lnTo>
                <a:lnTo>
                  <a:pt x="7073" y="6085"/>
                </a:lnTo>
                <a:lnTo>
                  <a:pt x="7120" y="6025"/>
                </a:lnTo>
                <a:lnTo>
                  <a:pt x="7501" y="5477"/>
                </a:lnTo>
                <a:lnTo>
                  <a:pt x="7882" y="6037"/>
                </a:lnTo>
                <a:lnTo>
                  <a:pt x="7930" y="6108"/>
                </a:lnTo>
                <a:lnTo>
                  <a:pt x="8073" y="6180"/>
                </a:lnTo>
                <a:lnTo>
                  <a:pt x="8156" y="6192"/>
                </a:lnTo>
                <a:lnTo>
                  <a:pt x="8275" y="6168"/>
                </a:lnTo>
                <a:lnTo>
                  <a:pt x="8454" y="5989"/>
                </a:lnTo>
                <a:lnTo>
                  <a:pt x="8478" y="5858"/>
                </a:lnTo>
                <a:lnTo>
                  <a:pt x="8466" y="5775"/>
                </a:lnTo>
                <a:lnTo>
                  <a:pt x="8418" y="5680"/>
                </a:lnTo>
                <a:lnTo>
                  <a:pt x="8430" y="5692"/>
                </a:lnTo>
                <a:lnTo>
                  <a:pt x="7775" y="4703"/>
                </a:lnTo>
                <a:lnTo>
                  <a:pt x="7728" y="4644"/>
                </a:lnTo>
                <a:lnTo>
                  <a:pt x="7585" y="4572"/>
                </a:lnTo>
                <a:close/>
                <a:moveTo>
                  <a:pt x="9133" y="6835"/>
                </a:moveTo>
                <a:lnTo>
                  <a:pt x="8847" y="6906"/>
                </a:lnTo>
                <a:lnTo>
                  <a:pt x="7668" y="7287"/>
                </a:lnTo>
                <a:lnTo>
                  <a:pt x="6537" y="7466"/>
                </a:lnTo>
                <a:lnTo>
                  <a:pt x="5870" y="7490"/>
                </a:lnTo>
                <a:lnTo>
                  <a:pt x="5203" y="7466"/>
                </a:lnTo>
                <a:lnTo>
                  <a:pt x="4072" y="7287"/>
                </a:lnTo>
                <a:lnTo>
                  <a:pt x="2894" y="6918"/>
                </a:lnTo>
                <a:lnTo>
                  <a:pt x="2632" y="6847"/>
                </a:lnTo>
                <a:lnTo>
                  <a:pt x="2548" y="6847"/>
                </a:lnTo>
                <a:lnTo>
                  <a:pt x="2382" y="6954"/>
                </a:lnTo>
                <a:lnTo>
                  <a:pt x="2310" y="7073"/>
                </a:lnTo>
                <a:lnTo>
                  <a:pt x="2310" y="7168"/>
                </a:lnTo>
                <a:lnTo>
                  <a:pt x="2322" y="7263"/>
                </a:lnTo>
                <a:lnTo>
                  <a:pt x="2417" y="7418"/>
                </a:lnTo>
                <a:lnTo>
                  <a:pt x="2501" y="7466"/>
                </a:lnTo>
                <a:lnTo>
                  <a:pt x="2655" y="7525"/>
                </a:lnTo>
                <a:lnTo>
                  <a:pt x="3548" y="7823"/>
                </a:lnTo>
                <a:lnTo>
                  <a:pt x="4406" y="8013"/>
                </a:lnTo>
                <a:lnTo>
                  <a:pt x="4894" y="8073"/>
                </a:lnTo>
                <a:lnTo>
                  <a:pt x="4894" y="8466"/>
                </a:lnTo>
                <a:lnTo>
                  <a:pt x="4918" y="8597"/>
                </a:lnTo>
                <a:lnTo>
                  <a:pt x="5084" y="8775"/>
                </a:lnTo>
                <a:lnTo>
                  <a:pt x="5215" y="8799"/>
                </a:lnTo>
                <a:lnTo>
                  <a:pt x="5346" y="8775"/>
                </a:lnTo>
                <a:lnTo>
                  <a:pt x="5525" y="8597"/>
                </a:lnTo>
                <a:lnTo>
                  <a:pt x="5549" y="8466"/>
                </a:lnTo>
                <a:lnTo>
                  <a:pt x="5549" y="8132"/>
                </a:lnTo>
                <a:lnTo>
                  <a:pt x="5704" y="8132"/>
                </a:lnTo>
                <a:lnTo>
                  <a:pt x="5870" y="8144"/>
                </a:lnTo>
                <a:lnTo>
                  <a:pt x="6204" y="8132"/>
                </a:lnTo>
                <a:lnTo>
                  <a:pt x="7311" y="8002"/>
                </a:lnTo>
                <a:lnTo>
                  <a:pt x="8525" y="7763"/>
                </a:lnTo>
                <a:lnTo>
                  <a:pt x="9192" y="7490"/>
                </a:lnTo>
                <a:lnTo>
                  <a:pt x="9430" y="7287"/>
                </a:lnTo>
                <a:lnTo>
                  <a:pt x="9454" y="7168"/>
                </a:lnTo>
                <a:lnTo>
                  <a:pt x="9442" y="7073"/>
                </a:lnTo>
                <a:lnTo>
                  <a:pt x="9371" y="6954"/>
                </a:lnTo>
                <a:lnTo>
                  <a:pt x="9216" y="6847"/>
                </a:lnTo>
                <a:lnTo>
                  <a:pt x="9133" y="6835"/>
                </a:lnTo>
                <a:close/>
                <a:moveTo>
                  <a:pt x="3167" y="2608"/>
                </a:moveTo>
                <a:lnTo>
                  <a:pt x="2763" y="2620"/>
                </a:lnTo>
                <a:lnTo>
                  <a:pt x="2060" y="2810"/>
                </a:lnTo>
                <a:lnTo>
                  <a:pt x="1465" y="3155"/>
                </a:lnTo>
                <a:lnTo>
                  <a:pt x="965" y="3632"/>
                </a:lnTo>
                <a:lnTo>
                  <a:pt x="584" y="4191"/>
                </a:lnTo>
                <a:lnTo>
                  <a:pt x="286" y="4811"/>
                </a:lnTo>
                <a:lnTo>
                  <a:pt x="95" y="5453"/>
                </a:lnTo>
                <a:lnTo>
                  <a:pt x="0" y="6096"/>
                </a:lnTo>
                <a:lnTo>
                  <a:pt x="0" y="6406"/>
                </a:lnTo>
                <a:lnTo>
                  <a:pt x="12" y="6763"/>
                </a:lnTo>
                <a:lnTo>
                  <a:pt x="131" y="7478"/>
                </a:lnTo>
                <a:lnTo>
                  <a:pt x="369" y="8180"/>
                </a:lnTo>
                <a:lnTo>
                  <a:pt x="703" y="8823"/>
                </a:lnTo>
                <a:lnTo>
                  <a:pt x="1119" y="9395"/>
                </a:lnTo>
                <a:lnTo>
                  <a:pt x="1620" y="9871"/>
                </a:lnTo>
                <a:lnTo>
                  <a:pt x="2191" y="10216"/>
                </a:lnTo>
                <a:lnTo>
                  <a:pt x="2822" y="10395"/>
                </a:lnTo>
                <a:lnTo>
                  <a:pt x="3156" y="10419"/>
                </a:lnTo>
                <a:lnTo>
                  <a:pt x="3525" y="10395"/>
                </a:lnTo>
                <a:lnTo>
                  <a:pt x="4049" y="10252"/>
                </a:lnTo>
                <a:lnTo>
                  <a:pt x="4370" y="10097"/>
                </a:lnTo>
                <a:lnTo>
                  <a:pt x="4525" y="9990"/>
                </a:lnTo>
                <a:lnTo>
                  <a:pt x="4668" y="10097"/>
                </a:lnTo>
                <a:lnTo>
                  <a:pt x="4977" y="10252"/>
                </a:lnTo>
                <a:lnTo>
                  <a:pt x="5311" y="10359"/>
                </a:lnTo>
                <a:lnTo>
                  <a:pt x="5668" y="10419"/>
                </a:lnTo>
                <a:lnTo>
                  <a:pt x="6049" y="10419"/>
                </a:lnTo>
                <a:lnTo>
                  <a:pt x="6406" y="10359"/>
                </a:lnTo>
                <a:lnTo>
                  <a:pt x="6739" y="10252"/>
                </a:lnTo>
                <a:lnTo>
                  <a:pt x="7049" y="10097"/>
                </a:lnTo>
                <a:lnTo>
                  <a:pt x="7192" y="9990"/>
                </a:lnTo>
                <a:lnTo>
                  <a:pt x="7347" y="10085"/>
                </a:lnTo>
                <a:lnTo>
                  <a:pt x="7668" y="10252"/>
                </a:lnTo>
                <a:lnTo>
                  <a:pt x="8192" y="10395"/>
                </a:lnTo>
                <a:lnTo>
                  <a:pt x="8561" y="10419"/>
                </a:lnTo>
                <a:lnTo>
                  <a:pt x="8561" y="10407"/>
                </a:lnTo>
                <a:lnTo>
                  <a:pt x="8895" y="10395"/>
                </a:lnTo>
                <a:lnTo>
                  <a:pt x="9526" y="10204"/>
                </a:lnTo>
                <a:lnTo>
                  <a:pt x="10097" y="9859"/>
                </a:lnTo>
                <a:lnTo>
                  <a:pt x="10609" y="9395"/>
                </a:lnTo>
                <a:lnTo>
                  <a:pt x="11026" y="8811"/>
                </a:lnTo>
                <a:lnTo>
                  <a:pt x="11359" y="8156"/>
                </a:lnTo>
                <a:lnTo>
                  <a:pt x="11585" y="7466"/>
                </a:lnTo>
                <a:lnTo>
                  <a:pt x="11705" y="6751"/>
                </a:lnTo>
                <a:lnTo>
                  <a:pt x="11716" y="6406"/>
                </a:lnTo>
                <a:lnTo>
                  <a:pt x="11705" y="6096"/>
                </a:lnTo>
                <a:lnTo>
                  <a:pt x="11609" y="5465"/>
                </a:lnTo>
                <a:lnTo>
                  <a:pt x="11419" y="4822"/>
                </a:lnTo>
                <a:lnTo>
                  <a:pt x="11133" y="4203"/>
                </a:lnTo>
                <a:lnTo>
                  <a:pt x="10752" y="3632"/>
                </a:lnTo>
                <a:lnTo>
                  <a:pt x="10252" y="3167"/>
                </a:lnTo>
                <a:lnTo>
                  <a:pt x="9657" y="2810"/>
                </a:lnTo>
                <a:lnTo>
                  <a:pt x="8954" y="2620"/>
                </a:lnTo>
                <a:lnTo>
                  <a:pt x="8561" y="2608"/>
                </a:lnTo>
                <a:lnTo>
                  <a:pt x="8442" y="2608"/>
                </a:lnTo>
                <a:lnTo>
                  <a:pt x="8323" y="2632"/>
                </a:lnTo>
                <a:lnTo>
                  <a:pt x="8156" y="2798"/>
                </a:lnTo>
                <a:lnTo>
                  <a:pt x="8133" y="2929"/>
                </a:lnTo>
                <a:lnTo>
                  <a:pt x="8156" y="3060"/>
                </a:lnTo>
                <a:lnTo>
                  <a:pt x="8323" y="3239"/>
                </a:lnTo>
                <a:lnTo>
                  <a:pt x="8466" y="3263"/>
                </a:lnTo>
                <a:lnTo>
                  <a:pt x="8787" y="3263"/>
                </a:lnTo>
                <a:lnTo>
                  <a:pt x="9264" y="3382"/>
                </a:lnTo>
                <a:lnTo>
                  <a:pt x="9704" y="3608"/>
                </a:lnTo>
                <a:lnTo>
                  <a:pt x="10109" y="3918"/>
                </a:lnTo>
                <a:lnTo>
                  <a:pt x="10454" y="4334"/>
                </a:lnTo>
                <a:lnTo>
                  <a:pt x="10740" y="4834"/>
                </a:lnTo>
                <a:lnTo>
                  <a:pt x="10943" y="5406"/>
                </a:lnTo>
                <a:lnTo>
                  <a:pt x="11050" y="6049"/>
                </a:lnTo>
                <a:lnTo>
                  <a:pt x="11062" y="6394"/>
                </a:lnTo>
                <a:lnTo>
                  <a:pt x="11062" y="6620"/>
                </a:lnTo>
                <a:lnTo>
                  <a:pt x="10978" y="7120"/>
                </a:lnTo>
                <a:lnTo>
                  <a:pt x="10812" y="7680"/>
                </a:lnTo>
                <a:lnTo>
                  <a:pt x="10573" y="8240"/>
                </a:lnTo>
                <a:lnTo>
                  <a:pt x="10264" y="8764"/>
                </a:lnTo>
                <a:lnTo>
                  <a:pt x="9871" y="9216"/>
                </a:lnTo>
                <a:lnTo>
                  <a:pt x="9407" y="9549"/>
                </a:lnTo>
                <a:lnTo>
                  <a:pt x="8859" y="9740"/>
                </a:lnTo>
                <a:lnTo>
                  <a:pt x="8561" y="9764"/>
                </a:lnTo>
                <a:lnTo>
                  <a:pt x="8252" y="9752"/>
                </a:lnTo>
                <a:lnTo>
                  <a:pt x="7823" y="9621"/>
                </a:lnTo>
                <a:lnTo>
                  <a:pt x="7561" y="9442"/>
                </a:lnTo>
                <a:lnTo>
                  <a:pt x="7323" y="9311"/>
                </a:lnTo>
                <a:lnTo>
                  <a:pt x="7180" y="9299"/>
                </a:lnTo>
                <a:lnTo>
                  <a:pt x="7049" y="9311"/>
                </a:lnTo>
                <a:lnTo>
                  <a:pt x="6823" y="9442"/>
                </a:lnTo>
                <a:lnTo>
                  <a:pt x="6573" y="9621"/>
                </a:lnTo>
                <a:lnTo>
                  <a:pt x="6168" y="9752"/>
                </a:lnTo>
                <a:lnTo>
                  <a:pt x="5858" y="9776"/>
                </a:lnTo>
                <a:lnTo>
                  <a:pt x="5549" y="9752"/>
                </a:lnTo>
                <a:lnTo>
                  <a:pt x="5144" y="9621"/>
                </a:lnTo>
                <a:lnTo>
                  <a:pt x="4882" y="9442"/>
                </a:lnTo>
                <a:lnTo>
                  <a:pt x="4668" y="9311"/>
                </a:lnTo>
                <a:lnTo>
                  <a:pt x="4525" y="9299"/>
                </a:lnTo>
                <a:lnTo>
                  <a:pt x="4394" y="9311"/>
                </a:lnTo>
                <a:lnTo>
                  <a:pt x="4168" y="9442"/>
                </a:lnTo>
                <a:lnTo>
                  <a:pt x="3882" y="9621"/>
                </a:lnTo>
                <a:lnTo>
                  <a:pt x="3465" y="9752"/>
                </a:lnTo>
                <a:lnTo>
                  <a:pt x="3156" y="9764"/>
                </a:lnTo>
                <a:lnTo>
                  <a:pt x="2846" y="9740"/>
                </a:lnTo>
                <a:lnTo>
                  <a:pt x="2298" y="9549"/>
                </a:lnTo>
                <a:lnTo>
                  <a:pt x="1834" y="9216"/>
                </a:lnTo>
                <a:lnTo>
                  <a:pt x="1441" y="8764"/>
                </a:lnTo>
                <a:lnTo>
                  <a:pt x="1119" y="8240"/>
                </a:lnTo>
                <a:lnTo>
                  <a:pt x="893" y="7680"/>
                </a:lnTo>
                <a:lnTo>
                  <a:pt x="727" y="7120"/>
                </a:lnTo>
                <a:lnTo>
                  <a:pt x="655" y="6620"/>
                </a:lnTo>
                <a:lnTo>
                  <a:pt x="643" y="6394"/>
                </a:lnTo>
                <a:lnTo>
                  <a:pt x="655" y="6156"/>
                </a:lnTo>
                <a:lnTo>
                  <a:pt x="727" y="5644"/>
                </a:lnTo>
                <a:lnTo>
                  <a:pt x="869" y="5120"/>
                </a:lnTo>
                <a:lnTo>
                  <a:pt x="1096" y="4596"/>
                </a:lnTo>
                <a:lnTo>
                  <a:pt x="1405" y="4132"/>
                </a:lnTo>
                <a:lnTo>
                  <a:pt x="1798" y="3727"/>
                </a:lnTo>
                <a:lnTo>
                  <a:pt x="2274" y="3429"/>
                </a:lnTo>
                <a:lnTo>
                  <a:pt x="2846" y="3275"/>
                </a:lnTo>
                <a:lnTo>
                  <a:pt x="3167" y="3263"/>
                </a:lnTo>
                <a:lnTo>
                  <a:pt x="3263" y="3263"/>
                </a:lnTo>
                <a:lnTo>
                  <a:pt x="3370" y="3251"/>
                </a:lnTo>
                <a:lnTo>
                  <a:pt x="3513" y="3132"/>
                </a:lnTo>
                <a:lnTo>
                  <a:pt x="3572" y="3013"/>
                </a:lnTo>
                <a:lnTo>
                  <a:pt x="3572" y="2929"/>
                </a:lnTo>
                <a:lnTo>
                  <a:pt x="3560" y="2810"/>
                </a:lnTo>
                <a:lnTo>
                  <a:pt x="3394" y="2632"/>
                </a:lnTo>
                <a:lnTo>
                  <a:pt x="3263" y="2608"/>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6" name="Google Shape;3356;p176"/>
          <p:cNvSpPr/>
          <p:nvPr/>
        </p:nvSpPr>
        <p:spPr>
          <a:xfrm>
            <a:off x="2073250" y="4512007"/>
            <a:ext cx="608047" cy="540019"/>
          </a:xfrm>
          <a:custGeom>
            <a:rect b="b" l="l" r="r" t="t"/>
            <a:pathLst>
              <a:path extrusionOk="0" h="10407" w="11718">
                <a:moveTo>
                  <a:pt x="9764" y="1619"/>
                </a:moveTo>
                <a:lnTo>
                  <a:pt x="9633" y="1643"/>
                </a:lnTo>
                <a:lnTo>
                  <a:pt x="9455" y="1810"/>
                </a:lnTo>
                <a:lnTo>
                  <a:pt x="9443" y="1941"/>
                </a:lnTo>
                <a:lnTo>
                  <a:pt x="9455" y="2072"/>
                </a:lnTo>
                <a:lnTo>
                  <a:pt x="9633" y="2239"/>
                </a:lnTo>
                <a:lnTo>
                  <a:pt x="9764" y="2250"/>
                </a:lnTo>
                <a:lnTo>
                  <a:pt x="9895" y="2239"/>
                </a:lnTo>
                <a:lnTo>
                  <a:pt x="10074" y="2060"/>
                </a:lnTo>
                <a:lnTo>
                  <a:pt x="10098" y="1929"/>
                </a:lnTo>
                <a:lnTo>
                  <a:pt x="10074" y="1798"/>
                </a:lnTo>
                <a:lnTo>
                  <a:pt x="9895" y="1631"/>
                </a:lnTo>
                <a:lnTo>
                  <a:pt x="9764" y="1619"/>
                </a:lnTo>
                <a:close/>
                <a:moveTo>
                  <a:pt x="11050" y="667"/>
                </a:moveTo>
                <a:lnTo>
                  <a:pt x="11050" y="762"/>
                </a:lnTo>
                <a:lnTo>
                  <a:pt x="10991" y="941"/>
                </a:lnTo>
                <a:lnTo>
                  <a:pt x="10824" y="1167"/>
                </a:lnTo>
                <a:lnTo>
                  <a:pt x="10657" y="1262"/>
                </a:lnTo>
                <a:lnTo>
                  <a:pt x="11074" y="1750"/>
                </a:lnTo>
                <a:lnTo>
                  <a:pt x="11074" y="3655"/>
                </a:lnTo>
                <a:lnTo>
                  <a:pt x="11062" y="3751"/>
                </a:lnTo>
                <a:lnTo>
                  <a:pt x="10943" y="3906"/>
                </a:lnTo>
                <a:lnTo>
                  <a:pt x="10848" y="3965"/>
                </a:lnTo>
                <a:lnTo>
                  <a:pt x="10324" y="4144"/>
                </a:lnTo>
                <a:lnTo>
                  <a:pt x="10193" y="4167"/>
                </a:lnTo>
                <a:lnTo>
                  <a:pt x="10002" y="4072"/>
                </a:lnTo>
                <a:lnTo>
                  <a:pt x="9955" y="4013"/>
                </a:lnTo>
                <a:lnTo>
                  <a:pt x="9443" y="3251"/>
                </a:lnTo>
                <a:lnTo>
                  <a:pt x="8466" y="2917"/>
                </a:lnTo>
                <a:lnTo>
                  <a:pt x="8466" y="4965"/>
                </a:lnTo>
                <a:lnTo>
                  <a:pt x="8455" y="5156"/>
                </a:lnTo>
                <a:lnTo>
                  <a:pt x="8371" y="5537"/>
                </a:lnTo>
                <a:lnTo>
                  <a:pt x="8193" y="5882"/>
                </a:lnTo>
                <a:lnTo>
                  <a:pt x="7954" y="6168"/>
                </a:lnTo>
                <a:lnTo>
                  <a:pt x="7812" y="6299"/>
                </a:lnTo>
                <a:lnTo>
                  <a:pt x="7812" y="9430"/>
                </a:lnTo>
                <a:lnTo>
                  <a:pt x="7800" y="9561"/>
                </a:lnTo>
                <a:lnTo>
                  <a:pt x="7621" y="9740"/>
                </a:lnTo>
                <a:lnTo>
                  <a:pt x="7490" y="9752"/>
                </a:lnTo>
                <a:lnTo>
                  <a:pt x="6835" y="9752"/>
                </a:lnTo>
                <a:lnTo>
                  <a:pt x="6704" y="9740"/>
                </a:lnTo>
                <a:lnTo>
                  <a:pt x="6526" y="9573"/>
                </a:lnTo>
                <a:lnTo>
                  <a:pt x="6514" y="9454"/>
                </a:lnTo>
                <a:lnTo>
                  <a:pt x="6514" y="6644"/>
                </a:lnTo>
                <a:lnTo>
                  <a:pt x="3739" y="6001"/>
                </a:lnTo>
                <a:lnTo>
                  <a:pt x="3085" y="7823"/>
                </a:lnTo>
                <a:lnTo>
                  <a:pt x="3466" y="9359"/>
                </a:lnTo>
                <a:lnTo>
                  <a:pt x="3478" y="9430"/>
                </a:lnTo>
                <a:lnTo>
                  <a:pt x="3454" y="9573"/>
                </a:lnTo>
                <a:lnTo>
                  <a:pt x="3358" y="9692"/>
                </a:lnTo>
                <a:lnTo>
                  <a:pt x="3227" y="9752"/>
                </a:lnTo>
                <a:lnTo>
                  <a:pt x="3156" y="9764"/>
                </a:lnTo>
                <a:lnTo>
                  <a:pt x="2656" y="9764"/>
                </a:lnTo>
                <a:lnTo>
                  <a:pt x="2549" y="9752"/>
                </a:lnTo>
                <a:lnTo>
                  <a:pt x="2382" y="9609"/>
                </a:lnTo>
                <a:lnTo>
                  <a:pt x="2334" y="9514"/>
                </a:lnTo>
                <a:lnTo>
                  <a:pt x="1965" y="7966"/>
                </a:lnTo>
                <a:lnTo>
                  <a:pt x="1942" y="7799"/>
                </a:lnTo>
                <a:lnTo>
                  <a:pt x="1977" y="7644"/>
                </a:lnTo>
                <a:lnTo>
                  <a:pt x="2537" y="5739"/>
                </a:lnTo>
                <a:lnTo>
                  <a:pt x="2406" y="5644"/>
                </a:lnTo>
                <a:lnTo>
                  <a:pt x="2192" y="5430"/>
                </a:lnTo>
                <a:lnTo>
                  <a:pt x="2037" y="5156"/>
                </a:lnTo>
                <a:lnTo>
                  <a:pt x="1953" y="4787"/>
                </a:lnTo>
                <a:lnTo>
                  <a:pt x="1953" y="4548"/>
                </a:lnTo>
                <a:lnTo>
                  <a:pt x="1965" y="4287"/>
                </a:lnTo>
                <a:lnTo>
                  <a:pt x="2168" y="3822"/>
                </a:lnTo>
                <a:lnTo>
                  <a:pt x="2525" y="3465"/>
                </a:lnTo>
                <a:lnTo>
                  <a:pt x="2989" y="3263"/>
                </a:lnTo>
                <a:lnTo>
                  <a:pt x="3251" y="3251"/>
                </a:lnTo>
                <a:lnTo>
                  <a:pt x="6835" y="3251"/>
                </a:lnTo>
                <a:lnTo>
                  <a:pt x="6835" y="2596"/>
                </a:lnTo>
                <a:lnTo>
                  <a:pt x="6847" y="2393"/>
                </a:lnTo>
                <a:lnTo>
                  <a:pt x="6919" y="2012"/>
                </a:lnTo>
                <a:lnTo>
                  <a:pt x="7073" y="1667"/>
                </a:lnTo>
                <a:lnTo>
                  <a:pt x="7276" y="1357"/>
                </a:lnTo>
                <a:lnTo>
                  <a:pt x="7538" y="1096"/>
                </a:lnTo>
                <a:lnTo>
                  <a:pt x="7859" y="893"/>
                </a:lnTo>
                <a:lnTo>
                  <a:pt x="8205" y="738"/>
                </a:lnTo>
                <a:lnTo>
                  <a:pt x="8586" y="667"/>
                </a:lnTo>
                <a:close/>
                <a:moveTo>
                  <a:pt x="8538" y="0"/>
                </a:moveTo>
                <a:lnTo>
                  <a:pt x="8038" y="107"/>
                </a:lnTo>
                <a:lnTo>
                  <a:pt x="7573" y="298"/>
                </a:lnTo>
                <a:lnTo>
                  <a:pt x="7169" y="560"/>
                </a:lnTo>
                <a:lnTo>
                  <a:pt x="6811" y="905"/>
                </a:lnTo>
                <a:lnTo>
                  <a:pt x="6538" y="1310"/>
                </a:lnTo>
                <a:lnTo>
                  <a:pt x="6323" y="1762"/>
                </a:lnTo>
                <a:lnTo>
                  <a:pt x="6216" y="2250"/>
                </a:lnTo>
                <a:lnTo>
                  <a:pt x="6192" y="2512"/>
                </a:lnTo>
                <a:lnTo>
                  <a:pt x="6192" y="2596"/>
                </a:lnTo>
                <a:lnTo>
                  <a:pt x="3239" y="2596"/>
                </a:lnTo>
                <a:lnTo>
                  <a:pt x="2966" y="2608"/>
                </a:lnTo>
                <a:lnTo>
                  <a:pt x="2477" y="2751"/>
                </a:lnTo>
                <a:lnTo>
                  <a:pt x="2037" y="3013"/>
                </a:lnTo>
                <a:lnTo>
                  <a:pt x="1692" y="3370"/>
                </a:lnTo>
                <a:lnTo>
                  <a:pt x="1561" y="3584"/>
                </a:lnTo>
                <a:lnTo>
                  <a:pt x="1394" y="3584"/>
                </a:lnTo>
                <a:lnTo>
                  <a:pt x="1096" y="3667"/>
                </a:lnTo>
                <a:lnTo>
                  <a:pt x="810" y="3786"/>
                </a:lnTo>
                <a:lnTo>
                  <a:pt x="572" y="3965"/>
                </a:lnTo>
                <a:lnTo>
                  <a:pt x="358" y="4179"/>
                </a:lnTo>
                <a:lnTo>
                  <a:pt x="191" y="4441"/>
                </a:lnTo>
                <a:lnTo>
                  <a:pt x="72" y="4727"/>
                </a:lnTo>
                <a:lnTo>
                  <a:pt x="1" y="5037"/>
                </a:lnTo>
                <a:lnTo>
                  <a:pt x="1" y="5203"/>
                </a:lnTo>
                <a:lnTo>
                  <a:pt x="1" y="6168"/>
                </a:lnTo>
                <a:lnTo>
                  <a:pt x="25" y="6287"/>
                </a:lnTo>
                <a:lnTo>
                  <a:pt x="191" y="6454"/>
                </a:lnTo>
                <a:lnTo>
                  <a:pt x="310" y="6465"/>
                </a:lnTo>
                <a:lnTo>
                  <a:pt x="429" y="6454"/>
                </a:lnTo>
                <a:lnTo>
                  <a:pt x="584" y="6346"/>
                </a:lnTo>
                <a:lnTo>
                  <a:pt x="644" y="6239"/>
                </a:lnTo>
                <a:lnTo>
                  <a:pt x="656" y="6180"/>
                </a:lnTo>
                <a:lnTo>
                  <a:pt x="656" y="5203"/>
                </a:lnTo>
                <a:lnTo>
                  <a:pt x="656" y="5049"/>
                </a:lnTo>
                <a:lnTo>
                  <a:pt x="763" y="4751"/>
                </a:lnTo>
                <a:lnTo>
                  <a:pt x="941" y="4513"/>
                </a:lnTo>
                <a:lnTo>
                  <a:pt x="1191" y="4334"/>
                </a:lnTo>
                <a:lnTo>
                  <a:pt x="1334" y="4275"/>
                </a:lnTo>
                <a:lnTo>
                  <a:pt x="1287" y="4513"/>
                </a:lnTo>
                <a:lnTo>
                  <a:pt x="1287" y="4548"/>
                </a:lnTo>
                <a:lnTo>
                  <a:pt x="1287" y="4787"/>
                </a:lnTo>
                <a:lnTo>
                  <a:pt x="1358" y="5180"/>
                </a:lnTo>
                <a:lnTo>
                  <a:pt x="1477" y="5513"/>
                </a:lnTo>
                <a:lnTo>
                  <a:pt x="1668" y="5811"/>
                </a:lnTo>
                <a:lnTo>
                  <a:pt x="1787" y="5953"/>
                </a:lnTo>
                <a:lnTo>
                  <a:pt x="1334" y="7454"/>
                </a:lnTo>
                <a:lnTo>
                  <a:pt x="1299" y="7620"/>
                </a:lnTo>
                <a:lnTo>
                  <a:pt x="1287" y="7954"/>
                </a:lnTo>
                <a:lnTo>
                  <a:pt x="1322" y="8120"/>
                </a:lnTo>
                <a:lnTo>
                  <a:pt x="1692" y="9668"/>
                </a:lnTo>
                <a:lnTo>
                  <a:pt x="1739" y="9823"/>
                </a:lnTo>
                <a:lnTo>
                  <a:pt x="1930" y="10097"/>
                </a:lnTo>
                <a:lnTo>
                  <a:pt x="2180" y="10299"/>
                </a:lnTo>
                <a:lnTo>
                  <a:pt x="2489" y="10407"/>
                </a:lnTo>
                <a:lnTo>
                  <a:pt x="3156" y="10407"/>
                </a:lnTo>
                <a:lnTo>
                  <a:pt x="3382" y="10395"/>
                </a:lnTo>
                <a:lnTo>
                  <a:pt x="3775" y="10192"/>
                </a:lnTo>
                <a:lnTo>
                  <a:pt x="4037" y="9859"/>
                </a:lnTo>
                <a:lnTo>
                  <a:pt x="4132" y="9430"/>
                </a:lnTo>
                <a:lnTo>
                  <a:pt x="4097" y="9192"/>
                </a:lnTo>
                <a:lnTo>
                  <a:pt x="3763" y="7859"/>
                </a:lnTo>
                <a:lnTo>
                  <a:pt x="4156" y="6763"/>
                </a:lnTo>
                <a:lnTo>
                  <a:pt x="5859" y="7144"/>
                </a:lnTo>
                <a:lnTo>
                  <a:pt x="5859" y="9430"/>
                </a:lnTo>
                <a:lnTo>
                  <a:pt x="5871" y="9633"/>
                </a:lnTo>
                <a:lnTo>
                  <a:pt x="6026" y="9978"/>
                </a:lnTo>
                <a:lnTo>
                  <a:pt x="6288" y="10240"/>
                </a:lnTo>
                <a:lnTo>
                  <a:pt x="6633" y="10383"/>
                </a:lnTo>
                <a:lnTo>
                  <a:pt x="6835" y="10395"/>
                </a:lnTo>
                <a:lnTo>
                  <a:pt x="7490" y="10407"/>
                </a:lnTo>
                <a:lnTo>
                  <a:pt x="7681" y="10395"/>
                </a:lnTo>
                <a:lnTo>
                  <a:pt x="8038" y="10252"/>
                </a:lnTo>
                <a:lnTo>
                  <a:pt x="8300" y="9990"/>
                </a:lnTo>
                <a:lnTo>
                  <a:pt x="8455" y="9645"/>
                </a:lnTo>
                <a:lnTo>
                  <a:pt x="8466" y="9454"/>
                </a:lnTo>
                <a:lnTo>
                  <a:pt x="8466" y="6596"/>
                </a:lnTo>
                <a:lnTo>
                  <a:pt x="8609" y="6430"/>
                </a:lnTo>
                <a:lnTo>
                  <a:pt x="8859" y="6061"/>
                </a:lnTo>
                <a:lnTo>
                  <a:pt x="9026" y="5644"/>
                </a:lnTo>
                <a:lnTo>
                  <a:pt x="9109" y="5203"/>
                </a:lnTo>
                <a:lnTo>
                  <a:pt x="9121" y="4977"/>
                </a:lnTo>
                <a:lnTo>
                  <a:pt x="9121" y="3941"/>
                </a:lnTo>
                <a:lnTo>
                  <a:pt x="9407" y="4382"/>
                </a:lnTo>
                <a:lnTo>
                  <a:pt x="9562" y="4572"/>
                </a:lnTo>
                <a:lnTo>
                  <a:pt x="9907" y="4775"/>
                </a:lnTo>
                <a:lnTo>
                  <a:pt x="10395" y="4799"/>
                </a:lnTo>
                <a:lnTo>
                  <a:pt x="10538" y="4763"/>
                </a:lnTo>
                <a:lnTo>
                  <a:pt x="11062" y="4584"/>
                </a:lnTo>
                <a:lnTo>
                  <a:pt x="11205" y="4525"/>
                </a:lnTo>
                <a:lnTo>
                  <a:pt x="11443" y="4346"/>
                </a:lnTo>
                <a:lnTo>
                  <a:pt x="11622" y="4096"/>
                </a:lnTo>
                <a:lnTo>
                  <a:pt x="11717" y="3810"/>
                </a:lnTo>
                <a:lnTo>
                  <a:pt x="11717" y="3655"/>
                </a:lnTo>
                <a:lnTo>
                  <a:pt x="11717" y="1750"/>
                </a:lnTo>
                <a:lnTo>
                  <a:pt x="11717" y="1608"/>
                </a:lnTo>
                <a:lnTo>
                  <a:pt x="11610" y="1393"/>
                </a:lnTo>
                <a:lnTo>
                  <a:pt x="11538" y="1286"/>
                </a:lnTo>
                <a:lnTo>
                  <a:pt x="11622" y="1131"/>
                </a:lnTo>
                <a:lnTo>
                  <a:pt x="11705" y="786"/>
                </a:lnTo>
                <a:lnTo>
                  <a:pt x="11705" y="595"/>
                </a:lnTo>
                <a:lnTo>
                  <a:pt x="11693" y="476"/>
                </a:lnTo>
                <a:lnTo>
                  <a:pt x="11586" y="262"/>
                </a:lnTo>
                <a:lnTo>
                  <a:pt x="11407" y="95"/>
                </a:lnTo>
                <a:lnTo>
                  <a:pt x="11181"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7" name="Google Shape;3357;p176"/>
          <p:cNvSpPr/>
          <p:nvPr/>
        </p:nvSpPr>
        <p:spPr>
          <a:xfrm>
            <a:off x="3205089" y="4511384"/>
            <a:ext cx="405365" cy="540642"/>
          </a:xfrm>
          <a:custGeom>
            <a:rect b="b" l="l" r="r" t="t"/>
            <a:pathLst>
              <a:path extrusionOk="0" h="10419" w="7812">
                <a:moveTo>
                  <a:pt x="4525" y="2608"/>
                </a:moveTo>
                <a:lnTo>
                  <a:pt x="3906" y="3394"/>
                </a:lnTo>
                <a:lnTo>
                  <a:pt x="3275" y="2608"/>
                </a:lnTo>
                <a:close/>
                <a:moveTo>
                  <a:pt x="2597" y="1953"/>
                </a:moveTo>
                <a:lnTo>
                  <a:pt x="2501" y="1965"/>
                </a:lnTo>
                <a:lnTo>
                  <a:pt x="2358" y="2060"/>
                </a:lnTo>
                <a:lnTo>
                  <a:pt x="2311" y="2143"/>
                </a:lnTo>
                <a:lnTo>
                  <a:pt x="2275" y="2227"/>
                </a:lnTo>
                <a:lnTo>
                  <a:pt x="2299" y="2405"/>
                </a:lnTo>
                <a:lnTo>
                  <a:pt x="2347" y="2465"/>
                </a:lnTo>
                <a:lnTo>
                  <a:pt x="3644" y="4096"/>
                </a:lnTo>
                <a:lnTo>
                  <a:pt x="3692" y="4156"/>
                </a:lnTo>
                <a:lnTo>
                  <a:pt x="3823" y="4227"/>
                </a:lnTo>
                <a:lnTo>
                  <a:pt x="3906" y="4239"/>
                </a:lnTo>
                <a:lnTo>
                  <a:pt x="3978" y="4227"/>
                </a:lnTo>
                <a:lnTo>
                  <a:pt x="4109" y="4156"/>
                </a:lnTo>
                <a:lnTo>
                  <a:pt x="4156" y="4096"/>
                </a:lnTo>
                <a:lnTo>
                  <a:pt x="5454" y="2465"/>
                </a:lnTo>
                <a:lnTo>
                  <a:pt x="5514" y="2405"/>
                </a:lnTo>
                <a:lnTo>
                  <a:pt x="5526" y="2227"/>
                </a:lnTo>
                <a:lnTo>
                  <a:pt x="5502" y="2143"/>
                </a:lnTo>
                <a:lnTo>
                  <a:pt x="5454" y="2060"/>
                </a:lnTo>
                <a:lnTo>
                  <a:pt x="5299" y="1965"/>
                </a:lnTo>
                <a:lnTo>
                  <a:pt x="5204" y="1953"/>
                </a:lnTo>
                <a:close/>
                <a:moveTo>
                  <a:pt x="4680" y="7811"/>
                </a:moveTo>
                <a:lnTo>
                  <a:pt x="5002" y="8466"/>
                </a:lnTo>
                <a:lnTo>
                  <a:pt x="2799" y="8466"/>
                </a:lnTo>
                <a:lnTo>
                  <a:pt x="3132" y="7811"/>
                </a:lnTo>
                <a:close/>
                <a:moveTo>
                  <a:pt x="2823" y="7168"/>
                </a:moveTo>
                <a:lnTo>
                  <a:pt x="2680" y="7263"/>
                </a:lnTo>
                <a:lnTo>
                  <a:pt x="2632" y="7347"/>
                </a:lnTo>
                <a:lnTo>
                  <a:pt x="1977" y="8644"/>
                </a:lnTo>
                <a:lnTo>
                  <a:pt x="1954" y="8728"/>
                </a:lnTo>
                <a:lnTo>
                  <a:pt x="1954" y="8883"/>
                </a:lnTo>
                <a:lnTo>
                  <a:pt x="2001" y="8966"/>
                </a:lnTo>
                <a:lnTo>
                  <a:pt x="2049" y="9026"/>
                </a:lnTo>
                <a:lnTo>
                  <a:pt x="2180" y="9109"/>
                </a:lnTo>
                <a:lnTo>
                  <a:pt x="2251" y="9121"/>
                </a:lnTo>
                <a:lnTo>
                  <a:pt x="5526" y="9121"/>
                </a:lnTo>
                <a:lnTo>
                  <a:pt x="5609" y="9109"/>
                </a:lnTo>
                <a:lnTo>
                  <a:pt x="5752" y="9026"/>
                </a:lnTo>
                <a:lnTo>
                  <a:pt x="5811" y="8966"/>
                </a:lnTo>
                <a:lnTo>
                  <a:pt x="5847" y="8883"/>
                </a:lnTo>
                <a:lnTo>
                  <a:pt x="5847" y="8728"/>
                </a:lnTo>
                <a:lnTo>
                  <a:pt x="5823" y="8644"/>
                </a:lnTo>
                <a:lnTo>
                  <a:pt x="5168" y="7347"/>
                </a:lnTo>
                <a:lnTo>
                  <a:pt x="5121" y="7263"/>
                </a:lnTo>
                <a:lnTo>
                  <a:pt x="4966" y="7168"/>
                </a:lnTo>
                <a:close/>
                <a:moveTo>
                  <a:pt x="6502" y="655"/>
                </a:moveTo>
                <a:lnTo>
                  <a:pt x="6502" y="1560"/>
                </a:lnTo>
                <a:lnTo>
                  <a:pt x="6502" y="1750"/>
                </a:lnTo>
                <a:lnTo>
                  <a:pt x="6442" y="2120"/>
                </a:lnTo>
                <a:lnTo>
                  <a:pt x="6323" y="2465"/>
                </a:lnTo>
                <a:lnTo>
                  <a:pt x="6133" y="2798"/>
                </a:lnTo>
                <a:lnTo>
                  <a:pt x="6026" y="2953"/>
                </a:lnTo>
                <a:lnTo>
                  <a:pt x="4454" y="5013"/>
                </a:lnTo>
                <a:lnTo>
                  <a:pt x="4406" y="5108"/>
                </a:lnTo>
                <a:lnTo>
                  <a:pt x="4406" y="5311"/>
                </a:lnTo>
                <a:lnTo>
                  <a:pt x="4454" y="5406"/>
                </a:lnTo>
                <a:lnTo>
                  <a:pt x="6026" y="7478"/>
                </a:lnTo>
                <a:lnTo>
                  <a:pt x="6133" y="7632"/>
                </a:lnTo>
                <a:lnTo>
                  <a:pt x="6323" y="7954"/>
                </a:lnTo>
                <a:lnTo>
                  <a:pt x="6442" y="8311"/>
                </a:lnTo>
                <a:lnTo>
                  <a:pt x="6502" y="8668"/>
                </a:lnTo>
                <a:lnTo>
                  <a:pt x="6502" y="8859"/>
                </a:lnTo>
                <a:lnTo>
                  <a:pt x="6502" y="9776"/>
                </a:lnTo>
                <a:lnTo>
                  <a:pt x="1299" y="9776"/>
                </a:lnTo>
                <a:lnTo>
                  <a:pt x="1299" y="8859"/>
                </a:lnTo>
                <a:lnTo>
                  <a:pt x="1299" y="8668"/>
                </a:lnTo>
                <a:lnTo>
                  <a:pt x="1358" y="8311"/>
                </a:lnTo>
                <a:lnTo>
                  <a:pt x="1477" y="7954"/>
                </a:lnTo>
                <a:lnTo>
                  <a:pt x="1656" y="7632"/>
                </a:lnTo>
                <a:lnTo>
                  <a:pt x="1763" y="7478"/>
                </a:lnTo>
                <a:lnTo>
                  <a:pt x="3347" y="5406"/>
                </a:lnTo>
                <a:lnTo>
                  <a:pt x="3406" y="5311"/>
                </a:lnTo>
                <a:lnTo>
                  <a:pt x="3406" y="5108"/>
                </a:lnTo>
                <a:lnTo>
                  <a:pt x="3347" y="5013"/>
                </a:lnTo>
                <a:lnTo>
                  <a:pt x="1763" y="2953"/>
                </a:lnTo>
                <a:lnTo>
                  <a:pt x="1656" y="2798"/>
                </a:lnTo>
                <a:lnTo>
                  <a:pt x="1477" y="2465"/>
                </a:lnTo>
                <a:lnTo>
                  <a:pt x="1358" y="2120"/>
                </a:lnTo>
                <a:lnTo>
                  <a:pt x="1299" y="1750"/>
                </a:lnTo>
                <a:lnTo>
                  <a:pt x="1299" y="1560"/>
                </a:lnTo>
                <a:lnTo>
                  <a:pt x="1299" y="655"/>
                </a:lnTo>
                <a:close/>
                <a:moveTo>
                  <a:pt x="322" y="0"/>
                </a:moveTo>
                <a:lnTo>
                  <a:pt x="191" y="24"/>
                </a:lnTo>
                <a:lnTo>
                  <a:pt x="13" y="203"/>
                </a:lnTo>
                <a:lnTo>
                  <a:pt x="1" y="334"/>
                </a:lnTo>
                <a:lnTo>
                  <a:pt x="13" y="465"/>
                </a:lnTo>
                <a:lnTo>
                  <a:pt x="191" y="631"/>
                </a:lnTo>
                <a:lnTo>
                  <a:pt x="322" y="655"/>
                </a:lnTo>
                <a:lnTo>
                  <a:pt x="644" y="655"/>
                </a:lnTo>
                <a:lnTo>
                  <a:pt x="644" y="1560"/>
                </a:lnTo>
                <a:lnTo>
                  <a:pt x="656" y="1810"/>
                </a:lnTo>
                <a:lnTo>
                  <a:pt x="727" y="2274"/>
                </a:lnTo>
                <a:lnTo>
                  <a:pt x="882" y="2727"/>
                </a:lnTo>
                <a:lnTo>
                  <a:pt x="1108" y="3144"/>
                </a:lnTo>
                <a:lnTo>
                  <a:pt x="1251" y="3346"/>
                </a:lnTo>
                <a:lnTo>
                  <a:pt x="2680" y="5215"/>
                </a:lnTo>
                <a:lnTo>
                  <a:pt x="1251" y="7085"/>
                </a:lnTo>
                <a:lnTo>
                  <a:pt x="1108" y="7275"/>
                </a:lnTo>
                <a:lnTo>
                  <a:pt x="882" y="7692"/>
                </a:lnTo>
                <a:lnTo>
                  <a:pt x="727" y="8144"/>
                </a:lnTo>
                <a:lnTo>
                  <a:pt x="656" y="8621"/>
                </a:lnTo>
                <a:lnTo>
                  <a:pt x="644" y="8859"/>
                </a:lnTo>
                <a:lnTo>
                  <a:pt x="644" y="9776"/>
                </a:lnTo>
                <a:lnTo>
                  <a:pt x="322" y="9776"/>
                </a:lnTo>
                <a:lnTo>
                  <a:pt x="191" y="9788"/>
                </a:lnTo>
                <a:lnTo>
                  <a:pt x="13" y="9966"/>
                </a:lnTo>
                <a:lnTo>
                  <a:pt x="1" y="10097"/>
                </a:lnTo>
                <a:lnTo>
                  <a:pt x="13" y="10228"/>
                </a:lnTo>
                <a:lnTo>
                  <a:pt x="191" y="10407"/>
                </a:lnTo>
                <a:lnTo>
                  <a:pt x="322" y="10419"/>
                </a:lnTo>
                <a:lnTo>
                  <a:pt x="7478" y="10419"/>
                </a:lnTo>
                <a:lnTo>
                  <a:pt x="7609" y="10407"/>
                </a:lnTo>
                <a:lnTo>
                  <a:pt x="7788" y="10228"/>
                </a:lnTo>
                <a:lnTo>
                  <a:pt x="7812" y="10097"/>
                </a:lnTo>
                <a:lnTo>
                  <a:pt x="7788" y="9966"/>
                </a:lnTo>
                <a:lnTo>
                  <a:pt x="7609" y="9788"/>
                </a:lnTo>
                <a:lnTo>
                  <a:pt x="7478" y="9776"/>
                </a:lnTo>
                <a:lnTo>
                  <a:pt x="7157" y="9776"/>
                </a:lnTo>
                <a:lnTo>
                  <a:pt x="7157" y="8859"/>
                </a:lnTo>
                <a:lnTo>
                  <a:pt x="7145" y="8621"/>
                </a:lnTo>
                <a:lnTo>
                  <a:pt x="7074" y="8144"/>
                </a:lnTo>
                <a:lnTo>
                  <a:pt x="6919" y="7692"/>
                </a:lnTo>
                <a:lnTo>
                  <a:pt x="6693" y="7275"/>
                </a:lnTo>
                <a:lnTo>
                  <a:pt x="6550" y="7085"/>
                </a:lnTo>
                <a:lnTo>
                  <a:pt x="5121" y="5215"/>
                </a:lnTo>
                <a:lnTo>
                  <a:pt x="6550" y="3346"/>
                </a:lnTo>
                <a:lnTo>
                  <a:pt x="6693" y="3144"/>
                </a:lnTo>
                <a:lnTo>
                  <a:pt x="6919" y="2727"/>
                </a:lnTo>
                <a:lnTo>
                  <a:pt x="7074" y="2274"/>
                </a:lnTo>
                <a:lnTo>
                  <a:pt x="7145" y="1810"/>
                </a:lnTo>
                <a:lnTo>
                  <a:pt x="7157" y="1560"/>
                </a:lnTo>
                <a:lnTo>
                  <a:pt x="7157" y="655"/>
                </a:lnTo>
                <a:lnTo>
                  <a:pt x="7478" y="655"/>
                </a:lnTo>
                <a:lnTo>
                  <a:pt x="7609" y="631"/>
                </a:lnTo>
                <a:lnTo>
                  <a:pt x="7788" y="465"/>
                </a:lnTo>
                <a:lnTo>
                  <a:pt x="7812" y="334"/>
                </a:lnTo>
                <a:lnTo>
                  <a:pt x="7788" y="203"/>
                </a:lnTo>
                <a:lnTo>
                  <a:pt x="7609" y="24"/>
                </a:lnTo>
                <a:lnTo>
                  <a:pt x="7478"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8" name="Google Shape;3358;p176"/>
          <p:cNvSpPr/>
          <p:nvPr/>
        </p:nvSpPr>
        <p:spPr>
          <a:xfrm>
            <a:off x="4134303" y="4512007"/>
            <a:ext cx="606802" cy="540019"/>
          </a:xfrm>
          <a:custGeom>
            <a:rect b="b" l="l" r="r" t="t"/>
            <a:pathLst>
              <a:path extrusionOk="0" h="10407" w="11694">
                <a:moveTo>
                  <a:pt x="6823" y="6501"/>
                </a:moveTo>
                <a:lnTo>
                  <a:pt x="6823" y="9764"/>
                </a:lnTo>
                <a:lnTo>
                  <a:pt x="4871" y="9764"/>
                </a:lnTo>
                <a:lnTo>
                  <a:pt x="4871" y="6501"/>
                </a:lnTo>
                <a:close/>
                <a:moveTo>
                  <a:pt x="5847" y="750"/>
                </a:moveTo>
                <a:lnTo>
                  <a:pt x="9752" y="4203"/>
                </a:lnTo>
                <a:lnTo>
                  <a:pt x="9752" y="8787"/>
                </a:lnTo>
                <a:lnTo>
                  <a:pt x="9740" y="8978"/>
                </a:lnTo>
                <a:lnTo>
                  <a:pt x="9598" y="9335"/>
                </a:lnTo>
                <a:lnTo>
                  <a:pt x="9336" y="9597"/>
                </a:lnTo>
                <a:lnTo>
                  <a:pt x="8978" y="9740"/>
                </a:lnTo>
                <a:lnTo>
                  <a:pt x="8776" y="9764"/>
                </a:lnTo>
                <a:lnTo>
                  <a:pt x="7478" y="9764"/>
                </a:lnTo>
                <a:lnTo>
                  <a:pt x="7478" y="6501"/>
                </a:lnTo>
                <a:lnTo>
                  <a:pt x="7466" y="6370"/>
                </a:lnTo>
                <a:lnTo>
                  <a:pt x="7371" y="6132"/>
                </a:lnTo>
                <a:lnTo>
                  <a:pt x="7192" y="5953"/>
                </a:lnTo>
                <a:lnTo>
                  <a:pt x="6954" y="5858"/>
                </a:lnTo>
                <a:lnTo>
                  <a:pt x="6823" y="5846"/>
                </a:lnTo>
                <a:lnTo>
                  <a:pt x="4871" y="5846"/>
                </a:lnTo>
                <a:lnTo>
                  <a:pt x="4740" y="5858"/>
                </a:lnTo>
                <a:lnTo>
                  <a:pt x="4501" y="5953"/>
                </a:lnTo>
                <a:lnTo>
                  <a:pt x="4335" y="6132"/>
                </a:lnTo>
                <a:lnTo>
                  <a:pt x="4228" y="6370"/>
                </a:lnTo>
                <a:lnTo>
                  <a:pt x="4228" y="6501"/>
                </a:lnTo>
                <a:lnTo>
                  <a:pt x="4228" y="9764"/>
                </a:lnTo>
                <a:lnTo>
                  <a:pt x="2918" y="9764"/>
                </a:lnTo>
                <a:lnTo>
                  <a:pt x="2715" y="9740"/>
                </a:lnTo>
                <a:lnTo>
                  <a:pt x="2370" y="9597"/>
                </a:lnTo>
                <a:lnTo>
                  <a:pt x="2108" y="9335"/>
                </a:lnTo>
                <a:lnTo>
                  <a:pt x="1953" y="8978"/>
                </a:lnTo>
                <a:lnTo>
                  <a:pt x="1941" y="8787"/>
                </a:lnTo>
                <a:lnTo>
                  <a:pt x="1941" y="4203"/>
                </a:lnTo>
                <a:lnTo>
                  <a:pt x="5847" y="750"/>
                </a:lnTo>
                <a:close/>
                <a:moveTo>
                  <a:pt x="5728" y="0"/>
                </a:moveTo>
                <a:lnTo>
                  <a:pt x="5633" y="72"/>
                </a:lnTo>
                <a:lnTo>
                  <a:pt x="96" y="4953"/>
                </a:lnTo>
                <a:lnTo>
                  <a:pt x="13" y="5049"/>
                </a:lnTo>
                <a:lnTo>
                  <a:pt x="1" y="5299"/>
                </a:lnTo>
                <a:lnTo>
                  <a:pt x="72" y="5418"/>
                </a:lnTo>
                <a:lnTo>
                  <a:pt x="167" y="5501"/>
                </a:lnTo>
                <a:lnTo>
                  <a:pt x="417" y="5513"/>
                </a:lnTo>
                <a:lnTo>
                  <a:pt x="525" y="5430"/>
                </a:lnTo>
                <a:lnTo>
                  <a:pt x="1287" y="4751"/>
                </a:lnTo>
                <a:lnTo>
                  <a:pt x="1287" y="8787"/>
                </a:lnTo>
                <a:lnTo>
                  <a:pt x="1299" y="8954"/>
                </a:lnTo>
                <a:lnTo>
                  <a:pt x="1358" y="9264"/>
                </a:lnTo>
                <a:lnTo>
                  <a:pt x="1489" y="9561"/>
                </a:lnTo>
                <a:lnTo>
                  <a:pt x="1656" y="9823"/>
                </a:lnTo>
                <a:lnTo>
                  <a:pt x="1882" y="10037"/>
                </a:lnTo>
                <a:lnTo>
                  <a:pt x="2144" y="10216"/>
                </a:lnTo>
                <a:lnTo>
                  <a:pt x="2430" y="10335"/>
                </a:lnTo>
                <a:lnTo>
                  <a:pt x="2751" y="10407"/>
                </a:lnTo>
                <a:lnTo>
                  <a:pt x="8943" y="10407"/>
                </a:lnTo>
                <a:lnTo>
                  <a:pt x="9264" y="10335"/>
                </a:lnTo>
                <a:lnTo>
                  <a:pt x="9562" y="10216"/>
                </a:lnTo>
                <a:lnTo>
                  <a:pt x="9812" y="10037"/>
                </a:lnTo>
                <a:lnTo>
                  <a:pt x="10038" y="9823"/>
                </a:lnTo>
                <a:lnTo>
                  <a:pt x="10217" y="9561"/>
                </a:lnTo>
                <a:lnTo>
                  <a:pt x="10336" y="9264"/>
                </a:lnTo>
                <a:lnTo>
                  <a:pt x="10407" y="8954"/>
                </a:lnTo>
                <a:lnTo>
                  <a:pt x="10407" y="8787"/>
                </a:lnTo>
                <a:lnTo>
                  <a:pt x="10407" y="4751"/>
                </a:lnTo>
                <a:lnTo>
                  <a:pt x="11169" y="5430"/>
                </a:lnTo>
                <a:lnTo>
                  <a:pt x="11276" y="5513"/>
                </a:lnTo>
                <a:lnTo>
                  <a:pt x="11526" y="5501"/>
                </a:lnTo>
                <a:lnTo>
                  <a:pt x="11610" y="5418"/>
                </a:lnTo>
                <a:lnTo>
                  <a:pt x="11693" y="5299"/>
                </a:lnTo>
                <a:lnTo>
                  <a:pt x="11681" y="5049"/>
                </a:lnTo>
                <a:lnTo>
                  <a:pt x="11598" y="4953"/>
                </a:lnTo>
                <a:lnTo>
                  <a:pt x="6061" y="72"/>
                </a:lnTo>
                <a:lnTo>
                  <a:pt x="5966"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59" name="Google Shape;3359;p176"/>
          <p:cNvSpPr/>
          <p:nvPr/>
        </p:nvSpPr>
        <p:spPr>
          <a:xfrm>
            <a:off x="5130246" y="4512007"/>
            <a:ext cx="675971" cy="540642"/>
          </a:xfrm>
          <a:custGeom>
            <a:rect b="b" l="l" r="r" t="t"/>
            <a:pathLst>
              <a:path extrusionOk="0" h="10419" w="13027">
                <a:moveTo>
                  <a:pt x="8133" y="2274"/>
                </a:moveTo>
                <a:lnTo>
                  <a:pt x="8133" y="2929"/>
                </a:lnTo>
                <a:lnTo>
                  <a:pt x="7490" y="2929"/>
                </a:lnTo>
                <a:lnTo>
                  <a:pt x="7490" y="2274"/>
                </a:lnTo>
                <a:close/>
                <a:moveTo>
                  <a:pt x="10740" y="2274"/>
                </a:moveTo>
                <a:lnTo>
                  <a:pt x="10740" y="2929"/>
                </a:lnTo>
                <a:lnTo>
                  <a:pt x="10085" y="2929"/>
                </a:lnTo>
                <a:lnTo>
                  <a:pt x="10085" y="2274"/>
                </a:lnTo>
                <a:close/>
                <a:moveTo>
                  <a:pt x="7490" y="1619"/>
                </a:moveTo>
                <a:lnTo>
                  <a:pt x="7359" y="1631"/>
                </a:lnTo>
                <a:lnTo>
                  <a:pt x="7121" y="1727"/>
                </a:lnTo>
                <a:lnTo>
                  <a:pt x="6942" y="1905"/>
                </a:lnTo>
                <a:lnTo>
                  <a:pt x="6847" y="2143"/>
                </a:lnTo>
                <a:lnTo>
                  <a:pt x="6835" y="2274"/>
                </a:lnTo>
                <a:lnTo>
                  <a:pt x="6835" y="2929"/>
                </a:lnTo>
                <a:lnTo>
                  <a:pt x="6847" y="3060"/>
                </a:lnTo>
                <a:lnTo>
                  <a:pt x="6942" y="3286"/>
                </a:lnTo>
                <a:lnTo>
                  <a:pt x="7121" y="3465"/>
                </a:lnTo>
                <a:lnTo>
                  <a:pt x="7359" y="3572"/>
                </a:lnTo>
                <a:lnTo>
                  <a:pt x="8276" y="3572"/>
                </a:lnTo>
                <a:lnTo>
                  <a:pt x="8502" y="3465"/>
                </a:lnTo>
                <a:lnTo>
                  <a:pt x="8680" y="3286"/>
                </a:lnTo>
                <a:lnTo>
                  <a:pt x="8776" y="3060"/>
                </a:lnTo>
                <a:lnTo>
                  <a:pt x="8788" y="2929"/>
                </a:lnTo>
                <a:lnTo>
                  <a:pt x="8788" y="2274"/>
                </a:lnTo>
                <a:lnTo>
                  <a:pt x="8776" y="2143"/>
                </a:lnTo>
                <a:lnTo>
                  <a:pt x="8680" y="1905"/>
                </a:lnTo>
                <a:lnTo>
                  <a:pt x="8502" y="1727"/>
                </a:lnTo>
                <a:lnTo>
                  <a:pt x="8276" y="1631"/>
                </a:lnTo>
                <a:lnTo>
                  <a:pt x="8133" y="1619"/>
                </a:lnTo>
                <a:close/>
                <a:moveTo>
                  <a:pt x="10085" y="1619"/>
                </a:moveTo>
                <a:lnTo>
                  <a:pt x="9954" y="1631"/>
                </a:lnTo>
                <a:lnTo>
                  <a:pt x="9728" y="1727"/>
                </a:lnTo>
                <a:lnTo>
                  <a:pt x="9550" y="1905"/>
                </a:lnTo>
                <a:lnTo>
                  <a:pt x="9454" y="2143"/>
                </a:lnTo>
                <a:lnTo>
                  <a:pt x="9442" y="2274"/>
                </a:lnTo>
                <a:lnTo>
                  <a:pt x="9442" y="2929"/>
                </a:lnTo>
                <a:lnTo>
                  <a:pt x="9454" y="3060"/>
                </a:lnTo>
                <a:lnTo>
                  <a:pt x="9550" y="3286"/>
                </a:lnTo>
                <a:lnTo>
                  <a:pt x="9728" y="3465"/>
                </a:lnTo>
                <a:lnTo>
                  <a:pt x="9954" y="3560"/>
                </a:lnTo>
                <a:lnTo>
                  <a:pt x="10085" y="3572"/>
                </a:lnTo>
                <a:lnTo>
                  <a:pt x="10740" y="3572"/>
                </a:lnTo>
                <a:lnTo>
                  <a:pt x="10871" y="3560"/>
                </a:lnTo>
                <a:lnTo>
                  <a:pt x="11109" y="3465"/>
                </a:lnTo>
                <a:lnTo>
                  <a:pt x="11288" y="3286"/>
                </a:lnTo>
                <a:lnTo>
                  <a:pt x="11383" y="3060"/>
                </a:lnTo>
                <a:lnTo>
                  <a:pt x="11395" y="2929"/>
                </a:lnTo>
                <a:lnTo>
                  <a:pt x="11395" y="2274"/>
                </a:lnTo>
                <a:lnTo>
                  <a:pt x="11383" y="2143"/>
                </a:lnTo>
                <a:lnTo>
                  <a:pt x="11288" y="1905"/>
                </a:lnTo>
                <a:lnTo>
                  <a:pt x="11109" y="1727"/>
                </a:lnTo>
                <a:lnTo>
                  <a:pt x="10871" y="1631"/>
                </a:lnTo>
                <a:lnTo>
                  <a:pt x="10740" y="1619"/>
                </a:lnTo>
                <a:close/>
                <a:moveTo>
                  <a:pt x="10740" y="4882"/>
                </a:moveTo>
                <a:lnTo>
                  <a:pt x="10740" y="5525"/>
                </a:lnTo>
                <a:lnTo>
                  <a:pt x="10085" y="5525"/>
                </a:lnTo>
                <a:lnTo>
                  <a:pt x="10085" y="4882"/>
                </a:lnTo>
                <a:close/>
                <a:moveTo>
                  <a:pt x="10085" y="4227"/>
                </a:moveTo>
                <a:lnTo>
                  <a:pt x="9954" y="4239"/>
                </a:lnTo>
                <a:lnTo>
                  <a:pt x="9728" y="4334"/>
                </a:lnTo>
                <a:lnTo>
                  <a:pt x="9550" y="4513"/>
                </a:lnTo>
                <a:lnTo>
                  <a:pt x="9442" y="4739"/>
                </a:lnTo>
                <a:lnTo>
                  <a:pt x="9442" y="4882"/>
                </a:lnTo>
                <a:lnTo>
                  <a:pt x="9442" y="5525"/>
                </a:lnTo>
                <a:lnTo>
                  <a:pt x="9442" y="5656"/>
                </a:lnTo>
                <a:lnTo>
                  <a:pt x="9550" y="5894"/>
                </a:lnTo>
                <a:lnTo>
                  <a:pt x="9728" y="6073"/>
                </a:lnTo>
                <a:lnTo>
                  <a:pt x="9954" y="6168"/>
                </a:lnTo>
                <a:lnTo>
                  <a:pt x="10085" y="6180"/>
                </a:lnTo>
                <a:lnTo>
                  <a:pt x="10740" y="6180"/>
                </a:lnTo>
                <a:lnTo>
                  <a:pt x="10871" y="6168"/>
                </a:lnTo>
                <a:lnTo>
                  <a:pt x="11109" y="6073"/>
                </a:lnTo>
                <a:lnTo>
                  <a:pt x="11288" y="5894"/>
                </a:lnTo>
                <a:lnTo>
                  <a:pt x="11383" y="5656"/>
                </a:lnTo>
                <a:lnTo>
                  <a:pt x="11395" y="5525"/>
                </a:lnTo>
                <a:lnTo>
                  <a:pt x="11395" y="4882"/>
                </a:lnTo>
                <a:lnTo>
                  <a:pt x="11383" y="4739"/>
                </a:lnTo>
                <a:lnTo>
                  <a:pt x="11288" y="4513"/>
                </a:lnTo>
                <a:lnTo>
                  <a:pt x="11109" y="4334"/>
                </a:lnTo>
                <a:lnTo>
                  <a:pt x="10871" y="4239"/>
                </a:lnTo>
                <a:lnTo>
                  <a:pt x="10740" y="4227"/>
                </a:lnTo>
                <a:close/>
                <a:moveTo>
                  <a:pt x="4561" y="5858"/>
                </a:moveTo>
                <a:lnTo>
                  <a:pt x="4561" y="7156"/>
                </a:lnTo>
                <a:lnTo>
                  <a:pt x="3251" y="7156"/>
                </a:lnTo>
                <a:lnTo>
                  <a:pt x="3251" y="5858"/>
                </a:lnTo>
                <a:close/>
                <a:moveTo>
                  <a:pt x="3251" y="5203"/>
                </a:moveTo>
                <a:lnTo>
                  <a:pt x="3120" y="5215"/>
                </a:lnTo>
                <a:lnTo>
                  <a:pt x="2894" y="5311"/>
                </a:lnTo>
                <a:lnTo>
                  <a:pt x="2715" y="5489"/>
                </a:lnTo>
                <a:lnTo>
                  <a:pt x="2608" y="5715"/>
                </a:lnTo>
                <a:lnTo>
                  <a:pt x="2608" y="5858"/>
                </a:lnTo>
                <a:lnTo>
                  <a:pt x="2608" y="7156"/>
                </a:lnTo>
                <a:lnTo>
                  <a:pt x="2608" y="7287"/>
                </a:lnTo>
                <a:lnTo>
                  <a:pt x="2715" y="7525"/>
                </a:lnTo>
                <a:lnTo>
                  <a:pt x="2894" y="7704"/>
                </a:lnTo>
                <a:lnTo>
                  <a:pt x="3120" y="7799"/>
                </a:lnTo>
                <a:lnTo>
                  <a:pt x="3251" y="7811"/>
                </a:lnTo>
                <a:lnTo>
                  <a:pt x="4561" y="7811"/>
                </a:lnTo>
                <a:lnTo>
                  <a:pt x="4692" y="7799"/>
                </a:lnTo>
                <a:lnTo>
                  <a:pt x="4930" y="7704"/>
                </a:lnTo>
                <a:lnTo>
                  <a:pt x="5096" y="7525"/>
                </a:lnTo>
                <a:lnTo>
                  <a:pt x="5204" y="7287"/>
                </a:lnTo>
                <a:lnTo>
                  <a:pt x="5204" y="7156"/>
                </a:lnTo>
                <a:lnTo>
                  <a:pt x="5204" y="5858"/>
                </a:lnTo>
                <a:lnTo>
                  <a:pt x="5204" y="5715"/>
                </a:lnTo>
                <a:lnTo>
                  <a:pt x="5096" y="5489"/>
                </a:lnTo>
                <a:lnTo>
                  <a:pt x="4930" y="5311"/>
                </a:lnTo>
                <a:lnTo>
                  <a:pt x="4692" y="5215"/>
                </a:lnTo>
                <a:lnTo>
                  <a:pt x="4561" y="5203"/>
                </a:lnTo>
                <a:close/>
                <a:moveTo>
                  <a:pt x="10740" y="7478"/>
                </a:moveTo>
                <a:lnTo>
                  <a:pt x="10740" y="8132"/>
                </a:lnTo>
                <a:lnTo>
                  <a:pt x="10085" y="8132"/>
                </a:lnTo>
                <a:lnTo>
                  <a:pt x="10085" y="7478"/>
                </a:lnTo>
                <a:close/>
                <a:moveTo>
                  <a:pt x="9954" y="6835"/>
                </a:moveTo>
                <a:lnTo>
                  <a:pt x="9728" y="6942"/>
                </a:lnTo>
                <a:lnTo>
                  <a:pt x="9550" y="7108"/>
                </a:lnTo>
                <a:lnTo>
                  <a:pt x="9454" y="7347"/>
                </a:lnTo>
                <a:lnTo>
                  <a:pt x="9442" y="7478"/>
                </a:lnTo>
                <a:lnTo>
                  <a:pt x="9442" y="8132"/>
                </a:lnTo>
                <a:lnTo>
                  <a:pt x="9454" y="8263"/>
                </a:lnTo>
                <a:lnTo>
                  <a:pt x="9550" y="8502"/>
                </a:lnTo>
                <a:lnTo>
                  <a:pt x="9728" y="8680"/>
                </a:lnTo>
                <a:lnTo>
                  <a:pt x="9954" y="8775"/>
                </a:lnTo>
                <a:lnTo>
                  <a:pt x="10085" y="8787"/>
                </a:lnTo>
                <a:lnTo>
                  <a:pt x="10740" y="8787"/>
                </a:lnTo>
                <a:lnTo>
                  <a:pt x="10871" y="8775"/>
                </a:lnTo>
                <a:lnTo>
                  <a:pt x="11109" y="8680"/>
                </a:lnTo>
                <a:lnTo>
                  <a:pt x="11288" y="8502"/>
                </a:lnTo>
                <a:lnTo>
                  <a:pt x="11383" y="8263"/>
                </a:lnTo>
                <a:lnTo>
                  <a:pt x="11395" y="8132"/>
                </a:lnTo>
                <a:lnTo>
                  <a:pt x="11395" y="7478"/>
                </a:lnTo>
                <a:lnTo>
                  <a:pt x="11383" y="7347"/>
                </a:lnTo>
                <a:lnTo>
                  <a:pt x="11288" y="7108"/>
                </a:lnTo>
                <a:lnTo>
                  <a:pt x="11109" y="6942"/>
                </a:lnTo>
                <a:lnTo>
                  <a:pt x="10871" y="6835"/>
                </a:lnTo>
                <a:close/>
                <a:moveTo>
                  <a:pt x="4025" y="2739"/>
                </a:moveTo>
                <a:lnTo>
                  <a:pt x="4251" y="2822"/>
                </a:lnTo>
                <a:lnTo>
                  <a:pt x="4346" y="2905"/>
                </a:lnTo>
                <a:lnTo>
                  <a:pt x="6954" y="5299"/>
                </a:lnTo>
                <a:lnTo>
                  <a:pt x="7049" y="5394"/>
                </a:lnTo>
                <a:lnTo>
                  <a:pt x="7156" y="5644"/>
                </a:lnTo>
                <a:lnTo>
                  <a:pt x="7168" y="5775"/>
                </a:lnTo>
                <a:lnTo>
                  <a:pt x="7168" y="9109"/>
                </a:lnTo>
                <a:lnTo>
                  <a:pt x="7156" y="9240"/>
                </a:lnTo>
                <a:lnTo>
                  <a:pt x="7061" y="9478"/>
                </a:lnTo>
                <a:lnTo>
                  <a:pt x="6882" y="9656"/>
                </a:lnTo>
                <a:lnTo>
                  <a:pt x="6644" y="9752"/>
                </a:lnTo>
                <a:lnTo>
                  <a:pt x="6513" y="9764"/>
                </a:lnTo>
                <a:lnTo>
                  <a:pt x="1298" y="9764"/>
                </a:lnTo>
                <a:lnTo>
                  <a:pt x="1167" y="9752"/>
                </a:lnTo>
                <a:lnTo>
                  <a:pt x="941" y="9656"/>
                </a:lnTo>
                <a:lnTo>
                  <a:pt x="762" y="9478"/>
                </a:lnTo>
                <a:lnTo>
                  <a:pt x="655" y="9240"/>
                </a:lnTo>
                <a:lnTo>
                  <a:pt x="655" y="9109"/>
                </a:lnTo>
                <a:lnTo>
                  <a:pt x="655" y="5775"/>
                </a:lnTo>
                <a:lnTo>
                  <a:pt x="631" y="5775"/>
                </a:lnTo>
                <a:lnTo>
                  <a:pt x="643" y="5644"/>
                </a:lnTo>
                <a:lnTo>
                  <a:pt x="762" y="5394"/>
                </a:lnTo>
                <a:lnTo>
                  <a:pt x="870" y="5299"/>
                </a:lnTo>
                <a:lnTo>
                  <a:pt x="3465" y="2905"/>
                </a:lnTo>
                <a:lnTo>
                  <a:pt x="3560" y="2822"/>
                </a:lnTo>
                <a:lnTo>
                  <a:pt x="3787" y="2739"/>
                </a:lnTo>
                <a:close/>
                <a:moveTo>
                  <a:pt x="3668" y="2096"/>
                </a:moveTo>
                <a:lnTo>
                  <a:pt x="3227" y="2262"/>
                </a:lnTo>
                <a:lnTo>
                  <a:pt x="3025" y="2429"/>
                </a:lnTo>
                <a:lnTo>
                  <a:pt x="417" y="4799"/>
                </a:lnTo>
                <a:lnTo>
                  <a:pt x="238" y="5001"/>
                </a:lnTo>
                <a:lnTo>
                  <a:pt x="12" y="5501"/>
                </a:lnTo>
                <a:lnTo>
                  <a:pt x="0" y="5775"/>
                </a:lnTo>
                <a:lnTo>
                  <a:pt x="0" y="9109"/>
                </a:lnTo>
                <a:lnTo>
                  <a:pt x="12" y="9371"/>
                </a:lnTo>
                <a:lnTo>
                  <a:pt x="215" y="9835"/>
                </a:lnTo>
                <a:lnTo>
                  <a:pt x="572" y="10192"/>
                </a:lnTo>
                <a:lnTo>
                  <a:pt x="1036" y="10395"/>
                </a:lnTo>
                <a:lnTo>
                  <a:pt x="1298" y="10407"/>
                </a:lnTo>
                <a:lnTo>
                  <a:pt x="6513" y="10407"/>
                </a:lnTo>
                <a:lnTo>
                  <a:pt x="6775" y="10395"/>
                </a:lnTo>
                <a:lnTo>
                  <a:pt x="7240" y="10192"/>
                </a:lnTo>
                <a:lnTo>
                  <a:pt x="7597" y="9835"/>
                </a:lnTo>
                <a:lnTo>
                  <a:pt x="7799" y="9371"/>
                </a:lnTo>
                <a:lnTo>
                  <a:pt x="7811" y="9109"/>
                </a:lnTo>
                <a:lnTo>
                  <a:pt x="7811" y="5775"/>
                </a:lnTo>
                <a:lnTo>
                  <a:pt x="7799" y="5501"/>
                </a:lnTo>
                <a:lnTo>
                  <a:pt x="7573" y="5001"/>
                </a:lnTo>
                <a:lnTo>
                  <a:pt x="7394" y="4799"/>
                </a:lnTo>
                <a:lnTo>
                  <a:pt x="4787" y="2429"/>
                </a:lnTo>
                <a:lnTo>
                  <a:pt x="4596" y="2262"/>
                </a:lnTo>
                <a:lnTo>
                  <a:pt x="4144" y="2096"/>
                </a:lnTo>
                <a:close/>
                <a:moveTo>
                  <a:pt x="6513" y="0"/>
                </a:moveTo>
                <a:lnTo>
                  <a:pt x="6239" y="12"/>
                </a:lnTo>
                <a:lnTo>
                  <a:pt x="5775" y="214"/>
                </a:lnTo>
                <a:lnTo>
                  <a:pt x="5430" y="560"/>
                </a:lnTo>
                <a:lnTo>
                  <a:pt x="5227" y="1036"/>
                </a:lnTo>
                <a:lnTo>
                  <a:pt x="5204" y="1298"/>
                </a:lnTo>
                <a:lnTo>
                  <a:pt x="5204" y="1929"/>
                </a:lnTo>
                <a:lnTo>
                  <a:pt x="5858" y="2524"/>
                </a:lnTo>
                <a:lnTo>
                  <a:pt x="5858" y="1298"/>
                </a:lnTo>
                <a:lnTo>
                  <a:pt x="5870" y="1167"/>
                </a:lnTo>
                <a:lnTo>
                  <a:pt x="5966" y="929"/>
                </a:lnTo>
                <a:lnTo>
                  <a:pt x="6144" y="750"/>
                </a:lnTo>
                <a:lnTo>
                  <a:pt x="6382" y="655"/>
                </a:lnTo>
                <a:lnTo>
                  <a:pt x="6513" y="643"/>
                </a:lnTo>
                <a:lnTo>
                  <a:pt x="11717" y="643"/>
                </a:lnTo>
                <a:lnTo>
                  <a:pt x="11848" y="655"/>
                </a:lnTo>
                <a:lnTo>
                  <a:pt x="12086" y="750"/>
                </a:lnTo>
                <a:lnTo>
                  <a:pt x="12264" y="929"/>
                </a:lnTo>
                <a:lnTo>
                  <a:pt x="12360" y="1167"/>
                </a:lnTo>
                <a:lnTo>
                  <a:pt x="12371" y="1298"/>
                </a:lnTo>
                <a:lnTo>
                  <a:pt x="12371" y="9109"/>
                </a:lnTo>
                <a:lnTo>
                  <a:pt x="12360" y="9240"/>
                </a:lnTo>
                <a:lnTo>
                  <a:pt x="12264" y="9478"/>
                </a:lnTo>
                <a:lnTo>
                  <a:pt x="12086" y="9656"/>
                </a:lnTo>
                <a:lnTo>
                  <a:pt x="11848" y="9752"/>
                </a:lnTo>
                <a:lnTo>
                  <a:pt x="11717" y="9764"/>
                </a:lnTo>
                <a:lnTo>
                  <a:pt x="8430" y="9764"/>
                </a:lnTo>
                <a:lnTo>
                  <a:pt x="8383" y="9942"/>
                </a:lnTo>
                <a:lnTo>
                  <a:pt x="8228" y="10264"/>
                </a:lnTo>
                <a:lnTo>
                  <a:pt x="8145" y="10418"/>
                </a:lnTo>
                <a:lnTo>
                  <a:pt x="11717" y="10418"/>
                </a:lnTo>
                <a:lnTo>
                  <a:pt x="11990" y="10395"/>
                </a:lnTo>
                <a:lnTo>
                  <a:pt x="12455" y="10192"/>
                </a:lnTo>
                <a:lnTo>
                  <a:pt x="12800" y="9847"/>
                </a:lnTo>
                <a:lnTo>
                  <a:pt x="13003" y="9371"/>
                </a:lnTo>
                <a:lnTo>
                  <a:pt x="13026" y="9109"/>
                </a:lnTo>
                <a:lnTo>
                  <a:pt x="13026" y="1298"/>
                </a:lnTo>
                <a:lnTo>
                  <a:pt x="13003" y="1036"/>
                </a:lnTo>
                <a:lnTo>
                  <a:pt x="12800" y="560"/>
                </a:lnTo>
                <a:lnTo>
                  <a:pt x="12455" y="214"/>
                </a:lnTo>
                <a:lnTo>
                  <a:pt x="11990" y="12"/>
                </a:lnTo>
                <a:lnTo>
                  <a:pt x="11717"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0" name="Google Shape;3360;p176"/>
          <p:cNvSpPr/>
          <p:nvPr/>
        </p:nvSpPr>
        <p:spPr>
          <a:xfrm>
            <a:off x="10348958" y="4545371"/>
            <a:ext cx="540694" cy="472666"/>
          </a:xfrm>
          <a:custGeom>
            <a:rect b="b" l="l" r="r" t="t"/>
            <a:pathLst>
              <a:path extrusionOk="0" h="9109" w="10420">
                <a:moveTo>
                  <a:pt x="2930" y="6180"/>
                </a:moveTo>
                <a:lnTo>
                  <a:pt x="2930" y="6835"/>
                </a:lnTo>
                <a:lnTo>
                  <a:pt x="2287" y="6835"/>
                </a:lnTo>
                <a:lnTo>
                  <a:pt x="2287" y="6180"/>
                </a:lnTo>
                <a:close/>
                <a:moveTo>
                  <a:pt x="5537" y="6180"/>
                </a:moveTo>
                <a:lnTo>
                  <a:pt x="5537" y="6835"/>
                </a:lnTo>
                <a:lnTo>
                  <a:pt x="4894" y="6835"/>
                </a:lnTo>
                <a:lnTo>
                  <a:pt x="4894" y="6180"/>
                </a:lnTo>
                <a:close/>
                <a:moveTo>
                  <a:pt x="8145" y="6192"/>
                </a:moveTo>
                <a:lnTo>
                  <a:pt x="8145" y="6835"/>
                </a:lnTo>
                <a:lnTo>
                  <a:pt x="7490" y="6835"/>
                </a:lnTo>
                <a:lnTo>
                  <a:pt x="7490" y="6192"/>
                </a:lnTo>
                <a:close/>
                <a:moveTo>
                  <a:pt x="2025" y="5537"/>
                </a:moveTo>
                <a:lnTo>
                  <a:pt x="1846" y="5620"/>
                </a:lnTo>
                <a:lnTo>
                  <a:pt x="1715" y="5751"/>
                </a:lnTo>
                <a:lnTo>
                  <a:pt x="1644" y="5918"/>
                </a:lnTo>
                <a:lnTo>
                  <a:pt x="1632" y="6025"/>
                </a:lnTo>
                <a:lnTo>
                  <a:pt x="1632" y="7001"/>
                </a:lnTo>
                <a:lnTo>
                  <a:pt x="1644" y="7096"/>
                </a:lnTo>
                <a:lnTo>
                  <a:pt x="1715" y="7275"/>
                </a:lnTo>
                <a:lnTo>
                  <a:pt x="1846" y="7406"/>
                </a:lnTo>
                <a:lnTo>
                  <a:pt x="2025" y="7477"/>
                </a:lnTo>
                <a:lnTo>
                  <a:pt x="2120" y="7489"/>
                </a:lnTo>
                <a:lnTo>
                  <a:pt x="3096" y="7489"/>
                </a:lnTo>
                <a:lnTo>
                  <a:pt x="3192" y="7477"/>
                </a:lnTo>
                <a:lnTo>
                  <a:pt x="3370" y="7406"/>
                </a:lnTo>
                <a:lnTo>
                  <a:pt x="3501" y="7275"/>
                </a:lnTo>
                <a:lnTo>
                  <a:pt x="3573" y="7096"/>
                </a:lnTo>
                <a:lnTo>
                  <a:pt x="3585" y="7001"/>
                </a:lnTo>
                <a:lnTo>
                  <a:pt x="3585" y="6025"/>
                </a:lnTo>
                <a:lnTo>
                  <a:pt x="3573" y="5918"/>
                </a:lnTo>
                <a:lnTo>
                  <a:pt x="3501" y="5751"/>
                </a:lnTo>
                <a:lnTo>
                  <a:pt x="3370" y="5620"/>
                </a:lnTo>
                <a:lnTo>
                  <a:pt x="3192" y="5537"/>
                </a:lnTo>
                <a:close/>
                <a:moveTo>
                  <a:pt x="4620" y="5537"/>
                </a:moveTo>
                <a:lnTo>
                  <a:pt x="4454" y="5620"/>
                </a:lnTo>
                <a:lnTo>
                  <a:pt x="4323" y="5751"/>
                </a:lnTo>
                <a:lnTo>
                  <a:pt x="4239" y="5918"/>
                </a:lnTo>
                <a:lnTo>
                  <a:pt x="4239" y="6025"/>
                </a:lnTo>
                <a:lnTo>
                  <a:pt x="4239" y="7001"/>
                </a:lnTo>
                <a:lnTo>
                  <a:pt x="4239" y="7096"/>
                </a:lnTo>
                <a:lnTo>
                  <a:pt x="4323" y="7275"/>
                </a:lnTo>
                <a:lnTo>
                  <a:pt x="4454" y="7406"/>
                </a:lnTo>
                <a:lnTo>
                  <a:pt x="4620" y="7477"/>
                </a:lnTo>
                <a:lnTo>
                  <a:pt x="4728" y="7489"/>
                </a:lnTo>
                <a:lnTo>
                  <a:pt x="5704" y="7489"/>
                </a:lnTo>
                <a:lnTo>
                  <a:pt x="5799" y="7477"/>
                </a:lnTo>
                <a:lnTo>
                  <a:pt x="5978" y="7406"/>
                </a:lnTo>
                <a:lnTo>
                  <a:pt x="6109" y="7275"/>
                </a:lnTo>
                <a:lnTo>
                  <a:pt x="6180" y="7096"/>
                </a:lnTo>
                <a:lnTo>
                  <a:pt x="6192" y="7001"/>
                </a:lnTo>
                <a:lnTo>
                  <a:pt x="6192" y="6025"/>
                </a:lnTo>
                <a:lnTo>
                  <a:pt x="6180" y="5918"/>
                </a:lnTo>
                <a:lnTo>
                  <a:pt x="6109" y="5751"/>
                </a:lnTo>
                <a:lnTo>
                  <a:pt x="5978" y="5620"/>
                </a:lnTo>
                <a:lnTo>
                  <a:pt x="5799" y="5537"/>
                </a:lnTo>
                <a:close/>
                <a:moveTo>
                  <a:pt x="7228" y="5537"/>
                </a:moveTo>
                <a:lnTo>
                  <a:pt x="7061" y="5620"/>
                </a:lnTo>
                <a:lnTo>
                  <a:pt x="6918" y="5751"/>
                </a:lnTo>
                <a:lnTo>
                  <a:pt x="6847" y="5918"/>
                </a:lnTo>
                <a:lnTo>
                  <a:pt x="6847" y="6025"/>
                </a:lnTo>
                <a:lnTo>
                  <a:pt x="6847" y="7001"/>
                </a:lnTo>
                <a:lnTo>
                  <a:pt x="6847" y="7096"/>
                </a:lnTo>
                <a:lnTo>
                  <a:pt x="6918" y="7275"/>
                </a:lnTo>
                <a:lnTo>
                  <a:pt x="7061" y="7406"/>
                </a:lnTo>
                <a:lnTo>
                  <a:pt x="7228" y="7477"/>
                </a:lnTo>
                <a:lnTo>
                  <a:pt x="7335" y="7489"/>
                </a:lnTo>
                <a:lnTo>
                  <a:pt x="8312" y="7489"/>
                </a:lnTo>
                <a:lnTo>
                  <a:pt x="8407" y="7477"/>
                </a:lnTo>
                <a:lnTo>
                  <a:pt x="8585" y="7406"/>
                </a:lnTo>
                <a:lnTo>
                  <a:pt x="8716" y="7275"/>
                </a:lnTo>
                <a:lnTo>
                  <a:pt x="8788" y="7096"/>
                </a:lnTo>
                <a:lnTo>
                  <a:pt x="8800" y="7001"/>
                </a:lnTo>
                <a:lnTo>
                  <a:pt x="8800" y="6025"/>
                </a:lnTo>
                <a:lnTo>
                  <a:pt x="8788" y="5918"/>
                </a:lnTo>
                <a:lnTo>
                  <a:pt x="8716" y="5751"/>
                </a:lnTo>
                <a:lnTo>
                  <a:pt x="8585" y="5620"/>
                </a:lnTo>
                <a:lnTo>
                  <a:pt x="8407" y="5537"/>
                </a:lnTo>
                <a:close/>
                <a:moveTo>
                  <a:pt x="2287" y="655"/>
                </a:moveTo>
                <a:lnTo>
                  <a:pt x="2418" y="667"/>
                </a:lnTo>
                <a:lnTo>
                  <a:pt x="2584" y="845"/>
                </a:lnTo>
                <a:lnTo>
                  <a:pt x="2608" y="976"/>
                </a:lnTo>
                <a:lnTo>
                  <a:pt x="2608" y="4013"/>
                </a:lnTo>
                <a:lnTo>
                  <a:pt x="2620" y="4108"/>
                </a:lnTo>
                <a:lnTo>
                  <a:pt x="2703" y="4251"/>
                </a:lnTo>
                <a:lnTo>
                  <a:pt x="2787" y="4298"/>
                </a:lnTo>
                <a:lnTo>
                  <a:pt x="2858" y="4334"/>
                </a:lnTo>
                <a:lnTo>
                  <a:pt x="3025" y="4322"/>
                </a:lnTo>
                <a:lnTo>
                  <a:pt x="3120" y="4286"/>
                </a:lnTo>
                <a:lnTo>
                  <a:pt x="5942" y="2405"/>
                </a:lnTo>
                <a:lnTo>
                  <a:pt x="6025" y="2370"/>
                </a:lnTo>
                <a:lnTo>
                  <a:pt x="6168" y="2453"/>
                </a:lnTo>
                <a:lnTo>
                  <a:pt x="6192" y="2536"/>
                </a:lnTo>
                <a:lnTo>
                  <a:pt x="6192" y="4203"/>
                </a:lnTo>
                <a:lnTo>
                  <a:pt x="6192" y="4298"/>
                </a:lnTo>
                <a:lnTo>
                  <a:pt x="6287" y="4441"/>
                </a:lnTo>
                <a:lnTo>
                  <a:pt x="6371" y="4477"/>
                </a:lnTo>
                <a:lnTo>
                  <a:pt x="6454" y="4525"/>
                </a:lnTo>
                <a:lnTo>
                  <a:pt x="6621" y="4513"/>
                </a:lnTo>
                <a:lnTo>
                  <a:pt x="6704" y="4465"/>
                </a:lnTo>
                <a:lnTo>
                  <a:pt x="9514" y="2453"/>
                </a:lnTo>
                <a:lnTo>
                  <a:pt x="9597" y="2405"/>
                </a:lnTo>
                <a:lnTo>
                  <a:pt x="9752" y="2489"/>
                </a:lnTo>
                <a:lnTo>
                  <a:pt x="9776" y="2584"/>
                </a:lnTo>
                <a:lnTo>
                  <a:pt x="9776" y="7811"/>
                </a:lnTo>
                <a:lnTo>
                  <a:pt x="9764" y="7942"/>
                </a:lnTo>
                <a:lnTo>
                  <a:pt x="9669" y="8180"/>
                </a:lnTo>
                <a:lnTo>
                  <a:pt x="9490" y="8359"/>
                </a:lnTo>
                <a:lnTo>
                  <a:pt x="9252" y="8454"/>
                </a:lnTo>
                <a:lnTo>
                  <a:pt x="9121" y="8466"/>
                </a:lnTo>
                <a:lnTo>
                  <a:pt x="1310" y="8466"/>
                </a:lnTo>
                <a:lnTo>
                  <a:pt x="1167" y="8454"/>
                </a:lnTo>
                <a:lnTo>
                  <a:pt x="941" y="8359"/>
                </a:lnTo>
                <a:lnTo>
                  <a:pt x="763" y="8180"/>
                </a:lnTo>
                <a:lnTo>
                  <a:pt x="667" y="7942"/>
                </a:lnTo>
                <a:lnTo>
                  <a:pt x="656" y="7811"/>
                </a:lnTo>
                <a:lnTo>
                  <a:pt x="656" y="976"/>
                </a:lnTo>
                <a:lnTo>
                  <a:pt x="667" y="845"/>
                </a:lnTo>
                <a:lnTo>
                  <a:pt x="846" y="667"/>
                </a:lnTo>
                <a:lnTo>
                  <a:pt x="977" y="655"/>
                </a:lnTo>
                <a:close/>
                <a:moveTo>
                  <a:pt x="977" y="0"/>
                </a:moveTo>
                <a:lnTo>
                  <a:pt x="775" y="12"/>
                </a:lnTo>
                <a:lnTo>
                  <a:pt x="429" y="155"/>
                </a:lnTo>
                <a:lnTo>
                  <a:pt x="167" y="429"/>
                </a:lnTo>
                <a:lnTo>
                  <a:pt x="13" y="774"/>
                </a:lnTo>
                <a:lnTo>
                  <a:pt x="1" y="976"/>
                </a:lnTo>
                <a:lnTo>
                  <a:pt x="1" y="7811"/>
                </a:lnTo>
                <a:lnTo>
                  <a:pt x="24" y="8073"/>
                </a:lnTo>
                <a:lnTo>
                  <a:pt x="215" y="8549"/>
                </a:lnTo>
                <a:lnTo>
                  <a:pt x="572" y="8894"/>
                </a:lnTo>
                <a:lnTo>
                  <a:pt x="1037" y="9097"/>
                </a:lnTo>
                <a:lnTo>
                  <a:pt x="1310" y="9109"/>
                </a:lnTo>
                <a:lnTo>
                  <a:pt x="9121" y="9109"/>
                </a:lnTo>
                <a:lnTo>
                  <a:pt x="9383" y="9097"/>
                </a:lnTo>
                <a:lnTo>
                  <a:pt x="9848" y="8894"/>
                </a:lnTo>
                <a:lnTo>
                  <a:pt x="10205" y="8549"/>
                </a:lnTo>
                <a:lnTo>
                  <a:pt x="10407" y="8073"/>
                </a:lnTo>
                <a:lnTo>
                  <a:pt x="10419" y="7811"/>
                </a:lnTo>
                <a:lnTo>
                  <a:pt x="10419" y="2584"/>
                </a:lnTo>
                <a:lnTo>
                  <a:pt x="10419" y="2453"/>
                </a:lnTo>
                <a:lnTo>
                  <a:pt x="10348" y="2239"/>
                </a:lnTo>
                <a:lnTo>
                  <a:pt x="10229" y="2048"/>
                </a:lnTo>
                <a:lnTo>
                  <a:pt x="10074" y="1905"/>
                </a:lnTo>
                <a:lnTo>
                  <a:pt x="9883" y="1810"/>
                </a:lnTo>
                <a:lnTo>
                  <a:pt x="9669" y="1762"/>
                </a:lnTo>
                <a:lnTo>
                  <a:pt x="9455" y="1774"/>
                </a:lnTo>
                <a:lnTo>
                  <a:pt x="9228" y="1858"/>
                </a:lnTo>
                <a:lnTo>
                  <a:pt x="9133" y="1917"/>
                </a:lnTo>
                <a:lnTo>
                  <a:pt x="6835" y="3572"/>
                </a:lnTo>
                <a:lnTo>
                  <a:pt x="6835" y="2536"/>
                </a:lnTo>
                <a:lnTo>
                  <a:pt x="6835" y="2417"/>
                </a:lnTo>
                <a:lnTo>
                  <a:pt x="6776" y="2203"/>
                </a:lnTo>
                <a:lnTo>
                  <a:pt x="6585" y="1941"/>
                </a:lnTo>
                <a:lnTo>
                  <a:pt x="6216" y="1738"/>
                </a:lnTo>
                <a:lnTo>
                  <a:pt x="5894" y="1727"/>
                </a:lnTo>
                <a:lnTo>
                  <a:pt x="5680" y="1798"/>
                </a:lnTo>
                <a:lnTo>
                  <a:pt x="5573" y="1858"/>
                </a:lnTo>
                <a:lnTo>
                  <a:pt x="3263" y="3405"/>
                </a:lnTo>
                <a:lnTo>
                  <a:pt x="3263" y="976"/>
                </a:lnTo>
                <a:lnTo>
                  <a:pt x="3239" y="774"/>
                </a:lnTo>
                <a:lnTo>
                  <a:pt x="3096" y="429"/>
                </a:lnTo>
                <a:lnTo>
                  <a:pt x="2834" y="155"/>
                </a:lnTo>
                <a:lnTo>
                  <a:pt x="2477" y="12"/>
                </a:lnTo>
                <a:lnTo>
                  <a:pt x="2287"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1" name="Google Shape;3361;p176"/>
          <p:cNvSpPr/>
          <p:nvPr/>
        </p:nvSpPr>
        <p:spPr>
          <a:xfrm>
            <a:off x="11312160" y="4612670"/>
            <a:ext cx="675348" cy="338011"/>
          </a:xfrm>
          <a:custGeom>
            <a:rect b="b" l="l" r="r" t="t"/>
            <a:pathLst>
              <a:path extrusionOk="0" h="6514" w="13015">
                <a:moveTo>
                  <a:pt x="3072" y="656"/>
                </a:moveTo>
                <a:lnTo>
                  <a:pt x="3358" y="668"/>
                </a:lnTo>
                <a:lnTo>
                  <a:pt x="3918" y="846"/>
                </a:lnTo>
                <a:lnTo>
                  <a:pt x="4430" y="1144"/>
                </a:lnTo>
                <a:lnTo>
                  <a:pt x="4882" y="1537"/>
                </a:lnTo>
                <a:lnTo>
                  <a:pt x="5465" y="2192"/>
                </a:lnTo>
                <a:lnTo>
                  <a:pt x="6001" y="3001"/>
                </a:lnTo>
                <a:lnTo>
                  <a:pt x="6144" y="3263"/>
                </a:lnTo>
                <a:lnTo>
                  <a:pt x="6001" y="3513"/>
                </a:lnTo>
                <a:lnTo>
                  <a:pt x="5465" y="4323"/>
                </a:lnTo>
                <a:lnTo>
                  <a:pt x="4882" y="4990"/>
                </a:lnTo>
                <a:lnTo>
                  <a:pt x="4430" y="5383"/>
                </a:lnTo>
                <a:lnTo>
                  <a:pt x="3918" y="5680"/>
                </a:lnTo>
                <a:lnTo>
                  <a:pt x="3358" y="5847"/>
                </a:lnTo>
                <a:lnTo>
                  <a:pt x="3072" y="5871"/>
                </a:lnTo>
                <a:lnTo>
                  <a:pt x="2822" y="5859"/>
                </a:lnTo>
                <a:lnTo>
                  <a:pt x="2346" y="5752"/>
                </a:lnTo>
                <a:lnTo>
                  <a:pt x="1917" y="5549"/>
                </a:lnTo>
                <a:lnTo>
                  <a:pt x="1524" y="5276"/>
                </a:lnTo>
                <a:lnTo>
                  <a:pt x="1203" y="4918"/>
                </a:lnTo>
                <a:lnTo>
                  <a:pt x="941" y="4502"/>
                </a:lnTo>
                <a:lnTo>
                  <a:pt x="750" y="4037"/>
                </a:lnTo>
                <a:lnTo>
                  <a:pt x="655" y="3525"/>
                </a:lnTo>
                <a:lnTo>
                  <a:pt x="643" y="3263"/>
                </a:lnTo>
                <a:lnTo>
                  <a:pt x="655" y="2989"/>
                </a:lnTo>
                <a:lnTo>
                  <a:pt x="750" y="2489"/>
                </a:lnTo>
                <a:lnTo>
                  <a:pt x="941" y="2013"/>
                </a:lnTo>
                <a:lnTo>
                  <a:pt x="1203" y="1596"/>
                </a:lnTo>
                <a:lnTo>
                  <a:pt x="1524" y="1251"/>
                </a:lnTo>
                <a:lnTo>
                  <a:pt x="1917" y="965"/>
                </a:lnTo>
                <a:lnTo>
                  <a:pt x="2346" y="775"/>
                </a:lnTo>
                <a:lnTo>
                  <a:pt x="2822" y="668"/>
                </a:lnTo>
                <a:lnTo>
                  <a:pt x="3072" y="656"/>
                </a:lnTo>
                <a:close/>
                <a:moveTo>
                  <a:pt x="9942" y="656"/>
                </a:moveTo>
                <a:lnTo>
                  <a:pt x="10192" y="668"/>
                </a:lnTo>
                <a:lnTo>
                  <a:pt x="10669" y="775"/>
                </a:lnTo>
                <a:lnTo>
                  <a:pt x="11097" y="965"/>
                </a:lnTo>
                <a:lnTo>
                  <a:pt x="11490" y="1251"/>
                </a:lnTo>
                <a:lnTo>
                  <a:pt x="11812" y="1596"/>
                </a:lnTo>
                <a:lnTo>
                  <a:pt x="12074" y="2013"/>
                </a:lnTo>
                <a:lnTo>
                  <a:pt x="12264" y="2489"/>
                </a:lnTo>
                <a:lnTo>
                  <a:pt x="12359" y="2989"/>
                </a:lnTo>
                <a:lnTo>
                  <a:pt x="12371" y="3263"/>
                </a:lnTo>
                <a:lnTo>
                  <a:pt x="12359" y="3525"/>
                </a:lnTo>
                <a:lnTo>
                  <a:pt x="12264" y="4037"/>
                </a:lnTo>
                <a:lnTo>
                  <a:pt x="12074" y="4502"/>
                </a:lnTo>
                <a:lnTo>
                  <a:pt x="11812" y="4918"/>
                </a:lnTo>
                <a:lnTo>
                  <a:pt x="11490" y="5276"/>
                </a:lnTo>
                <a:lnTo>
                  <a:pt x="11097" y="5549"/>
                </a:lnTo>
                <a:lnTo>
                  <a:pt x="10669" y="5752"/>
                </a:lnTo>
                <a:lnTo>
                  <a:pt x="10192" y="5859"/>
                </a:lnTo>
                <a:lnTo>
                  <a:pt x="9942" y="5871"/>
                </a:lnTo>
                <a:lnTo>
                  <a:pt x="9645" y="5847"/>
                </a:lnTo>
                <a:lnTo>
                  <a:pt x="9097" y="5680"/>
                </a:lnTo>
                <a:lnTo>
                  <a:pt x="8585" y="5383"/>
                </a:lnTo>
                <a:lnTo>
                  <a:pt x="8133" y="4990"/>
                </a:lnTo>
                <a:lnTo>
                  <a:pt x="7549" y="4323"/>
                </a:lnTo>
                <a:lnTo>
                  <a:pt x="7013" y="3513"/>
                </a:lnTo>
                <a:lnTo>
                  <a:pt x="6870" y="3263"/>
                </a:lnTo>
                <a:lnTo>
                  <a:pt x="7013" y="3001"/>
                </a:lnTo>
                <a:lnTo>
                  <a:pt x="7549" y="2192"/>
                </a:lnTo>
                <a:lnTo>
                  <a:pt x="8133" y="1537"/>
                </a:lnTo>
                <a:lnTo>
                  <a:pt x="8585" y="1144"/>
                </a:lnTo>
                <a:lnTo>
                  <a:pt x="9097" y="846"/>
                </a:lnTo>
                <a:lnTo>
                  <a:pt x="9645" y="668"/>
                </a:lnTo>
                <a:lnTo>
                  <a:pt x="9942" y="656"/>
                </a:lnTo>
                <a:close/>
                <a:moveTo>
                  <a:pt x="3072" y="1"/>
                </a:moveTo>
                <a:lnTo>
                  <a:pt x="2751" y="13"/>
                </a:lnTo>
                <a:lnTo>
                  <a:pt x="2155" y="144"/>
                </a:lnTo>
                <a:lnTo>
                  <a:pt x="1596" y="394"/>
                </a:lnTo>
                <a:lnTo>
                  <a:pt x="1108" y="739"/>
                </a:lnTo>
                <a:lnTo>
                  <a:pt x="691" y="1192"/>
                </a:lnTo>
                <a:lnTo>
                  <a:pt x="357" y="1704"/>
                </a:lnTo>
                <a:lnTo>
                  <a:pt x="131" y="2287"/>
                </a:lnTo>
                <a:lnTo>
                  <a:pt x="0" y="2930"/>
                </a:lnTo>
                <a:lnTo>
                  <a:pt x="0" y="3263"/>
                </a:lnTo>
                <a:lnTo>
                  <a:pt x="0" y="3597"/>
                </a:lnTo>
                <a:lnTo>
                  <a:pt x="131" y="4228"/>
                </a:lnTo>
                <a:lnTo>
                  <a:pt x="369" y="4811"/>
                </a:lnTo>
                <a:lnTo>
                  <a:pt x="703" y="5335"/>
                </a:lnTo>
                <a:lnTo>
                  <a:pt x="1119" y="5776"/>
                </a:lnTo>
                <a:lnTo>
                  <a:pt x="1608" y="6133"/>
                </a:lnTo>
                <a:lnTo>
                  <a:pt x="2155" y="6371"/>
                </a:lnTo>
                <a:lnTo>
                  <a:pt x="2751" y="6502"/>
                </a:lnTo>
                <a:lnTo>
                  <a:pt x="3072" y="6514"/>
                </a:lnTo>
                <a:lnTo>
                  <a:pt x="3382" y="6502"/>
                </a:lnTo>
                <a:lnTo>
                  <a:pt x="3965" y="6359"/>
                </a:lnTo>
                <a:lnTo>
                  <a:pt x="4501" y="6109"/>
                </a:lnTo>
                <a:lnTo>
                  <a:pt x="4989" y="5764"/>
                </a:lnTo>
                <a:lnTo>
                  <a:pt x="5632" y="5157"/>
                </a:lnTo>
                <a:lnTo>
                  <a:pt x="6287" y="4299"/>
                </a:lnTo>
                <a:lnTo>
                  <a:pt x="6501" y="3942"/>
                </a:lnTo>
                <a:lnTo>
                  <a:pt x="6728" y="4299"/>
                </a:lnTo>
                <a:lnTo>
                  <a:pt x="7371" y="5157"/>
                </a:lnTo>
                <a:lnTo>
                  <a:pt x="8013" y="5764"/>
                </a:lnTo>
                <a:lnTo>
                  <a:pt x="8502" y="6109"/>
                </a:lnTo>
                <a:lnTo>
                  <a:pt x="9037" y="6359"/>
                </a:lnTo>
                <a:lnTo>
                  <a:pt x="9633" y="6502"/>
                </a:lnTo>
                <a:lnTo>
                  <a:pt x="9942" y="6514"/>
                </a:lnTo>
                <a:lnTo>
                  <a:pt x="10264" y="6502"/>
                </a:lnTo>
                <a:lnTo>
                  <a:pt x="10859" y="6371"/>
                </a:lnTo>
                <a:lnTo>
                  <a:pt x="11407" y="6133"/>
                </a:lnTo>
                <a:lnTo>
                  <a:pt x="11895" y="5776"/>
                </a:lnTo>
                <a:lnTo>
                  <a:pt x="12324" y="5335"/>
                </a:lnTo>
                <a:lnTo>
                  <a:pt x="12645" y="4811"/>
                </a:lnTo>
                <a:lnTo>
                  <a:pt x="12883" y="4228"/>
                </a:lnTo>
                <a:lnTo>
                  <a:pt x="13002" y="3597"/>
                </a:lnTo>
                <a:lnTo>
                  <a:pt x="13014" y="3263"/>
                </a:lnTo>
                <a:lnTo>
                  <a:pt x="13002" y="2930"/>
                </a:lnTo>
                <a:lnTo>
                  <a:pt x="12883" y="2287"/>
                </a:lnTo>
                <a:lnTo>
                  <a:pt x="12645" y="1704"/>
                </a:lnTo>
                <a:lnTo>
                  <a:pt x="12312" y="1192"/>
                </a:lnTo>
                <a:lnTo>
                  <a:pt x="11895" y="739"/>
                </a:lnTo>
                <a:lnTo>
                  <a:pt x="11407" y="394"/>
                </a:lnTo>
                <a:lnTo>
                  <a:pt x="10847" y="144"/>
                </a:lnTo>
                <a:lnTo>
                  <a:pt x="10252" y="13"/>
                </a:lnTo>
                <a:lnTo>
                  <a:pt x="9942" y="1"/>
                </a:lnTo>
                <a:lnTo>
                  <a:pt x="9633" y="13"/>
                </a:lnTo>
                <a:lnTo>
                  <a:pt x="9049" y="156"/>
                </a:lnTo>
                <a:lnTo>
                  <a:pt x="8502" y="418"/>
                </a:lnTo>
                <a:lnTo>
                  <a:pt x="8013" y="763"/>
                </a:lnTo>
                <a:lnTo>
                  <a:pt x="7371" y="1370"/>
                </a:lnTo>
                <a:lnTo>
                  <a:pt x="6728" y="2216"/>
                </a:lnTo>
                <a:lnTo>
                  <a:pt x="6501" y="2573"/>
                </a:lnTo>
                <a:lnTo>
                  <a:pt x="6287" y="2216"/>
                </a:lnTo>
                <a:lnTo>
                  <a:pt x="5644" y="1370"/>
                </a:lnTo>
                <a:lnTo>
                  <a:pt x="5001" y="763"/>
                </a:lnTo>
                <a:lnTo>
                  <a:pt x="4513" y="418"/>
                </a:lnTo>
                <a:lnTo>
                  <a:pt x="3977" y="156"/>
                </a:lnTo>
                <a:lnTo>
                  <a:pt x="3382" y="13"/>
                </a:lnTo>
                <a:lnTo>
                  <a:pt x="3072"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2" name="Google Shape;3362;p176"/>
          <p:cNvSpPr/>
          <p:nvPr/>
        </p:nvSpPr>
        <p:spPr>
          <a:xfrm>
            <a:off x="7325949" y="4511384"/>
            <a:ext cx="405365" cy="540642"/>
          </a:xfrm>
          <a:custGeom>
            <a:rect b="b" l="l" r="r" t="t"/>
            <a:pathLst>
              <a:path extrusionOk="0" h="10419" w="7812">
                <a:moveTo>
                  <a:pt x="2930" y="1310"/>
                </a:moveTo>
                <a:lnTo>
                  <a:pt x="2799" y="1322"/>
                </a:lnTo>
                <a:lnTo>
                  <a:pt x="2620" y="1500"/>
                </a:lnTo>
                <a:lnTo>
                  <a:pt x="2609" y="1631"/>
                </a:lnTo>
                <a:lnTo>
                  <a:pt x="2620" y="1762"/>
                </a:lnTo>
                <a:lnTo>
                  <a:pt x="2799" y="1941"/>
                </a:lnTo>
                <a:lnTo>
                  <a:pt x="2930" y="1953"/>
                </a:lnTo>
                <a:lnTo>
                  <a:pt x="4883" y="1953"/>
                </a:lnTo>
                <a:lnTo>
                  <a:pt x="5014" y="1941"/>
                </a:lnTo>
                <a:lnTo>
                  <a:pt x="5192" y="1762"/>
                </a:lnTo>
                <a:lnTo>
                  <a:pt x="5204" y="1631"/>
                </a:lnTo>
                <a:lnTo>
                  <a:pt x="5192" y="1500"/>
                </a:lnTo>
                <a:lnTo>
                  <a:pt x="5014" y="1322"/>
                </a:lnTo>
                <a:lnTo>
                  <a:pt x="4883" y="1310"/>
                </a:lnTo>
                <a:close/>
                <a:moveTo>
                  <a:pt x="3906" y="3906"/>
                </a:moveTo>
                <a:lnTo>
                  <a:pt x="4037" y="3918"/>
                </a:lnTo>
                <a:lnTo>
                  <a:pt x="4275" y="4013"/>
                </a:lnTo>
                <a:lnTo>
                  <a:pt x="4454" y="4191"/>
                </a:lnTo>
                <a:lnTo>
                  <a:pt x="4549" y="4430"/>
                </a:lnTo>
                <a:lnTo>
                  <a:pt x="4561" y="4560"/>
                </a:lnTo>
                <a:lnTo>
                  <a:pt x="4549" y="4691"/>
                </a:lnTo>
                <a:lnTo>
                  <a:pt x="4454" y="4930"/>
                </a:lnTo>
                <a:lnTo>
                  <a:pt x="4275" y="5108"/>
                </a:lnTo>
                <a:lnTo>
                  <a:pt x="4037" y="5203"/>
                </a:lnTo>
                <a:lnTo>
                  <a:pt x="3906" y="5215"/>
                </a:lnTo>
                <a:lnTo>
                  <a:pt x="3775" y="5203"/>
                </a:lnTo>
                <a:lnTo>
                  <a:pt x="3537" y="5108"/>
                </a:lnTo>
                <a:lnTo>
                  <a:pt x="3359" y="4930"/>
                </a:lnTo>
                <a:lnTo>
                  <a:pt x="3263" y="4691"/>
                </a:lnTo>
                <a:lnTo>
                  <a:pt x="3251" y="4560"/>
                </a:lnTo>
                <a:lnTo>
                  <a:pt x="3263" y="4430"/>
                </a:lnTo>
                <a:lnTo>
                  <a:pt x="3359" y="4191"/>
                </a:lnTo>
                <a:lnTo>
                  <a:pt x="3537" y="4013"/>
                </a:lnTo>
                <a:lnTo>
                  <a:pt x="3775" y="3918"/>
                </a:lnTo>
                <a:lnTo>
                  <a:pt x="3906" y="3906"/>
                </a:lnTo>
                <a:close/>
                <a:moveTo>
                  <a:pt x="3906" y="3263"/>
                </a:moveTo>
                <a:lnTo>
                  <a:pt x="3644" y="3275"/>
                </a:lnTo>
                <a:lnTo>
                  <a:pt x="3168" y="3477"/>
                </a:lnTo>
                <a:lnTo>
                  <a:pt x="2823" y="3834"/>
                </a:lnTo>
                <a:lnTo>
                  <a:pt x="2620" y="4299"/>
                </a:lnTo>
                <a:lnTo>
                  <a:pt x="2609" y="4560"/>
                </a:lnTo>
                <a:lnTo>
                  <a:pt x="2620" y="4822"/>
                </a:lnTo>
                <a:lnTo>
                  <a:pt x="2823" y="5299"/>
                </a:lnTo>
                <a:lnTo>
                  <a:pt x="3168" y="5644"/>
                </a:lnTo>
                <a:lnTo>
                  <a:pt x="3644" y="5846"/>
                </a:lnTo>
                <a:lnTo>
                  <a:pt x="3906" y="5870"/>
                </a:lnTo>
                <a:lnTo>
                  <a:pt x="4168" y="5846"/>
                </a:lnTo>
                <a:lnTo>
                  <a:pt x="4645" y="5644"/>
                </a:lnTo>
                <a:lnTo>
                  <a:pt x="4990" y="5299"/>
                </a:lnTo>
                <a:lnTo>
                  <a:pt x="5192" y="4822"/>
                </a:lnTo>
                <a:lnTo>
                  <a:pt x="5204" y="4560"/>
                </a:lnTo>
                <a:lnTo>
                  <a:pt x="5192" y="4299"/>
                </a:lnTo>
                <a:lnTo>
                  <a:pt x="4990" y="3834"/>
                </a:lnTo>
                <a:lnTo>
                  <a:pt x="4645" y="3477"/>
                </a:lnTo>
                <a:lnTo>
                  <a:pt x="4168" y="3275"/>
                </a:lnTo>
                <a:lnTo>
                  <a:pt x="3906" y="3263"/>
                </a:lnTo>
                <a:close/>
                <a:moveTo>
                  <a:pt x="3251" y="6513"/>
                </a:moveTo>
                <a:lnTo>
                  <a:pt x="3085" y="6525"/>
                </a:lnTo>
                <a:lnTo>
                  <a:pt x="2775" y="6585"/>
                </a:lnTo>
                <a:lnTo>
                  <a:pt x="2478" y="6704"/>
                </a:lnTo>
                <a:lnTo>
                  <a:pt x="2216" y="6882"/>
                </a:lnTo>
                <a:lnTo>
                  <a:pt x="2001" y="7109"/>
                </a:lnTo>
                <a:lnTo>
                  <a:pt x="1823" y="7370"/>
                </a:lnTo>
                <a:lnTo>
                  <a:pt x="1692" y="7656"/>
                </a:lnTo>
                <a:lnTo>
                  <a:pt x="1632" y="7978"/>
                </a:lnTo>
                <a:lnTo>
                  <a:pt x="1632" y="8144"/>
                </a:lnTo>
                <a:lnTo>
                  <a:pt x="1644" y="8275"/>
                </a:lnTo>
                <a:lnTo>
                  <a:pt x="1823" y="8454"/>
                </a:lnTo>
                <a:lnTo>
                  <a:pt x="1954" y="8466"/>
                </a:lnTo>
                <a:lnTo>
                  <a:pt x="2085" y="8454"/>
                </a:lnTo>
                <a:lnTo>
                  <a:pt x="2263" y="8275"/>
                </a:lnTo>
                <a:lnTo>
                  <a:pt x="2275" y="8144"/>
                </a:lnTo>
                <a:lnTo>
                  <a:pt x="2287" y="7942"/>
                </a:lnTo>
                <a:lnTo>
                  <a:pt x="2442" y="7597"/>
                </a:lnTo>
                <a:lnTo>
                  <a:pt x="2704" y="7323"/>
                </a:lnTo>
                <a:lnTo>
                  <a:pt x="3061" y="7180"/>
                </a:lnTo>
                <a:lnTo>
                  <a:pt x="3251" y="7168"/>
                </a:lnTo>
                <a:lnTo>
                  <a:pt x="4561" y="7168"/>
                </a:lnTo>
                <a:lnTo>
                  <a:pt x="4752" y="7180"/>
                </a:lnTo>
                <a:lnTo>
                  <a:pt x="5109" y="7323"/>
                </a:lnTo>
                <a:lnTo>
                  <a:pt x="5371" y="7597"/>
                </a:lnTo>
                <a:lnTo>
                  <a:pt x="5514" y="7942"/>
                </a:lnTo>
                <a:lnTo>
                  <a:pt x="5538" y="8144"/>
                </a:lnTo>
                <a:lnTo>
                  <a:pt x="5549" y="8275"/>
                </a:lnTo>
                <a:lnTo>
                  <a:pt x="5728" y="8454"/>
                </a:lnTo>
                <a:lnTo>
                  <a:pt x="5859" y="8466"/>
                </a:lnTo>
                <a:lnTo>
                  <a:pt x="5990" y="8454"/>
                </a:lnTo>
                <a:lnTo>
                  <a:pt x="6169" y="8275"/>
                </a:lnTo>
                <a:lnTo>
                  <a:pt x="6181" y="8144"/>
                </a:lnTo>
                <a:lnTo>
                  <a:pt x="6181" y="7978"/>
                </a:lnTo>
                <a:lnTo>
                  <a:pt x="6109" y="7656"/>
                </a:lnTo>
                <a:lnTo>
                  <a:pt x="5990" y="7370"/>
                </a:lnTo>
                <a:lnTo>
                  <a:pt x="5811" y="7109"/>
                </a:lnTo>
                <a:lnTo>
                  <a:pt x="5597" y="6882"/>
                </a:lnTo>
                <a:lnTo>
                  <a:pt x="5335" y="6704"/>
                </a:lnTo>
                <a:lnTo>
                  <a:pt x="5037" y="6585"/>
                </a:lnTo>
                <a:lnTo>
                  <a:pt x="4728" y="6525"/>
                </a:lnTo>
                <a:lnTo>
                  <a:pt x="4561" y="6513"/>
                </a:lnTo>
                <a:close/>
                <a:moveTo>
                  <a:pt x="6514" y="655"/>
                </a:moveTo>
                <a:lnTo>
                  <a:pt x="6645" y="667"/>
                </a:lnTo>
                <a:lnTo>
                  <a:pt x="6871" y="762"/>
                </a:lnTo>
                <a:lnTo>
                  <a:pt x="7050" y="941"/>
                </a:lnTo>
                <a:lnTo>
                  <a:pt x="7157" y="1179"/>
                </a:lnTo>
                <a:lnTo>
                  <a:pt x="7157" y="1310"/>
                </a:lnTo>
                <a:lnTo>
                  <a:pt x="7157" y="9121"/>
                </a:lnTo>
                <a:lnTo>
                  <a:pt x="7157" y="9252"/>
                </a:lnTo>
                <a:lnTo>
                  <a:pt x="7050" y="9490"/>
                </a:lnTo>
                <a:lnTo>
                  <a:pt x="6871" y="9668"/>
                </a:lnTo>
                <a:lnTo>
                  <a:pt x="6645" y="9764"/>
                </a:lnTo>
                <a:lnTo>
                  <a:pt x="6514" y="9776"/>
                </a:lnTo>
                <a:lnTo>
                  <a:pt x="1299" y="9776"/>
                </a:lnTo>
                <a:lnTo>
                  <a:pt x="1168" y="9764"/>
                </a:lnTo>
                <a:lnTo>
                  <a:pt x="930" y="9668"/>
                </a:lnTo>
                <a:lnTo>
                  <a:pt x="751" y="9490"/>
                </a:lnTo>
                <a:lnTo>
                  <a:pt x="656" y="9252"/>
                </a:lnTo>
                <a:lnTo>
                  <a:pt x="644" y="9121"/>
                </a:lnTo>
                <a:lnTo>
                  <a:pt x="644" y="1310"/>
                </a:lnTo>
                <a:lnTo>
                  <a:pt x="656" y="1167"/>
                </a:lnTo>
                <a:lnTo>
                  <a:pt x="751" y="941"/>
                </a:lnTo>
                <a:lnTo>
                  <a:pt x="930" y="762"/>
                </a:lnTo>
                <a:lnTo>
                  <a:pt x="1168" y="667"/>
                </a:lnTo>
                <a:lnTo>
                  <a:pt x="1299" y="655"/>
                </a:lnTo>
                <a:close/>
                <a:moveTo>
                  <a:pt x="1299" y="0"/>
                </a:moveTo>
                <a:lnTo>
                  <a:pt x="1037" y="24"/>
                </a:lnTo>
                <a:lnTo>
                  <a:pt x="572" y="215"/>
                </a:lnTo>
                <a:lnTo>
                  <a:pt x="215" y="572"/>
                </a:lnTo>
                <a:lnTo>
                  <a:pt x="13" y="1036"/>
                </a:lnTo>
                <a:lnTo>
                  <a:pt x="1" y="1310"/>
                </a:lnTo>
                <a:lnTo>
                  <a:pt x="1" y="9121"/>
                </a:lnTo>
                <a:lnTo>
                  <a:pt x="13" y="9383"/>
                </a:lnTo>
                <a:lnTo>
                  <a:pt x="215" y="9847"/>
                </a:lnTo>
                <a:lnTo>
                  <a:pt x="572" y="10204"/>
                </a:lnTo>
                <a:lnTo>
                  <a:pt x="1037" y="10407"/>
                </a:lnTo>
                <a:lnTo>
                  <a:pt x="1299" y="10419"/>
                </a:lnTo>
                <a:lnTo>
                  <a:pt x="6514" y="10419"/>
                </a:lnTo>
                <a:lnTo>
                  <a:pt x="6776" y="10407"/>
                </a:lnTo>
                <a:lnTo>
                  <a:pt x="7240" y="10204"/>
                </a:lnTo>
                <a:lnTo>
                  <a:pt x="7597" y="9847"/>
                </a:lnTo>
                <a:lnTo>
                  <a:pt x="7800" y="9383"/>
                </a:lnTo>
                <a:lnTo>
                  <a:pt x="7812" y="9121"/>
                </a:lnTo>
                <a:lnTo>
                  <a:pt x="7812" y="1310"/>
                </a:lnTo>
                <a:lnTo>
                  <a:pt x="7800" y="1036"/>
                </a:lnTo>
                <a:lnTo>
                  <a:pt x="7597" y="572"/>
                </a:lnTo>
                <a:lnTo>
                  <a:pt x="7240" y="215"/>
                </a:lnTo>
                <a:lnTo>
                  <a:pt x="6776" y="24"/>
                </a:lnTo>
                <a:lnTo>
                  <a:pt x="6514"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3" name="Google Shape;3363;p176"/>
          <p:cNvSpPr/>
          <p:nvPr/>
        </p:nvSpPr>
        <p:spPr>
          <a:xfrm>
            <a:off x="8254541" y="4545371"/>
            <a:ext cx="608618" cy="473289"/>
          </a:xfrm>
          <a:custGeom>
            <a:rect b="b" l="l" r="r" t="t"/>
            <a:pathLst>
              <a:path extrusionOk="0" h="9121" w="11729">
                <a:moveTo>
                  <a:pt x="10550" y="655"/>
                </a:moveTo>
                <a:lnTo>
                  <a:pt x="10788" y="762"/>
                </a:lnTo>
                <a:lnTo>
                  <a:pt x="10967" y="929"/>
                </a:lnTo>
                <a:lnTo>
                  <a:pt x="11062" y="1167"/>
                </a:lnTo>
                <a:lnTo>
                  <a:pt x="11074" y="1298"/>
                </a:lnTo>
                <a:lnTo>
                  <a:pt x="656" y="1298"/>
                </a:lnTo>
                <a:lnTo>
                  <a:pt x="668" y="1167"/>
                </a:lnTo>
                <a:lnTo>
                  <a:pt x="763" y="929"/>
                </a:lnTo>
                <a:lnTo>
                  <a:pt x="941" y="762"/>
                </a:lnTo>
                <a:lnTo>
                  <a:pt x="1168" y="655"/>
                </a:lnTo>
                <a:close/>
                <a:moveTo>
                  <a:pt x="7169" y="3251"/>
                </a:moveTo>
                <a:lnTo>
                  <a:pt x="7038" y="3274"/>
                </a:lnTo>
                <a:lnTo>
                  <a:pt x="6859" y="3453"/>
                </a:lnTo>
                <a:lnTo>
                  <a:pt x="6835" y="3584"/>
                </a:lnTo>
                <a:lnTo>
                  <a:pt x="6859" y="3715"/>
                </a:lnTo>
                <a:lnTo>
                  <a:pt x="7038" y="3894"/>
                </a:lnTo>
                <a:lnTo>
                  <a:pt x="7169" y="3905"/>
                </a:lnTo>
                <a:lnTo>
                  <a:pt x="9776" y="3905"/>
                </a:lnTo>
                <a:lnTo>
                  <a:pt x="9907" y="3894"/>
                </a:lnTo>
                <a:lnTo>
                  <a:pt x="10074" y="3715"/>
                </a:lnTo>
                <a:lnTo>
                  <a:pt x="10098" y="3584"/>
                </a:lnTo>
                <a:lnTo>
                  <a:pt x="10074" y="3453"/>
                </a:lnTo>
                <a:lnTo>
                  <a:pt x="9907" y="3274"/>
                </a:lnTo>
                <a:lnTo>
                  <a:pt x="9776" y="3251"/>
                </a:lnTo>
                <a:close/>
                <a:moveTo>
                  <a:pt x="3906" y="3251"/>
                </a:moveTo>
                <a:lnTo>
                  <a:pt x="4049" y="3263"/>
                </a:lnTo>
                <a:lnTo>
                  <a:pt x="4275" y="3358"/>
                </a:lnTo>
                <a:lnTo>
                  <a:pt x="4454" y="3536"/>
                </a:lnTo>
                <a:lnTo>
                  <a:pt x="4549" y="3775"/>
                </a:lnTo>
                <a:lnTo>
                  <a:pt x="4561" y="3905"/>
                </a:lnTo>
                <a:lnTo>
                  <a:pt x="4549" y="4036"/>
                </a:lnTo>
                <a:lnTo>
                  <a:pt x="4454" y="4275"/>
                </a:lnTo>
                <a:lnTo>
                  <a:pt x="4275" y="4453"/>
                </a:lnTo>
                <a:lnTo>
                  <a:pt x="4049" y="4548"/>
                </a:lnTo>
                <a:lnTo>
                  <a:pt x="3906" y="4560"/>
                </a:lnTo>
                <a:lnTo>
                  <a:pt x="3775" y="4548"/>
                </a:lnTo>
                <a:lnTo>
                  <a:pt x="3549" y="4453"/>
                </a:lnTo>
                <a:lnTo>
                  <a:pt x="3370" y="4275"/>
                </a:lnTo>
                <a:lnTo>
                  <a:pt x="3275" y="4036"/>
                </a:lnTo>
                <a:lnTo>
                  <a:pt x="3263" y="3905"/>
                </a:lnTo>
                <a:lnTo>
                  <a:pt x="3275" y="3775"/>
                </a:lnTo>
                <a:lnTo>
                  <a:pt x="3370" y="3536"/>
                </a:lnTo>
                <a:lnTo>
                  <a:pt x="3549" y="3358"/>
                </a:lnTo>
                <a:lnTo>
                  <a:pt x="3775" y="3263"/>
                </a:lnTo>
                <a:lnTo>
                  <a:pt x="3906" y="3251"/>
                </a:lnTo>
                <a:close/>
                <a:moveTo>
                  <a:pt x="3906" y="2608"/>
                </a:moveTo>
                <a:lnTo>
                  <a:pt x="3644" y="2620"/>
                </a:lnTo>
                <a:lnTo>
                  <a:pt x="3180" y="2822"/>
                </a:lnTo>
                <a:lnTo>
                  <a:pt x="2823" y="3179"/>
                </a:lnTo>
                <a:lnTo>
                  <a:pt x="2632" y="3644"/>
                </a:lnTo>
                <a:lnTo>
                  <a:pt x="2608" y="3905"/>
                </a:lnTo>
                <a:lnTo>
                  <a:pt x="2632" y="4167"/>
                </a:lnTo>
                <a:lnTo>
                  <a:pt x="2823" y="4644"/>
                </a:lnTo>
                <a:lnTo>
                  <a:pt x="3180" y="4989"/>
                </a:lnTo>
                <a:lnTo>
                  <a:pt x="3644" y="5191"/>
                </a:lnTo>
                <a:lnTo>
                  <a:pt x="3906" y="5215"/>
                </a:lnTo>
                <a:lnTo>
                  <a:pt x="4180" y="5191"/>
                </a:lnTo>
                <a:lnTo>
                  <a:pt x="4644" y="4989"/>
                </a:lnTo>
                <a:lnTo>
                  <a:pt x="5002" y="4644"/>
                </a:lnTo>
                <a:lnTo>
                  <a:pt x="5192" y="4167"/>
                </a:lnTo>
                <a:lnTo>
                  <a:pt x="5216" y="3905"/>
                </a:lnTo>
                <a:lnTo>
                  <a:pt x="5192" y="3644"/>
                </a:lnTo>
                <a:lnTo>
                  <a:pt x="5002" y="3179"/>
                </a:lnTo>
                <a:lnTo>
                  <a:pt x="4644" y="2822"/>
                </a:lnTo>
                <a:lnTo>
                  <a:pt x="4180" y="2620"/>
                </a:lnTo>
                <a:lnTo>
                  <a:pt x="3906" y="2608"/>
                </a:lnTo>
                <a:close/>
                <a:moveTo>
                  <a:pt x="7169" y="4560"/>
                </a:moveTo>
                <a:lnTo>
                  <a:pt x="7038" y="4572"/>
                </a:lnTo>
                <a:lnTo>
                  <a:pt x="6859" y="4751"/>
                </a:lnTo>
                <a:lnTo>
                  <a:pt x="6835" y="4882"/>
                </a:lnTo>
                <a:lnTo>
                  <a:pt x="6859" y="5013"/>
                </a:lnTo>
                <a:lnTo>
                  <a:pt x="7038" y="5191"/>
                </a:lnTo>
                <a:lnTo>
                  <a:pt x="7169" y="5215"/>
                </a:lnTo>
                <a:lnTo>
                  <a:pt x="9776" y="5215"/>
                </a:lnTo>
                <a:lnTo>
                  <a:pt x="9907" y="5191"/>
                </a:lnTo>
                <a:lnTo>
                  <a:pt x="10074" y="5013"/>
                </a:lnTo>
                <a:lnTo>
                  <a:pt x="10098" y="4882"/>
                </a:lnTo>
                <a:lnTo>
                  <a:pt x="10074" y="4751"/>
                </a:lnTo>
                <a:lnTo>
                  <a:pt x="9907" y="4572"/>
                </a:lnTo>
                <a:lnTo>
                  <a:pt x="9776" y="4560"/>
                </a:lnTo>
                <a:close/>
                <a:moveTo>
                  <a:pt x="7169" y="5858"/>
                </a:moveTo>
                <a:lnTo>
                  <a:pt x="7038" y="5882"/>
                </a:lnTo>
                <a:lnTo>
                  <a:pt x="6859" y="6061"/>
                </a:lnTo>
                <a:lnTo>
                  <a:pt x="6835" y="6192"/>
                </a:lnTo>
                <a:lnTo>
                  <a:pt x="6859" y="6311"/>
                </a:lnTo>
                <a:lnTo>
                  <a:pt x="7038" y="6489"/>
                </a:lnTo>
                <a:lnTo>
                  <a:pt x="7169" y="6513"/>
                </a:lnTo>
                <a:lnTo>
                  <a:pt x="9776" y="6513"/>
                </a:lnTo>
                <a:lnTo>
                  <a:pt x="9907" y="6489"/>
                </a:lnTo>
                <a:lnTo>
                  <a:pt x="10074" y="6311"/>
                </a:lnTo>
                <a:lnTo>
                  <a:pt x="10098" y="6192"/>
                </a:lnTo>
                <a:lnTo>
                  <a:pt x="10074" y="6061"/>
                </a:lnTo>
                <a:lnTo>
                  <a:pt x="9907" y="5882"/>
                </a:lnTo>
                <a:lnTo>
                  <a:pt x="9776" y="5858"/>
                </a:lnTo>
                <a:close/>
                <a:moveTo>
                  <a:pt x="3263" y="5858"/>
                </a:moveTo>
                <a:lnTo>
                  <a:pt x="3097" y="5870"/>
                </a:lnTo>
                <a:lnTo>
                  <a:pt x="2775" y="5930"/>
                </a:lnTo>
                <a:lnTo>
                  <a:pt x="2477" y="6049"/>
                </a:lnTo>
                <a:lnTo>
                  <a:pt x="2227" y="6227"/>
                </a:lnTo>
                <a:lnTo>
                  <a:pt x="2001" y="6454"/>
                </a:lnTo>
                <a:lnTo>
                  <a:pt x="1823" y="6715"/>
                </a:lnTo>
                <a:lnTo>
                  <a:pt x="1703" y="7001"/>
                </a:lnTo>
                <a:lnTo>
                  <a:pt x="1632" y="7323"/>
                </a:lnTo>
                <a:lnTo>
                  <a:pt x="1632" y="7489"/>
                </a:lnTo>
                <a:lnTo>
                  <a:pt x="1656" y="7620"/>
                </a:lnTo>
                <a:lnTo>
                  <a:pt x="1823" y="7799"/>
                </a:lnTo>
                <a:lnTo>
                  <a:pt x="1953" y="7811"/>
                </a:lnTo>
                <a:lnTo>
                  <a:pt x="2084" y="7799"/>
                </a:lnTo>
                <a:lnTo>
                  <a:pt x="2263" y="7620"/>
                </a:lnTo>
                <a:lnTo>
                  <a:pt x="2287" y="7489"/>
                </a:lnTo>
                <a:lnTo>
                  <a:pt x="2299" y="7287"/>
                </a:lnTo>
                <a:lnTo>
                  <a:pt x="2442" y="6942"/>
                </a:lnTo>
                <a:lnTo>
                  <a:pt x="2716" y="6668"/>
                </a:lnTo>
                <a:lnTo>
                  <a:pt x="3061" y="6525"/>
                </a:lnTo>
                <a:lnTo>
                  <a:pt x="3263" y="6513"/>
                </a:lnTo>
                <a:lnTo>
                  <a:pt x="4561" y="6513"/>
                </a:lnTo>
                <a:lnTo>
                  <a:pt x="4763" y="6525"/>
                </a:lnTo>
                <a:lnTo>
                  <a:pt x="5109" y="6668"/>
                </a:lnTo>
                <a:lnTo>
                  <a:pt x="5383" y="6942"/>
                </a:lnTo>
                <a:lnTo>
                  <a:pt x="5525" y="7287"/>
                </a:lnTo>
                <a:lnTo>
                  <a:pt x="5537" y="7489"/>
                </a:lnTo>
                <a:lnTo>
                  <a:pt x="5561" y="7620"/>
                </a:lnTo>
                <a:lnTo>
                  <a:pt x="5740" y="7799"/>
                </a:lnTo>
                <a:lnTo>
                  <a:pt x="5859" y="7811"/>
                </a:lnTo>
                <a:lnTo>
                  <a:pt x="5990" y="7799"/>
                </a:lnTo>
                <a:lnTo>
                  <a:pt x="6168" y="7620"/>
                </a:lnTo>
                <a:lnTo>
                  <a:pt x="6192" y="7489"/>
                </a:lnTo>
                <a:lnTo>
                  <a:pt x="6180" y="7323"/>
                </a:lnTo>
                <a:lnTo>
                  <a:pt x="6121" y="7001"/>
                </a:lnTo>
                <a:lnTo>
                  <a:pt x="6002" y="6715"/>
                </a:lnTo>
                <a:lnTo>
                  <a:pt x="5823" y="6454"/>
                </a:lnTo>
                <a:lnTo>
                  <a:pt x="5597" y="6227"/>
                </a:lnTo>
                <a:lnTo>
                  <a:pt x="5335" y="6049"/>
                </a:lnTo>
                <a:lnTo>
                  <a:pt x="5049" y="5930"/>
                </a:lnTo>
                <a:lnTo>
                  <a:pt x="4728" y="5870"/>
                </a:lnTo>
                <a:lnTo>
                  <a:pt x="4561" y="5858"/>
                </a:lnTo>
                <a:close/>
                <a:moveTo>
                  <a:pt x="11074" y="1953"/>
                </a:moveTo>
                <a:lnTo>
                  <a:pt x="11074" y="7811"/>
                </a:lnTo>
                <a:lnTo>
                  <a:pt x="11062" y="7942"/>
                </a:lnTo>
                <a:lnTo>
                  <a:pt x="10967" y="8180"/>
                </a:lnTo>
                <a:lnTo>
                  <a:pt x="10788" y="8359"/>
                </a:lnTo>
                <a:lnTo>
                  <a:pt x="10550" y="8454"/>
                </a:lnTo>
                <a:lnTo>
                  <a:pt x="10419" y="8466"/>
                </a:lnTo>
                <a:lnTo>
                  <a:pt x="1311" y="8466"/>
                </a:lnTo>
                <a:lnTo>
                  <a:pt x="1180" y="8454"/>
                </a:lnTo>
                <a:lnTo>
                  <a:pt x="941" y="8359"/>
                </a:lnTo>
                <a:lnTo>
                  <a:pt x="763" y="8180"/>
                </a:lnTo>
                <a:lnTo>
                  <a:pt x="668" y="7942"/>
                </a:lnTo>
                <a:lnTo>
                  <a:pt x="656" y="7811"/>
                </a:lnTo>
                <a:lnTo>
                  <a:pt x="656" y="1953"/>
                </a:lnTo>
                <a:close/>
                <a:moveTo>
                  <a:pt x="1311" y="0"/>
                </a:moveTo>
                <a:lnTo>
                  <a:pt x="1037" y="12"/>
                </a:lnTo>
                <a:lnTo>
                  <a:pt x="572" y="214"/>
                </a:lnTo>
                <a:lnTo>
                  <a:pt x="227" y="572"/>
                </a:lnTo>
                <a:lnTo>
                  <a:pt x="25" y="1036"/>
                </a:lnTo>
                <a:lnTo>
                  <a:pt x="1" y="1298"/>
                </a:lnTo>
                <a:lnTo>
                  <a:pt x="1" y="7811"/>
                </a:lnTo>
                <a:lnTo>
                  <a:pt x="25" y="8073"/>
                </a:lnTo>
                <a:lnTo>
                  <a:pt x="227" y="8549"/>
                </a:lnTo>
                <a:lnTo>
                  <a:pt x="572" y="8894"/>
                </a:lnTo>
                <a:lnTo>
                  <a:pt x="1037" y="9097"/>
                </a:lnTo>
                <a:lnTo>
                  <a:pt x="1311" y="9121"/>
                </a:lnTo>
                <a:lnTo>
                  <a:pt x="10419" y="9121"/>
                </a:lnTo>
                <a:lnTo>
                  <a:pt x="10693" y="9097"/>
                </a:lnTo>
                <a:lnTo>
                  <a:pt x="11157" y="8894"/>
                </a:lnTo>
                <a:lnTo>
                  <a:pt x="11515" y="8549"/>
                </a:lnTo>
                <a:lnTo>
                  <a:pt x="11705" y="8073"/>
                </a:lnTo>
                <a:lnTo>
                  <a:pt x="11729" y="7811"/>
                </a:lnTo>
                <a:lnTo>
                  <a:pt x="11729" y="1298"/>
                </a:lnTo>
                <a:lnTo>
                  <a:pt x="11705" y="1036"/>
                </a:lnTo>
                <a:lnTo>
                  <a:pt x="11515" y="572"/>
                </a:lnTo>
                <a:lnTo>
                  <a:pt x="11157" y="214"/>
                </a:lnTo>
                <a:lnTo>
                  <a:pt x="10693" y="12"/>
                </a:lnTo>
                <a:lnTo>
                  <a:pt x="10419"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4" name="Google Shape;3364;p176"/>
          <p:cNvSpPr/>
          <p:nvPr/>
        </p:nvSpPr>
        <p:spPr>
          <a:xfrm>
            <a:off x="9285093" y="4511384"/>
            <a:ext cx="607995" cy="540642"/>
          </a:xfrm>
          <a:custGeom>
            <a:rect b="b" l="l" r="r" t="t"/>
            <a:pathLst>
              <a:path extrusionOk="0" h="10419" w="11717">
                <a:moveTo>
                  <a:pt x="6513" y="655"/>
                </a:moveTo>
                <a:lnTo>
                  <a:pt x="6513" y="1953"/>
                </a:lnTo>
                <a:lnTo>
                  <a:pt x="5215" y="1953"/>
                </a:lnTo>
                <a:lnTo>
                  <a:pt x="5215" y="655"/>
                </a:lnTo>
                <a:close/>
                <a:moveTo>
                  <a:pt x="5215" y="0"/>
                </a:moveTo>
                <a:lnTo>
                  <a:pt x="5072" y="12"/>
                </a:lnTo>
                <a:lnTo>
                  <a:pt x="4846" y="107"/>
                </a:lnTo>
                <a:lnTo>
                  <a:pt x="4668" y="286"/>
                </a:lnTo>
                <a:lnTo>
                  <a:pt x="4572" y="524"/>
                </a:lnTo>
                <a:lnTo>
                  <a:pt x="4561" y="655"/>
                </a:lnTo>
                <a:lnTo>
                  <a:pt x="4561" y="1953"/>
                </a:lnTo>
                <a:lnTo>
                  <a:pt x="4572" y="2084"/>
                </a:lnTo>
                <a:lnTo>
                  <a:pt x="4668" y="2322"/>
                </a:lnTo>
                <a:lnTo>
                  <a:pt x="4846" y="2501"/>
                </a:lnTo>
                <a:lnTo>
                  <a:pt x="5072" y="2596"/>
                </a:lnTo>
                <a:lnTo>
                  <a:pt x="5215" y="2608"/>
                </a:lnTo>
                <a:lnTo>
                  <a:pt x="6513" y="2608"/>
                </a:lnTo>
                <a:lnTo>
                  <a:pt x="6644" y="2596"/>
                </a:lnTo>
                <a:lnTo>
                  <a:pt x="6882" y="2501"/>
                </a:lnTo>
                <a:lnTo>
                  <a:pt x="7061" y="2322"/>
                </a:lnTo>
                <a:lnTo>
                  <a:pt x="7156" y="2084"/>
                </a:lnTo>
                <a:lnTo>
                  <a:pt x="7168" y="1953"/>
                </a:lnTo>
                <a:lnTo>
                  <a:pt x="7168" y="655"/>
                </a:lnTo>
                <a:lnTo>
                  <a:pt x="7156" y="524"/>
                </a:lnTo>
                <a:lnTo>
                  <a:pt x="7061" y="286"/>
                </a:lnTo>
                <a:lnTo>
                  <a:pt x="6882" y="107"/>
                </a:lnTo>
                <a:lnTo>
                  <a:pt x="6644" y="12"/>
                </a:lnTo>
                <a:lnTo>
                  <a:pt x="6513" y="0"/>
                </a:lnTo>
                <a:close/>
                <a:moveTo>
                  <a:pt x="5858" y="4560"/>
                </a:moveTo>
                <a:lnTo>
                  <a:pt x="5989" y="4572"/>
                </a:lnTo>
                <a:lnTo>
                  <a:pt x="6227" y="4668"/>
                </a:lnTo>
                <a:lnTo>
                  <a:pt x="6406" y="4846"/>
                </a:lnTo>
                <a:lnTo>
                  <a:pt x="6501" y="5084"/>
                </a:lnTo>
                <a:lnTo>
                  <a:pt x="6513" y="5215"/>
                </a:lnTo>
                <a:lnTo>
                  <a:pt x="6501" y="5346"/>
                </a:lnTo>
                <a:lnTo>
                  <a:pt x="6406" y="5584"/>
                </a:lnTo>
                <a:lnTo>
                  <a:pt x="6227" y="5751"/>
                </a:lnTo>
                <a:lnTo>
                  <a:pt x="5989" y="5858"/>
                </a:lnTo>
                <a:lnTo>
                  <a:pt x="5858" y="5870"/>
                </a:lnTo>
                <a:lnTo>
                  <a:pt x="5727" y="5858"/>
                </a:lnTo>
                <a:lnTo>
                  <a:pt x="5489" y="5751"/>
                </a:lnTo>
                <a:lnTo>
                  <a:pt x="5323" y="5584"/>
                </a:lnTo>
                <a:lnTo>
                  <a:pt x="5215" y="5346"/>
                </a:lnTo>
                <a:lnTo>
                  <a:pt x="5215" y="5215"/>
                </a:lnTo>
                <a:lnTo>
                  <a:pt x="5215" y="5084"/>
                </a:lnTo>
                <a:lnTo>
                  <a:pt x="5323" y="4846"/>
                </a:lnTo>
                <a:lnTo>
                  <a:pt x="5489" y="4668"/>
                </a:lnTo>
                <a:lnTo>
                  <a:pt x="5727" y="4572"/>
                </a:lnTo>
                <a:lnTo>
                  <a:pt x="5858" y="4560"/>
                </a:lnTo>
                <a:close/>
                <a:moveTo>
                  <a:pt x="5858" y="3906"/>
                </a:moveTo>
                <a:lnTo>
                  <a:pt x="5596" y="3929"/>
                </a:lnTo>
                <a:lnTo>
                  <a:pt x="5132" y="4132"/>
                </a:lnTo>
                <a:lnTo>
                  <a:pt x="4775" y="4477"/>
                </a:lnTo>
                <a:lnTo>
                  <a:pt x="4572" y="4941"/>
                </a:lnTo>
                <a:lnTo>
                  <a:pt x="4561" y="5215"/>
                </a:lnTo>
                <a:lnTo>
                  <a:pt x="4572" y="5477"/>
                </a:lnTo>
                <a:lnTo>
                  <a:pt x="4775" y="5942"/>
                </a:lnTo>
                <a:lnTo>
                  <a:pt x="5132" y="6299"/>
                </a:lnTo>
                <a:lnTo>
                  <a:pt x="5596" y="6501"/>
                </a:lnTo>
                <a:lnTo>
                  <a:pt x="5858" y="6513"/>
                </a:lnTo>
                <a:lnTo>
                  <a:pt x="6120" y="6501"/>
                </a:lnTo>
                <a:lnTo>
                  <a:pt x="6597" y="6299"/>
                </a:lnTo>
                <a:lnTo>
                  <a:pt x="6942" y="5942"/>
                </a:lnTo>
                <a:lnTo>
                  <a:pt x="7144" y="5477"/>
                </a:lnTo>
                <a:lnTo>
                  <a:pt x="7168" y="5215"/>
                </a:lnTo>
                <a:lnTo>
                  <a:pt x="7144" y="4941"/>
                </a:lnTo>
                <a:lnTo>
                  <a:pt x="6942" y="4477"/>
                </a:lnTo>
                <a:lnTo>
                  <a:pt x="6597" y="4132"/>
                </a:lnTo>
                <a:lnTo>
                  <a:pt x="6120" y="3929"/>
                </a:lnTo>
                <a:lnTo>
                  <a:pt x="5858" y="3906"/>
                </a:lnTo>
                <a:close/>
                <a:moveTo>
                  <a:pt x="5037" y="7168"/>
                </a:moveTo>
                <a:lnTo>
                  <a:pt x="4727" y="7239"/>
                </a:lnTo>
                <a:lnTo>
                  <a:pt x="4430" y="7359"/>
                </a:lnTo>
                <a:lnTo>
                  <a:pt x="4168" y="7537"/>
                </a:lnTo>
                <a:lnTo>
                  <a:pt x="3953" y="7751"/>
                </a:lnTo>
                <a:lnTo>
                  <a:pt x="3775" y="8013"/>
                </a:lnTo>
                <a:lnTo>
                  <a:pt x="3656" y="8311"/>
                </a:lnTo>
                <a:lnTo>
                  <a:pt x="3584" y="8621"/>
                </a:lnTo>
                <a:lnTo>
                  <a:pt x="3584" y="8799"/>
                </a:lnTo>
                <a:lnTo>
                  <a:pt x="3596" y="8918"/>
                </a:lnTo>
                <a:lnTo>
                  <a:pt x="3775" y="9097"/>
                </a:lnTo>
                <a:lnTo>
                  <a:pt x="3906" y="9121"/>
                </a:lnTo>
                <a:lnTo>
                  <a:pt x="4037" y="9097"/>
                </a:lnTo>
                <a:lnTo>
                  <a:pt x="4215" y="8918"/>
                </a:lnTo>
                <a:lnTo>
                  <a:pt x="4239" y="8799"/>
                </a:lnTo>
                <a:lnTo>
                  <a:pt x="4251" y="8597"/>
                </a:lnTo>
                <a:lnTo>
                  <a:pt x="4394" y="8240"/>
                </a:lnTo>
                <a:lnTo>
                  <a:pt x="4656" y="7978"/>
                </a:lnTo>
                <a:lnTo>
                  <a:pt x="5013" y="7835"/>
                </a:lnTo>
                <a:lnTo>
                  <a:pt x="5215" y="7823"/>
                </a:lnTo>
                <a:lnTo>
                  <a:pt x="6513" y="7823"/>
                </a:lnTo>
                <a:lnTo>
                  <a:pt x="6716" y="7835"/>
                </a:lnTo>
                <a:lnTo>
                  <a:pt x="7061" y="7978"/>
                </a:lnTo>
                <a:lnTo>
                  <a:pt x="7323" y="8240"/>
                </a:lnTo>
                <a:lnTo>
                  <a:pt x="7478" y="8597"/>
                </a:lnTo>
                <a:lnTo>
                  <a:pt x="7490" y="8799"/>
                </a:lnTo>
                <a:lnTo>
                  <a:pt x="7501" y="8918"/>
                </a:lnTo>
                <a:lnTo>
                  <a:pt x="7680" y="9097"/>
                </a:lnTo>
                <a:lnTo>
                  <a:pt x="7811" y="9121"/>
                </a:lnTo>
                <a:lnTo>
                  <a:pt x="7942" y="9097"/>
                </a:lnTo>
                <a:lnTo>
                  <a:pt x="8121" y="8918"/>
                </a:lnTo>
                <a:lnTo>
                  <a:pt x="8144" y="8799"/>
                </a:lnTo>
                <a:lnTo>
                  <a:pt x="8133" y="8621"/>
                </a:lnTo>
                <a:lnTo>
                  <a:pt x="8073" y="8311"/>
                </a:lnTo>
                <a:lnTo>
                  <a:pt x="7942" y="8013"/>
                </a:lnTo>
                <a:lnTo>
                  <a:pt x="7775" y="7751"/>
                </a:lnTo>
                <a:lnTo>
                  <a:pt x="7549" y="7537"/>
                </a:lnTo>
                <a:lnTo>
                  <a:pt x="7287" y="7359"/>
                </a:lnTo>
                <a:lnTo>
                  <a:pt x="7001" y="7239"/>
                </a:lnTo>
                <a:lnTo>
                  <a:pt x="6680" y="7168"/>
                </a:lnTo>
                <a:close/>
                <a:moveTo>
                  <a:pt x="1298" y="1310"/>
                </a:moveTo>
                <a:lnTo>
                  <a:pt x="1036" y="1322"/>
                </a:lnTo>
                <a:lnTo>
                  <a:pt x="572" y="1524"/>
                </a:lnTo>
                <a:lnTo>
                  <a:pt x="215" y="1870"/>
                </a:lnTo>
                <a:lnTo>
                  <a:pt x="24" y="2346"/>
                </a:lnTo>
                <a:lnTo>
                  <a:pt x="0" y="2608"/>
                </a:lnTo>
                <a:lnTo>
                  <a:pt x="0" y="9121"/>
                </a:lnTo>
                <a:lnTo>
                  <a:pt x="24" y="9383"/>
                </a:lnTo>
                <a:lnTo>
                  <a:pt x="215" y="9847"/>
                </a:lnTo>
                <a:lnTo>
                  <a:pt x="572" y="10204"/>
                </a:lnTo>
                <a:lnTo>
                  <a:pt x="1036" y="10407"/>
                </a:lnTo>
                <a:lnTo>
                  <a:pt x="1298" y="10419"/>
                </a:lnTo>
                <a:lnTo>
                  <a:pt x="10419" y="10419"/>
                </a:lnTo>
                <a:lnTo>
                  <a:pt x="10681" y="10407"/>
                </a:lnTo>
                <a:lnTo>
                  <a:pt x="11157" y="10204"/>
                </a:lnTo>
                <a:lnTo>
                  <a:pt x="11502" y="9847"/>
                </a:lnTo>
                <a:lnTo>
                  <a:pt x="11705" y="9383"/>
                </a:lnTo>
                <a:lnTo>
                  <a:pt x="11716" y="9121"/>
                </a:lnTo>
                <a:lnTo>
                  <a:pt x="11716" y="2608"/>
                </a:lnTo>
                <a:lnTo>
                  <a:pt x="11705" y="2346"/>
                </a:lnTo>
                <a:lnTo>
                  <a:pt x="11502" y="1881"/>
                </a:lnTo>
                <a:lnTo>
                  <a:pt x="11157" y="1524"/>
                </a:lnTo>
                <a:lnTo>
                  <a:pt x="10681" y="1322"/>
                </a:lnTo>
                <a:lnTo>
                  <a:pt x="10419" y="1310"/>
                </a:lnTo>
                <a:lnTo>
                  <a:pt x="8144" y="1310"/>
                </a:lnTo>
                <a:lnTo>
                  <a:pt x="8013" y="1322"/>
                </a:lnTo>
                <a:lnTo>
                  <a:pt x="7835" y="1489"/>
                </a:lnTo>
                <a:lnTo>
                  <a:pt x="7811" y="1620"/>
                </a:lnTo>
                <a:lnTo>
                  <a:pt x="7835" y="1739"/>
                </a:lnTo>
                <a:lnTo>
                  <a:pt x="8002" y="1929"/>
                </a:lnTo>
                <a:lnTo>
                  <a:pt x="8121" y="1953"/>
                </a:lnTo>
                <a:lnTo>
                  <a:pt x="10419" y="1953"/>
                </a:lnTo>
                <a:lnTo>
                  <a:pt x="10550" y="1965"/>
                </a:lnTo>
                <a:lnTo>
                  <a:pt x="10788" y="2060"/>
                </a:lnTo>
                <a:lnTo>
                  <a:pt x="10966" y="2239"/>
                </a:lnTo>
                <a:lnTo>
                  <a:pt x="11062" y="2477"/>
                </a:lnTo>
                <a:lnTo>
                  <a:pt x="11073" y="2608"/>
                </a:lnTo>
                <a:lnTo>
                  <a:pt x="11073" y="9121"/>
                </a:lnTo>
                <a:lnTo>
                  <a:pt x="11062" y="9252"/>
                </a:lnTo>
                <a:lnTo>
                  <a:pt x="10966" y="9490"/>
                </a:lnTo>
                <a:lnTo>
                  <a:pt x="10788" y="9668"/>
                </a:lnTo>
                <a:lnTo>
                  <a:pt x="10550" y="9764"/>
                </a:lnTo>
                <a:lnTo>
                  <a:pt x="10419" y="9776"/>
                </a:lnTo>
                <a:lnTo>
                  <a:pt x="1298" y="9776"/>
                </a:lnTo>
                <a:lnTo>
                  <a:pt x="1167" y="9764"/>
                </a:lnTo>
                <a:lnTo>
                  <a:pt x="941" y="9668"/>
                </a:lnTo>
                <a:lnTo>
                  <a:pt x="762" y="9490"/>
                </a:lnTo>
                <a:lnTo>
                  <a:pt x="655" y="9252"/>
                </a:lnTo>
                <a:lnTo>
                  <a:pt x="655" y="9121"/>
                </a:lnTo>
                <a:lnTo>
                  <a:pt x="655" y="2608"/>
                </a:lnTo>
                <a:lnTo>
                  <a:pt x="655" y="2477"/>
                </a:lnTo>
                <a:lnTo>
                  <a:pt x="762" y="2239"/>
                </a:lnTo>
                <a:lnTo>
                  <a:pt x="941" y="2060"/>
                </a:lnTo>
                <a:lnTo>
                  <a:pt x="1167" y="1965"/>
                </a:lnTo>
                <a:lnTo>
                  <a:pt x="1298" y="1953"/>
                </a:lnTo>
                <a:lnTo>
                  <a:pt x="3584" y="1953"/>
                </a:lnTo>
                <a:lnTo>
                  <a:pt x="3715" y="1941"/>
                </a:lnTo>
                <a:lnTo>
                  <a:pt x="3894" y="1762"/>
                </a:lnTo>
                <a:lnTo>
                  <a:pt x="3906" y="1631"/>
                </a:lnTo>
                <a:lnTo>
                  <a:pt x="3894" y="1500"/>
                </a:lnTo>
                <a:lnTo>
                  <a:pt x="3715" y="1322"/>
                </a:lnTo>
                <a:lnTo>
                  <a:pt x="3584" y="131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5" name="Google Shape;3365;p176"/>
          <p:cNvSpPr/>
          <p:nvPr/>
        </p:nvSpPr>
        <p:spPr>
          <a:xfrm>
            <a:off x="6262707" y="4512007"/>
            <a:ext cx="472095" cy="540019"/>
          </a:xfrm>
          <a:custGeom>
            <a:rect b="b" l="l" r="r" t="t"/>
            <a:pathLst>
              <a:path extrusionOk="0" h="10407" w="9098">
                <a:moveTo>
                  <a:pt x="4537" y="643"/>
                </a:moveTo>
                <a:lnTo>
                  <a:pt x="4763" y="655"/>
                </a:lnTo>
                <a:lnTo>
                  <a:pt x="5204" y="726"/>
                </a:lnTo>
                <a:lnTo>
                  <a:pt x="5632" y="881"/>
                </a:lnTo>
                <a:lnTo>
                  <a:pt x="6013" y="1096"/>
                </a:lnTo>
                <a:lnTo>
                  <a:pt x="6192" y="1238"/>
                </a:lnTo>
                <a:lnTo>
                  <a:pt x="6371" y="1381"/>
                </a:lnTo>
                <a:lnTo>
                  <a:pt x="6656" y="1727"/>
                </a:lnTo>
                <a:lnTo>
                  <a:pt x="6883" y="2108"/>
                </a:lnTo>
                <a:lnTo>
                  <a:pt x="7049" y="2524"/>
                </a:lnTo>
                <a:lnTo>
                  <a:pt x="7097" y="2751"/>
                </a:lnTo>
                <a:lnTo>
                  <a:pt x="7180" y="3191"/>
                </a:lnTo>
                <a:lnTo>
                  <a:pt x="7633" y="3263"/>
                </a:lnTo>
                <a:lnTo>
                  <a:pt x="7799" y="3310"/>
                </a:lnTo>
                <a:lnTo>
                  <a:pt x="8109" y="3501"/>
                </a:lnTo>
                <a:lnTo>
                  <a:pt x="8228" y="3632"/>
                </a:lnTo>
                <a:lnTo>
                  <a:pt x="8323" y="3786"/>
                </a:lnTo>
                <a:lnTo>
                  <a:pt x="8430" y="4120"/>
                </a:lnTo>
                <a:lnTo>
                  <a:pt x="8418" y="4298"/>
                </a:lnTo>
                <a:lnTo>
                  <a:pt x="8395" y="4477"/>
                </a:lnTo>
                <a:lnTo>
                  <a:pt x="8240" y="4799"/>
                </a:lnTo>
                <a:lnTo>
                  <a:pt x="8121" y="4929"/>
                </a:lnTo>
                <a:lnTo>
                  <a:pt x="7978" y="5037"/>
                </a:lnTo>
                <a:lnTo>
                  <a:pt x="7656" y="5180"/>
                </a:lnTo>
                <a:lnTo>
                  <a:pt x="7478" y="5203"/>
                </a:lnTo>
                <a:lnTo>
                  <a:pt x="1608" y="5203"/>
                </a:lnTo>
                <a:lnTo>
                  <a:pt x="1429" y="5180"/>
                </a:lnTo>
                <a:lnTo>
                  <a:pt x="1096" y="5037"/>
                </a:lnTo>
                <a:lnTo>
                  <a:pt x="965" y="4929"/>
                </a:lnTo>
                <a:lnTo>
                  <a:pt x="834" y="4799"/>
                </a:lnTo>
                <a:lnTo>
                  <a:pt x="691" y="4477"/>
                </a:lnTo>
                <a:lnTo>
                  <a:pt x="655" y="4298"/>
                </a:lnTo>
                <a:lnTo>
                  <a:pt x="655" y="4120"/>
                </a:lnTo>
                <a:lnTo>
                  <a:pt x="751" y="3786"/>
                </a:lnTo>
                <a:lnTo>
                  <a:pt x="858" y="3632"/>
                </a:lnTo>
                <a:lnTo>
                  <a:pt x="977" y="3501"/>
                </a:lnTo>
                <a:lnTo>
                  <a:pt x="1274" y="3310"/>
                </a:lnTo>
                <a:lnTo>
                  <a:pt x="1453" y="3263"/>
                </a:lnTo>
                <a:lnTo>
                  <a:pt x="1894" y="3191"/>
                </a:lnTo>
                <a:lnTo>
                  <a:pt x="1989" y="2751"/>
                </a:lnTo>
                <a:lnTo>
                  <a:pt x="2036" y="2524"/>
                </a:lnTo>
                <a:lnTo>
                  <a:pt x="2191" y="2108"/>
                </a:lnTo>
                <a:lnTo>
                  <a:pt x="2429" y="1727"/>
                </a:lnTo>
                <a:lnTo>
                  <a:pt x="2715" y="1381"/>
                </a:lnTo>
                <a:lnTo>
                  <a:pt x="2882" y="1238"/>
                </a:lnTo>
                <a:lnTo>
                  <a:pt x="3060" y="1096"/>
                </a:lnTo>
                <a:lnTo>
                  <a:pt x="3453" y="881"/>
                </a:lnTo>
                <a:lnTo>
                  <a:pt x="3870" y="726"/>
                </a:lnTo>
                <a:lnTo>
                  <a:pt x="4311" y="655"/>
                </a:lnTo>
                <a:lnTo>
                  <a:pt x="4537" y="643"/>
                </a:lnTo>
                <a:close/>
                <a:moveTo>
                  <a:pt x="4251" y="0"/>
                </a:moveTo>
                <a:lnTo>
                  <a:pt x="3703" y="95"/>
                </a:lnTo>
                <a:lnTo>
                  <a:pt x="3180" y="286"/>
                </a:lnTo>
                <a:lnTo>
                  <a:pt x="2691" y="560"/>
                </a:lnTo>
                <a:lnTo>
                  <a:pt x="2477" y="738"/>
                </a:lnTo>
                <a:lnTo>
                  <a:pt x="2263" y="917"/>
                </a:lnTo>
                <a:lnTo>
                  <a:pt x="1894" y="1346"/>
                </a:lnTo>
                <a:lnTo>
                  <a:pt x="1608" y="1822"/>
                </a:lnTo>
                <a:lnTo>
                  <a:pt x="1405" y="2346"/>
                </a:lnTo>
                <a:lnTo>
                  <a:pt x="1346" y="2620"/>
                </a:lnTo>
                <a:lnTo>
                  <a:pt x="1048" y="2691"/>
                </a:lnTo>
                <a:lnTo>
                  <a:pt x="536" y="3001"/>
                </a:lnTo>
                <a:lnTo>
                  <a:pt x="334" y="3227"/>
                </a:lnTo>
                <a:lnTo>
                  <a:pt x="167" y="3477"/>
                </a:lnTo>
                <a:lnTo>
                  <a:pt x="0" y="4060"/>
                </a:lnTo>
                <a:lnTo>
                  <a:pt x="0" y="4358"/>
                </a:lnTo>
                <a:lnTo>
                  <a:pt x="12" y="4513"/>
                </a:lnTo>
                <a:lnTo>
                  <a:pt x="96" y="4799"/>
                </a:lnTo>
                <a:lnTo>
                  <a:pt x="310" y="5191"/>
                </a:lnTo>
                <a:lnTo>
                  <a:pt x="512" y="5418"/>
                </a:lnTo>
                <a:lnTo>
                  <a:pt x="751" y="5608"/>
                </a:lnTo>
                <a:lnTo>
                  <a:pt x="1167" y="5787"/>
                </a:lnTo>
                <a:lnTo>
                  <a:pt x="1453" y="5846"/>
                </a:lnTo>
                <a:lnTo>
                  <a:pt x="7633" y="5846"/>
                </a:lnTo>
                <a:lnTo>
                  <a:pt x="7942" y="5787"/>
                </a:lnTo>
                <a:lnTo>
                  <a:pt x="8240" y="5656"/>
                </a:lnTo>
                <a:lnTo>
                  <a:pt x="8502" y="5489"/>
                </a:lnTo>
                <a:lnTo>
                  <a:pt x="8621" y="5370"/>
                </a:lnTo>
                <a:lnTo>
                  <a:pt x="8621" y="5382"/>
                </a:lnTo>
                <a:lnTo>
                  <a:pt x="8740" y="5263"/>
                </a:lnTo>
                <a:lnTo>
                  <a:pt x="8907" y="4989"/>
                </a:lnTo>
                <a:lnTo>
                  <a:pt x="9038" y="4703"/>
                </a:lnTo>
                <a:lnTo>
                  <a:pt x="9097" y="4382"/>
                </a:lnTo>
                <a:lnTo>
                  <a:pt x="9097" y="4227"/>
                </a:lnTo>
                <a:lnTo>
                  <a:pt x="9073" y="3941"/>
                </a:lnTo>
                <a:lnTo>
                  <a:pt x="8883" y="3405"/>
                </a:lnTo>
                <a:lnTo>
                  <a:pt x="8716" y="3167"/>
                </a:lnTo>
                <a:lnTo>
                  <a:pt x="8514" y="2965"/>
                </a:lnTo>
                <a:lnTo>
                  <a:pt x="8014" y="2679"/>
                </a:lnTo>
                <a:lnTo>
                  <a:pt x="7728" y="2620"/>
                </a:lnTo>
                <a:lnTo>
                  <a:pt x="7668" y="2346"/>
                </a:lnTo>
                <a:lnTo>
                  <a:pt x="7466" y="1822"/>
                </a:lnTo>
                <a:lnTo>
                  <a:pt x="7180" y="1346"/>
                </a:lnTo>
                <a:lnTo>
                  <a:pt x="6823" y="917"/>
                </a:lnTo>
                <a:lnTo>
                  <a:pt x="6609" y="738"/>
                </a:lnTo>
                <a:lnTo>
                  <a:pt x="6382" y="560"/>
                </a:lnTo>
                <a:lnTo>
                  <a:pt x="5894" y="286"/>
                </a:lnTo>
                <a:lnTo>
                  <a:pt x="5370" y="95"/>
                </a:lnTo>
                <a:lnTo>
                  <a:pt x="4823" y="0"/>
                </a:lnTo>
                <a:close/>
                <a:moveTo>
                  <a:pt x="2572" y="6489"/>
                </a:moveTo>
                <a:lnTo>
                  <a:pt x="2429" y="6537"/>
                </a:lnTo>
                <a:lnTo>
                  <a:pt x="2346" y="6608"/>
                </a:lnTo>
                <a:lnTo>
                  <a:pt x="2287" y="6716"/>
                </a:lnTo>
                <a:lnTo>
                  <a:pt x="2251" y="6846"/>
                </a:lnTo>
                <a:lnTo>
                  <a:pt x="2298" y="6966"/>
                </a:lnTo>
                <a:lnTo>
                  <a:pt x="3703" y="9835"/>
                </a:lnTo>
                <a:lnTo>
                  <a:pt x="3763" y="9954"/>
                </a:lnTo>
                <a:lnTo>
                  <a:pt x="3942" y="10157"/>
                </a:lnTo>
                <a:lnTo>
                  <a:pt x="4037" y="10240"/>
                </a:lnTo>
                <a:lnTo>
                  <a:pt x="4156" y="10311"/>
                </a:lnTo>
                <a:lnTo>
                  <a:pt x="4406" y="10395"/>
                </a:lnTo>
                <a:lnTo>
                  <a:pt x="4537" y="10407"/>
                </a:lnTo>
                <a:lnTo>
                  <a:pt x="4680" y="10395"/>
                </a:lnTo>
                <a:lnTo>
                  <a:pt x="4930" y="10311"/>
                </a:lnTo>
                <a:lnTo>
                  <a:pt x="5037" y="10240"/>
                </a:lnTo>
                <a:lnTo>
                  <a:pt x="5144" y="10157"/>
                </a:lnTo>
                <a:lnTo>
                  <a:pt x="5311" y="9942"/>
                </a:lnTo>
                <a:lnTo>
                  <a:pt x="5358" y="9835"/>
                </a:lnTo>
                <a:lnTo>
                  <a:pt x="6787" y="6977"/>
                </a:lnTo>
                <a:lnTo>
                  <a:pt x="6811" y="6906"/>
                </a:lnTo>
                <a:lnTo>
                  <a:pt x="6823" y="6823"/>
                </a:lnTo>
                <a:lnTo>
                  <a:pt x="6811" y="6716"/>
                </a:lnTo>
                <a:lnTo>
                  <a:pt x="6752" y="6620"/>
                </a:lnTo>
                <a:lnTo>
                  <a:pt x="6680" y="6549"/>
                </a:lnTo>
                <a:lnTo>
                  <a:pt x="6573" y="6513"/>
                </a:lnTo>
                <a:lnTo>
                  <a:pt x="6466" y="6489"/>
                </a:lnTo>
                <a:lnTo>
                  <a:pt x="6359" y="6537"/>
                </a:lnTo>
                <a:lnTo>
                  <a:pt x="6263" y="6585"/>
                </a:lnTo>
                <a:lnTo>
                  <a:pt x="6204" y="6680"/>
                </a:lnTo>
                <a:lnTo>
                  <a:pt x="4799" y="9549"/>
                </a:lnTo>
                <a:lnTo>
                  <a:pt x="4763" y="9621"/>
                </a:lnTo>
                <a:lnTo>
                  <a:pt x="4692" y="9680"/>
                </a:lnTo>
                <a:lnTo>
                  <a:pt x="4632" y="9716"/>
                </a:lnTo>
                <a:lnTo>
                  <a:pt x="4549" y="9740"/>
                </a:lnTo>
                <a:lnTo>
                  <a:pt x="4465" y="9716"/>
                </a:lnTo>
                <a:lnTo>
                  <a:pt x="4394" y="9680"/>
                </a:lnTo>
                <a:lnTo>
                  <a:pt x="4334" y="9621"/>
                </a:lnTo>
                <a:lnTo>
                  <a:pt x="4287" y="9549"/>
                </a:lnTo>
                <a:lnTo>
                  <a:pt x="2882" y="6680"/>
                </a:lnTo>
                <a:lnTo>
                  <a:pt x="2810" y="6573"/>
                </a:lnTo>
                <a:lnTo>
                  <a:pt x="2691" y="6513"/>
                </a:lnTo>
                <a:lnTo>
                  <a:pt x="2572" y="6489"/>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6" name="Google Shape;3366;p176"/>
          <p:cNvSpPr/>
          <p:nvPr/>
        </p:nvSpPr>
        <p:spPr>
          <a:xfrm>
            <a:off x="8375026" y="2188354"/>
            <a:ext cx="405365" cy="540694"/>
          </a:xfrm>
          <a:custGeom>
            <a:rect b="b" l="l" r="r" t="t"/>
            <a:pathLst>
              <a:path extrusionOk="0" h="10420" w="7812">
                <a:moveTo>
                  <a:pt x="1787" y="656"/>
                </a:moveTo>
                <a:lnTo>
                  <a:pt x="1894" y="668"/>
                </a:lnTo>
                <a:lnTo>
                  <a:pt x="2060" y="739"/>
                </a:lnTo>
                <a:lnTo>
                  <a:pt x="2191" y="870"/>
                </a:lnTo>
                <a:lnTo>
                  <a:pt x="2275" y="1049"/>
                </a:lnTo>
                <a:lnTo>
                  <a:pt x="2275" y="1144"/>
                </a:lnTo>
                <a:lnTo>
                  <a:pt x="2275" y="5216"/>
                </a:lnTo>
                <a:lnTo>
                  <a:pt x="1453" y="5216"/>
                </a:lnTo>
                <a:lnTo>
                  <a:pt x="1298" y="5252"/>
                </a:lnTo>
                <a:lnTo>
                  <a:pt x="1298" y="1144"/>
                </a:lnTo>
                <a:lnTo>
                  <a:pt x="1310" y="1049"/>
                </a:lnTo>
                <a:lnTo>
                  <a:pt x="1382" y="870"/>
                </a:lnTo>
                <a:lnTo>
                  <a:pt x="1513" y="739"/>
                </a:lnTo>
                <a:lnTo>
                  <a:pt x="1691" y="668"/>
                </a:lnTo>
                <a:lnTo>
                  <a:pt x="1787" y="656"/>
                </a:lnTo>
                <a:close/>
                <a:moveTo>
                  <a:pt x="3513" y="3263"/>
                </a:moveTo>
                <a:lnTo>
                  <a:pt x="3692" y="3347"/>
                </a:lnTo>
                <a:lnTo>
                  <a:pt x="3823" y="3478"/>
                </a:lnTo>
                <a:lnTo>
                  <a:pt x="3894" y="3644"/>
                </a:lnTo>
                <a:lnTo>
                  <a:pt x="3906" y="3751"/>
                </a:lnTo>
                <a:lnTo>
                  <a:pt x="3906" y="5395"/>
                </a:lnTo>
                <a:lnTo>
                  <a:pt x="3751" y="5311"/>
                </a:lnTo>
                <a:lnTo>
                  <a:pt x="3430" y="5216"/>
                </a:lnTo>
                <a:lnTo>
                  <a:pt x="2930" y="5216"/>
                </a:lnTo>
                <a:lnTo>
                  <a:pt x="2930" y="3751"/>
                </a:lnTo>
                <a:lnTo>
                  <a:pt x="2930" y="3644"/>
                </a:lnTo>
                <a:lnTo>
                  <a:pt x="3013" y="3478"/>
                </a:lnTo>
                <a:lnTo>
                  <a:pt x="3144" y="3347"/>
                </a:lnTo>
                <a:lnTo>
                  <a:pt x="3311" y="3263"/>
                </a:lnTo>
                <a:close/>
                <a:moveTo>
                  <a:pt x="5037" y="3906"/>
                </a:moveTo>
                <a:lnTo>
                  <a:pt x="5144" y="3918"/>
                </a:lnTo>
                <a:lnTo>
                  <a:pt x="5323" y="3990"/>
                </a:lnTo>
                <a:lnTo>
                  <a:pt x="5454" y="4121"/>
                </a:lnTo>
                <a:lnTo>
                  <a:pt x="5525" y="4299"/>
                </a:lnTo>
                <a:lnTo>
                  <a:pt x="5525" y="4394"/>
                </a:lnTo>
                <a:lnTo>
                  <a:pt x="5525" y="5704"/>
                </a:lnTo>
                <a:lnTo>
                  <a:pt x="5525" y="5799"/>
                </a:lnTo>
                <a:lnTo>
                  <a:pt x="5454" y="5978"/>
                </a:lnTo>
                <a:lnTo>
                  <a:pt x="5323" y="6109"/>
                </a:lnTo>
                <a:lnTo>
                  <a:pt x="5144" y="6180"/>
                </a:lnTo>
                <a:lnTo>
                  <a:pt x="5037" y="6192"/>
                </a:lnTo>
                <a:lnTo>
                  <a:pt x="4942" y="6180"/>
                </a:lnTo>
                <a:lnTo>
                  <a:pt x="4763" y="6109"/>
                </a:lnTo>
                <a:lnTo>
                  <a:pt x="4632" y="5978"/>
                </a:lnTo>
                <a:lnTo>
                  <a:pt x="4561" y="5799"/>
                </a:lnTo>
                <a:lnTo>
                  <a:pt x="4549" y="5704"/>
                </a:lnTo>
                <a:lnTo>
                  <a:pt x="4549" y="4394"/>
                </a:lnTo>
                <a:lnTo>
                  <a:pt x="4561" y="4299"/>
                </a:lnTo>
                <a:lnTo>
                  <a:pt x="4632" y="4121"/>
                </a:lnTo>
                <a:lnTo>
                  <a:pt x="4763" y="3990"/>
                </a:lnTo>
                <a:lnTo>
                  <a:pt x="4942" y="3918"/>
                </a:lnTo>
                <a:lnTo>
                  <a:pt x="5037" y="3906"/>
                </a:lnTo>
                <a:close/>
                <a:moveTo>
                  <a:pt x="6668" y="4561"/>
                </a:moveTo>
                <a:lnTo>
                  <a:pt x="6776" y="4573"/>
                </a:lnTo>
                <a:lnTo>
                  <a:pt x="6942" y="4645"/>
                </a:lnTo>
                <a:lnTo>
                  <a:pt x="7073" y="4775"/>
                </a:lnTo>
                <a:lnTo>
                  <a:pt x="7157" y="4954"/>
                </a:lnTo>
                <a:lnTo>
                  <a:pt x="7157" y="5049"/>
                </a:lnTo>
                <a:lnTo>
                  <a:pt x="7157" y="6192"/>
                </a:lnTo>
                <a:lnTo>
                  <a:pt x="7157" y="6288"/>
                </a:lnTo>
                <a:lnTo>
                  <a:pt x="7073" y="6466"/>
                </a:lnTo>
                <a:lnTo>
                  <a:pt x="6942" y="6597"/>
                </a:lnTo>
                <a:lnTo>
                  <a:pt x="6776" y="6669"/>
                </a:lnTo>
                <a:lnTo>
                  <a:pt x="6668" y="6681"/>
                </a:lnTo>
                <a:lnTo>
                  <a:pt x="6573" y="6669"/>
                </a:lnTo>
                <a:lnTo>
                  <a:pt x="6395" y="6597"/>
                </a:lnTo>
                <a:lnTo>
                  <a:pt x="6264" y="6466"/>
                </a:lnTo>
                <a:lnTo>
                  <a:pt x="6192" y="6288"/>
                </a:lnTo>
                <a:lnTo>
                  <a:pt x="6180" y="6192"/>
                </a:lnTo>
                <a:lnTo>
                  <a:pt x="6180" y="5049"/>
                </a:lnTo>
                <a:lnTo>
                  <a:pt x="6192" y="4954"/>
                </a:lnTo>
                <a:lnTo>
                  <a:pt x="6264" y="4775"/>
                </a:lnTo>
                <a:lnTo>
                  <a:pt x="6395" y="4645"/>
                </a:lnTo>
                <a:lnTo>
                  <a:pt x="6573" y="4573"/>
                </a:lnTo>
                <a:lnTo>
                  <a:pt x="6668" y="4561"/>
                </a:lnTo>
                <a:close/>
                <a:moveTo>
                  <a:pt x="3251" y="5859"/>
                </a:moveTo>
                <a:lnTo>
                  <a:pt x="3382" y="5871"/>
                </a:lnTo>
                <a:lnTo>
                  <a:pt x="3620" y="5966"/>
                </a:lnTo>
                <a:lnTo>
                  <a:pt x="3799" y="6145"/>
                </a:lnTo>
                <a:lnTo>
                  <a:pt x="3894" y="6383"/>
                </a:lnTo>
                <a:lnTo>
                  <a:pt x="3906" y="6514"/>
                </a:lnTo>
                <a:lnTo>
                  <a:pt x="3894" y="6645"/>
                </a:lnTo>
                <a:lnTo>
                  <a:pt x="3799" y="6883"/>
                </a:lnTo>
                <a:lnTo>
                  <a:pt x="3620" y="7062"/>
                </a:lnTo>
                <a:lnTo>
                  <a:pt x="3382" y="7157"/>
                </a:lnTo>
                <a:lnTo>
                  <a:pt x="3251" y="7169"/>
                </a:lnTo>
                <a:lnTo>
                  <a:pt x="2275" y="7169"/>
                </a:lnTo>
                <a:lnTo>
                  <a:pt x="2144" y="7181"/>
                </a:lnTo>
                <a:lnTo>
                  <a:pt x="1965" y="7359"/>
                </a:lnTo>
                <a:lnTo>
                  <a:pt x="1953" y="7490"/>
                </a:lnTo>
                <a:lnTo>
                  <a:pt x="1965" y="7621"/>
                </a:lnTo>
                <a:lnTo>
                  <a:pt x="2144" y="7800"/>
                </a:lnTo>
                <a:lnTo>
                  <a:pt x="2275" y="7824"/>
                </a:lnTo>
                <a:lnTo>
                  <a:pt x="3251" y="7824"/>
                </a:lnTo>
                <a:lnTo>
                  <a:pt x="3489" y="7800"/>
                </a:lnTo>
                <a:lnTo>
                  <a:pt x="3918" y="7633"/>
                </a:lnTo>
                <a:lnTo>
                  <a:pt x="4263" y="7347"/>
                </a:lnTo>
                <a:lnTo>
                  <a:pt x="4489" y="6943"/>
                </a:lnTo>
                <a:lnTo>
                  <a:pt x="4537" y="6716"/>
                </a:lnTo>
                <a:lnTo>
                  <a:pt x="4644" y="6764"/>
                </a:lnTo>
                <a:lnTo>
                  <a:pt x="4894" y="6835"/>
                </a:lnTo>
                <a:lnTo>
                  <a:pt x="5037" y="6847"/>
                </a:lnTo>
                <a:lnTo>
                  <a:pt x="5204" y="6835"/>
                </a:lnTo>
                <a:lnTo>
                  <a:pt x="5502" y="6740"/>
                </a:lnTo>
                <a:lnTo>
                  <a:pt x="5644" y="6669"/>
                </a:lnTo>
                <a:lnTo>
                  <a:pt x="5716" y="6812"/>
                </a:lnTo>
                <a:lnTo>
                  <a:pt x="5918" y="7050"/>
                </a:lnTo>
                <a:lnTo>
                  <a:pt x="6192" y="7228"/>
                </a:lnTo>
                <a:lnTo>
                  <a:pt x="6502" y="7324"/>
                </a:lnTo>
                <a:lnTo>
                  <a:pt x="6668" y="7335"/>
                </a:lnTo>
                <a:lnTo>
                  <a:pt x="6799" y="7324"/>
                </a:lnTo>
                <a:lnTo>
                  <a:pt x="7049" y="7264"/>
                </a:lnTo>
                <a:lnTo>
                  <a:pt x="7157" y="7216"/>
                </a:lnTo>
                <a:lnTo>
                  <a:pt x="7157" y="7812"/>
                </a:lnTo>
                <a:lnTo>
                  <a:pt x="7145" y="8026"/>
                </a:lnTo>
                <a:lnTo>
                  <a:pt x="7061" y="8407"/>
                </a:lnTo>
                <a:lnTo>
                  <a:pt x="6906" y="8764"/>
                </a:lnTo>
                <a:lnTo>
                  <a:pt x="6668" y="9074"/>
                </a:lnTo>
                <a:lnTo>
                  <a:pt x="6395" y="9336"/>
                </a:lnTo>
                <a:lnTo>
                  <a:pt x="6061" y="9538"/>
                </a:lnTo>
                <a:lnTo>
                  <a:pt x="5692" y="9681"/>
                </a:lnTo>
                <a:lnTo>
                  <a:pt x="5311" y="9764"/>
                </a:lnTo>
                <a:lnTo>
                  <a:pt x="3334" y="9764"/>
                </a:lnTo>
                <a:lnTo>
                  <a:pt x="3073" y="9752"/>
                </a:lnTo>
                <a:lnTo>
                  <a:pt x="2584" y="9633"/>
                </a:lnTo>
                <a:lnTo>
                  <a:pt x="2346" y="9514"/>
                </a:lnTo>
                <a:lnTo>
                  <a:pt x="1108" y="8836"/>
                </a:lnTo>
                <a:lnTo>
                  <a:pt x="1001" y="8764"/>
                </a:lnTo>
                <a:lnTo>
                  <a:pt x="834" y="8598"/>
                </a:lnTo>
                <a:lnTo>
                  <a:pt x="715" y="8395"/>
                </a:lnTo>
                <a:lnTo>
                  <a:pt x="655" y="8169"/>
                </a:lnTo>
                <a:lnTo>
                  <a:pt x="644" y="8038"/>
                </a:lnTo>
                <a:lnTo>
                  <a:pt x="644" y="6835"/>
                </a:lnTo>
                <a:lnTo>
                  <a:pt x="655" y="6645"/>
                </a:lnTo>
                <a:lnTo>
                  <a:pt x="810" y="6288"/>
                </a:lnTo>
                <a:lnTo>
                  <a:pt x="1072" y="6026"/>
                </a:lnTo>
                <a:lnTo>
                  <a:pt x="1429" y="5871"/>
                </a:lnTo>
                <a:lnTo>
                  <a:pt x="1620" y="5859"/>
                </a:lnTo>
                <a:close/>
                <a:moveTo>
                  <a:pt x="1787" y="1"/>
                </a:moveTo>
                <a:lnTo>
                  <a:pt x="1560" y="25"/>
                </a:lnTo>
                <a:lnTo>
                  <a:pt x="1144" y="191"/>
                </a:lnTo>
                <a:lnTo>
                  <a:pt x="834" y="501"/>
                </a:lnTo>
                <a:lnTo>
                  <a:pt x="667" y="918"/>
                </a:lnTo>
                <a:lnTo>
                  <a:pt x="644" y="1144"/>
                </a:lnTo>
                <a:lnTo>
                  <a:pt x="644" y="5538"/>
                </a:lnTo>
                <a:lnTo>
                  <a:pt x="501" y="5657"/>
                </a:lnTo>
                <a:lnTo>
                  <a:pt x="263" y="5942"/>
                </a:lnTo>
                <a:lnTo>
                  <a:pt x="96" y="6276"/>
                </a:lnTo>
                <a:lnTo>
                  <a:pt x="1" y="6645"/>
                </a:lnTo>
                <a:lnTo>
                  <a:pt x="1" y="6847"/>
                </a:lnTo>
                <a:lnTo>
                  <a:pt x="1" y="8050"/>
                </a:lnTo>
                <a:lnTo>
                  <a:pt x="12" y="8252"/>
                </a:lnTo>
                <a:lnTo>
                  <a:pt x="120" y="8657"/>
                </a:lnTo>
                <a:lnTo>
                  <a:pt x="322" y="9002"/>
                </a:lnTo>
                <a:lnTo>
                  <a:pt x="620" y="9300"/>
                </a:lnTo>
                <a:lnTo>
                  <a:pt x="798" y="9407"/>
                </a:lnTo>
                <a:lnTo>
                  <a:pt x="2037" y="10086"/>
                </a:lnTo>
                <a:lnTo>
                  <a:pt x="2334" y="10241"/>
                </a:lnTo>
                <a:lnTo>
                  <a:pt x="3001" y="10407"/>
                </a:lnTo>
                <a:lnTo>
                  <a:pt x="3334" y="10419"/>
                </a:lnTo>
                <a:lnTo>
                  <a:pt x="5382" y="10419"/>
                </a:lnTo>
                <a:lnTo>
                  <a:pt x="5906" y="10312"/>
                </a:lnTo>
                <a:lnTo>
                  <a:pt x="6395" y="10122"/>
                </a:lnTo>
                <a:lnTo>
                  <a:pt x="6823" y="9836"/>
                </a:lnTo>
                <a:lnTo>
                  <a:pt x="7192" y="9491"/>
                </a:lnTo>
                <a:lnTo>
                  <a:pt x="7478" y="9074"/>
                </a:lnTo>
                <a:lnTo>
                  <a:pt x="7692" y="8609"/>
                </a:lnTo>
                <a:lnTo>
                  <a:pt x="7800" y="8109"/>
                </a:lnTo>
                <a:lnTo>
                  <a:pt x="7811" y="7847"/>
                </a:lnTo>
                <a:lnTo>
                  <a:pt x="7811" y="5049"/>
                </a:lnTo>
                <a:lnTo>
                  <a:pt x="7800" y="4811"/>
                </a:lnTo>
                <a:lnTo>
                  <a:pt x="7621" y="4406"/>
                </a:lnTo>
                <a:lnTo>
                  <a:pt x="7311" y="4097"/>
                </a:lnTo>
                <a:lnTo>
                  <a:pt x="6906" y="3930"/>
                </a:lnTo>
                <a:lnTo>
                  <a:pt x="6668" y="3906"/>
                </a:lnTo>
                <a:lnTo>
                  <a:pt x="6525" y="3918"/>
                </a:lnTo>
                <a:lnTo>
                  <a:pt x="6252" y="3990"/>
                </a:lnTo>
                <a:lnTo>
                  <a:pt x="6133" y="4049"/>
                </a:lnTo>
                <a:lnTo>
                  <a:pt x="6061" y="3882"/>
                </a:lnTo>
                <a:lnTo>
                  <a:pt x="5859" y="3597"/>
                </a:lnTo>
                <a:lnTo>
                  <a:pt x="5573" y="3382"/>
                </a:lnTo>
                <a:lnTo>
                  <a:pt x="5228" y="3263"/>
                </a:lnTo>
                <a:lnTo>
                  <a:pt x="4894" y="3263"/>
                </a:lnTo>
                <a:lnTo>
                  <a:pt x="4632" y="3335"/>
                </a:lnTo>
                <a:lnTo>
                  <a:pt x="4501" y="3394"/>
                </a:lnTo>
                <a:lnTo>
                  <a:pt x="4442" y="3228"/>
                </a:lnTo>
                <a:lnTo>
                  <a:pt x="4227" y="2942"/>
                </a:lnTo>
                <a:lnTo>
                  <a:pt x="3942" y="2739"/>
                </a:lnTo>
                <a:lnTo>
                  <a:pt x="3608" y="2620"/>
                </a:lnTo>
                <a:lnTo>
                  <a:pt x="3418" y="2608"/>
                </a:lnTo>
                <a:lnTo>
                  <a:pt x="3287" y="2608"/>
                </a:lnTo>
                <a:lnTo>
                  <a:pt x="3049" y="2668"/>
                </a:lnTo>
                <a:lnTo>
                  <a:pt x="2930" y="2716"/>
                </a:lnTo>
                <a:lnTo>
                  <a:pt x="2930" y="1144"/>
                </a:lnTo>
                <a:lnTo>
                  <a:pt x="2918" y="906"/>
                </a:lnTo>
                <a:lnTo>
                  <a:pt x="2739" y="501"/>
                </a:lnTo>
                <a:lnTo>
                  <a:pt x="2430" y="191"/>
                </a:lnTo>
                <a:lnTo>
                  <a:pt x="2025" y="25"/>
                </a:lnTo>
                <a:lnTo>
                  <a:pt x="1787"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7" name="Google Shape;3367;p176"/>
          <p:cNvSpPr/>
          <p:nvPr/>
        </p:nvSpPr>
        <p:spPr>
          <a:xfrm>
            <a:off x="2172098" y="2222341"/>
            <a:ext cx="473341" cy="473341"/>
          </a:xfrm>
          <a:custGeom>
            <a:rect b="b" l="l" r="r" t="t"/>
            <a:pathLst>
              <a:path extrusionOk="0" h="9122" w="9122">
                <a:moveTo>
                  <a:pt x="1799" y="656"/>
                </a:moveTo>
                <a:lnTo>
                  <a:pt x="1858" y="668"/>
                </a:lnTo>
                <a:lnTo>
                  <a:pt x="1954" y="751"/>
                </a:lnTo>
                <a:lnTo>
                  <a:pt x="1954" y="810"/>
                </a:lnTo>
                <a:lnTo>
                  <a:pt x="1954" y="1787"/>
                </a:lnTo>
                <a:lnTo>
                  <a:pt x="1954" y="1858"/>
                </a:lnTo>
                <a:lnTo>
                  <a:pt x="1858" y="1942"/>
                </a:lnTo>
                <a:lnTo>
                  <a:pt x="1799" y="1953"/>
                </a:lnTo>
                <a:lnTo>
                  <a:pt x="822" y="1953"/>
                </a:lnTo>
                <a:lnTo>
                  <a:pt x="751" y="1942"/>
                </a:lnTo>
                <a:lnTo>
                  <a:pt x="668" y="1858"/>
                </a:lnTo>
                <a:lnTo>
                  <a:pt x="656" y="1787"/>
                </a:lnTo>
                <a:lnTo>
                  <a:pt x="656" y="810"/>
                </a:lnTo>
                <a:lnTo>
                  <a:pt x="668" y="751"/>
                </a:lnTo>
                <a:lnTo>
                  <a:pt x="751" y="668"/>
                </a:lnTo>
                <a:lnTo>
                  <a:pt x="822" y="656"/>
                </a:lnTo>
                <a:close/>
                <a:moveTo>
                  <a:pt x="5049" y="656"/>
                </a:moveTo>
                <a:lnTo>
                  <a:pt x="5121" y="668"/>
                </a:lnTo>
                <a:lnTo>
                  <a:pt x="5204" y="751"/>
                </a:lnTo>
                <a:lnTo>
                  <a:pt x="5216" y="810"/>
                </a:lnTo>
                <a:lnTo>
                  <a:pt x="5216" y="1787"/>
                </a:lnTo>
                <a:lnTo>
                  <a:pt x="5204" y="1858"/>
                </a:lnTo>
                <a:lnTo>
                  <a:pt x="5121" y="1942"/>
                </a:lnTo>
                <a:lnTo>
                  <a:pt x="5049" y="1953"/>
                </a:lnTo>
                <a:lnTo>
                  <a:pt x="4073" y="1953"/>
                </a:lnTo>
                <a:lnTo>
                  <a:pt x="4013" y="1942"/>
                </a:lnTo>
                <a:lnTo>
                  <a:pt x="3918" y="1858"/>
                </a:lnTo>
                <a:lnTo>
                  <a:pt x="3918" y="1787"/>
                </a:lnTo>
                <a:lnTo>
                  <a:pt x="3918" y="810"/>
                </a:lnTo>
                <a:lnTo>
                  <a:pt x="3918" y="751"/>
                </a:lnTo>
                <a:lnTo>
                  <a:pt x="4013" y="668"/>
                </a:lnTo>
                <a:lnTo>
                  <a:pt x="4073" y="656"/>
                </a:lnTo>
                <a:close/>
                <a:moveTo>
                  <a:pt x="8312" y="656"/>
                </a:moveTo>
                <a:lnTo>
                  <a:pt x="8371" y="668"/>
                </a:lnTo>
                <a:lnTo>
                  <a:pt x="8455" y="751"/>
                </a:lnTo>
                <a:lnTo>
                  <a:pt x="8467" y="810"/>
                </a:lnTo>
                <a:lnTo>
                  <a:pt x="8467" y="1787"/>
                </a:lnTo>
                <a:lnTo>
                  <a:pt x="8455" y="1858"/>
                </a:lnTo>
                <a:lnTo>
                  <a:pt x="8371" y="1942"/>
                </a:lnTo>
                <a:lnTo>
                  <a:pt x="8312" y="1953"/>
                </a:lnTo>
                <a:lnTo>
                  <a:pt x="7335" y="1953"/>
                </a:lnTo>
                <a:lnTo>
                  <a:pt x="7264" y="1942"/>
                </a:lnTo>
                <a:lnTo>
                  <a:pt x="7181" y="1858"/>
                </a:lnTo>
                <a:lnTo>
                  <a:pt x="7169" y="1787"/>
                </a:lnTo>
                <a:lnTo>
                  <a:pt x="7169" y="810"/>
                </a:lnTo>
                <a:lnTo>
                  <a:pt x="7181" y="751"/>
                </a:lnTo>
                <a:lnTo>
                  <a:pt x="7264" y="668"/>
                </a:lnTo>
                <a:lnTo>
                  <a:pt x="7335" y="656"/>
                </a:lnTo>
                <a:close/>
                <a:moveTo>
                  <a:pt x="822" y="1"/>
                </a:moveTo>
                <a:lnTo>
                  <a:pt x="656" y="13"/>
                </a:lnTo>
                <a:lnTo>
                  <a:pt x="358" y="132"/>
                </a:lnTo>
                <a:lnTo>
                  <a:pt x="144" y="358"/>
                </a:lnTo>
                <a:lnTo>
                  <a:pt x="13" y="644"/>
                </a:lnTo>
                <a:lnTo>
                  <a:pt x="1" y="810"/>
                </a:lnTo>
                <a:lnTo>
                  <a:pt x="1" y="1787"/>
                </a:lnTo>
                <a:lnTo>
                  <a:pt x="13" y="1953"/>
                </a:lnTo>
                <a:lnTo>
                  <a:pt x="144" y="2251"/>
                </a:lnTo>
                <a:lnTo>
                  <a:pt x="358" y="2465"/>
                </a:lnTo>
                <a:lnTo>
                  <a:pt x="656" y="2596"/>
                </a:lnTo>
                <a:lnTo>
                  <a:pt x="822" y="2608"/>
                </a:lnTo>
                <a:lnTo>
                  <a:pt x="1799" y="2608"/>
                </a:lnTo>
                <a:lnTo>
                  <a:pt x="1965" y="2596"/>
                </a:lnTo>
                <a:lnTo>
                  <a:pt x="2251" y="2465"/>
                </a:lnTo>
                <a:lnTo>
                  <a:pt x="2477" y="2251"/>
                </a:lnTo>
                <a:lnTo>
                  <a:pt x="2597" y="1953"/>
                </a:lnTo>
                <a:lnTo>
                  <a:pt x="2608" y="1787"/>
                </a:lnTo>
                <a:lnTo>
                  <a:pt x="2608" y="810"/>
                </a:lnTo>
                <a:lnTo>
                  <a:pt x="2597" y="644"/>
                </a:lnTo>
                <a:lnTo>
                  <a:pt x="2477" y="358"/>
                </a:lnTo>
                <a:lnTo>
                  <a:pt x="2251" y="132"/>
                </a:lnTo>
                <a:lnTo>
                  <a:pt x="1965" y="13"/>
                </a:lnTo>
                <a:lnTo>
                  <a:pt x="1799" y="1"/>
                </a:lnTo>
                <a:close/>
                <a:moveTo>
                  <a:pt x="4073" y="1"/>
                </a:moveTo>
                <a:lnTo>
                  <a:pt x="3906" y="13"/>
                </a:lnTo>
                <a:lnTo>
                  <a:pt x="3620" y="132"/>
                </a:lnTo>
                <a:lnTo>
                  <a:pt x="3394" y="358"/>
                </a:lnTo>
                <a:lnTo>
                  <a:pt x="3275" y="656"/>
                </a:lnTo>
                <a:lnTo>
                  <a:pt x="3263" y="822"/>
                </a:lnTo>
                <a:lnTo>
                  <a:pt x="3263" y="1799"/>
                </a:lnTo>
                <a:lnTo>
                  <a:pt x="3275" y="1953"/>
                </a:lnTo>
                <a:lnTo>
                  <a:pt x="3394" y="2251"/>
                </a:lnTo>
                <a:lnTo>
                  <a:pt x="3620" y="2477"/>
                </a:lnTo>
                <a:lnTo>
                  <a:pt x="3906" y="2596"/>
                </a:lnTo>
                <a:lnTo>
                  <a:pt x="4073" y="2608"/>
                </a:lnTo>
                <a:lnTo>
                  <a:pt x="5049" y="2608"/>
                </a:lnTo>
                <a:lnTo>
                  <a:pt x="5216" y="2596"/>
                </a:lnTo>
                <a:lnTo>
                  <a:pt x="5514" y="2477"/>
                </a:lnTo>
                <a:lnTo>
                  <a:pt x="5728" y="2251"/>
                </a:lnTo>
                <a:lnTo>
                  <a:pt x="5859" y="1953"/>
                </a:lnTo>
                <a:lnTo>
                  <a:pt x="5871" y="1799"/>
                </a:lnTo>
                <a:lnTo>
                  <a:pt x="5871" y="822"/>
                </a:lnTo>
                <a:lnTo>
                  <a:pt x="5859" y="656"/>
                </a:lnTo>
                <a:lnTo>
                  <a:pt x="5728" y="358"/>
                </a:lnTo>
                <a:lnTo>
                  <a:pt x="5514" y="132"/>
                </a:lnTo>
                <a:lnTo>
                  <a:pt x="5216" y="13"/>
                </a:lnTo>
                <a:lnTo>
                  <a:pt x="5049" y="1"/>
                </a:lnTo>
                <a:close/>
                <a:moveTo>
                  <a:pt x="7335" y="1"/>
                </a:moveTo>
                <a:lnTo>
                  <a:pt x="7169" y="13"/>
                </a:lnTo>
                <a:lnTo>
                  <a:pt x="6871" y="132"/>
                </a:lnTo>
                <a:lnTo>
                  <a:pt x="6645" y="358"/>
                </a:lnTo>
                <a:lnTo>
                  <a:pt x="6526" y="644"/>
                </a:lnTo>
                <a:lnTo>
                  <a:pt x="6514" y="810"/>
                </a:lnTo>
                <a:lnTo>
                  <a:pt x="6514" y="1787"/>
                </a:lnTo>
                <a:lnTo>
                  <a:pt x="6526" y="1953"/>
                </a:lnTo>
                <a:lnTo>
                  <a:pt x="6645" y="2251"/>
                </a:lnTo>
                <a:lnTo>
                  <a:pt x="6871" y="2465"/>
                </a:lnTo>
                <a:lnTo>
                  <a:pt x="7169" y="2596"/>
                </a:lnTo>
                <a:lnTo>
                  <a:pt x="7335" y="2608"/>
                </a:lnTo>
                <a:lnTo>
                  <a:pt x="8312" y="2608"/>
                </a:lnTo>
                <a:lnTo>
                  <a:pt x="8467" y="2596"/>
                </a:lnTo>
                <a:lnTo>
                  <a:pt x="8764" y="2465"/>
                </a:lnTo>
                <a:lnTo>
                  <a:pt x="8990" y="2251"/>
                </a:lnTo>
                <a:lnTo>
                  <a:pt x="9110" y="1953"/>
                </a:lnTo>
                <a:lnTo>
                  <a:pt x="9121" y="1787"/>
                </a:lnTo>
                <a:lnTo>
                  <a:pt x="9121" y="810"/>
                </a:lnTo>
                <a:lnTo>
                  <a:pt x="9110" y="644"/>
                </a:lnTo>
                <a:lnTo>
                  <a:pt x="8990" y="358"/>
                </a:lnTo>
                <a:lnTo>
                  <a:pt x="8764" y="132"/>
                </a:lnTo>
                <a:lnTo>
                  <a:pt x="8467" y="13"/>
                </a:lnTo>
                <a:lnTo>
                  <a:pt x="8312" y="1"/>
                </a:lnTo>
                <a:close/>
                <a:moveTo>
                  <a:pt x="8312" y="3906"/>
                </a:moveTo>
                <a:lnTo>
                  <a:pt x="8371" y="3918"/>
                </a:lnTo>
                <a:lnTo>
                  <a:pt x="8455" y="4001"/>
                </a:lnTo>
                <a:lnTo>
                  <a:pt x="8467" y="4073"/>
                </a:lnTo>
                <a:lnTo>
                  <a:pt x="8467" y="5049"/>
                </a:lnTo>
                <a:lnTo>
                  <a:pt x="8455" y="5109"/>
                </a:lnTo>
                <a:lnTo>
                  <a:pt x="8371" y="5204"/>
                </a:lnTo>
                <a:lnTo>
                  <a:pt x="7264" y="5204"/>
                </a:lnTo>
                <a:lnTo>
                  <a:pt x="7181" y="5109"/>
                </a:lnTo>
                <a:lnTo>
                  <a:pt x="7169" y="5049"/>
                </a:lnTo>
                <a:lnTo>
                  <a:pt x="7169" y="4073"/>
                </a:lnTo>
                <a:lnTo>
                  <a:pt x="7181" y="4001"/>
                </a:lnTo>
                <a:lnTo>
                  <a:pt x="7264" y="3918"/>
                </a:lnTo>
                <a:lnTo>
                  <a:pt x="7335" y="3906"/>
                </a:lnTo>
                <a:close/>
                <a:moveTo>
                  <a:pt x="1799" y="3906"/>
                </a:moveTo>
                <a:lnTo>
                  <a:pt x="1858" y="3918"/>
                </a:lnTo>
                <a:lnTo>
                  <a:pt x="1954" y="4001"/>
                </a:lnTo>
                <a:lnTo>
                  <a:pt x="1954" y="4073"/>
                </a:lnTo>
                <a:lnTo>
                  <a:pt x="1954" y="5049"/>
                </a:lnTo>
                <a:lnTo>
                  <a:pt x="1954" y="5109"/>
                </a:lnTo>
                <a:lnTo>
                  <a:pt x="1858" y="5204"/>
                </a:lnTo>
                <a:lnTo>
                  <a:pt x="1799" y="5216"/>
                </a:lnTo>
                <a:lnTo>
                  <a:pt x="822" y="5216"/>
                </a:lnTo>
                <a:lnTo>
                  <a:pt x="751" y="5204"/>
                </a:lnTo>
                <a:lnTo>
                  <a:pt x="668" y="5109"/>
                </a:lnTo>
                <a:lnTo>
                  <a:pt x="656" y="5049"/>
                </a:lnTo>
                <a:lnTo>
                  <a:pt x="656" y="4073"/>
                </a:lnTo>
                <a:lnTo>
                  <a:pt x="668" y="4001"/>
                </a:lnTo>
                <a:lnTo>
                  <a:pt x="751" y="3918"/>
                </a:lnTo>
                <a:lnTo>
                  <a:pt x="822" y="3906"/>
                </a:lnTo>
                <a:close/>
                <a:moveTo>
                  <a:pt x="5049" y="3906"/>
                </a:moveTo>
                <a:lnTo>
                  <a:pt x="5109" y="3918"/>
                </a:lnTo>
                <a:lnTo>
                  <a:pt x="5204" y="4001"/>
                </a:lnTo>
                <a:lnTo>
                  <a:pt x="5216" y="4073"/>
                </a:lnTo>
                <a:lnTo>
                  <a:pt x="5216" y="5049"/>
                </a:lnTo>
                <a:lnTo>
                  <a:pt x="5204" y="5109"/>
                </a:lnTo>
                <a:lnTo>
                  <a:pt x="5109" y="5204"/>
                </a:lnTo>
                <a:lnTo>
                  <a:pt x="5049" y="5216"/>
                </a:lnTo>
                <a:lnTo>
                  <a:pt x="4073" y="5216"/>
                </a:lnTo>
                <a:lnTo>
                  <a:pt x="4013" y="5204"/>
                </a:lnTo>
                <a:lnTo>
                  <a:pt x="3918" y="5109"/>
                </a:lnTo>
                <a:lnTo>
                  <a:pt x="3906" y="5049"/>
                </a:lnTo>
                <a:lnTo>
                  <a:pt x="3906" y="4073"/>
                </a:lnTo>
                <a:lnTo>
                  <a:pt x="3918" y="4001"/>
                </a:lnTo>
                <a:lnTo>
                  <a:pt x="4013" y="3918"/>
                </a:lnTo>
                <a:lnTo>
                  <a:pt x="4073" y="3906"/>
                </a:lnTo>
                <a:close/>
                <a:moveTo>
                  <a:pt x="656" y="3263"/>
                </a:moveTo>
                <a:lnTo>
                  <a:pt x="358" y="3394"/>
                </a:lnTo>
                <a:lnTo>
                  <a:pt x="144" y="3608"/>
                </a:lnTo>
                <a:lnTo>
                  <a:pt x="13" y="3906"/>
                </a:lnTo>
                <a:lnTo>
                  <a:pt x="1" y="4073"/>
                </a:lnTo>
                <a:lnTo>
                  <a:pt x="1" y="5049"/>
                </a:lnTo>
                <a:lnTo>
                  <a:pt x="13" y="5216"/>
                </a:lnTo>
                <a:lnTo>
                  <a:pt x="144" y="5502"/>
                </a:lnTo>
                <a:lnTo>
                  <a:pt x="358" y="5728"/>
                </a:lnTo>
                <a:lnTo>
                  <a:pt x="656" y="5847"/>
                </a:lnTo>
                <a:lnTo>
                  <a:pt x="822" y="5859"/>
                </a:lnTo>
                <a:lnTo>
                  <a:pt x="1799" y="5859"/>
                </a:lnTo>
                <a:lnTo>
                  <a:pt x="1965" y="5847"/>
                </a:lnTo>
                <a:lnTo>
                  <a:pt x="2251" y="5728"/>
                </a:lnTo>
                <a:lnTo>
                  <a:pt x="2477" y="5502"/>
                </a:lnTo>
                <a:lnTo>
                  <a:pt x="2597" y="5216"/>
                </a:lnTo>
                <a:lnTo>
                  <a:pt x="2608" y="5049"/>
                </a:lnTo>
                <a:lnTo>
                  <a:pt x="2608" y="4073"/>
                </a:lnTo>
                <a:lnTo>
                  <a:pt x="2597" y="3906"/>
                </a:lnTo>
                <a:lnTo>
                  <a:pt x="2477" y="3608"/>
                </a:lnTo>
                <a:lnTo>
                  <a:pt x="2251" y="3394"/>
                </a:lnTo>
                <a:lnTo>
                  <a:pt x="1965" y="3263"/>
                </a:lnTo>
                <a:close/>
                <a:moveTo>
                  <a:pt x="3906" y="3263"/>
                </a:moveTo>
                <a:lnTo>
                  <a:pt x="3620" y="3394"/>
                </a:lnTo>
                <a:lnTo>
                  <a:pt x="3394" y="3608"/>
                </a:lnTo>
                <a:lnTo>
                  <a:pt x="3275" y="3906"/>
                </a:lnTo>
                <a:lnTo>
                  <a:pt x="3263" y="4073"/>
                </a:lnTo>
                <a:lnTo>
                  <a:pt x="3263" y="5049"/>
                </a:lnTo>
                <a:lnTo>
                  <a:pt x="3275" y="5216"/>
                </a:lnTo>
                <a:lnTo>
                  <a:pt x="3394" y="5502"/>
                </a:lnTo>
                <a:lnTo>
                  <a:pt x="3620" y="5728"/>
                </a:lnTo>
                <a:lnTo>
                  <a:pt x="3906" y="5847"/>
                </a:lnTo>
                <a:lnTo>
                  <a:pt x="4073" y="5859"/>
                </a:lnTo>
                <a:lnTo>
                  <a:pt x="5049" y="5859"/>
                </a:lnTo>
                <a:lnTo>
                  <a:pt x="5216" y="5847"/>
                </a:lnTo>
                <a:lnTo>
                  <a:pt x="5514" y="5728"/>
                </a:lnTo>
                <a:lnTo>
                  <a:pt x="5728" y="5502"/>
                </a:lnTo>
                <a:lnTo>
                  <a:pt x="5859" y="5216"/>
                </a:lnTo>
                <a:lnTo>
                  <a:pt x="5871" y="5049"/>
                </a:lnTo>
                <a:lnTo>
                  <a:pt x="5871" y="4073"/>
                </a:lnTo>
                <a:lnTo>
                  <a:pt x="5859" y="3906"/>
                </a:lnTo>
                <a:lnTo>
                  <a:pt x="5728" y="3608"/>
                </a:lnTo>
                <a:lnTo>
                  <a:pt x="5514" y="3394"/>
                </a:lnTo>
                <a:lnTo>
                  <a:pt x="5216" y="3263"/>
                </a:lnTo>
                <a:close/>
                <a:moveTo>
                  <a:pt x="7169" y="3263"/>
                </a:moveTo>
                <a:lnTo>
                  <a:pt x="6871" y="3394"/>
                </a:lnTo>
                <a:lnTo>
                  <a:pt x="6645" y="3608"/>
                </a:lnTo>
                <a:lnTo>
                  <a:pt x="6526" y="3906"/>
                </a:lnTo>
                <a:lnTo>
                  <a:pt x="6514" y="4073"/>
                </a:lnTo>
                <a:lnTo>
                  <a:pt x="6514" y="5049"/>
                </a:lnTo>
                <a:lnTo>
                  <a:pt x="6526" y="5216"/>
                </a:lnTo>
                <a:lnTo>
                  <a:pt x="6645" y="5502"/>
                </a:lnTo>
                <a:lnTo>
                  <a:pt x="6871" y="5728"/>
                </a:lnTo>
                <a:lnTo>
                  <a:pt x="7169" y="5847"/>
                </a:lnTo>
                <a:lnTo>
                  <a:pt x="7335" y="5859"/>
                </a:lnTo>
                <a:lnTo>
                  <a:pt x="8312" y="5859"/>
                </a:lnTo>
                <a:lnTo>
                  <a:pt x="8467" y="5847"/>
                </a:lnTo>
                <a:lnTo>
                  <a:pt x="8764" y="5728"/>
                </a:lnTo>
                <a:lnTo>
                  <a:pt x="8990" y="5502"/>
                </a:lnTo>
                <a:lnTo>
                  <a:pt x="9110" y="5216"/>
                </a:lnTo>
                <a:lnTo>
                  <a:pt x="9121" y="5049"/>
                </a:lnTo>
                <a:lnTo>
                  <a:pt x="9121" y="4073"/>
                </a:lnTo>
                <a:lnTo>
                  <a:pt x="9110" y="3906"/>
                </a:lnTo>
                <a:lnTo>
                  <a:pt x="8990" y="3608"/>
                </a:lnTo>
                <a:lnTo>
                  <a:pt x="8764" y="3394"/>
                </a:lnTo>
                <a:lnTo>
                  <a:pt x="8467" y="3263"/>
                </a:lnTo>
                <a:close/>
                <a:moveTo>
                  <a:pt x="1799" y="7169"/>
                </a:moveTo>
                <a:lnTo>
                  <a:pt x="1858" y="7181"/>
                </a:lnTo>
                <a:lnTo>
                  <a:pt x="1942" y="7264"/>
                </a:lnTo>
                <a:lnTo>
                  <a:pt x="1954" y="7323"/>
                </a:lnTo>
                <a:lnTo>
                  <a:pt x="1954" y="8300"/>
                </a:lnTo>
                <a:lnTo>
                  <a:pt x="1942" y="8371"/>
                </a:lnTo>
                <a:lnTo>
                  <a:pt x="1858" y="8455"/>
                </a:lnTo>
                <a:lnTo>
                  <a:pt x="1799" y="8466"/>
                </a:lnTo>
                <a:lnTo>
                  <a:pt x="822" y="8466"/>
                </a:lnTo>
                <a:lnTo>
                  <a:pt x="751" y="8455"/>
                </a:lnTo>
                <a:lnTo>
                  <a:pt x="668" y="8371"/>
                </a:lnTo>
                <a:lnTo>
                  <a:pt x="656" y="8300"/>
                </a:lnTo>
                <a:lnTo>
                  <a:pt x="656" y="7323"/>
                </a:lnTo>
                <a:lnTo>
                  <a:pt x="668" y="7264"/>
                </a:lnTo>
                <a:lnTo>
                  <a:pt x="751" y="7181"/>
                </a:lnTo>
                <a:lnTo>
                  <a:pt x="822" y="7169"/>
                </a:lnTo>
                <a:close/>
                <a:moveTo>
                  <a:pt x="5121" y="7169"/>
                </a:moveTo>
                <a:lnTo>
                  <a:pt x="5204" y="7264"/>
                </a:lnTo>
                <a:lnTo>
                  <a:pt x="5216" y="7323"/>
                </a:lnTo>
                <a:lnTo>
                  <a:pt x="5216" y="8300"/>
                </a:lnTo>
                <a:lnTo>
                  <a:pt x="5204" y="8371"/>
                </a:lnTo>
                <a:lnTo>
                  <a:pt x="5121" y="8455"/>
                </a:lnTo>
                <a:lnTo>
                  <a:pt x="5049" y="8466"/>
                </a:lnTo>
                <a:lnTo>
                  <a:pt x="4073" y="8466"/>
                </a:lnTo>
                <a:lnTo>
                  <a:pt x="4013" y="8455"/>
                </a:lnTo>
                <a:lnTo>
                  <a:pt x="3918" y="8371"/>
                </a:lnTo>
                <a:lnTo>
                  <a:pt x="3918" y="8300"/>
                </a:lnTo>
                <a:lnTo>
                  <a:pt x="3918" y="7323"/>
                </a:lnTo>
                <a:lnTo>
                  <a:pt x="3918" y="7264"/>
                </a:lnTo>
                <a:lnTo>
                  <a:pt x="4013" y="7169"/>
                </a:lnTo>
                <a:close/>
                <a:moveTo>
                  <a:pt x="8371" y="7169"/>
                </a:moveTo>
                <a:lnTo>
                  <a:pt x="8455" y="7264"/>
                </a:lnTo>
                <a:lnTo>
                  <a:pt x="8467" y="7323"/>
                </a:lnTo>
                <a:lnTo>
                  <a:pt x="8467" y="8300"/>
                </a:lnTo>
                <a:lnTo>
                  <a:pt x="8455" y="8371"/>
                </a:lnTo>
                <a:lnTo>
                  <a:pt x="8371" y="8455"/>
                </a:lnTo>
                <a:lnTo>
                  <a:pt x="8312" y="8466"/>
                </a:lnTo>
                <a:lnTo>
                  <a:pt x="7335" y="8466"/>
                </a:lnTo>
                <a:lnTo>
                  <a:pt x="7264" y="8455"/>
                </a:lnTo>
                <a:lnTo>
                  <a:pt x="7181" y="8371"/>
                </a:lnTo>
                <a:lnTo>
                  <a:pt x="7169" y="8300"/>
                </a:lnTo>
                <a:lnTo>
                  <a:pt x="7169" y="7323"/>
                </a:lnTo>
                <a:lnTo>
                  <a:pt x="7181" y="7264"/>
                </a:lnTo>
                <a:lnTo>
                  <a:pt x="7264" y="7169"/>
                </a:lnTo>
                <a:close/>
                <a:moveTo>
                  <a:pt x="822" y="6514"/>
                </a:moveTo>
                <a:lnTo>
                  <a:pt x="656" y="6526"/>
                </a:lnTo>
                <a:lnTo>
                  <a:pt x="358" y="6645"/>
                </a:lnTo>
                <a:lnTo>
                  <a:pt x="144" y="6871"/>
                </a:lnTo>
                <a:lnTo>
                  <a:pt x="13" y="7157"/>
                </a:lnTo>
                <a:lnTo>
                  <a:pt x="1" y="7323"/>
                </a:lnTo>
                <a:lnTo>
                  <a:pt x="1" y="8300"/>
                </a:lnTo>
                <a:lnTo>
                  <a:pt x="13" y="8466"/>
                </a:lnTo>
                <a:lnTo>
                  <a:pt x="144" y="8764"/>
                </a:lnTo>
                <a:lnTo>
                  <a:pt x="358" y="8978"/>
                </a:lnTo>
                <a:lnTo>
                  <a:pt x="656" y="9109"/>
                </a:lnTo>
                <a:lnTo>
                  <a:pt x="822" y="9121"/>
                </a:lnTo>
                <a:lnTo>
                  <a:pt x="1799" y="9121"/>
                </a:lnTo>
                <a:lnTo>
                  <a:pt x="1965" y="9109"/>
                </a:lnTo>
                <a:lnTo>
                  <a:pt x="2251" y="8978"/>
                </a:lnTo>
                <a:lnTo>
                  <a:pt x="2477" y="8764"/>
                </a:lnTo>
                <a:lnTo>
                  <a:pt x="2597" y="8466"/>
                </a:lnTo>
                <a:lnTo>
                  <a:pt x="2608" y="8300"/>
                </a:lnTo>
                <a:lnTo>
                  <a:pt x="2608" y="7323"/>
                </a:lnTo>
                <a:lnTo>
                  <a:pt x="2597" y="7157"/>
                </a:lnTo>
                <a:lnTo>
                  <a:pt x="2477" y="6871"/>
                </a:lnTo>
                <a:lnTo>
                  <a:pt x="2251" y="6645"/>
                </a:lnTo>
                <a:lnTo>
                  <a:pt x="1965" y="6526"/>
                </a:lnTo>
                <a:lnTo>
                  <a:pt x="1799" y="6514"/>
                </a:lnTo>
                <a:close/>
                <a:moveTo>
                  <a:pt x="4073" y="6514"/>
                </a:moveTo>
                <a:lnTo>
                  <a:pt x="3906" y="6526"/>
                </a:lnTo>
                <a:lnTo>
                  <a:pt x="3620" y="6645"/>
                </a:lnTo>
                <a:lnTo>
                  <a:pt x="3394" y="6871"/>
                </a:lnTo>
                <a:lnTo>
                  <a:pt x="3275" y="7157"/>
                </a:lnTo>
                <a:lnTo>
                  <a:pt x="3263" y="7323"/>
                </a:lnTo>
                <a:lnTo>
                  <a:pt x="3263" y="8300"/>
                </a:lnTo>
                <a:lnTo>
                  <a:pt x="3275" y="8466"/>
                </a:lnTo>
                <a:lnTo>
                  <a:pt x="3394" y="8764"/>
                </a:lnTo>
                <a:lnTo>
                  <a:pt x="3620" y="8978"/>
                </a:lnTo>
                <a:lnTo>
                  <a:pt x="3906" y="9109"/>
                </a:lnTo>
                <a:lnTo>
                  <a:pt x="4073" y="9121"/>
                </a:lnTo>
                <a:lnTo>
                  <a:pt x="5049" y="9121"/>
                </a:lnTo>
                <a:lnTo>
                  <a:pt x="5216" y="9109"/>
                </a:lnTo>
                <a:lnTo>
                  <a:pt x="5514" y="8978"/>
                </a:lnTo>
                <a:lnTo>
                  <a:pt x="5728" y="8764"/>
                </a:lnTo>
                <a:lnTo>
                  <a:pt x="5859" y="8466"/>
                </a:lnTo>
                <a:lnTo>
                  <a:pt x="5871" y="8300"/>
                </a:lnTo>
                <a:lnTo>
                  <a:pt x="5871" y="7323"/>
                </a:lnTo>
                <a:lnTo>
                  <a:pt x="5859" y="7157"/>
                </a:lnTo>
                <a:lnTo>
                  <a:pt x="5728" y="6871"/>
                </a:lnTo>
                <a:lnTo>
                  <a:pt x="5514" y="6645"/>
                </a:lnTo>
                <a:lnTo>
                  <a:pt x="5216" y="6526"/>
                </a:lnTo>
                <a:lnTo>
                  <a:pt x="5049" y="6514"/>
                </a:lnTo>
                <a:close/>
                <a:moveTo>
                  <a:pt x="7335" y="6514"/>
                </a:moveTo>
                <a:lnTo>
                  <a:pt x="7169" y="6526"/>
                </a:lnTo>
                <a:lnTo>
                  <a:pt x="6871" y="6645"/>
                </a:lnTo>
                <a:lnTo>
                  <a:pt x="6645" y="6871"/>
                </a:lnTo>
                <a:lnTo>
                  <a:pt x="6526" y="7157"/>
                </a:lnTo>
                <a:lnTo>
                  <a:pt x="6514" y="7323"/>
                </a:lnTo>
                <a:lnTo>
                  <a:pt x="6514" y="8300"/>
                </a:lnTo>
                <a:lnTo>
                  <a:pt x="6526" y="8466"/>
                </a:lnTo>
                <a:lnTo>
                  <a:pt x="6645" y="8764"/>
                </a:lnTo>
                <a:lnTo>
                  <a:pt x="6871" y="8978"/>
                </a:lnTo>
                <a:lnTo>
                  <a:pt x="7169" y="9109"/>
                </a:lnTo>
                <a:lnTo>
                  <a:pt x="7335" y="9121"/>
                </a:lnTo>
                <a:lnTo>
                  <a:pt x="8312" y="9121"/>
                </a:lnTo>
                <a:lnTo>
                  <a:pt x="8467" y="9109"/>
                </a:lnTo>
                <a:lnTo>
                  <a:pt x="8764" y="8978"/>
                </a:lnTo>
                <a:lnTo>
                  <a:pt x="8990" y="8764"/>
                </a:lnTo>
                <a:lnTo>
                  <a:pt x="9110" y="8466"/>
                </a:lnTo>
                <a:lnTo>
                  <a:pt x="9121" y="8300"/>
                </a:lnTo>
                <a:lnTo>
                  <a:pt x="9121" y="7323"/>
                </a:lnTo>
                <a:lnTo>
                  <a:pt x="9110" y="7157"/>
                </a:lnTo>
                <a:lnTo>
                  <a:pt x="8990" y="6871"/>
                </a:lnTo>
                <a:lnTo>
                  <a:pt x="8764" y="6645"/>
                </a:lnTo>
                <a:lnTo>
                  <a:pt x="8467" y="6526"/>
                </a:lnTo>
                <a:lnTo>
                  <a:pt x="8312" y="6514"/>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8" name="Google Shape;3368;p176"/>
          <p:cNvSpPr/>
          <p:nvPr/>
        </p:nvSpPr>
        <p:spPr>
          <a:xfrm>
            <a:off x="3166795" y="2188354"/>
            <a:ext cx="506706" cy="540694"/>
          </a:xfrm>
          <a:custGeom>
            <a:rect b="b" l="l" r="r" t="t"/>
            <a:pathLst>
              <a:path extrusionOk="0" h="10420" w="9765">
                <a:moveTo>
                  <a:pt x="5359" y="656"/>
                </a:moveTo>
                <a:lnTo>
                  <a:pt x="5454" y="668"/>
                </a:lnTo>
                <a:lnTo>
                  <a:pt x="5633" y="739"/>
                </a:lnTo>
                <a:lnTo>
                  <a:pt x="5764" y="870"/>
                </a:lnTo>
                <a:lnTo>
                  <a:pt x="5835" y="1049"/>
                </a:lnTo>
                <a:lnTo>
                  <a:pt x="5847" y="1144"/>
                </a:lnTo>
                <a:lnTo>
                  <a:pt x="5847" y="4883"/>
                </a:lnTo>
                <a:lnTo>
                  <a:pt x="5859" y="5014"/>
                </a:lnTo>
                <a:lnTo>
                  <a:pt x="6037" y="5192"/>
                </a:lnTo>
                <a:lnTo>
                  <a:pt x="6168" y="5216"/>
                </a:lnTo>
                <a:lnTo>
                  <a:pt x="6299" y="5192"/>
                </a:lnTo>
                <a:lnTo>
                  <a:pt x="6478" y="5014"/>
                </a:lnTo>
                <a:lnTo>
                  <a:pt x="6490" y="4883"/>
                </a:lnTo>
                <a:lnTo>
                  <a:pt x="6490" y="1799"/>
                </a:lnTo>
                <a:lnTo>
                  <a:pt x="6502" y="1692"/>
                </a:lnTo>
                <a:lnTo>
                  <a:pt x="6573" y="1525"/>
                </a:lnTo>
                <a:lnTo>
                  <a:pt x="6704" y="1394"/>
                </a:lnTo>
                <a:lnTo>
                  <a:pt x="6883" y="1311"/>
                </a:lnTo>
                <a:lnTo>
                  <a:pt x="7073" y="1311"/>
                </a:lnTo>
                <a:lnTo>
                  <a:pt x="7252" y="1394"/>
                </a:lnTo>
                <a:lnTo>
                  <a:pt x="7383" y="1525"/>
                </a:lnTo>
                <a:lnTo>
                  <a:pt x="7466" y="1692"/>
                </a:lnTo>
                <a:lnTo>
                  <a:pt x="7466" y="1799"/>
                </a:lnTo>
                <a:lnTo>
                  <a:pt x="7466" y="4883"/>
                </a:lnTo>
                <a:lnTo>
                  <a:pt x="7490" y="5014"/>
                </a:lnTo>
                <a:lnTo>
                  <a:pt x="7669" y="5192"/>
                </a:lnTo>
                <a:lnTo>
                  <a:pt x="7800" y="5204"/>
                </a:lnTo>
                <a:lnTo>
                  <a:pt x="7919" y="5192"/>
                </a:lnTo>
                <a:lnTo>
                  <a:pt x="8097" y="5014"/>
                </a:lnTo>
                <a:lnTo>
                  <a:pt x="8121" y="4883"/>
                </a:lnTo>
                <a:lnTo>
                  <a:pt x="8121" y="2763"/>
                </a:lnTo>
                <a:lnTo>
                  <a:pt x="8121" y="2656"/>
                </a:lnTo>
                <a:lnTo>
                  <a:pt x="8204" y="2489"/>
                </a:lnTo>
                <a:lnTo>
                  <a:pt x="8335" y="2347"/>
                </a:lnTo>
                <a:lnTo>
                  <a:pt x="8514" y="2275"/>
                </a:lnTo>
                <a:lnTo>
                  <a:pt x="8705" y="2275"/>
                </a:lnTo>
                <a:lnTo>
                  <a:pt x="8883" y="2347"/>
                </a:lnTo>
                <a:lnTo>
                  <a:pt x="9014" y="2489"/>
                </a:lnTo>
                <a:lnTo>
                  <a:pt x="9086" y="2656"/>
                </a:lnTo>
                <a:lnTo>
                  <a:pt x="9097" y="2763"/>
                </a:lnTo>
                <a:lnTo>
                  <a:pt x="9097" y="7157"/>
                </a:lnTo>
                <a:lnTo>
                  <a:pt x="9086" y="7431"/>
                </a:lnTo>
                <a:lnTo>
                  <a:pt x="8990" y="7931"/>
                </a:lnTo>
                <a:lnTo>
                  <a:pt x="8788" y="8407"/>
                </a:lnTo>
                <a:lnTo>
                  <a:pt x="8514" y="8824"/>
                </a:lnTo>
                <a:lnTo>
                  <a:pt x="8157" y="9169"/>
                </a:lnTo>
                <a:lnTo>
                  <a:pt x="7740" y="9455"/>
                </a:lnTo>
                <a:lnTo>
                  <a:pt x="7276" y="9657"/>
                </a:lnTo>
                <a:lnTo>
                  <a:pt x="6764" y="9752"/>
                </a:lnTo>
                <a:lnTo>
                  <a:pt x="6490" y="9764"/>
                </a:lnTo>
                <a:lnTo>
                  <a:pt x="4442" y="9764"/>
                </a:lnTo>
                <a:lnTo>
                  <a:pt x="4156" y="9752"/>
                </a:lnTo>
                <a:lnTo>
                  <a:pt x="3620" y="9622"/>
                </a:lnTo>
                <a:lnTo>
                  <a:pt x="3120" y="9371"/>
                </a:lnTo>
                <a:lnTo>
                  <a:pt x="2692" y="9002"/>
                </a:lnTo>
                <a:lnTo>
                  <a:pt x="2525" y="8776"/>
                </a:lnTo>
                <a:lnTo>
                  <a:pt x="763" y="6454"/>
                </a:lnTo>
                <a:lnTo>
                  <a:pt x="667" y="6300"/>
                </a:lnTo>
                <a:lnTo>
                  <a:pt x="656" y="6145"/>
                </a:lnTo>
                <a:lnTo>
                  <a:pt x="656" y="6038"/>
                </a:lnTo>
                <a:lnTo>
                  <a:pt x="727" y="5871"/>
                </a:lnTo>
                <a:lnTo>
                  <a:pt x="858" y="5752"/>
                </a:lnTo>
                <a:lnTo>
                  <a:pt x="1013" y="5692"/>
                </a:lnTo>
                <a:lnTo>
                  <a:pt x="1108" y="5680"/>
                </a:lnTo>
                <a:lnTo>
                  <a:pt x="1203" y="5692"/>
                </a:lnTo>
                <a:lnTo>
                  <a:pt x="1394" y="5788"/>
                </a:lnTo>
                <a:lnTo>
                  <a:pt x="1477" y="5871"/>
                </a:lnTo>
                <a:lnTo>
                  <a:pt x="2180" y="6800"/>
                </a:lnTo>
                <a:lnTo>
                  <a:pt x="2287" y="6919"/>
                </a:lnTo>
                <a:lnTo>
                  <a:pt x="2561" y="7050"/>
                </a:lnTo>
                <a:lnTo>
                  <a:pt x="2704" y="7062"/>
                </a:lnTo>
                <a:lnTo>
                  <a:pt x="2811" y="7062"/>
                </a:lnTo>
                <a:lnTo>
                  <a:pt x="3108" y="6919"/>
                </a:lnTo>
                <a:lnTo>
                  <a:pt x="3239" y="6704"/>
                </a:lnTo>
                <a:lnTo>
                  <a:pt x="3251" y="6538"/>
                </a:lnTo>
                <a:lnTo>
                  <a:pt x="3251" y="6514"/>
                </a:lnTo>
                <a:lnTo>
                  <a:pt x="3251" y="1799"/>
                </a:lnTo>
                <a:lnTo>
                  <a:pt x="3263" y="1692"/>
                </a:lnTo>
                <a:lnTo>
                  <a:pt x="3335" y="1525"/>
                </a:lnTo>
                <a:lnTo>
                  <a:pt x="3466" y="1382"/>
                </a:lnTo>
                <a:lnTo>
                  <a:pt x="3632" y="1311"/>
                </a:lnTo>
                <a:lnTo>
                  <a:pt x="3823" y="1311"/>
                </a:lnTo>
                <a:lnTo>
                  <a:pt x="3989" y="1382"/>
                </a:lnTo>
                <a:lnTo>
                  <a:pt x="4120" y="1525"/>
                </a:lnTo>
                <a:lnTo>
                  <a:pt x="4192" y="1692"/>
                </a:lnTo>
                <a:lnTo>
                  <a:pt x="4192" y="1799"/>
                </a:lnTo>
                <a:lnTo>
                  <a:pt x="4240" y="4883"/>
                </a:lnTo>
                <a:lnTo>
                  <a:pt x="4251" y="5014"/>
                </a:lnTo>
                <a:lnTo>
                  <a:pt x="4430" y="5192"/>
                </a:lnTo>
                <a:lnTo>
                  <a:pt x="4561" y="5216"/>
                </a:lnTo>
                <a:lnTo>
                  <a:pt x="4692" y="5192"/>
                </a:lnTo>
                <a:lnTo>
                  <a:pt x="4871" y="5014"/>
                </a:lnTo>
                <a:lnTo>
                  <a:pt x="4882" y="4883"/>
                </a:lnTo>
                <a:lnTo>
                  <a:pt x="4871" y="1787"/>
                </a:lnTo>
                <a:lnTo>
                  <a:pt x="4871" y="1144"/>
                </a:lnTo>
                <a:lnTo>
                  <a:pt x="4871" y="1049"/>
                </a:lnTo>
                <a:lnTo>
                  <a:pt x="4942" y="870"/>
                </a:lnTo>
                <a:lnTo>
                  <a:pt x="5073" y="739"/>
                </a:lnTo>
                <a:lnTo>
                  <a:pt x="5252" y="668"/>
                </a:lnTo>
                <a:lnTo>
                  <a:pt x="5359" y="656"/>
                </a:lnTo>
                <a:close/>
                <a:moveTo>
                  <a:pt x="5371" y="1"/>
                </a:moveTo>
                <a:lnTo>
                  <a:pt x="5180" y="13"/>
                </a:lnTo>
                <a:lnTo>
                  <a:pt x="4847" y="132"/>
                </a:lnTo>
                <a:lnTo>
                  <a:pt x="4561" y="346"/>
                </a:lnTo>
                <a:lnTo>
                  <a:pt x="4347" y="632"/>
                </a:lnTo>
                <a:lnTo>
                  <a:pt x="4287" y="799"/>
                </a:lnTo>
                <a:lnTo>
                  <a:pt x="4168" y="739"/>
                </a:lnTo>
                <a:lnTo>
                  <a:pt x="3894" y="668"/>
                </a:lnTo>
                <a:lnTo>
                  <a:pt x="3739" y="656"/>
                </a:lnTo>
                <a:lnTo>
                  <a:pt x="3513" y="668"/>
                </a:lnTo>
                <a:lnTo>
                  <a:pt x="3096" y="846"/>
                </a:lnTo>
                <a:lnTo>
                  <a:pt x="2787" y="1156"/>
                </a:lnTo>
                <a:lnTo>
                  <a:pt x="2620" y="1561"/>
                </a:lnTo>
                <a:lnTo>
                  <a:pt x="2596" y="1799"/>
                </a:lnTo>
                <a:lnTo>
                  <a:pt x="2596" y="6276"/>
                </a:lnTo>
                <a:lnTo>
                  <a:pt x="1989" y="5478"/>
                </a:lnTo>
                <a:lnTo>
                  <a:pt x="1906" y="5383"/>
                </a:lnTo>
                <a:lnTo>
                  <a:pt x="1703" y="5216"/>
                </a:lnTo>
                <a:lnTo>
                  <a:pt x="1477" y="5109"/>
                </a:lnTo>
                <a:lnTo>
                  <a:pt x="1239" y="5049"/>
                </a:lnTo>
                <a:lnTo>
                  <a:pt x="1108" y="5037"/>
                </a:lnTo>
                <a:lnTo>
                  <a:pt x="882" y="5049"/>
                </a:lnTo>
                <a:lnTo>
                  <a:pt x="489" y="5216"/>
                </a:lnTo>
                <a:lnTo>
                  <a:pt x="179" y="5514"/>
                </a:lnTo>
                <a:lnTo>
                  <a:pt x="13" y="5907"/>
                </a:lnTo>
                <a:lnTo>
                  <a:pt x="1" y="6145"/>
                </a:lnTo>
                <a:lnTo>
                  <a:pt x="13" y="6335"/>
                </a:lnTo>
                <a:lnTo>
                  <a:pt x="132" y="6692"/>
                </a:lnTo>
                <a:lnTo>
                  <a:pt x="239" y="6859"/>
                </a:lnTo>
                <a:lnTo>
                  <a:pt x="1989" y="9169"/>
                </a:lnTo>
                <a:lnTo>
                  <a:pt x="2215" y="9455"/>
                </a:lnTo>
                <a:lnTo>
                  <a:pt x="2751" y="9919"/>
                </a:lnTo>
                <a:lnTo>
                  <a:pt x="3382" y="10241"/>
                </a:lnTo>
                <a:lnTo>
                  <a:pt x="4073" y="10407"/>
                </a:lnTo>
                <a:lnTo>
                  <a:pt x="4442" y="10419"/>
                </a:lnTo>
                <a:lnTo>
                  <a:pt x="6514" y="10419"/>
                </a:lnTo>
                <a:lnTo>
                  <a:pt x="6847" y="10407"/>
                </a:lnTo>
                <a:lnTo>
                  <a:pt x="7478" y="10276"/>
                </a:lnTo>
                <a:lnTo>
                  <a:pt x="8062" y="10038"/>
                </a:lnTo>
                <a:lnTo>
                  <a:pt x="8585" y="9681"/>
                </a:lnTo>
                <a:lnTo>
                  <a:pt x="9026" y="9241"/>
                </a:lnTo>
                <a:lnTo>
                  <a:pt x="9371" y="8717"/>
                </a:lnTo>
                <a:lnTo>
                  <a:pt x="9621" y="8133"/>
                </a:lnTo>
                <a:lnTo>
                  <a:pt x="9752" y="7502"/>
                </a:lnTo>
                <a:lnTo>
                  <a:pt x="9764" y="7169"/>
                </a:lnTo>
                <a:lnTo>
                  <a:pt x="9764" y="2763"/>
                </a:lnTo>
                <a:lnTo>
                  <a:pt x="9764" y="2751"/>
                </a:lnTo>
                <a:lnTo>
                  <a:pt x="9752" y="2525"/>
                </a:lnTo>
                <a:lnTo>
                  <a:pt x="9574" y="2120"/>
                </a:lnTo>
                <a:lnTo>
                  <a:pt x="9264" y="1811"/>
                </a:lnTo>
                <a:lnTo>
                  <a:pt x="8847" y="1632"/>
                </a:lnTo>
                <a:lnTo>
                  <a:pt x="8609" y="1620"/>
                </a:lnTo>
                <a:lnTo>
                  <a:pt x="8478" y="1620"/>
                </a:lnTo>
                <a:lnTo>
                  <a:pt x="8228" y="1680"/>
                </a:lnTo>
                <a:lnTo>
                  <a:pt x="8109" y="1727"/>
                </a:lnTo>
                <a:lnTo>
                  <a:pt x="8097" y="1513"/>
                </a:lnTo>
                <a:lnTo>
                  <a:pt x="7919" y="1120"/>
                </a:lnTo>
                <a:lnTo>
                  <a:pt x="7609" y="834"/>
                </a:lnTo>
                <a:lnTo>
                  <a:pt x="7204" y="668"/>
                </a:lnTo>
                <a:lnTo>
                  <a:pt x="6978" y="656"/>
                </a:lnTo>
                <a:lnTo>
                  <a:pt x="6835" y="656"/>
                </a:lnTo>
                <a:lnTo>
                  <a:pt x="6561" y="727"/>
                </a:lnTo>
                <a:lnTo>
                  <a:pt x="6430" y="787"/>
                </a:lnTo>
                <a:lnTo>
                  <a:pt x="6371" y="620"/>
                </a:lnTo>
                <a:lnTo>
                  <a:pt x="6168" y="334"/>
                </a:lnTo>
                <a:lnTo>
                  <a:pt x="5895" y="132"/>
                </a:lnTo>
                <a:lnTo>
                  <a:pt x="5561" y="13"/>
                </a:lnTo>
                <a:lnTo>
                  <a:pt x="5371"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69" name="Google Shape;3369;p176"/>
          <p:cNvSpPr/>
          <p:nvPr/>
        </p:nvSpPr>
        <p:spPr>
          <a:xfrm>
            <a:off x="4262208" y="2188354"/>
            <a:ext cx="405987" cy="540694"/>
          </a:xfrm>
          <a:custGeom>
            <a:rect b="b" l="l" r="r" t="t"/>
            <a:pathLst>
              <a:path extrusionOk="0" h="10420" w="7824">
                <a:moveTo>
                  <a:pt x="1894" y="1311"/>
                </a:moveTo>
                <a:lnTo>
                  <a:pt x="2072" y="1394"/>
                </a:lnTo>
                <a:lnTo>
                  <a:pt x="2203" y="1525"/>
                </a:lnTo>
                <a:lnTo>
                  <a:pt x="2275" y="1692"/>
                </a:lnTo>
                <a:lnTo>
                  <a:pt x="2286" y="1799"/>
                </a:lnTo>
                <a:lnTo>
                  <a:pt x="2286" y="3585"/>
                </a:lnTo>
                <a:lnTo>
                  <a:pt x="1632" y="3585"/>
                </a:lnTo>
                <a:lnTo>
                  <a:pt x="1465" y="3597"/>
                </a:lnTo>
                <a:lnTo>
                  <a:pt x="1310" y="3621"/>
                </a:lnTo>
                <a:lnTo>
                  <a:pt x="1310" y="1799"/>
                </a:lnTo>
                <a:lnTo>
                  <a:pt x="1310" y="1692"/>
                </a:lnTo>
                <a:lnTo>
                  <a:pt x="1393" y="1525"/>
                </a:lnTo>
                <a:lnTo>
                  <a:pt x="1524" y="1394"/>
                </a:lnTo>
                <a:lnTo>
                  <a:pt x="1691" y="1311"/>
                </a:lnTo>
                <a:close/>
                <a:moveTo>
                  <a:pt x="3418" y="656"/>
                </a:moveTo>
                <a:lnTo>
                  <a:pt x="3525" y="668"/>
                </a:lnTo>
                <a:lnTo>
                  <a:pt x="3691" y="739"/>
                </a:lnTo>
                <a:lnTo>
                  <a:pt x="3834" y="870"/>
                </a:lnTo>
                <a:lnTo>
                  <a:pt x="3906" y="1049"/>
                </a:lnTo>
                <a:lnTo>
                  <a:pt x="3906" y="1144"/>
                </a:lnTo>
                <a:lnTo>
                  <a:pt x="3906" y="3758"/>
                </a:lnTo>
                <a:lnTo>
                  <a:pt x="3763" y="3692"/>
                </a:lnTo>
                <a:lnTo>
                  <a:pt x="3441" y="3597"/>
                </a:lnTo>
                <a:lnTo>
                  <a:pt x="3263" y="3585"/>
                </a:lnTo>
                <a:lnTo>
                  <a:pt x="2929" y="3585"/>
                </a:lnTo>
                <a:lnTo>
                  <a:pt x="2929" y="1144"/>
                </a:lnTo>
                <a:lnTo>
                  <a:pt x="2941" y="1049"/>
                </a:lnTo>
                <a:lnTo>
                  <a:pt x="3013" y="870"/>
                </a:lnTo>
                <a:lnTo>
                  <a:pt x="3144" y="739"/>
                </a:lnTo>
                <a:lnTo>
                  <a:pt x="3322" y="668"/>
                </a:lnTo>
                <a:lnTo>
                  <a:pt x="3418" y="656"/>
                </a:lnTo>
                <a:close/>
                <a:moveTo>
                  <a:pt x="5144" y="1311"/>
                </a:moveTo>
                <a:lnTo>
                  <a:pt x="5323" y="1394"/>
                </a:lnTo>
                <a:lnTo>
                  <a:pt x="5454" y="1525"/>
                </a:lnTo>
                <a:lnTo>
                  <a:pt x="5537" y="1692"/>
                </a:lnTo>
                <a:lnTo>
                  <a:pt x="5537" y="1799"/>
                </a:lnTo>
                <a:lnTo>
                  <a:pt x="5537" y="4073"/>
                </a:lnTo>
                <a:lnTo>
                  <a:pt x="5537" y="4180"/>
                </a:lnTo>
                <a:lnTo>
                  <a:pt x="5454" y="4347"/>
                </a:lnTo>
                <a:lnTo>
                  <a:pt x="5323" y="4478"/>
                </a:lnTo>
                <a:lnTo>
                  <a:pt x="5156" y="4561"/>
                </a:lnTo>
                <a:lnTo>
                  <a:pt x="4954" y="4561"/>
                </a:lnTo>
                <a:lnTo>
                  <a:pt x="4775" y="4478"/>
                </a:lnTo>
                <a:lnTo>
                  <a:pt x="4644" y="4347"/>
                </a:lnTo>
                <a:lnTo>
                  <a:pt x="4573" y="4180"/>
                </a:lnTo>
                <a:lnTo>
                  <a:pt x="4561" y="4073"/>
                </a:lnTo>
                <a:lnTo>
                  <a:pt x="4561" y="1799"/>
                </a:lnTo>
                <a:lnTo>
                  <a:pt x="4573" y="1692"/>
                </a:lnTo>
                <a:lnTo>
                  <a:pt x="4644" y="1525"/>
                </a:lnTo>
                <a:lnTo>
                  <a:pt x="4775" y="1394"/>
                </a:lnTo>
                <a:lnTo>
                  <a:pt x="4954" y="1311"/>
                </a:lnTo>
                <a:close/>
                <a:moveTo>
                  <a:pt x="6680" y="1954"/>
                </a:moveTo>
                <a:lnTo>
                  <a:pt x="6775" y="1965"/>
                </a:lnTo>
                <a:lnTo>
                  <a:pt x="6954" y="2037"/>
                </a:lnTo>
                <a:lnTo>
                  <a:pt x="7085" y="2168"/>
                </a:lnTo>
                <a:lnTo>
                  <a:pt x="7156" y="2347"/>
                </a:lnTo>
                <a:lnTo>
                  <a:pt x="7168" y="2442"/>
                </a:lnTo>
                <a:lnTo>
                  <a:pt x="7168" y="4073"/>
                </a:lnTo>
                <a:lnTo>
                  <a:pt x="7156" y="4180"/>
                </a:lnTo>
                <a:lnTo>
                  <a:pt x="7085" y="4347"/>
                </a:lnTo>
                <a:lnTo>
                  <a:pt x="6954" y="4478"/>
                </a:lnTo>
                <a:lnTo>
                  <a:pt x="6775" y="4561"/>
                </a:lnTo>
                <a:lnTo>
                  <a:pt x="6585" y="4561"/>
                </a:lnTo>
                <a:lnTo>
                  <a:pt x="6406" y="4478"/>
                </a:lnTo>
                <a:lnTo>
                  <a:pt x="6275" y="4347"/>
                </a:lnTo>
                <a:lnTo>
                  <a:pt x="6192" y="4168"/>
                </a:lnTo>
                <a:lnTo>
                  <a:pt x="6192" y="4073"/>
                </a:lnTo>
                <a:lnTo>
                  <a:pt x="6192" y="2442"/>
                </a:lnTo>
                <a:lnTo>
                  <a:pt x="6192" y="2347"/>
                </a:lnTo>
                <a:lnTo>
                  <a:pt x="6275" y="2168"/>
                </a:lnTo>
                <a:lnTo>
                  <a:pt x="6406" y="2037"/>
                </a:lnTo>
                <a:lnTo>
                  <a:pt x="6573" y="1965"/>
                </a:lnTo>
                <a:lnTo>
                  <a:pt x="6680" y="1954"/>
                </a:lnTo>
                <a:close/>
                <a:moveTo>
                  <a:pt x="3418" y="1"/>
                </a:moveTo>
                <a:lnTo>
                  <a:pt x="3239" y="13"/>
                </a:lnTo>
                <a:lnTo>
                  <a:pt x="2894" y="132"/>
                </a:lnTo>
                <a:lnTo>
                  <a:pt x="2608" y="334"/>
                </a:lnTo>
                <a:lnTo>
                  <a:pt x="2406" y="632"/>
                </a:lnTo>
                <a:lnTo>
                  <a:pt x="2346" y="799"/>
                </a:lnTo>
                <a:lnTo>
                  <a:pt x="2215" y="739"/>
                </a:lnTo>
                <a:lnTo>
                  <a:pt x="1941" y="656"/>
                </a:lnTo>
                <a:lnTo>
                  <a:pt x="1798" y="656"/>
                </a:lnTo>
                <a:lnTo>
                  <a:pt x="1560" y="668"/>
                </a:lnTo>
                <a:lnTo>
                  <a:pt x="1155" y="846"/>
                </a:lnTo>
                <a:lnTo>
                  <a:pt x="846" y="1156"/>
                </a:lnTo>
                <a:lnTo>
                  <a:pt x="667" y="1561"/>
                </a:lnTo>
                <a:lnTo>
                  <a:pt x="655" y="1787"/>
                </a:lnTo>
                <a:lnTo>
                  <a:pt x="655" y="3918"/>
                </a:lnTo>
                <a:lnTo>
                  <a:pt x="512" y="4037"/>
                </a:lnTo>
                <a:lnTo>
                  <a:pt x="274" y="4311"/>
                </a:lnTo>
                <a:lnTo>
                  <a:pt x="96" y="4633"/>
                </a:lnTo>
                <a:lnTo>
                  <a:pt x="12" y="5014"/>
                </a:lnTo>
                <a:lnTo>
                  <a:pt x="0" y="5216"/>
                </a:lnTo>
                <a:lnTo>
                  <a:pt x="0" y="6526"/>
                </a:lnTo>
                <a:lnTo>
                  <a:pt x="12" y="6704"/>
                </a:lnTo>
                <a:lnTo>
                  <a:pt x="96" y="7073"/>
                </a:lnTo>
                <a:lnTo>
                  <a:pt x="250" y="7395"/>
                </a:lnTo>
                <a:lnTo>
                  <a:pt x="489" y="7681"/>
                </a:lnTo>
                <a:lnTo>
                  <a:pt x="631" y="7812"/>
                </a:lnTo>
                <a:lnTo>
                  <a:pt x="1298" y="8336"/>
                </a:lnTo>
                <a:lnTo>
                  <a:pt x="1298" y="10098"/>
                </a:lnTo>
                <a:lnTo>
                  <a:pt x="1322" y="10229"/>
                </a:lnTo>
                <a:lnTo>
                  <a:pt x="1501" y="10407"/>
                </a:lnTo>
                <a:lnTo>
                  <a:pt x="1632" y="10419"/>
                </a:lnTo>
                <a:lnTo>
                  <a:pt x="1763" y="10407"/>
                </a:lnTo>
                <a:lnTo>
                  <a:pt x="1941" y="10229"/>
                </a:lnTo>
                <a:lnTo>
                  <a:pt x="1953" y="10098"/>
                </a:lnTo>
                <a:lnTo>
                  <a:pt x="1953" y="8157"/>
                </a:lnTo>
                <a:lnTo>
                  <a:pt x="1929" y="8014"/>
                </a:lnTo>
                <a:lnTo>
                  <a:pt x="1786" y="7859"/>
                </a:lnTo>
                <a:lnTo>
                  <a:pt x="1715" y="7824"/>
                </a:lnTo>
                <a:lnTo>
                  <a:pt x="1024" y="7288"/>
                </a:lnTo>
                <a:lnTo>
                  <a:pt x="858" y="7145"/>
                </a:lnTo>
                <a:lnTo>
                  <a:pt x="667" y="6752"/>
                </a:lnTo>
                <a:lnTo>
                  <a:pt x="655" y="6526"/>
                </a:lnTo>
                <a:lnTo>
                  <a:pt x="655" y="5216"/>
                </a:lnTo>
                <a:lnTo>
                  <a:pt x="667" y="5014"/>
                </a:lnTo>
                <a:lnTo>
                  <a:pt x="810" y="4656"/>
                </a:lnTo>
                <a:lnTo>
                  <a:pt x="1084" y="4394"/>
                </a:lnTo>
                <a:lnTo>
                  <a:pt x="1429" y="4252"/>
                </a:lnTo>
                <a:lnTo>
                  <a:pt x="1632" y="4240"/>
                </a:lnTo>
                <a:lnTo>
                  <a:pt x="3394" y="4240"/>
                </a:lnTo>
                <a:lnTo>
                  <a:pt x="3620" y="4347"/>
                </a:lnTo>
                <a:lnTo>
                  <a:pt x="3799" y="4525"/>
                </a:lnTo>
                <a:lnTo>
                  <a:pt x="3906" y="4752"/>
                </a:lnTo>
                <a:lnTo>
                  <a:pt x="3906" y="4883"/>
                </a:lnTo>
                <a:lnTo>
                  <a:pt x="3906" y="5026"/>
                </a:lnTo>
                <a:lnTo>
                  <a:pt x="3799" y="5252"/>
                </a:lnTo>
                <a:lnTo>
                  <a:pt x="3620" y="5430"/>
                </a:lnTo>
                <a:lnTo>
                  <a:pt x="3394" y="5526"/>
                </a:lnTo>
                <a:lnTo>
                  <a:pt x="3263" y="5538"/>
                </a:lnTo>
                <a:lnTo>
                  <a:pt x="2286" y="5538"/>
                </a:lnTo>
                <a:lnTo>
                  <a:pt x="2155" y="5561"/>
                </a:lnTo>
                <a:lnTo>
                  <a:pt x="1977" y="5740"/>
                </a:lnTo>
                <a:lnTo>
                  <a:pt x="1953" y="5871"/>
                </a:lnTo>
                <a:lnTo>
                  <a:pt x="1977" y="5990"/>
                </a:lnTo>
                <a:lnTo>
                  <a:pt x="2155" y="6169"/>
                </a:lnTo>
                <a:lnTo>
                  <a:pt x="2286" y="6192"/>
                </a:lnTo>
                <a:lnTo>
                  <a:pt x="3263" y="6192"/>
                </a:lnTo>
                <a:lnTo>
                  <a:pt x="3501" y="6180"/>
                </a:lnTo>
                <a:lnTo>
                  <a:pt x="3930" y="6014"/>
                </a:lnTo>
                <a:lnTo>
                  <a:pt x="4263" y="5716"/>
                </a:lnTo>
                <a:lnTo>
                  <a:pt x="4489" y="5323"/>
                </a:lnTo>
                <a:lnTo>
                  <a:pt x="4537" y="5085"/>
                </a:lnTo>
                <a:lnTo>
                  <a:pt x="4656" y="5145"/>
                </a:lnTo>
                <a:lnTo>
                  <a:pt x="4906" y="5204"/>
                </a:lnTo>
                <a:lnTo>
                  <a:pt x="5049" y="5216"/>
                </a:lnTo>
                <a:lnTo>
                  <a:pt x="5287" y="5192"/>
                </a:lnTo>
                <a:lnTo>
                  <a:pt x="5692" y="5014"/>
                </a:lnTo>
                <a:lnTo>
                  <a:pt x="5858" y="4871"/>
                </a:lnTo>
                <a:lnTo>
                  <a:pt x="6025" y="5014"/>
                </a:lnTo>
                <a:lnTo>
                  <a:pt x="6442" y="5192"/>
                </a:lnTo>
                <a:lnTo>
                  <a:pt x="6680" y="5216"/>
                </a:lnTo>
                <a:lnTo>
                  <a:pt x="6811" y="5204"/>
                </a:lnTo>
                <a:lnTo>
                  <a:pt x="7049" y="5145"/>
                </a:lnTo>
                <a:lnTo>
                  <a:pt x="7168" y="5097"/>
                </a:lnTo>
                <a:lnTo>
                  <a:pt x="7168" y="5871"/>
                </a:lnTo>
                <a:lnTo>
                  <a:pt x="7156" y="6180"/>
                </a:lnTo>
                <a:lnTo>
                  <a:pt x="7002" y="6764"/>
                </a:lnTo>
                <a:lnTo>
                  <a:pt x="6704" y="7300"/>
                </a:lnTo>
                <a:lnTo>
                  <a:pt x="6275" y="7752"/>
                </a:lnTo>
                <a:lnTo>
                  <a:pt x="6013" y="7931"/>
                </a:lnTo>
                <a:lnTo>
                  <a:pt x="5954" y="7978"/>
                </a:lnTo>
                <a:lnTo>
                  <a:pt x="5870" y="8121"/>
                </a:lnTo>
                <a:lnTo>
                  <a:pt x="5858" y="8205"/>
                </a:lnTo>
                <a:lnTo>
                  <a:pt x="5858" y="10098"/>
                </a:lnTo>
                <a:lnTo>
                  <a:pt x="5882" y="10229"/>
                </a:lnTo>
                <a:lnTo>
                  <a:pt x="6061" y="10407"/>
                </a:lnTo>
                <a:lnTo>
                  <a:pt x="6192" y="10419"/>
                </a:lnTo>
                <a:lnTo>
                  <a:pt x="6323" y="10407"/>
                </a:lnTo>
                <a:lnTo>
                  <a:pt x="6501" y="10229"/>
                </a:lnTo>
                <a:lnTo>
                  <a:pt x="6513" y="10098"/>
                </a:lnTo>
                <a:lnTo>
                  <a:pt x="6513" y="8383"/>
                </a:lnTo>
                <a:lnTo>
                  <a:pt x="6811" y="8145"/>
                </a:lnTo>
                <a:lnTo>
                  <a:pt x="7299" y="7597"/>
                </a:lnTo>
                <a:lnTo>
                  <a:pt x="7633" y="6954"/>
                </a:lnTo>
                <a:lnTo>
                  <a:pt x="7799" y="6240"/>
                </a:lnTo>
                <a:lnTo>
                  <a:pt x="7823" y="5871"/>
                </a:lnTo>
                <a:lnTo>
                  <a:pt x="7823" y="2442"/>
                </a:lnTo>
                <a:lnTo>
                  <a:pt x="7811" y="2442"/>
                </a:lnTo>
                <a:lnTo>
                  <a:pt x="7799" y="2216"/>
                </a:lnTo>
                <a:lnTo>
                  <a:pt x="7621" y="1799"/>
                </a:lnTo>
                <a:lnTo>
                  <a:pt x="7311" y="1489"/>
                </a:lnTo>
                <a:lnTo>
                  <a:pt x="6906" y="1323"/>
                </a:lnTo>
                <a:lnTo>
                  <a:pt x="6680" y="1299"/>
                </a:lnTo>
                <a:lnTo>
                  <a:pt x="6525" y="1311"/>
                </a:lnTo>
                <a:lnTo>
                  <a:pt x="6251" y="1382"/>
                </a:lnTo>
                <a:lnTo>
                  <a:pt x="6132" y="1453"/>
                </a:lnTo>
                <a:lnTo>
                  <a:pt x="6061" y="1275"/>
                </a:lnTo>
                <a:lnTo>
                  <a:pt x="5858" y="989"/>
                </a:lnTo>
                <a:lnTo>
                  <a:pt x="5573" y="775"/>
                </a:lnTo>
                <a:lnTo>
                  <a:pt x="5227" y="668"/>
                </a:lnTo>
                <a:lnTo>
                  <a:pt x="5049" y="656"/>
                </a:lnTo>
                <a:lnTo>
                  <a:pt x="4906" y="656"/>
                </a:lnTo>
                <a:lnTo>
                  <a:pt x="4632" y="739"/>
                </a:lnTo>
                <a:lnTo>
                  <a:pt x="4501" y="799"/>
                </a:lnTo>
                <a:lnTo>
                  <a:pt x="4442" y="632"/>
                </a:lnTo>
                <a:lnTo>
                  <a:pt x="4239" y="334"/>
                </a:lnTo>
                <a:lnTo>
                  <a:pt x="3953" y="132"/>
                </a:lnTo>
                <a:lnTo>
                  <a:pt x="3608" y="13"/>
                </a:lnTo>
                <a:lnTo>
                  <a:pt x="3418"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0" name="Google Shape;3370;p176"/>
          <p:cNvSpPr/>
          <p:nvPr/>
        </p:nvSpPr>
        <p:spPr>
          <a:xfrm>
            <a:off x="5290270" y="2188354"/>
            <a:ext cx="405935" cy="540694"/>
          </a:xfrm>
          <a:custGeom>
            <a:rect b="b" l="l" r="r" t="t"/>
            <a:pathLst>
              <a:path extrusionOk="0" h="10420" w="7823">
                <a:moveTo>
                  <a:pt x="5120" y="656"/>
                </a:moveTo>
                <a:lnTo>
                  <a:pt x="5323" y="668"/>
                </a:lnTo>
                <a:lnTo>
                  <a:pt x="5715" y="739"/>
                </a:lnTo>
                <a:lnTo>
                  <a:pt x="6073" y="882"/>
                </a:lnTo>
                <a:lnTo>
                  <a:pt x="6406" y="1084"/>
                </a:lnTo>
                <a:lnTo>
                  <a:pt x="6680" y="1346"/>
                </a:lnTo>
                <a:lnTo>
                  <a:pt x="6918" y="1656"/>
                </a:lnTo>
                <a:lnTo>
                  <a:pt x="7073" y="2013"/>
                </a:lnTo>
                <a:lnTo>
                  <a:pt x="7156" y="2406"/>
                </a:lnTo>
                <a:lnTo>
                  <a:pt x="7168" y="2608"/>
                </a:lnTo>
                <a:lnTo>
                  <a:pt x="7168" y="3204"/>
                </a:lnTo>
                <a:lnTo>
                  <a:pt x="7061" y="3156"/>
                </a:lnTo>
                <a:lnTo>
                  <a:pt x="6811" y="3097"/>
                </a:lnTo>
                <a:lnTo>
                  <a:pt x="6513" y="3097"/>
                </a:lnTo>
                <a:lnTo>
                  <a:pt x="6204" y="3192"/>
                </a:lnTo>
                <a:lnTo>
                  <a:pt x="5930" y="3370"/>
                </a:lnTo>
                <a:lnTo>
                  <a:pt x="5727" y="3609"/>
                </a:lnTo>
                <a:lnTo>
                  <a:pt x="5644" y="3751"/>
                </a:lnTo>
                <a:lnTo>
                  <a:pt x="5513" y="3680"/>
                </a:lnTo>
                <a:lnTo>
                  <a:pt x="5215" y="3585"/>
                </a:lnTo>
                <a:lnTo>
                  <a:pt x="4918" y="3585"/>
                </a:lnTo>
                <a:lnTo>
                  <a:pt x="4656" y="3656"/>
                </a:lnTo>
                <a:lnTo>
                  <a:pt x="4549" y="3704"/>
                </a:lnTo>
                <a:lnTo>
                  <a:pt x="4489" y="3478"/>
                </a:lnTo>
                <a:lnTo>
                  <a:pt x="4275" y="3085"/>
                </a:lnTo>
                <a:lnTo>
                  <a:pt x="3929" y="2787"/>
                </a:lnTo>
                <a:lnTo>
                  <a:pt x="3501" y="2620"/>
                </a:lnTo>
                <a:lnTo>
                  <a:pt x="3263" y="2608"/>
                </a:lnTo>
                <a:lnTo>
                  <a:pt x="2286" y="2608"/>
                </a:lnTo>
                <a:lnTo>
                  <a:pt x="2155" y="2620"/>
                </a:lnTo>
                <a:lnTo>
                  <a:pt x="1977" y="2799"/>
                </a:lnTo>
                <a:lnTo>
                  <a:pt x="1965" y="2930"/>
                </a:lnTo>
                <a:lnTo>
                  <a:pt x="1977" y="3061"/>
                </a:lnTo>
                <a:lnTo>
                  <a:pt x="2155" y="3240"/>
                </a:lnTo>
                <a:lnTo>
                  <a:pt x="2286" y="3263"/>
                </a:lnTo>
                <a:lnTo>
                  <a:pt x="3394" y="3263"/>
                </a:lnTo>
                <a:lnTo>
                  <a:pt x="3632" y="3370"/>
                </a:lnTo>
                <a:lnTo>
                  <a:pt x="3810" y="3537"/>
                </a:lnTo>
                <a:lnTo>
                  <a:pt x="3906" y="3775"/>
                </a:lnTo>
                <a:lnTo>
                  <a:pt x="3918" y="3906"/>
                </a:lnTo>
                <a:lnTo>
                  <a:pt x="3906" y="4037"/>
                </a:lnTo>
                <a:lnTo>
                  <a:pt x="3810" y="4275"/>
                </a:lnTo>
                <a:lnTo>
                  <a:pt x="3632" y="4454"/>
                </a:lnTo>
                <a:lnTo>
                  <a:pt x="3394" y="4549"/>
                </a:lnTo>
                <a:lnTo>
                  <a:pt x="3263" y="4561"/>
                </a:lnTo>
                <a:lnTo>
                  <a:pt x="1631" y="4561"/>
                </a:lnTo>
                <a:lnTo>
                  <a:pt x="1441" y="4549"/>
                </a:lnTo>
                <a:lnTo>
                  <a:pt x="1084" y="4394"/>
                </a:lnTo>
                <a:lnTo>
                  <a:pt x="822" y="4133"/>
                </a:lnTo>
                <a:lnTo>
                  <a:pt x="667" y="3787"/>
                </a:lnTo>
                <a:lnTo>
                  <a:pt x="655" y="3585"/>
                </a:lnTo>
                <a:lnTo>
                  <a:pt x="655" y="2382"/>
                </a:lnTo>
                <a:lnTo>
                  <a:pt x="667" y="2263"/>
                </a:lnTo>
                <a:lnTo>
                  <a:pt x="727" y="2025"/>
                </a:lnTo>
                <a:lnTo>
                  <a:pt x="846" y="1823"/>
                </a:lnTo>
                <a:lnTo>
                  <a:pt x="1012" y="1656"/>
                </a:lnTo>
                <a:lnTo>
                  <a:pt x="1119" y="1596"/>
                </a:lnTo>
                <a:lnTo>
                  <a:pt x="2358" y="918"/>
                </a:lnTo>
                <a:lnTo>
                  <a:pt x="2584" y="799"/>
                </a:lnTo>
                <a:lnTo>
                  <a:pt x="3084" y="668"/>
                </a:lnTo>
                <a:lnTo>
                  <a:pt x="3346" y="656"/>
                </a:lnTo>
                <a:close/>
                <a:moveTo>
                  <a:pt x="6775" y="3751"/>
                </a:moveTo>
                <a:lnTo>
                  <a:pt x="6954" y="3823"/>
                </a:lnTo>
                <a:lnTo>
                  <a:pt x="7085" y="3966"/>
                </a:lnTo>
                <a:lnTo>
                  <a:pt x="7156" y="4133"/>
                </a:lnTo>
                <a:lnTo>
                  <a:pt x="7168" y="4240"/>
                </a:lnTo>
                <a:lnTo>
                  <a:pt x="7168" y="5371"/>
                </a:lnTo>
                <a:lnTo>
                  <a:pt x="7156" y="5478"/>
                </a:lnTo>
                <a:lnTo>
                  <a:pt x="7085" y="5645"/>
                </a:lnTo>
                <a:lnTo>
                  <a:pt x="6954" y="5788"/>
                </a:lnTo>
                <a:lnTo>
                  <a:pt x="6775" y="5859"/>
                </a:lnTo>
                <a:lnTo>
                  <a:pt x="6585" y="5859"/>
                </a:lnTo>
                <a:lnTo>
                  <a:pt x="6406" y="5788"/>
                </a:lnTo>
                <a:lnTo>
                  <a:pt x="6275" y="5645"/>
                </a:lnTo>
                <a:lnTo>
                  <a:pt x="6204" y="5478"/>
                </a:lnTo>
                <a:lnTo>
                  <a:pt x="6192" y="5371"/>
                </a:lnTo>
                <a:lnTo>
                  <a:pt x="6192" y="4240"/>
                </a:lnTo>
                <a:lnTo>
                  <a:pt x="6204" y="4133"/>
                </a:lnTo>
                <a:lnTo>
                  <a:pt x="6275" y="3966"/>
                </a:lnTo>
                <a:lnTo>
                  <a:pt x="6406" y="3823"/>
                </a:lnTo>
                <a:lnTo>
                  <a:pt x="6585" y="3751"/>
                </a:lnTo>
                <a:close/>
                <a:moveTo>
                  <a:pt x="5156" y="4240"/>
                </a:moveTo>
                <a:lnTo>
                  <a:pt x="5323" y="4311"/>
                </a:lnTo>
                <a:lnTo>
                  <a:pt x="5453" y="4454"/>
                </a:lnTo>
                <a:lnTo>
                  <a:pt x="5537" y="4621"/>
                </a:lnTo>
                <a:lnTo>
                  <a:pt x="5537" y="4728"/>
                </a:lnTo>
                <a:lnTo>
                  <a:pt x="5537" y="6026"/>
                </a:lnTo>
                <a:lnTo>
                  <a:pt x="5537" y="6121"/>
                </a:lnTo>
                <a:lnTo>
                  <a:pt x="5453" y="6300"/>
                </a:lnTo>
                <a:lnTo>
                  <a:pt x="5323" y="6431"/>
                </a:lnTo>
                <a:lnTo>
                  <a:pt x="5156" y="6502"/>
                </a:lnTo>
                <a:lnTo>
                  <a:pt x="5049" y="6514"/>
                </a:lnTo>
                <a:lnTo>
                  <a:pt x="4953" y="6502"/>
                </a:lnTo>
                <a:lnTo>
                  <a:pt x="4775" y="6431"/>
                </a:lnTo>
                <a:lnTo>
                  <a:pt x="4644" y="6300"/>
                </a:lnTo>
                <a:lnTo>
                  <a:pt x="4572" y="6121"/>
                </a:lnTo>
                <a:lnTo>
                  <a:pt x="4560" y="6026"/>
                </a:lnTo>
                <a:lnTo>
                  <a:pt x="4560" y="4728"/>
                </a:lnTo>
                <a:lnTo>
                  <a:pt x="4572" y="4621"/>
                </a:lnTo>
                <a:lnTo>
                  <a:pt x="4644" y="4454"/>
                </a:lnTo>
                <a:lnTo>
                  <a:pt x="4775" y="4311"/>
                </a:lnTo>
                <a:lnTo>
                  <a:pt x="4953" y="4240"/>
                </a:lnTo>
                <a:close/>
                <a:moveTo>
                  <a:pt x="3906" y="5037"/>
                </a:moveTo>
                <a:lnTo>
                  <a:pt x="3906" y="6681"/>
                </a:lnTo>
                <a:lnTo>
                  <a:pt x="3906" y="6776"/>
                </a:lnTo>
                <a:lnTo>
                  <a:pt x="3834" y="6954"/>
                </a:lnTo>
                <a:lnTo>
                  <a:pt x="3703" y="7085"/>
                </a:lnTo>
                <a:lnTo>
                  <a:pt x="3525" y="7157"/>
                </a:lnTo>
                <a:lnTo>
                  <a:pt x="3429" y="7169"/>
                </a:lnTo>
                <a:lnTo>
                  <a:pt x="3322" y="7157"/>
                </a:lnTo>
                <a:lnTo>
                  <a:pt x="3144" y="7085"/>
                </a:lnTo>
                <a:lnTo>
                  <a:pt x="3013" y="6954"/>
                </a:lnTo>
                <a:lnTo>
                  <a:pt x="2941" y="6776"/>
                </a:lnTo>
                <a:lnTo>
                  <a:pt x="2941" y="6681"/>
                </a:lnTo>
                <a:lnTo>
                  <a:pt x="2929" y="6681"/>
                </a:lnTo>
                <a:lnTo>
                  <a:pt x="2929" y="5216"/>
                </a:lnTo>
                <a:lnTo>
                  <a:pt x="3263" y="5216"/>
                </a:lnTo>
                <a:lnTo>
                  <a:pt x="3441" y="5204"/>
                </a:lnTo>
                <a:lnTo>
                  <a:pt x="3763" y="5109"/>
                </a:lnTo>
                <a:lnTo>
                  <a:pt x="3906" y="5037"/>
                </a:lnTo>
                <a:close/>
                <a:moveTo>
                  <a:pt x="1310" y="5180"/>
                </a:moveTo>
                <a:lnTo>
                  <a:pt x="1465" y="5204"/>
                </a:lnTo>
                <a:lnTo>
                  <a:pt x="1631" y="5216"/>
                </a:lnTo>
                <a:lnTo>
                  <a:pt x="2286" y="5216"/>
                </a:lnTo>
                <a:lnTo>
                  <a:pt x="2286" y="9288"/>
                </a:lnTo>
                <a:lnTo>
                  <a:pt x="2274" y="9383"/>
                </a:lnTo>
                <a:lnTo>
                  <a:pt x="2203" y="9562"/>
                </a:lnTo>
                <a:lnTo>
                  <a:pt x="2072" y="9693"/>
                </a:lnTo>
                <a:lnTo>
                  <a:pt x="1893" y="9764"/>
                </a:lnTo>
                <a:lnTo>
                  <a:pt x="1798" y="9776"/>
                </a:lnTo>
                <a:lnTo>
                  <a:pt x="1691" y="9764"/>
                </a:lnTo>
                <a:lnTo>
                  <a:pt x="1524" y="9693"/>
                </a:lnTo>
                <a:lnTo>
                  <a:pt x="1393" y="9562"/>
                </a:lnTo>
                <a:lnTo>
                  <a:pt x="1310" y="9383"/>
                </a:lnTo>
                <a:lnTo>
                  <a:pt x="1310" y="9288"/>
                </a:lnTo>
                <a:lnTo>
                  <a:pt x="1310" y="5180"/>
                </a:lnTo>
                <a:close/>
                <a:moveTo>
                  <a:pt x="3346" y="1"/>
                </a:moveTo>
                <a:lnTo>
                  <a:pt x="3001" y="13"/>
                </a:lnTo>
                <a:lnTo>
                  <a:pt x="2346" y="179"/>
                </a:lnTo>
                <a:lnTo>
                  <a:pt x="2036" y="334"/>
                </a:lnTo>
                <a:lnTo>
                  <a:pt x="798" y="1025"/>
                </a:lnTo>
                <a:lnTo>
                  <a:pt x="619" y="1132"/>
                </a:lnTo>
                <a:lnTo>
                  <a:pt x="334" y="1418"/>
                </a:lnTo>
                <a:lnTo>
                  <a:pt x="119" y="1775"/>
                </a:lnTo>
                <a:lnTo>
                  <a:pt x="12" y="2168"/>
                </a:lnTo>
                <a:lnTo>
                  <a:pt x="0" y="2382"/>
                </a:lnTo>
                <a:lnTo>
                  <a:pt x="0" y="3585"/>
                </a:lnTo>
                <a:lnTo>
                  <a:pt x="12" y="3775"/>
                </a:lnTo>
                <a:lnTo>
                  <a:pt x="107" y="4156"/>
                </a:lnTo>
                <a:lnTo>
                  <a:pt x="274" y="4490"/>
                </a:lnTo>
                <a:lnTo>
                  <a:pt x="512" y="4764"/>
                </a:lnTo>
                <a:lnTo>
                  <a:pt x="655" y="4883"/>
                </a:lnTo>
                <a:lnTo>
                  <a:pt x="655" y="9276"/>
                </a:lnTo>
                <a:lnTo>
                  <a:pt x="667" y="9514"/>
                </a:lnTo>
                <a:lnTo>
                  <a:pt x="846" y="9919"/>
                </a:lnTo>
                <a:lnTo>
                  <a:pt x="1155" y="10229"/>
                </a:lnTo>
                <a:lnTo>
                  <a:pt x="1560" y="10407"/>
                </a:lnTo>
                <a:lnTo>
                  <a:pt x="1798" y="10419"/>
                </a:lnTo>
                <a:lnTo>
                  <a:pt x="2024" y="10407"/>
                </a:lnTo>
                <a:lnTo>
                  <a:pt x="2441" y="10229"/>
                </a:lnTo>
                <a:lnTo>
                  <a:pt x="2751" y="9919"/>
                </a:lnTo>
                <a:lnTo>
                  <a:pt x="2917" y="9514"/>
                </a:lnTo>
                <a:lnTo>
                  <a:pt x="2941" y="9276"/>
                </a:lnTo>
                <a:lnTo>
                  <a:pt x="2941" y="7705"/>
                </a:lnTo>
                <a:lnTo>
                  <a:pt x="3048" y="7752"/>
                </a:lnTo>
                <a:lnTo>
                  <a:pt x="3298" y="7812"/>
                </a:lnTo>
                <a:lnTo>
                  <a:pt x="3608" y="7812"/>
                </a:lnTo>
                <a:lnTo>
                  <a:pt x="3953" y="7693"/>
                </a:lnTo>
                <a:lnTo>
                  <a:pt x="4239" y="7478"/>
                </a:lnTo>
                <a:lnTo>
                  <a:pt x="4441" y="7193"/>
                </a:lnTo>
                <a:lnTo>
                  <a:pt x="4513" y="7026"/>
                </a:lnTo>
                <a:lnTo>
                  <a:pt x="4632" y="7085"/>
                </a:lnTo>
                <a:lnTo>
                  <a:pt x="4906" y="7157"/>
                </a:lnTo>
                <a:lnTo>
                  <a:pt x="5049" y="7169"/>
                </a:lnTo>
                <a:lnTo>
                  <a:pt x="5239" y="7157"/>
                </a:lnTo>
                <a:lnTo>
                  <a:pt x="5584" y="7038"/>
                </a:lnTo>
                <a:lnTo>
                  <a:pt x="5870" y="6835"/>
                </a:lnTo>
                <a:lnTo>
                  <a:pt x="6073" y="6550"/>
                </a:lnTo>
                <a:lnTo>
                  <a:pt x="6132" y="6371"/>
                </a:lnTo>
                <a:lnTo>
                  <a:pt x="6263" y="6442"/>
                </a:lnTo>
                <a:lnTo>
                  <a:pt x="6537" y="6514"/>
                </a:lnTo>
                <a:lnTo>
                  <a:pt x="6680" y="6514"/>
                </a:lnTo>
                <a:lnTo>
                  <a:pt x="6906" y="6502"/>
                </a:lnTo>
                <a:lnTo>
                  <a:pt x="7323" y="6323"/>
                </a:lnTo>
                <a:lnTo>
                  <a:pt x="7632" y="6014"/>
                </a:lnTo>
                <a:lnTo>
                  <a:pt x="7799" y="5609"/>
                </a:lnTo>
                <a:lnTo>
                  <a:pt x="7823" y="5371"/>
                </a:lnTo>
                <a:lnTo>
                  <a:pt x="7823" y="2573"/>
                </a:lnTo>
                <a:lnTo>
                  <a:pt x="7799" y="2311"/>
                </a:lnTo>
                <a:lnTo>
                  <a:pt x="7692" y="1811"/>
                </a:lnTo>
                <a:lnTo>
                  <a:pt x="7490" y="1346"/>
                </a:lnTo>
                <a:lnTo>
                  <a:pt x="7192" y="942"/>
                </a:lnTo>
                <a:lnTo>
                  <a:pt x="6823" y="584"/>
                </a:lnTo>
                <a:lnTo>
                  <a:pt x="6394" y="310"/>
                </a:lnTo>
                <a:lnTo>
                  <a:pt x="5918" y="108"/>
                </a:lnTo>
                <a:lnTo>
                  <a:pt x="5394" y="13"/>
                </a:lnTo>
                <a:lnTo>
                  <a:pt x="5120"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1" name="Google Shape;3371;p176"/>
          <p:cNvSpPr/>
          <p:nvPr/>
        </p:nvSpPr>
        <p:spPr>
          <a:xfrm>
            <a:off x="6250980" y="2255705"/>
            <a:ext cx="540642" cy="405987"/>
          </a:xfrm>
          <a:custGeom>
            <a:rect b="b" l="l" r="r" t="t"/>
            <a:pathLst>
              <a:path extrusionOk="0" h="7824" w="10419">
                <a:moveTo>
                  <a:pt x="5239" y="1310"/>
                </a:moveTo>
                <a:lnTo>
                  <a:pt x="5215" y="1465"/>
                </a:lnTo>
                <a:lnTo>
                  <a:pt x="5215" y="1632"/>
                </a:lnTo>
                <a:lnTo>
                  <a:pt x="5215" y="2287"/>
                </a:lnTo>
                <a:lnTo>
                  <a:pt x="1048" y="2287"/>
                </a:lnTo>
                <a:lnTo>
                  <a:pt x="869" y="2203"/>
                </a:lnTo>
                <a:lnTo>
                  <a:pt x="738" y="2072"/>
                </a:lnTo>
                <a:lnTo>
                  <a:pt x="655" y="1906"/>
                </a:lnTo>
                <a:lnTo>
                  <a:pt x="655" y="1799"/>
                </a:lnTo>
                <a:lnTo>
                  <a:pt x="655" y="1703"/>
                </a:lnTo>
                <a:lnTo>
                  <a:pt x="738" y="1525"/>
                </a:lnTo>
                <a:lnTo>
                  <a:pt x="869" y="1394"/>
                </a:lnTo>
                <a:lnTo>
                  <a:pt x="1048" y="1322"/>
                </a:lnTo>
                <a:lnTo>
                  <a:pt x="1143" y="1310"/>
                </a:lnTo>
                <a:close/>
                <a:moveTo>
                  <a:pt x="5215" y="2942"/>
                </a:moveTo>
                <a:lnTo>
                  <a:pt x="5215" y="3263"/>
                </a:lnTo>
                <a:lnTo>
                  <a:pt x="5215" y="3442"/>
                </a:lnTo>
                <a:lnTo>
                  <a:pt x="5311" y="3763"/>
                </a:lnTo>
                <a:lnTo>
                  <a:pt x="5394" y="3918"/>
                </a:lnTo>
                <a:lnTo>
                  <a:pt x="3751" y="3918"/>
                </a:lnTo>
                <a:lnTo>
                  <a:pt x="3644" y="3906"/>
                </a:lnTo>
                <a:lnTo>
                  <a:pt x="3477" y="3835"/>
                </a:lnTo>
                <a:lnTo>
                  <a:pt x="3334" y="3704"/>
                </a:lnTo>
                <a:lnTo>
                  <a:pt x="3263" y="3525"/>
                </a:lnTo>
                <a:lnTo>
                  <a:pt x="3263" y="3430"/>
                </a:lnTo>
                <a:lnTo>
                  <a:pt x="3263" y="3323"/>
                </a:lnTo>
                <a:lnTo>
                  <a:pt x="3334" y="3156"/>
                </a:lnTo>
                <a:lnTo>
                  <a:pt x="3477" y="3025"/>
                </a:lnTo>
                <a:lnTo>
                  <a:pt x="3644" y="2942"/>
                </a:lnTo>
                <a:close/>
                <a:moveTo>
                  <a:pt x="5799" y="4573"/>
                </a:moveTo>
                <a:lnTo>
                  <a:pt x="5977" y="4644"/>
                </a:lnTo>
                <a:lnTo>
                  <a:pt x="6108" y="4787"/>
                </a:lnTo>
                <a:lnTo>
                  <a:pt x="6180" y="4954"/>
                </a:lnTo>
                <a:lnTo>
                  <a:pt x="6192" y="5061"/>
                </a:lnTo>
                <a:lnTo>
                  <a:pt x="6180" y="5156"/>
                </a:lnTo>
                <a:lnTo>
                  <a:pt x="6108" y="5335"/>
                </a:lnTo>
                <a:lnTo>
                  <a:pt x="5977" y="5466"/>
                </a:lnTo>
                <a:lnTo>
                  <a:pt x="5799" y="5537"/>
                </a:lnTo>
                <a:lnTo>
                  <a:pt x="5704" y="5549"/>
                </a:lnTo>
                <a:lnTo>
                  <a:pt x="4394" y="5549"/>
                </a:lnTo>
                <a:lnTo>
                  <a:pt x="4299" y="5537"/>
                </a:lnTo>
                <a:lnTo>
                  <a:pt x="4120" y="5466"/>
                </a:lnTo>
                <a:lnTo>
                  <a:pt x="3989" y="5335"/>
                </a:lnTo>
                <a:lnTo>
                  <a:pt x="3918" y="5156"/>
                </a:lnTo>
                <a:lnTo>
                  <a:pt x="3906" y="5061"/>
                </a:lnTo>
                <a:lnTo>
                  <a:pt x="3918" y="4954"/>
                </a:lnTo>
                <a:lnTo>
                  <a:pt x="3989" y="4787"/>
                </a:lnTo>
                <a:lnTo>
                  <a:pt x="4120" y="4644"/>
                </a:lnTo>
                <a:lnTo>
                  <a:pt x="4299" y="4573"/>
                </a:lnTo>
                <a:close/>
                <a:moveTo>
                  <a:pt x="6192" y="6192"/>
                </a:moveTo>
                <a:lnTo>
                  <a:pt x="6287" y="6204"/>
                </a:lnTo>
                <a:lnTo>
                  <a:pt x="6466" y="6276"/>
                </a:lnTo>
                <a:lnTo>
                  <a:pt x="6597" y="6407"/>
                </a:lnTo>
                <a:lnTo>
                  <a:pt x="6668" y="6585"/>
                </a:lnTo>
                <a:lnTo>
                  <a:pt x="6680" y="6680"/>
                </a:lnTo>
                <a:lnTo>
                  <a:pt x="6668" y="6788"/>
                </a:lnTo>
                <a:lnTo>
                  <a:pt x="6597" y="6954"/>
                </a:lnTo>
                <a:lnTo>
                  <a:pt x="6466" y="7097"/>
                </a:lnTo>
                <a:lnTo>
                  <a:pt x="6287" y="7169"/>
                </a:lnTo>
                <a:lnTo>
                  <a:pt x="4953" y="7169"/>
                </a:lnTo>
                <a:lnTo>
                  <a:pt x="4775" y="7097"/>
                </a:lnTo>
                <a:lnTo>
                  <a:pt x="4644" y="6954"/>
                </a:lnTo>
                <a:lnTo>
                  <a:pt x="4572" y="6788"/>
                </a:lnTo>
                <a:lnTo>
                  <a:pt x="4560" y="6680"/>
                </a:lnTo>
                <a:lnTo>
                  <a:pt x="4572" y="6585"/>
                </a:lnTo>
                <a:lnTo>
                  <a:pt x="4644" y="6407"/>
                </a:lnTo>
                <a:lnTo>
                  <a:pt x="4775" y="6276"/>
                </a:lnTo>
                <a:lnTo>
                  <a:pt x="4953" y="6204"/>
                </a:lnTo>
                <a:lnTo>
                  <a:pt x="5049" y="6192"/>
                </a:lnTo>
                <a:close/>
                <a:moveTo>
                  <a:pt x="8168" y="667"/>
                </a:moveTo>
                <a:lnTo>
                  <a:pt x="8394" y="727"/>
                </a:lnTo>
                <a:lnTo>
                  <a:pt x="8597" y="846"/>
                </a:lnTo>
                <a:lnTo>
                  <a:pt x="8764" y="1025"/>
                </a:lnTo>
                <a:lnTo>
                  <a:pt x="8835" y="1120"/>
                </a:lnTo>
                <a:lnTo>
                  <a:pt x="9514" y="2358"/>
                </a:lnTo>
                <a:lnTo>
                  <a:pt x="9633" y="2596"/>
                </a:lnTo>
                <a:lnTo>
                  <a:pt x="9764" y="3096"/>
                </a:lnTo>
                <a:lnTo>
                  <a:pt x="9776" y="3358"/>
                </a:lnTo>
                <a:lnTo>
                  <a:pt x="9776" y="5121"/>
                </a:lnTo>
                <a:lnTo>
                  <a:pt x="9764" y="5323"/>
                </a:lnTo>
                <a:lnTo>
                  <a:pt x="9692" y="5716"/>
                </a:lnTo>
                <a:lnTo>
                  <a:pt x="9549" y="6073"/>
                </a:lnTo>
                <a:lnTo>
                  <a:pt x="9335" y="6407"/>
                </a:lnTo>
                <a:lnTo>
                  <a:pt x="9073" y="6692"/>
                </a:lnTo>
                <a:lnTo>
                  <a:pt x="8764" y="6919"/>
                </a:lnTo>
                <a:lnTo>
                  <a:pt x="8406" y="7085"/>
                </a:lnTo>
                <a:lnTo>
                  <a:pt x="8025" y="7169"/>
                </a:lnTo>
                <a:lnTo>
                  <a:pt x="7823" y="7169"/>
                </a:lnTo>
                <a:lnTo>
                  <a:pt x="7823" y="7180"/>
                </a:lnTo>
                <a:lnTo>
                  <a:pt x="7216" y="7180"/>
                </a:lnTo>
                <a:lnTo>
                  <a:pt x="7263" y="7061"/>
                </a:lnTo>
                <a:lnTo>
                  <a:pt x="7323" y="6823"/>
                </a:lnTo>
                <a:lnTo>
                  <a:pt x="7335" y="6692"/>
                </a:lnTo>
                <a:lnTo>
                  <a:pt x="7323" y="6514"/>
                </a:lnTo>
                <a:lnTo>
                  <a:pt x="7228" y="6204"/>
                </a:lnTo>
                <a:lnTo>
                  <a:pt x="7049" y="5942"/>
                </a:lnTo>
                <a:lnTo>
                  <a:pt x="6811" y="5728"/>
                </a:lnTo>
                <a:lnTo>
                  <a:pt x="6668" y="5656"/>
                </a:lnTo>
                <a:lnTo>
                  <a:pt x="6739" y="5525"/>
                </a:lnTo>
                <a:lnTo>
                  <a:pt x="6835" y="5228"/>
                </a:lnTo>
                <a:lnTo>
                  <a:pt x="6847" y="5061"/>
                </a:lnTo>
                <a:lnTo>
                  <a:pt x="6835" y="4918"/>
                </a:lnTo>
                <a:lnTo>
                  <a:pt x="6775" y="4668"/>
                </a:lnTo>
                <a:lnTo>
                  <a:pt x="6716" y="4549"/>
                </a:lnTo>
                <a:lnTo>
                  <a:pt x="6942" y="4501"/>
                </a:lnTo>
                <a:lnTo>
                  <a:pt x="7347" y="4275"/>
                </a:lnTo>
                <a:lnTo>
                  <a:pt x="7644" y="3942"/>
                </a:lnTo>
                <a:lnTo>
                  <a:pt x="7799" y="3513"/>
                </a:lnTo>
                <a:lnTo>
                  <a:pt x="7823" y="3263"/>
                </a:lnTo>
                <a:lnTo>
                  <a:pt x="7823" y="2287"/>
                </a:lnTo>
                <a:lnTo>
                  <a:pt x="7799" y="2156"/>
                </a:lnTo>
                <a:lnTo>
                  <a:pt x="7621" y="1989"/>
                </a:lnTo>
                <a:lnTo>
                  <a:pt x="7490" y="1965"/>
                </a:lnTo>
                <a:lnTo>
                  <a:pt x="7359" y="1989"/>
                </a:lnTo>
                <a:lnTo>
                  <a:pt x="7192" y="2156"/>
                </a:lnTo>
                <a:lnTo>
                  <a:pt x="7168" y="2287"/>
                </a:lnTo>
                <a:lnTo>
                  <a:pt x="7168" y="3263"/>
                </a:lnTo>
                <a:lnTo>
                  <a:pt x="7156" y="3406"/>
                </a:lnTo>
                <a:lnTo>
                  <a:pt x="7061" y="3632"/>
                </a:lnTo>
                <a:lnTo>
                  <a:pt x="6882" y="3811"/>
                </a:lnTo>
                <a:lnTo>
                  <a:pt x="6644" y="3906"/>
                </a:lnTo>
                <a:lnTo>
                  <a:pt x="6513" y="3918"/>
                </a:lnTo>
                <a:lnTo>
                  <a:pt x="6382" y="3906"/>
                </a:lnTo>
                <a:lnTo>
                  <a:pt x="6144" y="3811"/>
                </a:lnTo>
                <a:lnTo>
                  <a:pt x="5977" y="3632"/>
                </a:lnTo>
                <a:lnTo>
                  <a:pt x="5870" y="3406"/>
                </a:lnTo>
                <a:lnTo>
                  <a:pt x="5870" y="3263"/>
                </a:lnTo>
                <a:lnTo>
                  <a:pt x="5870" y="1644"/>
                </a:lnTo>
                <a:lnTo>
                  <a:pt x="5882" y="1441"/>
                </a:lnTo>
                <a:lnTo>
                  <a:pt x="6025" y="1084"/>
                </a:lnTo>
                <a:lnTo>
                  <a:pt x="6287" y="822"/>
                </a:lnTo>
                <a:lnTo>
                  <a:pt x="6644" y="679"/>
                </a:lnTo>
                <a:lnTo>
                  <a:pt x="6835" y="667"/>
                </a:lnTo>
                <a:close/>
                <a:moveTo>
                  <a:pt x="6835" y="1"/>
                </a:moveTo>
                <a:lnTo>
                  <a:pt x="6644" y="13"/>
                </a:lnTo>
                <a:lnTo>
                  <a:pt x="6275" y="108"/>
                </a:lnTo>
                <a:lnTo>
                  <a:pt x="5942" y="275"/>
                </a:lnTo>
                <a:lnTo>
                  <a:pt x="5656" y="513"/>
                </a:lnTo>
                <a:lnTo>
                  <a:pt x="5537" y="656"/>
                </a:lnTo>
                <a:lnTo>
                  <a:pt x="1143" y="656"/>
                </a:lnTo>
                <a:lnTo>
                  <a:pt x="905" y="679"/>
                </a:lnTo>
                <a:lnTo>
                  <a:pt x="500" y="846"/>
                </a:lnTo>
                <a:lnTo>
                  <a:pt x="191" y="1156"/>
                </a:lnTo>
                <a:lnTo>
                  <a:pt x="24" y="1560"/>
                </a:lnTo>
                <a:lnTo>
                  <a:pt x="0" y="1799"/>
                </a:lnTo>
                <a:lnTo>
                  <a:pt x="24" y="2037"/>
                </a:lnTo>
                <a:lnTo>
                  <a:pt x="191" y="2442"/>
                </a:lnTo>
                <a:lnTo>
                  <a:pt x="500" y="2751"/>
                </a:lnTo>
                <a:lnTo>
                  <a:pt x="917" y="2918"/>
                </a:lnTo>
                <a:lnTo>
                  <a:pt x="1143" y="2942"/>
                </a:lnTo>
                <a:lnTo>
                  <a:pt x="2715" y="2942"/>
                </a:lnTo>
                <a:lnTo>
                  <a:pt x="2667" y="3049"/>
                </a:lnTo>
                <a:lnTo>
                  <a:pt x="2608" y="3299"/>
                </a:lnTo>
                <a:lnTo>
                  <a:pt x="2608" y="3430"/>
                </a:lnTo>
                <a:lnTo>
                  <a:pt x="2620" y="3620"/>
                </a:lnTo>
                <a:lnTo>
                  <a:pt x="2739" y="3954"/>
                </a:lnTo>
                <a:lnTo>
                  <a:pt x="2941" y="4240"/>
                </a:lnTo>
                <a:lnTo>
                  <a:pt x="3227" y="4442"/>
                </a:lnTo>
                <a:lnTo>
                  <a:pt x="3394" y="4513"/>
                </a:lnTo>
                <a:lnTo>
                  <a:pt x="3334" y="4632"/>
                </a:lnTo>
                <a:lnTo>
                  <a:pt x="3263" y="4906"/>
                </a:lnTo>
                <a:lnTo>
                  <a:pt x="3263" y="5061"/>
                </a:lnTo>
                <a:lnTo>
                  <a:pt x="3263" y="5240"/>
                </a:lnTo>
                <a:lnTo>
                  <a:pt x="3382" y="5585"/>
                </a:lnTo>
                <a:lnTo>
                  <a:pt x="3596" y="5871"/>
                </a:lnTo>
                <a:lnTo>
                  <a:pt x="3882" y="6073"/>
                </a:lnTo>
                <a:lnTo>
                  <a:pt x="4048" y="6145"/>
                </a:lnTo>
                <a:lnTo>
                  <a:pt x="3989" y="6264"/>
                </a:lnTo>
                <a:lnTo>
                  <a:pt x="3918" y="6538"/>
                </a:lnTo>
                <a:lnTo>
                  <a:pt x="3906" y="6680"/>
                </a:lnTo>
                <a:lnTo>
                  <a:pt x="3929" y="6907"/>
                </a:lnTo>
                <a:lnTo>
                  <a:pt x="4096" y="7323"/>
                </a:lnTo>
                <a:lnTo>
                  <a:pt x="4406" y="7633"/>
                </a:lnTo>
                <a:lnTo>
                  <a:pt x="4822" y="7800"/>
                </a:lnTo>
                <a:lnTo>
                  <a:pt x="5049" y="7823"/>
                </a:lnTo>
                <a:lnTo>
                  <a:pt x="7847" y="7823"/>
                </a:lnTo>
                <a:lnTo>
                  <a:pt x="8109" y="7812"/>
                </a:lnTo>
                <a:lnTo>
                  <a:pt x="8609" y="7692"/>
                </a:lnTo>
                <a:lnTo>
                  <a:pt x="9073" y="7490"/>
                </a:lnTo>
                <a:lnTo>
                  <a:pt x="9490" y="7192"/>
                </a:lnTo>
                <a:lnTo>
                  <a:pt x="9835" y="6823"/>
                </a:lnTo>
                <a:lnTo>
                  <a:pt x="10109" y="6395"/>
                </a:lnTo>
                <a:lnTo>
                  <a:pt x="10311" y="5918"/>
                </a:lnTo>
                <a:lnTo>
                  <a:pt x="10407" y="5394"/>
                </a:lnTo>
                <a:lnTo>
                  <a:pt x="10419" y="5121"/>
                </a:lnTo>
                <a:lnTo>
                  <a:pt x="10419" y="3347"/>
                </a:lnTo>
                <a:lnTo>
                  <a:pt x="10407" y="3001"/>
                </a:lnTo>
                <a:lnTo>
                  <a:pt x="10240" y="2346"/>
                </a:lnTo>
                <a:lnTo>
                  <a:pt x="10085" y="2037"/>
                </a:lnTo>
                <a:lnTo>
                  <a:pt x="9407" y="798"/>
                </a:lnTo>
                <a:lnTo>
                  <a:pt x="9287" y="620"/>
                </a:lnTo>
                <a:lnTo>
                  <a:pt x="9002" y="334"/>
                </a:lnTo>
                <a:lnTo>
                  <a:pt x="8656" y="120"/>
                </a:lnTo>
                <a:lnTo>
                  <a:pt x="8252" y="13"/>
                </a:lnTo>
                <a:lnTo>
                  <a:pt x="8049"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2" name="Google Shape;3372;p176"/>
          <p:cNvSpPr/>
          <p:nvPr/>
        </p:nvSpPr>
        <p:spPr>
          <a:xfrm>
            <a:off x="7279042" y="2256328"/>
            <a:ext cx="540642" cy="405365"/>
          </a:xfrm>
          <a:custGeom>
            <a:rect b="b" l="l" r="r" t="t"/>
            <a:pathLst>
              <a:path extrusionOk="0" h="7812" w="10419">
                <a:moveTo>
                  <a:pt x="9287" y="1298"/>
                </a:moveTo>
                <a:lnTo>
                  <a:pt x="9383" y="1310"/>
                </a:lnTo>
                <a:lnTo>
                  <a:pt x="9561" y="1382"/>
                </a:lnTo>
                <a:lnTo>
                  <a:pt x="9692" y="1513"/>
                </a:lnTo>
                <a:lnTo>
                  <a:pt x="9764" y="1691"/>
                </a:lnTo>
                <a:lnTo>
                  <a:pt x="9775" y="1787"/>
                </a:lnTo>
                <a:lnTo>
                  <a:pt x="9764" y="1882"/>
                </a:lnTo>
                <a:lnTo>
                  <a:pt x="9692" y="2060"/>
                </a:lnTo>
                <a:lnTo>
                  <a:pt x="9561" y="2191"/>
                </a:lnTo>
                <a:lnTo>
                  <a:pt x="9383" y="2263"/>
                </a:lnTo>
                <a:lnTo>
                  <a:pt x="9287" y="2275"/>
                </a:lnTo>
                <a:lnTo>
                  <a:pt x="5215" y="2275"/>
                </a:lnTo>
                <a:lnTo>
                  <a:pt x="5215" y="1620"/>
                </a:lnTo>
                <a:lnTo>
                  <a:pt x="5203" y="1453"/>
                </a:lnTo>
                <a:lnTo>
                  <a:pt x="5179" y="1298"/>
                </a:lnTo>
                <a:close/>
                <a:moveTo>
                  <a:pt x="6775" y="2930"/>
                </a:moveTo>
                <a:lnTo>
                  <a:pt x="6954" y="3013"/>
                </a:lnTo>
                <a:lnTo>
                  <a:pt x="7085" y="3144"/>
                </a:lnTo>
                <a:lnTo>
                  <a:pt x="7156" y="3311"/>
                </a:lnTo>
                <a:lnTo>
                  <a:pt x="7168" y="3418"/>
                </a:lnTo>
                <a:lnTo>
                  <a:pt x="7156" y="3513"/>
                </a:lnTo>
                <a:lnTo>
                  <a:pt x="7085" y="3692"/>
                </a:lnTo>
                <a:lnTo>
                  <a:pt x="6954" y="3823"/>
                </a:lnTo>
                <a:lnTo>
                  <a:pt x="6775" y="3894"/>
                </a:lnTo>
                <a:lnTo>
                  <a:pt x="6680" y="3906"/>
                </a:lnTo>
                <a:lnTo>
                  <a:pt x="5025" y="3906"/>
                </a:lnTo>
                <a:lnTo>
                  <a:pt x="5108" y="3751"/>
                </a:lnTo>
                <a:lnTo>
                  <a:pt x="5203" y="3430"/>
                </a:lnTo>
                <a:lnTo>
                  <a:pt x="5215" y="3251"/>
                </a:lnTo>
                <a:lnTo>
                  <a:pt x="5215" y="2930"/>
                </a:lnTo>
                <a:close/>
                <a:moveTo>
                  <a:pt x="6025" y="4549"/>
                </a:moveTo>
                <a:lnTo>
                  <a:pt x="6132" y="4561"/>
                </a:lnTo>
                <a:lnTo>
                  <a:pt x="6299" y="4632"/>
                </a:lnTo>
                <a:lnTo>
                  <a:pt x="6430" y="4763"/>
                </a:lnTo>
                <a:lnTo>
                  <a:pt x="6513" y="4942"/>
                </a:lnTo>
                <a:lnTo>
                  <a:pt x="6513" y="5037"/>
                </a:lnTo>
                <a:lnTo>
                  <a:pt x="6513" y="5144"/>
                </a:lnTo>
                <a:lnTo>
                  <a:pt x="6430" y="5311"/>
                </a:lnTo>
                <a:lnTo>
                  <a:pt x="6299" y="5454"/>
                </a:lnTo>
                <a:lnTo>
                  <a:pt x="6120" y="5525"/>
                </a:lnTo>
                <a:lnTo>
                  <a:pt x="4620" y="5525"/>
                </a:lnTo>
                <a:lnTo>
                  <a:pt x="4453" y="5454"/>
                </a:lnTo>
                <a:lnTo>
                  <a:pt x="4322" y="5311"/>
                </a:lnTo>
                <a:lnTo>
                  <a:pt x="4239" y="5144"/>
                </a:lnTo>
                <a:lnTo>
                  <a:pt x="4239" y="5037"/>
                </a:lnTo>
                <a:lnTo>
                  <a:pt x="4239" y="4942"/>
                </a:lnTo>
                <a:lnTo>
                  <a:pt x="4322" y="4763"/>
                </a:lnTo>
                <a:lnTo>
                  <a:pt x="4453" y="4632"/>
                </a:lnTo>
                <a:lnTo>
                  <a:pt x="4620" y="4561"/>
                </a:lnTo>
                <a:lnTo>
                  <a:pt x="4727" y="4549"/>
                </a:lnTo>
                <a:close/>
                <a:moveTo>
                  <a:pt x="3584" y="644"/>
                </a:moveTo>
                <a:lnTo>
                  <a:pt x="3786" y="655"/>
                </a:lnTo>
                <a:lnTo>
                  <a:pt x="4132" y="810"/>
                </a:lnTo>
                <a:lnTo>
                  <a:pt x="4406" y="1072"/>
                </a:lnTo>
                <a:lnTo>
                  <a:pt x="4548" y="1418"/>
                </a:lnTo>
                <a:lnTo>
                  <a:pt x="4560" y="1620"/>
                </a:lnTo>
                <a:lnTo>
                  <a:pt x="4560" y="3251"/>
                </a:lnTo>
                <a:lnTo>
                  <a:pt x="4548" y="3382"/>
                </a:lnTo>
                <a:lnTo>
                  <a:pt x="4453" y="3620"/>
                </a:lnTo>
                <a:lnTo>
                  <a:pt x="4275" y="3799"/>
                </a:lnTo>
                <a:lnTo>
                  <a:pt x="4048" y="3894"/>
                </a:lnTo>
                <a:lnTo>
                  <a:pt x="3917" y="3906"/>
                </a:lnTo>
                <a:lnTo>
                  <a:pt x="3774" y="3894"/>
                </a:lnTo>
                <a:lnTo>
                  <a:pt x="3548" y="3799"/>
                </a:lnTo>
                <a:lnTo>
                  <a:pt x="3370" y="3620"/>
                </a:lnTo>
                <a:lnTo>
                  <a:pt x="3274" y="3382"/>
                </a:lnTo>
                <a:lnTo>
                  <a:pt x="3262" y="3251"/>
                </a:lnTo>
                <a:lnTo>
                  <a:pt x="3262" y="2275"/>
                </a:lnTo>
                <a:lnTo>
                  <a:pt x="3239" y="2144"/>
                </a:lnTo>
                <a:lnTo>
                  <a:pt x="3060" y="1965"/>
                </a:lnTo>
                <a:lnTo>
                  <a:pt x="2929" y="1953"/>
                </a:lnTo>
                <a:lnTo>
                  <a:pt x="2798" y="1965"/>
                </a:lnTo>
                <a:lnTo>
                  <a:pt x="2631" y="2144"/>
                </a:lnTo>
                <a:lnTo>
                  <a:pt x="2608" y="2275"/>
                </a:lnTo>
                <a:lnTo>
                  <a:pt x="2608" y="3251"/>
                </a:lnTo>
                <a:lnTo>
                  <a:pt x="2620" y="3489"/>
                </a:lnTo>
                <a:lnTo>
                  <a:pt x="2786" y="3918"/>
                </a:lnTo>
                <a:lnTo>
                  <a:pt x="3084" y="4263"/>
                </a:lnTo>
                <a:lnTo>
                  <a:pt x="3477" y="4478"/>
                </a:lnTo>
                <a:lnTo>
                  <a:pt x="3715" y="4537"/>
                </a:lnTo>
                <a:lnTo>
                  <a:pt x="3655" y="4644"/>
                </a:lnTo>
                <a:lnTo>
                  <a:pt x="3596" y="4894"/>
                </a:lnTo>
                <a:lnTo>
                  <a:pt x="3584" y="5037"/>
                </a:lnTo>
                <a:lnTo>
                  <a:pt x="3596" y="5204"/>
                </a:lnTo>
                <a:lnTo>
                  <a:pt x="3679" y="5502"/>
                </a:lnTo>
                <a:lnTo>
                  <a:pt x="3763" y="5644"/>
                </a:lnTo>
                <a:lnTo>
                  <a:pt x="3620" y="5716"/>
                </a:lnTo>
                <a:lnTo>
                  <a:pt x="3370" y="5918"/>
                </a:lnTo>
                <a:lnTo>
                  <a:pt x="3203" y="6192"/>
                </a:lnTo>
                <a:lnTo>
                  <a:pt x="3108" y="6502"/>
                </a:lnTo>
                <a:lnTo>
                  <a:pt x="3096" y="6668"/>
                </a:lnTo>
                <a:lnTo>
                  <a:pt x="3096" y="6799"/>
                </a:lnTo>
                <a:lnTo>
                  <a:pt x="3155" y="7049"/>
                </a:lnTo>
                <a:lnTo>
                  <a:pt x="3215" y="7157"/>
                </a:lnTo>
                <a:lnTo>
                  <a:pt x="2608" y="7157"/>
                </a:lnTo>
                <a:lnTo>
                  <a:pt x="2405" y="7145"/>
                </a:lnTo>
                <a:lnTo>
                  <a:pt x="2012" y="7061"/>
                </a:lnTo>
                <a:lnTo>
                  <a:pt x="1667" y="6895"/>
                </a:lnTo>
                <a:lnTo>
                  <a:pt x="1345" y="6668"/>
                </a:lnTo>
                <a:lnTo>
                  <a:pt x="1084" y="6383"/>
                </a:lnTo>
                <a:lnTo>
                  <a:pt x="881" y="6061"/>
                </a:lnTo>
                <a:lnTo>
                  <a:pt x="738" y="5692"/>
                </a:lnTo>
                <a:lnTo>
                  <a:pt x="667" y="5311"/>
                </a:lnTo>
                <a:lnTo>
                  <a:pt x="655" y="5109"/>
                </a:lnTo>
                <a:lnTo>
                  <a:pt x="655" y="3335"/>
                </a:lnTo>
                <a:lnTo>
                  <a:pt x="667" y="3073"/>
                </a:lnTo>
                <a:lnTo>
                  <a:pt x="798" y="2572"/>
                </a:lnTo>
                <a:lnTo>
                  <a:pt x="917" y="2346"/>
                </a:lnTo>
                <a:lnTo>
                  <a:pt x="1596" y="1108"/>
                </a:lnTo>
                <a:lnTo>
                  <a:pt x="1655" y="1001"/>
                </a:lnTo>
                <a:lnTo>
                  <a:pt x="1822" y="834"/>
                </a:lnTo>
                <a:lnTo>
                  <a:pt x="2024" y="715"/>
                </a:lnTo>
                <a:lnTo>
                  <a:pt x="2262" y="655"/>
                </a:lnTo>
                <a:lnTo>
                  <a:pt x="2381" y="644"/>
                </a:lnTo>
                <a:close/>
                <a:moveTo>
                  <a:pt x="5370" y="6180"/>
                </a:moveTo>
                <a:lnTo>
                  <a:pt x="5477" y="6192"/>
                </a:lnTo>
                <a:lnTo>
                  <a:pt x="5644" y="6264"/>
                </a:lnTo>
                <a:lnTo>
                  <a:pt x="5787" y="6395"/>
                </a:lnTo>
                <a:lnTo>
                  <a:pt x="5858" y="6573"/>
                </a:lnTo>
                <a:lnTo>
                  <a:pt x="5858" y="6668"/>
                </a:lnTo>
                <a:lnTo>
                  <a:pt x="5858" y="6764"/>
                </a:lnTo>
                <a:lnTo>
                  <a:pt x="5787" y="6942"/>
                </a:lnTo>
                <a:lnTo>
                  <a:pt x="5644" y="7073"/>
                </a:lnTo>
                <a:lnTo>
                  <a:pt x="5477" y="7157"/>
                </a:lnTo>
                <a:lnTo>
                  <a:pt x="4132" y="7157"/>
                </a:lnTo>
                <a:lnTo>
                  <a:pt x="3965" y="7073"/>
                </a:lnTo>
                <a:lnTo>
                  <a:pt x="3834" y="6942"/>
                </a:lnTo>
                <a:lnTo>
                  <a:pt x="3751" y="6764"/>
                </a:lnTo>
                <a:lnTo>
                  <a:pt x="3751" y="6668"/>
                </a:lnTo>
                <a:lnTo>
                  <a:pt x="3751" y="6573"/>
                </a:lnTo>
                <a:lnTo>
                  <a:pt x="3834" y="6395"/>
                </a:lnTo>
                <a:lnTo>
                  <a:pt x="3965" y="6264"/>
                </a:lnTo>
                <a:lnTo>
                  <a:pt x="4132" y="6192"/>
                </a:lnTo>
                <a:lnTo>
                  <a:pt x="4239" y="6180"/>
                </a:lnTo>
                <a:close/>
                <a:moveTo>
                  <a:pt x="2167" y="1"/>
                </a:moveTo>
                <a:lnTo>
                  <a:pt x="1774" y="120"/>
                </a:lnTo>
                <a:lnTo>
                  <a:pt x="1417" y="322"/>
                </a:lnTo>
                <a:lnTo>
                  <a:pt x="1131" y="620"/>
                </a:lnTo>
                <a:lnTo>
                  <a:pt x="1024" y="798"/>
                </a:lnTo>
                <a:lnTo>
                  <a:pt x="333" y="2037"/>
                </a:lnTo>
                <a:lnTo>
                  <a:pt x="191" y="2334"/>
                </a:lnTo>
                <a:lnTo>
                  <a:pt x="12" y="3001"/>
                </a:lnTo>
                <a:lnTo>
                  <a:pt x="0" y="3335"/>
                </a:lnTo>
                <a:lnTo>
                  <a:pt x="0" y="5109"/>
                </a:lnTo>
                <a:lnTo>
                  <a:pt x="12" y="5382"/>
                </a:lnTo>
                <a:lnTo>
                  <a:pt x="119" y="5906"/>
                </a:lnTo>
                <a:lnTo>
                  <a:pt x="310" y="6395"/>
                </a:lnTo>
                <a:lnTo>
                  <a:pt x="583" y="6823"/>
                </a:lnTo>
                <a:lnTo>
                  <a:pt x="941" y="7180"/>
                </a:lnTo>
                <a:lnTo>
                  <a:pt x="1345" y="7478"/>
                </a:lnTo>
                <a:lnTo>
                  <a:pt x="1810" y="7680"/>
                </a:lnTo>
                <a:lnTo>
                  <a:pt x="2310" y="7800"/>
                </a:lnTo>
                <a:lnTo>
                  <a:pt x="2584" y="7811"/>
                </a:lnTo>
                <a:lnTo>
                  <a:pt x="5370" y="7811"/>
                </a:lnTo>
                <a:lnTo>
                  <a:pt x="5608" y="7800"/>
                </a:lnTo>
                <a:lnTo>
                  <a:pt x="6013" y="7621"/>
                </a:lnTo>
                <a:lnTo>
                  <a:pt x="6322" y="7311"/>
                </a:lnTo>
                <a:lnTo>
                  <a:pt x="6501" y="6907"/>
                </a:lnTo>
                <a:lnTo>
                  <a:pt x="6513" y="6668"/>
                </a:lnTo>
                <a:lnTo>
                  <a:pt x="6513" y="6526"/>
                </a:lnTo>
                <a:lnTo>
                  <a:pt x="6442" y="6252"/>
                </a:lnTo>
                <a:lnTo>
                  <a:pt x="6382" y="6133"/>
                </a:lnTo>
                <a:lnTo>
                  <a:pt x="6549" y="6061"/>
                </a:lnTo>
                <a:lnTo>
                  <a:pt x="6834" y="5859"/>
                </a:lnTo>
                <a:lnTo>
                  <a:pt x="7037" y="5573"/>
                </a:lnTo>
                <a:lnTo>
                  <a:pt x="7156" y="5228"/>
                </a:lnTo>
                <a:lnTo>
                  <a:pt x="7168" y="5049"/>
                </a:lnTo>
                <a:lnTo>
                  <a:pt x="7156" y="4894"/>
                </a:lnTo>
                <a:lnTo>
                  <a:pt x="7085" y="4620"/>
                </a:lnTo>
                <a:lnTo>
                  <a:pt x="7025" y="4501"/>
                </a:lnTo>
                <a:lnTo>
                  <a:pt x="7192" y="4442"/>
                </a:lnTo>
                <a:lnTo>
                  <a:pt x="7477" y="4228"/>
                </a:lnTo>
                <a:lnTo>
                  <a:pt x="7692" y="3942"/>
                </a:lnTo>
                <a:lnTo>
                  <a:pt x="7811" y="3608"/>
                </a:lnTo>
                <a:lnTo>
                  <a:pt x="7811" y="3418"/>
                </a:lnTo>
                <a:lnTo>
                  <a:pt x="7799" y="3156"/>
                </a:lnTo>
                <a:lnTo>
                  <a:pt x="7704" y="2930"/>
                </a:lnTo>
                <a:lnTo>
                  <a:pt x="9275" y="2930"/>
                </a:lnTo>
                <a:lnTo>
                  <a:pt x="9514" y="2918"/>
                </a:lnTo>
                <a:lnTo>
                  <a:pt x="9918" y="2739"/>
                </a:lnTo>
                <a:lnTo>
                  <a:pt x="10228" y="2430"/>
                </a:lnTo>
                <a:lnTo>
                  <a:pt x="10407" y="2025"/>
                </a:lnTo>
                <a:lnTo>
                  <a:pt x="10418" y="1787"/>
                </a:lnTo>
                <a:lnTo>
                  <a:pt x="10407" y="1560"/>
                </a:lnTo>
                <a:lnTo>
                  <a:pt x="10228" y="1144"/>
                </a:lnTo>
                <a:lnTo>
                  <a:pt x="9918" y="834"/>
                </a:lnTo>
                <a:lnTo>
                  <a:pt x="9514" y="667"/>
                </a:lnTo>
                <a:lnTo>
                  <a:pt x="9275" y="644"/>
                </a:lnTo>
                <a:lnTo>
                  <a:pt x="4870" y="644"/>
                </a:lnTo>
                <a:lnTo>
                  <a:pt x="4751" y="501"/>
                </a:lnTo>
                <a:lnTo>
                  <a:pt x="4477" y="263"/>
                </a:lnTo>
                <a:lnTo>
                  <a:pt x="4155" y="96"/>
                </a:lnTo>
                <a:lnTo>
                  <a:pt x="3774"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3" name="Google Shape;3373;p176"/>
          <p:cNvSpPr/>
          <p:nvPr/>
        </p:nvSpPr>
        <p:spPr>
          <a:xfrm>
            <a:off x="1042750" y="2222964"/>
            <a:ext cx="675971" cy="472718"/>
          </a:xfrm>
          <a:custGeom>
            <a:rect b="b" l="l" r="r" t="t"/>
            <a:pathLst>
              <a:path extrusionOk="0" h="9110" w="13027">
                <a:moveTo>
                  <a:pt x="6525" y="644"/>
                </a:moveTo>
                <a:lnTo>
                  <a:pt x="12371" y="2751"/>
                </a:lnTo>
                <a:lnTo>
                  <a:pt x="6501" y="4871"/>
                </a:lnTo>
                <a:lnTo>
                  <a:pt x="2644" y="3489"/>
                </a:lnTo>
                <a:lnTo>
                  <a:pt x="6609" y="2251"/>
                </a:lnTo>
                <a:lnTo>
                  <a:pt x="6728" y="2191"/>
                </a:lnTo>
                <a:lnTo>
                  <a:pt x="6847" y="1977"/>
                </a:lnTo>
                <a:lnTo>
                  <a:pt x="6823" y="1846"/>
                </a:lnTo>
                <a:lnTo>
                  <a:pt x="6775" y="1727"/>
                </a:lnTo>
                <a:lnTo>
                  <a:pt x="6549" y="1608"/>
                </a:lnTo>
                <a:lnTo>
                  <a:pt x="6418" y="1632"/>
                </a:lnTo>
                <a:lnTo>
                  <a:pt x="1620" y="3120"/>
                </a:lnTo>
                <a:lnTo>
                  <a:pt x="655" y="2751"/>
                </a:lnTo>
                <a:lnTo>
                  <a:pt x="6525" y="644"/>
                </a:lnTo>
                <a:close/>
                <a:moveTo>
                  <a:pt x="1310" y="7359"/>
                </a:moveTo>
                <a:lnTo>
                  <a:pt x="1548" y="8431"/>
                </a:lnTo>
                <a:lnTo>
                  <a:pt x="1060" y="8431"/>
                </a:lnTo>
                <a:lnTo>
                  <a:pt x="1310" y="7359"/>
                </a:lnTo>
                <a:close/>
                <a:moveTo>
                  <a:pt x="6394" y="1"/>
                </a:moveTo>
                <a:lnTo>
                  <a:pt x="6287" y="24"/>
                </a:lnTo>
                <a:lnTo>
                  <a:pt x="453" y="2120"/>
                </a:lnTo>
                <a:lnTo>
                  <a:pt x="358" y="2156"/>
                </a:lnTo>
                <a:lnTo>
                  <a:pt x="191" y="2287"/>
                </a:lnTo>
                <a:lnTo>
                  <a:pt x="72" y="2453"/>
                </a:lnTo>
                <a:lnTo>
                  <a:pt x="12" y="2632"/>
                </a:lnTo>
                <a:lnTo>
                  <a:pt x="0" y="2739"/>
                </a:lnTo>
                <a:lnTo>
                  <a:pt x="12" y="2834"/>
                </a:lnTo>
                <a:lnTo>
                  <a:pt x="72" y="3037"/>
                </a:lnTo>
                <a:lnTo>
                  <a:pt x="191" y="3204"/>
                </a:lnTo>
                <a:lnTo>
                  <a:pt x="358" y="3335"/>
                </a:lnTo>
                <a:lnTo>
                  <a:pt x="453" y="3370"/>
                </a:lnTo>
                <a:lnTo>
                  <a:pt x="977" y="3585"/>
                </a:lnTo>
                <a:lnTo>
                  <a:pt x="977" y="5883"/>
                </a:lnTo>
                <a:lnTo>
                  <a:pt x="334" y="8704"/>
                </a:lnTo>
                <a:lnTo>
                  <a:pt x="322" y="8776"/>
                </a:lnTo>
                <a:lnTo>
                  <a:pt x="358" y="8919"/>
                </a:lnTo>
                <a:lnTo>
                  <a:pt x="405" y="8978"/>
                </a:lnTo>
                <a:lnTo>
                  <a:pt x="453" y="9038"/>
                </a:lnTo>
                <a:lnTo>
                  <a:pt x="584" y="9097"/>
                </a:lnTo>
                <a:lnTo>
                  <a:pt x="655" y="9109"/>
                </a:lnTo>
                <a:lnTo>
                  <a:pt x="1953" y="9109"/>
                </a:lnTo>
                <a:lnTo>
                  <a:pt x="2024" y="9097"/>
                </a:lnTo>
                <a:lnTo>
                  <a:pt x="2155" y="9038"/>
                </a:lnTo>
                <a:lnTo>
                  <a:pt x="2215" y="8978"/>
                </a:lnTo>
                <a:lnTo>
                  <a:pt x="2251" y="8919"/>
                </a:lnTo>
                <a:lnTo>
                  <a:pt x="2286" y="8776"/>
                </a:lnTo>
                <a:lnTo>
                  <a:pt x="2275" y="8704"/>
                </a:lnTo>
                <a:lnTo>
                  <a:pt x="1632" y="5847"/>
                </a:lnTo>
                <a:lnTo>
                  <a:pt x="1632" y="3811"/>
                </a:lnTo>
                <a:lnTo>
                  <a:pt x="6287" y="5478"/>
                </a:lnTo>
                <a:lnTo>
                  <a:pt x="6394" y="5513"/>
                </a:lnTo>
                <a:lnTo>
                  <a:pt x="6513" y="5525"/>
                </a:lnTo>
                <a:lnTo>
                  <a:pt x="6632" y="5513"/>
                </a:lnTo>
                <a:lnTo>
                  <a:pt x="6751" y="5478"/>
                </a:lnTo>
                <a:lnTo>
                  <a:pt x="12574" y="3394"/>
                </a:lnTo>
                <a:lnTo>
                  <a:pt x="12669" y="3346"/>
                </a:lnTo>
                <a:lnTo>
                  <a:pt x="12836" y="3227"/>
                </a:lnTo>
                <a:lnTo>
                  <a:pt x="12955" y="3061"/>
                </a:lnTo>
                <a:lnTo>
                  <a:pt x="13026" y="2846"/>
                </a:lnTo>
                <a:lnTo>
                  <a:pt x="13026" y="2739"/>
                </a:lnTo>
                <a:lnTo>
                  <a:pt x="13026" y="2620"/>
                </a:lnTo>
                <a:lnTo>
                  <a:pt x="12955" y="2430"/>
                </a:lnTo>
                <a:lnTo>
                  <a:pt x="12836" y="2275"/>
                </a:lnTo>
                <a:lnTo>
                  <a:pt x="12669" y="2156"/>
                </a:lnTo>
                <a:lnTo>
                  <a:pt x="12574" y="2120"/>
                </a:lnTo>
                <a:lnTo>
                  <a:pt x="6751" y="24"/>
                </a:lnTo>
                <a:lnTo>
                  <a:pt x="6632" y="1"/>
                </a:lnTo>
                <a:close/>
                <a:moveTo>
                  <a:pt x="3072" y="5204"/>
                </a:moveTo>
                <a:lnTo>
                  <a:pt x="2882" y="5359"/>
                </a:lnTo>
                <a:lnTo>
                  <a:pt x="2846" y="5478"/>
                </a:lnTo>
                <a:lnTo>
                  <a:pt x="2620" y="7252"/>
                </a:lnTo>
                <a:lnTo>
                  <a:pt x="2608" y="7419"/>
                </a:lnTo>
                <a:lnTo>
                  <a:pt x="2667" y="7752"/>
                </a:lnTo>
                <a:lnTo>
                  <a:pt x="2846" y="8050"/>
                </a:lnTo>
                <a:lnTo>
                  <a:pt x="3120" y="8288"/>
                </a:lnTo>
                <a:lnTo>
                  <a:pt x="3287" y="8371"/>
                </a:lnTo>
                <a:lnTo>
                  <a:pt x="3656" y="8538"/>
                </a:lnTo>
                <a:lnTo>
                  <a:pt x="4430" y="8800"/>
                </a:lnTo>
                <a:lnTo>
                  <a:pt x="5227" y="8990"/>
                </a:lnTo>
                <a:lnTo>
                  <a:pt x="6061" y="9085"/>
                </a:lnTo>
                <a:lnTo>
                  <a:pt x="6478" y="9109"/>
                </a:lnTo>
                <a:lnTo>
                  <a:pt x="6561" y="9109"/>
                </a:lnTo>
                <a:lnTo>
                  <a:pt x="6978" y="9085"/>
                </a:lnTo>
                <a:lnTo>
                  <a:pt x="7799" y="8990"/>
                </a:lnTo>
                <a:lnTo>
                  <a:pt x="8597" y="8800"/>
                </a:lnTo>
                <a:lnTo>
                  <a:pt x="9371" y="8538"/>
                </a:lnTo>
                <a:lnTo>
                  <a:pt x="9740" y="8371"/>
                </a:lnTo>
                <a:lnTo>
                  <a:pt x="9907" y="8288"/>
                </a:lnTo>
                <a:lnTo>
                  <a:pt x="10181" y="8050"/>
                </a:lnTo>
                <a:lnTo>
                  <a:pt x="10359" y="7752"/>
                </a:lnTo>
                <a:lnTo>
                  <a:pt x="10419" y="7419"/>
                </a:lnTo>
                <a:lnTo>
                  <a:pt x="10407" y="7240"/>
                </a:lnTo>
                <a:lnTo>
                  <a:pt x="10181" y="5478"/>
                </a:lnTo>
                <a:lnTo>
                  <a:pt x="10181" y="5490"/>
                </a:lnTo>
                <a:lnTo>
                  <a:pt x="10145" y="5359"/>
                </a:lnTo>
                <a:lnTo>
                  <a:pt x="9942" y="5204"/>
                </a:lnTo>
                <a:lnTo>
                  <a:pt x="9811" y="5204"/>
                </a:lnTo>
                <a:lnTo>
                  <a:pt x="9692" y="5240"/>
                </a:lnTo>
                <a:lnTo>
                  <a:pt x="9538" y="5442"/>
                </a:lnTo>
                <a:lnTo>
                  <a:pt x="9538" y="5573"/>
                </a:lnTo>
                <a:lnTo>
                  <a:pt x="9764" y="7335"/>
                </a:lnTo>
                <a:lnTo>
                  <a:pt x="9764" y="7466"/>
                </a:lnTo>
                <a:lnTo>
                  <a:pt x="9609" y="7704"/>
                </a:lnTo>
                <a:lnTo>
                  <a:pt x="9466" y="7788"/>
                </a:lnTo>
                <a:lnTo>
                  <a:pt x="9121" y="7931"/>
                </a:lnTo>
                <a:lnTo>
                  <a:pt x="8418" y="8169"/>
                </a:lnTo>
                <a:lnTo>
                  <a:pt x="7680" y="8347"/>
                </a:lnTo>
                <a:lnTo>
                  <a:pt x="6930" y="8443"/>
                </a:lnTo>
                <a:lnTo>
                  <a:pt x="6549" y="8454"/>
                </a:lnTo>
                <a:lnTo>
                  <a:pt x="6478" y="8454"/>
                </a:lnTo>
                <a:lnTo>
                  <a:pt x="6097" y="8443"/>
                </a:lnTo>
                <a:lnTo>
                  <a:pt x="5346" y="8347"/>
                </a:lnTo>
                <a:lnTo>
                  <a:pt x="4608" y="8181"/>
                </a:lnTo>
                <a:lnTo>
                  <a:pt x="3894" y="7931"/>
                </a:lnTo>
                <a:lnTo>
                  <a:pt x="3560" y="7788"/>
                </a:lnTo>
                <a:lnTo>
                  <a:pt x="3418" y="7704"/>
                </a:lnTo>
                <a:lnTo>
                  <a:pt x="3263" y="7466"/>
                </a:lnTo>
                <a:lnTo>
                  <a:pt x="3263" y="7335"/>
                </a:lnTo>
                <a:lnTo>
                  <a:pt x="3489" y="5573"/>
                </a:lnTo>
                <a:lnTo>
                  <a:pt x="3489" y="5442"/>
                </a:lnTo>
                <a:lnTo>
                  <a:pt x="3334" y="5240"/>
                </a:lnTo>
                <a:lnTo>
                  <a:pt x="3215" y="5204"/>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4" name="Google Shape;3374;p176"/>
          <p:cNvSpPr/>
          <p:nvPr/>
        </p:nvSpPr>
        <p:spPr>
          <a:xfrm>
            <a:off x="9352444" y="2188354"/>
            <a:ext cx="456009" cy="540694"/>
          </a:xfrm>
          <a:custGeom>
            <a:rect b="b" l="l" r="r" t="t"/>
            <a:pathLst>
              <a:path extrusionOk="0" h="10420" w="8788">
                <a:moveTo>
                  <a:pt x="4489" y="656"/>
                </a:moveTo>
                <a:lnTo>
                  <a:pt x="4668" y="727"/>
                </a:lnTo>
                <a:lnTo>
                  <a:pt x="4798" y="858"/>
                </a:lnTo>
                <a:lnTo>
                  <a:pt x="4870" y="1037"/>
                </a:lnTo>
                <a:lnTo>
                  <a:pt x="4882" y="1144"/>
                </a:lnTo>
                <a:lnTo>
                  <a:pt x="4882" y="1239"/>
                </a:lnTo>
                <a:lnTo>
                  <a:pt x="4846" y="1334"/>
                </a:lnTo>
                <a:lnTo>
                  <a:pt x="3298" y="5061"/>
                </a:lnTo>
                <a:lnTo>
                  <a:pt x="2119" y="5311"/>
                </a:lnTo>
                <a:lnTo>
                  <a:pt x="3941" y="953"/>
                </a:lnTo>
                <a:lnTo>
                  <a:pt x="4013" y="822"/>
                </a:lnTo>
                <a:lnTo>
                  <a:pt x="4251" y="668"/>
                </a:lnTo>
                <a:lnTo>
                  <a:pt x="4394" y="656"/>
                </a:lnTo>
                <a:close/>
                <a:moveTo>
                  <a:pt x="6096" y="3597"/>
                </a:moveTo>
                <a:lnTo>
                  <a:pt x="6275" y="3668"/>
                </a:lnTo>
                <a:lnTo>
                  <a:pt x="6394" y="3811"/>
                </a:lnTo>
                <a:lnTo>
                  <a:pt x="6465" y="3978"/>
                </a:lnTo>
                <a:lnTo>
                  <a:pt x="6477" y="4085"/>
                </a:lnTo>
                <a:lnTo>
                  <a:pt x="6477" y="6038"/>
                </a:lnTo>
                <a:lnTo>
                  <a:pt x="6465" y="6133"/>
                </a:lnTo>
                <a:lnTo>
                  <a:pt x="6394" y="6311"/>
                </a:lnTo>
                <a:lnTo>
                  <a:pt x="6263" y="6442"/>
                </a:lnTo>
                <a:lnTo>
                  <a:pt x="6096" y="6514"/>
                </a:lnTo>
                <a:lnTo>
                  <a:pt x="6001" y="6526"/>
                </a:lnTo>
                <a:lnTo>
                  <a:pt x="5906" y="6514"/>
                </a:lnTo>
                <a:lnTo>
                  <a:pt x="5739" y="6442"/>
                </a:lnTo>
                <a:lnTo>
                  <a:pt x="5608" y="6311"/>
                </a:lnTo>
                <a:lnTo>
                  <a:pt x="5537" y="6133"/>
                </a:lnTo>
                <a:lnTo>
                  <a:pt x="5537" y="6038"/>
                </a:lnTo>
                <a:lnTo>
                  <a:pt x="5537" y="4085"/>
                </a:lnTo>
                <a:lnTo>
                  <a:pt x="5537" y="3978"/>
                </a:lnTo>
                <a:lnTo>
                  <a:pt x="5608" y="3811"/>
                </a:lnTo>
                <a:lnTo>
                  <a:pt x="5739" y="3668"/>
                </a:lnTo>
                <a:lnTo>
                  <a:pt x="5906" y="3597"/>
                </a:lnTo>
                <a:close/>
                <a:moveTo>
                  <a:pt x="7644" y="4240"/>
                </a:moveTo>
                <a:lnTo>
                  <a:pt x="7751" y="4252"/>
                </a:lnTo>
                <a:lnTo>
                  <a:pt x="7918" y="4323"/>
                </a:lnTo>
                <a:lnTo>
                  <a:pt x="8049" y="4454"/>
                </a:lnTo>
                <a:lnTo>
                  <a:pt x="8109" y="4633"/>
                </a:lnTo>
                <a:lnTo>
                  <a:pt x="8120" y="4728"/>
                </a:lnTo>
                <a:lnTo>
                  <a:pt x="8120" y="6681"/>
                </a:lnTo>
                <a:lnTo>
                  <a:pt x="8109" y="6776"/>
                </a:lnTo>
                <a:lnTo>
                  <a:pt x="8037" y="6954"/>
                </a:lnTo>
                <a:lnTo>
                  <a:pt x="7906" y="7085"/>
                </a:lnTo>
                <a:lnTo>
                  <a:pt x="7739" y="7169"/>
                </a:lnTo>
                <a:lnTo>
                  <a:pt x="7549" y="7169"/>
                </a:lnTo>
                <a:lnTo>
                  <a:pt x="7370" y="7085"/>
                </a:lnTo>
                <a:lnTo>
                  <a:pt x="7239" y="6954"/>
                </a:lnTo>
                <a:lnTo>
                  <a:pt x="7168" y="6776"/>
                </a:lnTo>
                <a:lnTo>
                  <a:pt x="7156" y="6681"/>
                </a:lnTo>
                <a:lnTo>
                  <a:pt x="7156" y="4728"/>
                </a:lnTo>
                <a:lnTo>
                  <a:pt x="7168" y="4633"/>
                </a:lnTo>
                <a:lnTo>
                  <a:pt x="7239" y="4454"/>
                </a:lnTo>
                <a:lnTo>
                  <a:pt x="7370" y="4323"/>
                </a:lnTo>
                <a:lnTo>
                  <a:pt x="7549" y="4252"/>
                </a:lnTo>
                <a:lnTo>
                  <a:pt x="7644" y="4240"/>
                </a:lnTo>
                <a:close/>
                <a:moveTo>
                  <a:pt x="4346" y="5549"/>
                </a:moveTo>
                <a:lnTo>
                  <a:pt x="4584" y="5645"/>
                </a:lnTo>
                <a:lnTo>
                  <a:pt x="4763" y="5811"/>
                </a:lnTo>
                <a:lnTo>
                  <a:pt x="4870" y="6049"/>
                </a:lnTo>
                <a:lnTo>
                  <a:pt x="4882" y="6192"/>
                </a:lnTo>
                <a:lnTo>
                  <a:pt x="4882" y="6311"/>
                </a:lnTo>
                <a:lnTo>
                  <a:pt x="4810" y="6514"/>
                </a:lnTo>
                <a:lnTo>
                  <a:pt x="4668" y="6681"/>
                </a:lnTo>
                <a:lnTo>
                  <a:pt x="4477" y="6800"/>
                </a:lnTo>
                <a:lnTo>
                  <a:pt x="4370" y="6835"/>
                </a:lnTo>
                <a:lnTo>
                  <a:pt x="2858" y="7157"/>
                </a:lnTo>
                <a:lnTo>
                  <a:pt x="2751" y="7193"/>
                </a:lnTo>
                <a:lnTo>
                  <a:pt x="2620" y="7359"/>
                </a:lnTo>
                <a:lnTo>
                  <a:pt x="2608" y="7466"/>
                </a:lnTo>
                <a:lnTo>
                  <a:pt x="2620" y="7609"/>
                </a:lnTo>
                <a:lnTo>
                  <a:pt x="2810" y="7776"/>
                </a:lnTo>
                <a:lnTo>
                  <a:pt x="2929" y="7800"/>
                </a:lnTo>
                <a:lnTo>
                  <a:pt x="2965" y="7800"/>
                </a:lnTo>
                <a:lnTo>
                  <a:pt x="3001" y="7788"/>
                </a:lnTo>
                <a:lnTo>
                  <a:pt x="4501" y="7466"/>
                </a:lnTo>
                <a:lnTo>
                  <a:pt x="4751" y="7395"/>
                </a:lnTo>
                <a:lnTo>
                  <a:pt x="5168" y="7109"/>
                </a:lnTo>
                <a:lnTo>
                  <a:pt x="5310" y="6919"/>
                </a:lnTo>
                <a:lnTo>
                  <a:pt x="5465" y="7026"/>
                </a:lnTo>
                <a:lnTo>
                  <a:pt x="5822" y="7157"/>
                </a:lnTo>
                <a:lnTo>
                  <a:pt x="6025" y="7169"/>
                </a:lnTo>
                <a:lnTo>
                  <a:pt x="6168" y="7169"/>
                </a:lnTo>
                <a:lnTo>
                  <a:pt x="6442" y="7085"/>
                </a:lnTo>
                <a:lnTo>
                  <a:pt x="6573" y="7026"/>
                </a:lnTo>
                <a:lnTo>
                  <a:pt x="6632" y="7193"/>
                </a:lnTo>
                <a:lnTo>
                  <a:pt x="6835" y="7478"/>
                </a:lnTo>
                <a:lnTo>
                  <a:pt x="7120" y="7693"/>
                </a:lnTo>
                <a:lnTo>
                  <a:pt x="7466" y="7812"/>
                </a:lnTo>
                <a:lnTo>
                  <a:pt x="7656" y="7824"/>
                </a:lnTo>
                <a:lnTo>
                  <a:pt x="7882" y="7800"/>
                </a:lnTo>
                <a:lnTo>
                  <a:pt x="8097" y="7728"/>
                </a:lnTo>
                <a:lnTo>
                  <a:pt x="8097" y="7728"/>
                </a:lnTo>
                <a:lnTo>
                  <a:pt x="8061" y="7943"/>
                </a:lnTo>
                <a:lnTo>
                  <a:pt x="7918" y="8347"/>
                </a:lnTo>
                <a:lnTo>
                  <a:pt x="7704" y="8717"/>
                </a:lnTo>
                <a:lnTo>
                  <a:pt x="7430" y="9038"/>
                </a:lnTo>
                <a:lnTo>
                  <a:pt x="7120" y="9312"/>
                </a:lnTo>
                <a:lnTo>
                  <a:pt x="6751" y="9538"/>
                </a:lnTo>
                <a:lnTo>
                  <a:pt x="6346" y="9681"/>
                </a:lnTo>
                <a:lnTo>
                  <a:pt x="5918" y="9764"/>
                </a:lnTo>
                <a:lnTo>
                  <a:pt x="5691" y="9776"/>
                </a:lnTo>
                <a:lnTo>
                  <a:pt x="4072" y="9776"/>
                </a:lnTo>
                <a:lnTo>
                  <a:pt x="3858" y="9764"/>
                </a:lnTo>
                <a:lnTo>
                  <a:pt x="3429" y="9693"/>
                </a:lnTo>
                <a:lnTo>
                  <a:pt x="3024" y="9550"/>
                </a:lnTo>
                <a:lnTo>
                  <a:pt x="2643" y="9348"/>
                </a:lnTo>
                <a:lnTo>
                  <a:pt x="2477" y="9229"/>
                </a:lnTo>
                <a:lnTo>
                  <a:pt x="1536" y="8502"/>
                </a:lnTo>
                <a:lnTo>
                  <a:pt x="1429" y="8395"/>
                </a:lnTo>
                <a:lnTo>
                  <a:pt x="1298" y="8133"/>
                </a:lnTo>
                <a:lnTo>
                  <a:pt x="1286" y="7978"/>
                </a:lnTo>
                <a:lnTo>
                  <a:pt x="1286" y="6681"/>
                </a:lnTo>
                <a:lnTo>
                  <a:pt x="1286" y="6573"/>
                </a:lnTo>
                <a:lnTo>
                  <a:pt x="1369" y="6359"/>
                </a:lnTo>
                <a:lnTo>
                  <a:pt x="1500" y="6192"/>
                </a:lnTo>
                <a:lnTo>
                  <a:pt x="1691" y="6073"/>
                </a:lnTo>
                <a:lnTo>
                  <a:pt x="1798" y="6049"/>
                </a:lnTo>
                <a:lnTo>
                  <a:pt x="4072" y="5561"/>
                </a:lnTo>
                <a:lnTo>
                  <a:pt x="4156" y="5549"/>
                </a:lnTo>
                <a:close/>
                <a:moveTo>
                  <a:pt x="1131" y="1"/>
                </a:moveTo>
                <a:lnTo>
                  <a:pt x="917" y="13"/>
                </a:lnTo>
                <a:lnTo>
                  <a:pt x="512" y="179"/>
                </a:lnTo>
                <a:lnTo>
                  <a:pt x="191" y="489"/>
                </a:lnTo>
                <a:lnTo>
                  <a:pt x="12" y="894"/>
                </a:lnTo>
                <a:lnTo>
                  <a:pt x="0" y="1144"/>
                </a:lnTo>
                <a:lnTo>
                  <a:pt x="12" y="1358"/>
                </a:lnTo>
                <a:lnTo>
                  <a:pt x="83" y="1584"/>
                </a:lnTo>
                <a:lnTo>
                  <a:pt x="1524" y="5049"/>
                </a:lnTo>
                <a:lnTo>
                  <a:pt x="1357" y="5466"/>
                </a:lnTo>
                <a:lnTo>
                  <a:pt x="1346" y="5502"/>
                </a:lnTo>
                <a:lnTo>
                  <a:pt x="1346" y="5538"/>
                </a:lnTo>
                <a:lnTo>
                  <a:pt x="1191" y="5633"/>
                </a:lnTo>
                <a:lnTo>
                  <a:pt x="941" y="5871"/>
                </a:lnTo>
                <a:lnTo>
                  <a:pt x="750" y="6169"/>
                </a:lnTo>
                <a:lnTo>
                  <a:pt x="655" y="6502"/>
                </a:lnTo>
                <a:lnTo>
                  <a:pt x="655" y="6681"/>
                </a:lnTo>
                <a:lnTo>
                  <a:pt x="655" y="7978"/>
                </a:lnTo>
                <a:lnTo>
                  <a:pt x="655" y="8133"/>
                </a:lnTo>
                <a:lnTo>
                  <a:pt x="714" y="8419"/>
                </a:lnTo>
                <a:lnTo>
                  <a:pt x="845" y="8681"/>
                </a:lnTo>
                <a:lnTo>
                  <a:pt x="1036" y="8907"/>
                </a:lnTo>
                <a:lnTo>
                  <a:pt x="1155" y="9014"/>
                </a:lnTo>
                <a:lnTo>
                  <a:pt x="2084" y="9741"/>
                </a:lnTo>
                <a:lnTo>
                  <a:pt x="2310" y="9895"/>
                </a:lnTo>
                <a:lnTo>
                  <a:pt x="2774" y="10157"/>
                </a:lnTo>
                <a:lnTo>
                  <a:pt x="3286" y="10324"/>
                </a:lnTo>
                <a:lnTo>
                  <a:pt x="3810" y="10419"/>
                </a:lnTo>
                <a:lnTo>
                  <a:pt x="5680" y="10419"/>
                </a:lnTo>
                <a:lnTo>
                  <a:pt x="6001" y="10407"/>
                </a:lnTo>
                <a:lnTo>
                  <a:pt x="6608" y="10288"/>
                </a:lnTo>
                <a:lnTo>
                  <a:pt x="7168" y="10050"/>
                </a:lnTo>
                <a:lnTo>
                  <a:pt x="7668" y="9717"/>
                </a:lnTo>
                <a:lnTo>
                  <a:pt x="8085" y="9300"/>
                </a:lnTo>
                <a:lnTo>
                  <a:pt x="8418" y="8812"/>
                </a:lnTo>
                <a:lnTo>
                  <a:pt x="8656" y="8252"/>
                </a:lnTo>
                <a:lnTo>
                  <a:pt x="8775" y="7645"/>
                </a:lnTo>
                <a:lnTo>
                  <a:pt x="8787" y="7335"/>
                </a:lnTo>
                <a:lnTo>
                  <a:pt x="8787" y="4728"/>
                </a:lnTo>
                <a:lnTo>
                  <a:pt x="8775" y="4502"/>
                </a:lnTo>
                <a:lnTo>
                  <a:pt x="8597" y="4097"/>
                </a:lnTo>
                <a:lnTo>
                  <a:pt x="8287" y="3787"/>
                </a:lnTo>
                <a:lnTo>
                  <a:pt x="7882" y="3609"/>
                </a:lnTo>
                <a:lnTo>
                  <a:pt x="7644" y="3597"/>
                </a:lnTo>
                <a:lnTo>
                  <a:pt x="7501" y="3597"/>
                </a:lnTo>
                <a:lnTo>
                  <a:pt x="7227" y="3680"/>
                </a:lnTo>
                <a:lnTo>
                  <a:pt x="7096" y="3740"/>
                </a:lnTo>
                <a:lnTo>
                  <a:pt x="7037" y="3573"/>
                </a:lnTo>
                <a:lnTo>
                  <a:pt x="6835" y="3287"/>
                </a:lnTo>
                <a:lnTo>
                  <a:pt x="6549" y="3073"/>
                </a:lnTo>
                <a:lnTo>
                  <a:pt x="6203" y="2954"/>
                </a:lnTo>
                <a:lnTo>
                  <a:pt x="6025" y="2942"/>
                </a:lnTo>
                <a:lnTo>
                  <a:pt x="5787" y="2954"/>
                </a:lnTo>
                <a:lnTo>
                  <a:pt x="5382" y="3132"/>
                </a:lnTo>
                <a:lnTo>
                  <a:pt x="5084" y="3442"/>
                </a:lnTo>
                <a:lnTo>
                  <a:pt x="4918" y="3847"/>
                </a:lnTo>
                <a:lnTo>
                  <a:pt x="4894" y="4085"/>
                </a:lnTo>
                <a:lnTo>
                  <a:pt x="4894" y="5073"/>
                </a:lnTo>
                <a:lnTo>
                  <a:pt x="4739" y="5002"/>
                </a:lnTo>
                <a:lnTo>
                  <a:pt x="4406" y="4906"/>
                </a:lnTo>
                <a:lnTo>
                  <a:pt x="4060" y="4906"/>
                </a:lnTo>
                <a:lnTo>
                  <a:pt x="5441" y="1584"/>
                </a:lnTo>
                <a:lnTo>
                  <a:pt x="5513" y="1370"/>
                </a:lnTo>
                <a:lnTo>
                  <a:pt x="5537" y="1144"/>
                </a:lnTo>
                <a:lnTo>
                  <a:pt x="5513" y="918"/>
                </a:lnTo>
                <a:lnTo>
                  <a:pt x="5358" y="513"/>
                </a:lnTo>
                <a:lnTo>
                  <a:pt x="5049" y="203"/>
                </a:lnTo>
                <a:lnTo>
                  <a:pt x="4644" y="25"/>
                </a:lnTo>
                <a:lnTo>
                  <a:pt x="4394" y="1"/>
                </a:lnTo>
                <a:lnTo>
                  <a:pt x="4227" y="13"/>
                </a:lnTo>
                <a:lnTo>
                  <a:pt x="3905" y="108"/>
                </a:lnTo>
                <a:lnTo>
                  <a:pt x="3632" y="287"/>
                </a:lnTo>
                <a:lnTo>
                  <a:pt x="3417" y="537"/>
                </a:lnTo>
                <a:lnTo>
                  <a:pt x="3346" y="703"/>
                </a:lnTo>
                <a:lnTo>
                  <a:pt x="1881" y="4204"/>
                </a:lnTo>
                <a:lnTo>
                  <a:pt x="691" y="1334"/>
                </a:lnTo>
                <a:lnTo>
                  <a:pt x="655" y="1239"/>
                </a:lnTo>
                <a:lnTo>
                  <a:pt x="655" y="1144"/>
                </a:lnTo>
                <a:lnTo>
                  <a:pt x="655" y="1049"/>
                </a:lnTo>
                <a:lnTo>
                  <a:pt x="726" y="870"/>
                </a:lnTo>
                <a:lnTo>
                  <a:pt x="857" y="739"/>
                </a:lnTo>
                <a:lnTo>
                  <a:pt x="1036" y="656"/>
                </a:lnTo>
                <a:lnTo>
                  <a:pt x="1143" y="656"/>
                </a:lnTo>
                <a:lnTo>
                  <a:pt x="1274" y="668"/>
                </a:lnTo>
                <a:lnTo>
                  <a:pt x="1512" y="822"/>
                </a:lnTo>
                <a:lnTo>
                  <a:pt x="1584" y="953"/>
                </a:lnTo>
                <a:lnTo>
                  <a:pt x="1905" y="1715"/>
                </a:lnTo>
                <a:lnTo>
                  <a:pt x="1953" y="1799"/>
                </a:lnTo>
                <a:lnTo>
                  <a:pt x="2108" y="1906"/>
                </a:lnTo>
                <a:lnTo>
                  <a:pt x="2203" y="1918"/>
                </a:lnTo>
                <a:lnTo>
                  <a:pt x="2322" y="1906"/>
                </a:lnTo>
                <a:lnTo>
                  <a:pt x="2465" y="1787"/>
                </a:lnTo>
                <a:lnTo>
                  <a:pt x="2524" y="1668"/>
                </a:lnTo>
                <a:lnTo>
                  <a:pt x="2536" y="1584"/>
                </a:lnTo>
                <a:lnTo>
                  <a:pt x="2524" y="1525"/>
                </a:lnTo>
                <a:lnTo>
                  <a:pt x="2500" y="1465"/>
                </a:lnTo>
                <a:lnTo>
                  <a:pt x="2191" y="703"/>
                </a:lnTo>
                <a:lnTo>
                  <a:pt x="2119" y="549"/>
                </a:lnTo>
                <a:lnTo>
                  <a:pt x="1893" y="287"/>
                </a:lnTo>
                <a:lnTo>
                  <a:pt x="1619" y="108"/>
                </a:lnTo>
                <a:lnTo>
                  <a:pt x="1298" y="13"/>
                </a:lnTo>
                <a:lnTo>
                  <a:pt x="1131"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5" name="Google Shape;3375;p176"/>
          <p:cNvSpPr/>
          <p:nvPr/>
        </p:nvSpPr>
        <p:spPr>
          <a:xfrm>
            <a:off x="10363798" y="2188354"/>
            <a:ext cx="506654" cy="540694"/>
          </a:xfrm>
          <a:custGeom>
            <a:rect b="b" l="l" r="r" t="t"/>
            <a:pathLst>
              <a:path extrusionOk="0" h="10420" w="9764">
                <a:moveTo>
                  <a:pt x="6621" y="6514"/>
                </a:moveTo>
                <a:lnTo>
                  <a:pt x="6823" y="6550"/>
                </a:lnTo>
                <a:lnTo>
                  <a:pt x="6906" y="6621"/>
                </a:lnTo>
                <a:lnTo>
                  <a:pt x="6990" y="6704"/>
                </a:lnTo>
                <a:lnTo>
                  <a:pt x="7085" y="6907"/>
                </a:lnTo>
                <a:lnTo>
                  <a:pt x="7085" y="7002"/>
                </a:lnTo>
                <a:lnTo>
                  <a:pt x="7085" y="7097"/>
                </a:lnTo>
                <a:lnTo>
                  <a:pt x="7013" y="7276"/>
                </a:lnTo>
                <a:lnTo>
                  <a:pt x="6942" y="7347"/>
                </a:lnTo>
                <a:lnTo>
                  <a:pt x="5859" y="8419"/>
                </a:lnTo>
                <a:lnTo>
                  <a:pt x="4763" y="7347"/>
                </a:lnTo>
                <a:lnTo>
                  <a:pt x="4704" y="7276"/>
                </a:lnTo>
                <a:lnTo>
                  <a:pt x="4620" y="7097"/>
                </a:lnTo>
                <a:lnTo>
                  <a:pt x="4620" y="7002"/>
                </a:lnTo>
                <a:lnTo>
                  <a:pt x="4620" y="6895"/>
                </a:lnTo>
                <a:lnTo>
                  <a:pt x="4704" y="6728"/>
                </a:lnTo>
                <a:lnTo>
                  <a:pt x="4835" y="6597"/>
                </a:lnTo>
                <a:lnTo>
                  <a:pt x="5001" y="6526"/>
                </a:lnTo>
                <a:lnTo>
                  <a:pt x="5085" y="6514"/>
                </a:lnTo>
                <a:lnTo>
                  <a:pt x="5192" y="6526"/>
                </a:lnTo>
                <a:lnTo>
                  <a:pt x="5466" y="6657"/>
                </a:lnTo>
                <a:lnTo>
                  <a:pt x="5620" y="6800"/>
                </a:lnTo>
                <a:lnTo>
                  <a:pt x="5859" y="7026"/>
                </a:lnTo>
                <a:lnTo>
                  <a:pt x="6085" y="6800"/>
                </a:lnTo>
                <a:lnTo>
                  <a:pt x="6240" y="6657"/>
                </a:lnTo>
                <a:lnTo>
                  <a:pt x="6513" y="6526"/>
                </a:lnTo>
                <a:lnTo>
                  <a:pt x="6621" y="6514"/>
                </a:lnTo>
                <a:close/>
                <a:moveTo>
                  <a:pt x="5085" y="5871"/>
                </a:moveTo>
                <a:lnTo>
                  <a:pt x="4870" y="5883"/>
                </a:lnTo>
                <a:lnTo>
                  <a:pt x="4477" y="6038"/>
                </a:lnTo>
                <a:lnTo>
                  <a:pt x="4168" y="6347"/>
                </a:lnTo>
                <a:lnTo>
                  <a:pt x="3977" y="6752"/>
                </a:lnTo>
                <a:lnTo>
                  <a:pt x="3965" y="7002"/>
                </a:lnTo>
                <a:lnTo>
                  <a:pt x="3977" y="7228"/>
                </a:lnTo>
                <a:lnTo>
                  <a:pt x="4156" y="7645"/>
                </a:lnTo>
                <a:lnTo>
                  <a:pt x="4299" y="7812"/>
                </a:lnTo>
                <a:lnTo>
                  <a:pt x="5489" y="8967"/>
                </a:lnTo>
                <a:lnTo>
                  <a:pt x="5561" y="9038"/>
                </a:lnTo>
                <a:lnTo>
                  <a:pt x="5751" y="9110"/>
                </a:lnTo>
                <a:lnTo>
                  <a:pt x="5859" y="9121"/>
                </a:lnTo>
                <a:lnTo>
                  <a:pt x="5954" y="9110"/>
                </a:lnTo>
                <a:lnTo>
                  <a:pt x="6132" y="9038"/>
                </a:lnTo>
                <a:lnTo>
                  <a:pt x="6216" y="8967"/>
                </a:lnTo>
                <a:lnTo>
                  <a:pt x="7406" y="7812"/>
                </a:lnTo>
                <a:lnTo>
                  <a:pt x="7549" y="7645"/>
                </a:lnTo>
                <a:lnTo>
                  <a:pt x="7728" y="7228"/>
                </a:lnTo>
                <a:lnTo>
                  <a:pt x="7740" y="7002"/>
                </a:lnTo>
                <a:lnTo>
                  <a:pt x="7716" y="6752"/>
                </a:lnTo>
                <a:lnTo>
                  <a:pt x="7537" y="6335"/>
                </a:lnTo>
                <a:lnTo>
                  <a:pt x="7216" y="6038"/>
                </a:lnTo>
                <a:lnTo>
                  <a:pt x="6823" y="5883"/>
                </a:lnTo>
                <a:lnTo>
                  <a:pt x="6621" y="5871"/>
                </a:lnTo>
                <a:lnTo>
                  <a:pt x="6418" y="5871"/>
                </a:lnTo>
                <a:lnTo>
                  <a:pt x="6037" y="6014"/>
                </a:lnTo>
                <a:lnTo>
                  <a:pt x="5847" y="6145"/>
                </a:lnTo>
                <a:lnTo>
                  <a:pt x="5668" y="6014"/>
                </a:lnTo>
                <a:lnTo>
                  <a:pt x="5275" y="5871"/>
                </a:lnTo>
                <a:close/>
                <a:moveTo>
                  <a:pt x="5347" y="656"/>
                </a:moveTo>
                <a:lnTo>
                  <a:pt x="5442" y="668"/>
                </a:lnTo>
                <a:lnTo>
                  <a:pt x="5620" y="739"/>
                </a:lnTo>
                <a:lnTo>
                  <a:pt x="5751" y="870"/>
                </a:lnTo>
                <a:lnTo>
                  <a:pt x="5835" y="1049"/>
                </a:lnTo>
                <a:lnTo>
                  <a:pt x="5835" y="1144"/>
                </a:lnTo>
                <a:lnTo>
                  <a:pt x="5835" y="4883"/>
                </a:lnTo>
                <a:lnTo>
                  <a:pt x="5859" y="5014"/>
                </a:lnTo>
                <a:lnTo>
                  <a:pt x="6037" y="5192"/>
                </a:lnTo>
                <a:lnTo>
                  <a:pt x="6168" y="5216"/>
                </a:lnTo>
                <a:lnTo>
                  <a:pt x="6287" y="5192"/>
                </a:lnTo>
                <a:lnTo>
                  <a:pt x="6466" y="5014"/>
                </a:lnTo>
                <a:lnTo>
                  <a:pt x="6490" y="4883"/>
                </a:lnTo>
                <a:lnTo>
                  <a:pt x="6490" y="1799"/>
                </a:lnTo>
                <a:lnTo>
                  <a:pt x="6490" y="1692"/>
                </a:lnTo>
                <a:lnTo>
                  <a:pt x="6573" y="1525"/>
                </a:lnTo>
                <a:lnTo>
                  <a:pt x="6704" y="1394"/>
                </a:lnTo>
                <a:lnTo>
                  <a:pt x="6882" y="1311"/>
                </a:lnTo>
                <a:lnTo>
                  <a:pt x="7073" y="1311"/>
                </a:lnTo>
                <a:lnTo>
                  <a:pt x="7252" y="1394"/>
                </a:lnTo>
                <a:lnTo>
                  <a:pt x="7383" y="1525"/>
                </a:lnTo>
                <a:lnTo>
                  <a:pt x="7454" y="1692"/>
                </a:lnTo>
                <a:lnTo>
                  <a:pt x="7466" y="1799"/>
                </a:lnTo>
                <a:lnTo>
                  <a:pt x="7466" y="4883"/>
                </a:lnTo>
                <a:lnTo>
                  <a:pt x="7478" y="5014"/>
                </a:lnTo>
                <a:lnTo>
                  <a:pt x="7656" y="5192"/>
                </a:lnTo>
                <a:lnTo>
                  <a:pt x="7787" y="5204"/>
                </a:lnTo>
                <a:lnTo>
                  <a:pt x="7918" y="5192"/>
                </a:lnTo>
                <a:lnTo>
                  <a:pt x="8097" y="5014"/>
                </a:lnTo>
                <a:lnTo>
                  <a:pt x="8121" y="4883"/>
                </a:lnTo>
                <a:lnTo>
                  <a:pt x="8121" y="2763"/>
                </a:lnTo>
                <a:lnTo>
                  <a:pt x="8121" y="2656"/>
                </a:lnTo>
                <a:lnTo>
                  <a:pt x="8192" y="2489"/>
                </a:lnTo>
                <a:lnTo>
                  <a:pt x="8335" y="2347"/>
                </a:lnTo>
                <a:lnTo>
                  <a:pt x="8502" y="2275"/>
                </a:lnTo>
                <a:lnTo>
                  <a:pt x="8704" y="2275"/>
                </a:lnTo>
                <a:lnTo>
                  <a:pt x="8883" y="2347"/>
                </a:lnTo>
                <a:lnTo>
                  <a:pt x="9014" y="2489"/>
                </a:lnTo>
                <a:lnTo>
                  <a:pt x="9085" y="2656"/>
                </a:lnTo>
                <a:lnTo>
                  <a:pt x="9097" y="2763"/>
                </a:lnTo>
                <a:lnTo>
                  <a:pt x="9097" y="7157"/>
                </a:lnTo>
                <a:lnTo>
                  <a:pt x="9085" y="7431"/>
                </a:lnTo>
                <a:lnTo>
                  <a:pt x="8978" y="7931"/>
                </a:lnTo>
                <a:lnTo>
                  <a:pt x="8788" y="8407"/>
                </a:lnTo>
                <a:lnTo>
                  <a:pt x="8502" y="8824"/>
                </a:lnTo>
                <a:lnTo>
                  <a:pt x="8157" y="9169"/>
                </a:lnTo>
                <a:lnTo>
                  <a:pt x="7740" y="9455"/>
                </a:lnTo>
                <a:lnTo>
                  <a:pt x="7275" y="9657"/>
                </a:lnTo>
                <a:lnTo>
                  <a:pt x="6763" y="9752"/>
                </a:lnTo>
                <a:lnTo>
                  <a:pt x="6490" y="9764"/>
                </a:lnTo>
                <a:lnTo>
                  <a:pt x="4430" y="9764"/>
                </a:lnTo>
                <a:lnTo>
                  <a:pt x="4156" y="9752"/>
                </a:lnTo>
                <a:lnTo>
                  <a:pt x="3608" y="9622"/>
                </a:lnTo>
                <a:lnTo>
                  <a:pt x="3120" y="9371"/>
                </a:lnTo>
                <a:lnTo>
                  <a:pt x="2691" y="9002"/>
                </a:lnTo>
                <a:lnTo>
                  <a:pt x="2513" y="8776"/>
                </a:lnTo>
                <a:lnTo>
                  <a:pt x="751" y="6454"/>
                </a:lnTo>
                <a:lnTo>
                  <a:pt x="667" y="6300"/>
                </a:lnTo>
                <a:lnTo>
                  <a:pt x="643" y="6145"/>
                </a:lnTo>
                <a:lnTo>
                  <a:pt x="655" y="6038"/>
                </a:lnTo>
                <a:lnTo>
                  <a:pt x="727" y="5871"/>
                </a:lnTo>
                <a:lnTo>
                  <a:pt x="846" y="5752"/>
                </a:lnTo>
                <a:lnTo>
                  <a:pt x="1012" y="5692"/>
                </a:lnTo>
                <a:lnTo>
                  <a:pt x="1096" y="5680"/>
                </a:lnTo>
                <a:lnTo>
                  <a:pt x="1203" y="5692"/>
                </a:lnTo>
                <a:lnTo>
                  <a:pt x="1393" y="5788"/>
                </a:lnTo>
                <a:lnTo>
                  <a:pt x="1465" y="5871"/>
                </a:lnTo>
                <a:lnTo>
                  <a:pt x="2179" y="6800"/>
                </a:lnTo>
                <a:lnTo>
                  <a:pt x="2286" y="6919"/>
                </a:lnTo>
                <a:lnTo>
                  <a:pt x="2548" y="7050"/>
                </a:lnTo>
                <a:lnTo>
                  <a:pt x="2691" y="7062"/>
                </a:lnTo>
                <a:lnTo>
                  <a:pt x="2810" y="7062"/>
                </a:lnTo>
                <a:lnTo>
                  <a:pt x="3096" y="6919"/>
                </a:lnTo>
                <a:lnTo>
                  <a:pt x="3239" y="6704"/>
                </a:lnTo>
                <a:lnTo>
                  <a:pt x="3251" y="6538"/>
                </a:lnTo>
                <a:lnTo>
                  <a:pt x="3251" y="6514"/>
                </a:lnTo>
                <a:lnTo>
                  <a:pt x="3251" y="1799"/>
                </a:lnTo>
                <a:lnTo>
                  <a:pt x="3263" y="1692"/>
                </a:lnTo>
                <a:lnTo>
                  <a:pt x="3334" y="1525"/>
                </a:lnTo>
                <a:lnTo>
                  <a:pt x="3465" y="1382"/>
                </a:lnTo>
                <a:lnTo>
                  <a:pt x="3632" y="1311"/>
                </a:lnTo>
                <a:lnTo>
                  <a:pt x="3811" y="1311"/>
                </a:lnTo>
                <a:lnTo>
                  <a:pt x="3977" y="1382"/>
                </a:lnTo>
                <a:lnTo>
                  <a:pt x="4108" y="1525"/>
                </a:lnTo>
                <a:lnTo>
                  <a:pt x="4180" y="1692"/>
                </a:lnTo>
                <a:lnTo>
                  <a:pt x="4192" y="1799"/>
                </a:lnTo>
                <a:lnTo>
                  <a:pt x="4227" y="4883"/>
                </a:lnTo>
                <a:lnTo>
                  <a:pt x="4251" y="5014"/>
                </a:lnTo>
                <a:lnTo>
                  <a:pt x="4418" y="5192"/>
                </a:lnTo>
                <a:lnTo>
                  <a:pt x="4549" y="5216"/>
                </a:lnTo>
                <a:lnTo>
                  <a:pt x="4680" y="5192"/>
                </a:lnTo>
                <a:lnTo>
                  <a:pt x="4858" y="5014"/>
                </a:lnTo>
                <a:lnTo>
                  <a:pt x="4882" y="4883"/>
                </a:lnTo>
                <a:lnTo>
                  <a:pt x="4858" y="1787"/>
                </a:lnTo>
                <a:lnTo>
                  <a:pt x="4858" y="1144"/>
                </a:lnTo>
                <a:lnTo>
                  <a:pt x="4870" y="1049"/>
                </a:lnTo>
                <a:lnTo>
                  <a:pt x="4942" y="870"/>
                </a:lnTo>
                <a:lnTo>
                  <a:pt x="5073" y="739"/>
                </a:lnTo>
                <a:lnTo>
                  <a:pt x="5251" y="668"/>
                </a:lnTo>
                <a:lnTo>
                  <a:pt x="5347" y="656"/>
                </a:lnTo>
                <a:close/>
                <a:moveTo>
                  <a:pt x="5370" y="1"/>
                </a:moveTo>
                <a:lnTo>
                  <a:pt x="5180" y="13"/>
                </a:lnTo>
                <a:lnTo>
                  <a:pt x="4835" y="132"/>
                </a:lnTo>
                <a:lnTo>
                  <a:pt x="4561" y="346"/>
                </a:lnTo>
                <a:lnTo>
                  <a:pt x="4346" y="632"/>
                </a:lnTo>
                <a:lnTo>
                  <a:pt x="4287" y="799"/>
                </a:lnTo>
                <a:lnTo>
                  <a:pt x="4156" y="739"/>
                </a:lnTo>
                <a:lnTo>
                  <a:pt x="3882" y="668"/>
                </a:lnTo>
                <a:lnTo>
                  <a:pt x="3739" y="656"/>
                </a:lnTo>
                <a:lnTo>
                  <a:pt x="3501" y="668"/>
                </a:lnTo>
                <a:lnTo>
                  <a:pt x="3096" y="846"/>
                </a:lnTo>
                <a:lnTo>
                  <a:pt x="2787" y="1156"/>
                </a:lnTo>
                <a:lnTo>
                  <a:pt x="2608" y="1561"/>
                </a:lnTo>
                <a:lnTo>
                  <a:pt x="2596" y="1799"/>
                </a:lnTo>
                <a:lnTo>
                  <a:pt x="2596" y="6276"/>
                </a:lnTo>
                <a:lnTo>
                  <a:pt x="1989" y="5478"/>
                </a:lnTo>
                <a:lnTo>
                  <a:pt x="1905" y="5383"/>
                </a:lnTo>
                <a:lnTo>
                  <a:pt x="1703" y="5216"/>
                </a:lnTo>
                <a:lnTo>
                  <a:pt x="1477" y="5109"/>
                </a:lnTo>
                <a:lnTo>
                  <a:pt x="1227" y="5049"/>
                </a:lnTo>
                <a:lnTo>
                  <a:pt x="1108" y="5037"/>
                </a:lnTo>
                <a:lnTo>
                  <a:pt x="881" y="5049"/>
                </a:lnTo>
                <a:lnTo>
                  <a:pt x="489" y="5216"/>
                </a:lnTo>
                <a:lnTo>
                  <a:pt x="179" y="5514"/>
                </a:lnTo>
                <a:lnTo>
                  <a:pt x="12" y="5907"/>
                </a:lnTo>
                <a:lnTo>
                  <a:pt x="0" y="6145"/>
                </a:lnTo>
                <a:lnTo>
                  <a:pt x="0" y="6335"/>
                </a:lnTo>
                <a:lnTo>
                  <a:pt x="119" y="6692"/>
                </a:lnTo>
                <a:lnTo>
                  <a:pt x="227" y="6859"/>
                </a:lnTo>
                <a:lnTo>
                  <a:pt x="1989" y="9169"/>
                </a:lnTo>
                <a:lnTo>
                  <a:pt x="2215" y="9455"/>
                </a:lnTo>
                <a:lnTo>
                  <a:pt x="2751" y="9919"/>
                </a:lnTo>
                <a:lnTo>
                  <a:pt x="3382" y="10241"/>
                </a:lnTo>
                <a:lnTo>
                  <a:pt x="4073" y="10407"/>
                </a:lnTo>
                <a:lnTo>
                  <a:pt x="4430" y="10419"/>
                </a:lnTo>
                <a:lnTo>
                  <a:pt x="6501" y="10419"/>
                </a:lnTo>
                <a:lnTo>
                  <a:pt x="6835" y="10407"/>
                </a:lnTo>
                <a:lnTo>
                  <a:pt x="7478" y="10276"/>
                </a:lnTo>
                <a:lnTo>
                  <a:pt x="8061" y="10038"/>
                </a:lnTo>
                <a:lnTo>
                  <a:pt x="8573" y="9681"/>
                </a:lnTo>
                <a:lnTo>
                  <a:pt x="9026" y="9241"/>
                </a:lnTo>
                <a:lnTo>
                  <a:pt x="9371" y="8717"/>
                </a:lnTo>
                <a:lnTo>
                  <a:pt x="9621" y="8133"/>
                </a:lnTo>
                <a:lnTo>
                  <a:pt x="9752" y="7502"/>
                </a:lnTo>
                <a:lnTo>
                  <a:pt x="9764" y="7169"/>
                </a:lnTo>
                <a:lnTo>
                  <a:pt x="9764" y="2763"/>
                </a:lnTo>
                <a:lnTo>
                  <a:pt x="9764" y="2751"/>
                </a:lnTo>
                <a:lnTo>
                  <a:pt x="9740" y="2525"/>
                </a:lnTo>
                <a:lnTo>
                  <a:pt x="9573" y="2120"/>
                </a:lnTo>
                <a:lnTo>
                  <a:pt x="9252" y="1811"/>
                </a:lnTo>
                <a:lnTo>
                  <a:pt x="8835" y="1632"/>
                </a:lnTo>
                <a:lnTo>
                  <a:pt x="8597" y="1620"/>
                </a:lnTo>
                <a:lnTo>
                  <a:pt x="8466" y="1620"/>
                </a:lnTo>
                <a:lnTo>
                  <a:pt x="8228" y="1680"/>
                </a:lnTo>
                <a:lnTo>
                  <a:pt x="8109" y="1727"/>
                </a:lnTo>
                <a:lnTo>
                  <a:pt x="8085" y="1513"/>
                </a:lnTo>
                <a:lnTo>
                  <a:pt x="7918" y="1120"/>
                </a:lnTo>
                <a:lnTo>
                  <a:pt x="7609" y="834"/>
                </a:lnTo>
                <a:lnTo>
                  <a:pt x="7204" y="668"/>
                </a:lnTo>
                <a:lnTo>
                  <a:pt x="6978" y="656"/>
                </a:lnTo>
                <a:lnTo>
                  <a:pt x="6835" y="656"/>
                </a:lnTo>
                <a:lnTo>
                  <a:pt x="6561" y="727"/>
                </a:lnTo>
                <a:lnTo>
                  <a:pt x="6430" y="787"/>
                </a:lnTo>
                <a:lnTo>
                  <a:pt x="6371" y="620"/>
                </a:lnTo>
                <a:lnTo>
                  <a:pt x="6168" y="334"/>
                </a:lnTo>
                <a:lnTo>
                  <a:pt x="5894" y="132"/>
                </a:lnTo>
                <a:lnTo>
                  <a:pt x="5549" y="13"/>
                </a:lnTo>
                <a:lnTo>
                  <a:pt x="5370"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6" name="Google Shape;3376;p176"/>
          <p:cNvSpPr/>
          <p:nvPr/>
        </p:nvSpPr>
        <p:spPr>
          <a:xfrm>
            <a:off x="11357873" y="2509023"/>
            <a:ext cx="607372" cy="220014"/>
          </a:xfrm>
          <a:custGeom>
            <a:rect b="b" l="l" r="r" t="t"/>
            <a:pathLst>
              <a:path extrusionOk="0" h="4240" w="11705">
                <a:moveTo>
                  <a:pt x="3691" y="0"/>
                </a:moveTo>
                <a:lnTo>
                  <a:pt x="3370" y="24"/>
                </a:lnTo>
                <a:lnTo>
                  <a:pt x="2775" y="215"/>
                </a:lnTo>
                <a:lnTo>
                  <a:pt x="2513" y="381"/>
                </a:lnTo>
                <a:lnTo>
                  <a:pt x="1739" y="965"/>
                </a:lnTo>
                <a:lnTo>
                  <a:pt x="322" y="965"/>
                </a:lnTo>
                <a:lnTo>
                  <a:pt x="191" y="977"/>
                </a:lnTo>
                <a:lnTo>
                  <a:pt x="12" y="1155"/>
                </a:lnTo>
                <a:lnTo>
                  <a:pt x="0" y="1286"/>
                </a:lnTo>
                <a:lnTo>
                  <a:pt x="12" y="1429"/>
                </a:lnTo>
                <a:lnTo>
                  <a:pt x="191" y="1596"/>
                </a:lnTo>
                <a:lnTo>
                  <a:pt x="310" y="1620"/>
                </a:lnTo>
                <a:lnTo>
                  <a:pt x="1953" y="1632"/>
                </a:lnTo>
                <a:lnTo>
                  <a:pt x="2906" y="917"/>
                </a:lnTo>
                <a:lnTo>
                  <a:pt x="3084" y="798"/>
                </a:lnTo>
                <a:lnTo>
                  <a:pt x="3477" y="667"/>
                </a:lnTo>
                <a:lnTo>
                  <a:pt x="3691" y="655"/>
                </a:lnTo>
                <a:lnTo>
                  <a:pt x="6656" y="655"/>
                </a:lnTo>
                <a:lnTo>
                  <a:pt x="6751" y="667"/>
                </a:lnTo>
                <a:lnTo>
                  <a:pt x="6930" y="739"/>
                </a:lnTo>
                <a:lnTo>
                  <a:pt x="7061" y="870"/>
                </a:lnTo>
                <a:lnTo>
                  <a:pt x="7132" y="1048"/>
                </a:lnTo>
                <a:lnTo>
                  <a:pt x="7144" y="1144"/>
                </a:lnTo>
                <a:lnTo>
                  <a:pt x="7132" y="1239"/>
                </a:lnTo>
                <a:lnTo>
                  <a:pt x="7061" y="1417"/>
                </a:lnTo>
                <a:lnTo>
                  <a:pt x="6930" y="1548"/>
                </a:lnTo>
                <a:lnTo>
                  <a:pt x="6751" y="1632"/>
                </a:lnTo>
                <a:lnTo>
                  <a:pt x="4870" y="1632"/>
                </a:lnTo>
                <a:lnTo>
                  <a:pt x="4739" y="1656"/>
                </a:lnTo>
                <a:lnTo>
                  <a:pt x="4561" y="1834"/>
                </a:lnTo>
                <a:lnTo>
                  <a:pt x="4537" y="1965"/>
                </a:lnTo>
                <a:lnTo>
                  <a:pt x="4561" y="2084"/>
                </a:lnTo>
                <a:lnTo>
                  <a:pt x="4739" y="2263"/>
                </a:lnTo>
                <a:lnTo>
                  <a:pt x="4870" y="2287"/>
                </a:lnTo>
                <a:lnTo>
                  <a:pt x="8549" y="2287"/>
                </a:lnTo>
                <a:lnTo>
                  <a:pt x="8692" y="2275"/>
                </a:lnTo>
                <a:lnTo>
                  <a:pt x="8978" y="2179"/>
                </a:lnTo>
                <a:lnTo>
                  <a:pt x="9097" y="2096"/>
                </a:lnTo>
                <a:lnTo>
                  <a:pt x="10347" y="1096"/>
                </a:lnTo>
                <a:lnTo>
                  <a:pt x="10490" y="1013"/>
                </a:lnTo>
                <a:lnTo>
                  <a:pt x="10645" y="989"/>
                </a:lnTo>
                <a:lnTo>
                  <a:pt x="10716" y="989"/>
                </a:lnTo>
                <a:lnTo>
                  <a:pt x="10859" y="1048"/>
                </a:lnTo>
                <a:lnTo>
                  <a:pt x="10919" y="1096"/>
                </a:lnTo>
                <a:lnTo>
                  <a:pt x="10990" y="1167"/>
                </a:lnTo>
                <a:lnTo>
                  <a:pt x="11062" y="1346"/>
                </a:lnTo>
                <a:lnTo>
                  <a:pt x="11062" y="1525"/>
                </a:lnTo>
                <a:lnTo>
                  <a:pt x="10978" y="1691"/>
                </a:lnTo>
                <a:lnTo>
                  <a:pt x="10907" y="1763"/>
                </a:lnTo>
                <a:lnTo>
                  <a:pt x="8859" y="3406"/>
                </a:lnTo>
                <a:lnTo>
                  <a:pt x="8740" y="3489"/>
                </a:lnTo>
                <a:lnTo>
                  <a:pt x="8466" y="3584"/>
                </a:lnTo>
                <a:lnTo>
                  <a:pt x="8311" y="3596"/>
                </a:lnTo>
                <a:lnTo>
                  <a:pt x="322" y="3596"/>
                </a:lnTo>
                <a:lnTo>
                  <a:pt x="191" y="3608"/>
                </a:lnTo>
                <a:lnTo>
                  <a:pt x="24" y="3787"/>
                </a:lnTo>
                <a:lnTo>
                  <a:pt x="0" y="3918"/>
                </a:lnTo>
                <a:lnTo>
                  <a:pt x="12" y="4049"/>
                </a:lnTo>
                <a:lnTo>
                  <a:pt x="179" y="4227"/>
                </a:lnTo>
                <a:lnTo>
                  <a:pt x="310" y="4239"/>
                </a:lnTo>
                <a:lnTo>
                  <a:pt x="8311" y="4239"/>
                </a:lnTo>
                <a:lnTo>
                  <a:pt x="8573" y="4227"/>
                </a:lnTo>
                <a:lnTo>
                  <a:pt x="9049" y="4049"/>
                </a:lnTo>
                <a:lnTo>
                  <a:pt x="9264" y="3894"/>
                </a:lnTo>
                <a:lnTo>
                  <a:pt x="11312" y="2251"/>
                </a:lnTo>
                <a:lnTo>
                  <a:pt x="11478" y="2084"/>
                </a:lnTo>
                <a:lnTo>
                  <a:pt x="11681" y="1667"/>
                </a:lnTo>
                <a:lnTo>
                  <a:pt x="11705" y="1441"/>
                </a:lnTo>
                <a:lnTo>
                  <a:pt x="11705" y="1429"/>
                </a:lnTo>
                <a:lnTo>
                  <a:pt x="11705" y="1322"/>
                </a:lnTo>
                <a:lnTo>
                  <a:pt x="11669" y="1096"/>
                </a:lnTo>
                <a:lnTo>
                  <a:pt x="11514" y="774"/>
                </a:lnTo>
                <a:lnTo>
                  <a:pt x="11359" y="608"/>
                </a:lnTo>
                <a:lnTo>
                  <a:pt x="11205" y="489"/>
                </a:lnTo>
                <a:lnTo>
                  <a:pt x="10835" y="346"/>
                </a:lnTo>
                <a:lnTo>
                  <a:pt x="10645" y="334"/>
                </a:lnTo>
                <a:lnTo>
                  <a:pt x="10454" y="346"/>
                </a:lnTo>
                <a:lnTo>
                  <a:pt x="10097" y="465"/>
                </a:lnTo>
                <a:lnTo>
                  <a:pt x="9942" y="584"/>
                </a:lnTo>
                <a:lnTo>
                  <a:pt x="8692" y="1584"/>
                </a:lnTo>
                <a:lnTo>
                  <a:pt x="8621" y="1620"/>
                </a:lnTo>
                <a:lnTo>
                  <a:pt x="8549" y="1632"/>
                </a:lnTo>
                <a:lnTo>
                  <a:pt x="7704" y="1632"/>
                </a:lnTo>
                <a:lnTo>
                  <a:pt x="7764" y="1477"/>
                </a:lnTo>
                <a:lnTo>
                  <a:pt x="7811" y="1155"/>
                </a:lnTo>
                <a:lnTo>
                  <a:pt x="7799" y="977"/>
                </a:lnTo>
                <a:lnTo>
                  <a:pt x="7752" y="763"/>
                </a:lnTo>
                <a:lnTo>
                  <a:pt x="7549" y="417"/>
                </a:lnTo>
                <a:lnTo>
                  <a:pt x="7228" y="155"/>
                </a:lnTo>
                <a:lnTo>
                  <a:pt x="6835" y="12"/>
                </a:lnTo>
                <a:lnTo>
                  <a:pt x="6621"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7" name="Google Shape;3377;p176"/>
          <p:cNvSpPr/>
          <p:nvPr/>
        </p:nvSpPr>
        <p:spPr>
          <a:xfrm>
            <a:off x="12385935" y="2188354"/>
            <a:ext cx="606750" cy="540694"/>
          </a:xfrm>
          <a:custGeom>
            <a:rect b="b" l="l" r="r" t="t"/>
            <a:pathLst>
              <a:path extrusionOk="0" h="10420" w="11693">
                <a:moveTo>
                  <a:pt x="6835" y="656"/>
                </a:moveTo>
                <a:lnTo>
                  <a:pt x="6835" y="2085"/>
                </a:lnTo>
                <a:lnTo>
                  <a:pt x="6489" y="1906"/>
                </a:lnTo>
                <a:lnTo>
                  <a:pt x="6013" y="1668"/>
                </a:lnTo>
                <a:lnTo>
                  <a:pt x="5942" y="1644"/>
                </a:lnTo>
                <a:lnTo>
                  <a:pt x="5787" y="1644"/>
                </a:lnTo>
                <a:lnTo>
                  <a:pt x="5715" y="1668"/>
                </a:lnTo>
                <a:lnTo>
                  <a:pt x="4882" y="2085"/>
                </a:lnTo>
                <a:lnTo>
                  <a:pt x="4882" y="656"/>
                </a:lnTo>
                <a:close/>
                <a:moveTo>
                  <a:pt x="8466" y="656"/>
                </a:moveTo>
                <a:lnTo>
                  <a:pt x="8597" y="668"/>
                </a:lnTo>
                <a:lnTo>
                  <a:pt x="8835" y="763"/>
                </a:lnTo>
                <a:lnTo>
                  <a:pt x="9014" y="942"/>
                </a:lnTo>
                <a:lnTo>
                  <a:pt x="9109" y="1180"/>
                </a:lnTo>
                <a:lnTo>
                  <a:pt x="9121" y="1311"/>
                </a:lnTo>
                <a:lnTo>
                  <a:pt x="9121" y="3906"/>
                </a:lnTo>
                <a:lnTo>
                  <a:pt x="9109" y="4049"/>
                </a:lnTo>
                <a:lnTo>
                  <a:pt x="9014" y="4275"/>
                </a:lnTo>
                <a:lnTo>
                  <a:pt x="8835" y="4454"/>
                </a:lnTo>
                <a:lnTo>
                  <a:pt x="8597" y="4549"/>
                </a:lnTo>
                <a:lnTo>
                  <a:pt x="8466" y="4561"/>
                </a:lnTo>
                <a:lnTo>
                  <a:pt x="3263" y="4561"/>
                </a:lnTo>
                <a:lnTo>
                  <a:pt x="3120" y="4549"/>
                </a:lnTo>
                <a:lnTo>
                  <a:pt x="2894" y="4454"/>
                </a:lnTo>
                <a:lnTo>
                  <a:pt x="2715" y="4275"/>
                </a:lnTo>
                <a:lnTo>
                  <a:pt x="2620" y="4049"/>
                </a:lnTo>
                <a:lnTo>
                  <a:pt x="2608" y="3906"/>
                </a:lnTo>
                <a:lnTo>
                  <a:pt x="2608" y="1311"/>
                </a:lnTo>
                <a:lnTo>
                  <a:pt x="2620" y="1180"/>
                </a:lnTo>
                <a:lnTo>
                  <a:pt x="2715" y="942"/>
                </a:lnTo>
                <a:lnTo>
                  <a:pt x="2894" y="763"/>
                </a:lnTo>
                <a:lnTo>
                  <a:pt x="3120" y="668"/>
                </a:lnTo>
                <a:lnTo>
                  <a:pt x="3263" y="656"/>
                </a:lnTo>
                <a:lnTo>
                  <a:pt x="4239" y="656"/>
                </a:lnTo>
                <a:lnTo>
                  <a:pt x="4239" y="2608"/>
                </a:lnTo>
                <a:lnTo>
                  <a:pt x="4239" y="2692"/>
                </a:lnTo>
                <a:lnTo>
                  <a:pt x="4322" y="2835"/>
                </a:lnTo>
                <a:lnTo>
                  <a:pt x="4394" y="2882"/>
                </a:lnTo>
                <a:lnTo>
                  <a:pt x="4465" y="2930"/>
                </a:lnTo>
                <a:lnTo>
                  <a:pt x="4632" y="2930"/>
                </a:lnTo>
                <a:lnTo>
                  <a:pt x="4703" y="2894"/>
                </a:lnTo>
                <a:lnTo>
                  <a:pt x="5858" y="2323"/>
                </a:lnTo>
                <a:lnTo>
                  <a:pt x="6430" y="2608"/>
                </a:lnTo>
                <a:lnTo>
                  <a:pt x="6942" y="2858"/>
                </a:lnTo>
                <a:lnTo>
                  <a:pt x="6989" y="2894"/>
                </a:lnTo>
                <a:lnTo>
                  <a:pt x="7144" y="2930"/>
                </a:lnTo>
                <a:lnTo>
                  <a:pt x="7311" y="2882"/>
                </a:lnTo>
                <a:lnTo>
                  <a:pt x="7454" y="2775"/>
                </a:lnTo>
                <a:lnTo>
                  <a:pt x="7478" y="2680"/>
                </a:lnTo>
                <a:lnTo>
                  <a:pt x="7501" y="2597"/>
                </a:lnTo>
                <a:lnTo>
                  <a:pt x="7490" y="2525"/>
                </a:lnTo>
                <a:lnTo>
                  <a:pt x="7490" y="656"/>
                </a:lnTo>
                <a:close/>
                <a:moveTo>
                  <a:pt x="3263" y="1"/>
                </a:moveTo>
                <a:lnTo>
                  <a:pt x="2989" y="25"/>
                </a:lnTo>
                <a:lnTo>
                  <a:pt x="2524" y="227"/>
                </a:lnTo>
                <a:lnTo>
                  <a:pt x="2167" y="572"/>
                </a:lnTo>
                <a:lnTo>
                  <a:pt x="1977" y="1037"/>
                </a:lnTo>
                <a:lnTo>
                  <a:pt x="1953" y="1311"/>
                </a:lnTo>
                <a:lnTo>
                  <a:pt x="1953" y="3906"/>
                </a:lnTo>
                <a:lnTo>
                  <a:pt x="1977" y="4180"/>
                </a:lnTo>
                <a:lnTo>
                  <a:pt x="2167" y="4645"/>
                </a:lnTo>
                <a:lnTo>
                  <a:pt x="2524" y="5002"/>
                </a:lnTo>
                <a:lnTo>
                  <a:pt x="2989" y="5192"/>
                </a:lnTo>
                <a:lnTo>
                  <a:pt x="3263" y="5216"/>
                </a:lnTo>
                <a:lnTo>
                  <a:pt x="8454" y="5216"/>
                </a:lnTo>
                <a:lnTo>
                  <a:pt x="8716" y="5192"/>
                </a:lnTo>
                <a:lnTo>
                  <a:pt x="9180" y="5002"/>
                </a:lnTo>
                <a:lnTo>
                  <a:pt x="9526" y="4645"/>
                </a:lnTo>
                <a:lnTo>
                  <a:pt x="9716" y="4180"/>
                </a:lnTo>
                <a:lnTo>
                  <a:pt x="9728" y="3906"/>
                </a:lnTo>
                <a:lnTo>
                  <a:pt x="9728" y="1311"/>
                </a:lnTo>
                <a:lnTo>
                  <a:pt x="9716" y="1037"/>
                </a:lnTo>
                <a:lnTo>
                  <a:pt x="9514" y="572"/>
                </a:lnTo>
                <a:lnTo>
                  <a:pt x="9168" y="227"/>
                </a:lnTo>
                <a:lnTo>
                  <a:pt x="8704" y="25"/>
                </a:lnTo>
                <a:lnTo>
                  <a:pt x="8454" y="1"/>
                </a:lnTo>
                <a:close/>
                <a:moveTo>
                  <a:pt x="3679" y="6192"/>
                </a:moveTo>
                <a:lnTo>
                  <a:pt x="3370" y="6204"/>
                </a:lnTo>
                <a:lnTo>
                  <a:pt x="2786" y="6407"/>
                </a:lnTo>
                <a:lnTo>
                  <a:pt x="2513" y="6573"/>
                </a:lnTo>
                <a:lnTo>
                  <a:pt x="1727" y="7169"/>
                </a:lnTo>
                <a:lnTo>
                  <a:pt x="322" y="7169"/>
                </a:lnTo>
                <a:lnTo>
                  <a:pt x="191" y="7181"/>
                </a:lnTo>
                <a:lnTo>
                  <a:pt x="12" y="7359"/>
                </a:lnTo>
                <a:lnTo>
                  <a:pt x="0" y="7490"/>
                </a:lnTo>
                <a:lnTo>
                  <a:pt x="12" y="7621"/>
                </a:lnTo>
                <a:lnTo>
                  <a:pt x="191" y="7788"/>
                </a:lnTo>
                <a:lnTo>
                  <a:pt x="310" y="7800"/>
                </a:lnTo>
                <a:lnTo>
                  <a:pt x="1929" y="7800"/>
                </a:lnTo>
                <a:lnTo>
                  <a:pt x="2882" y="7085"/>
                </a:lnTo>
                <a:lnTo>
                  <a:pt x="3060" y="6966"/>
                </a:lnTo>
                <a:lnTo>
                  <a:pt x="3465" y="6835"/>
                </a:lnTo>
                <a:lnTo>
                  <a:pt x="3667" y="6823"/>
                </a:lnTo>
                <a:lnTo>
                  <a:pt x="6751" y="6823"/>
                </a:lnTo>
                <a:lnTo>
                  <a:pt x="6930" y="6907"/>
                </a:lnTo>
                <a:lnTo>
                  <a:pt x="7061" y="7038"/>
                </a:lnTo>
                <a:lnTo>
                  <a:pt x="7132" y="7216"/>
                </a:lnTo>
                <a:lnTo>
                  <a:pt x="7144" y="7312"/>
                </a:lnTo>
                <a:lnTo>
                  <a:pt x="7132" y="7407"/>
                </a:lnTo>
                <a:lnTo>
                  <a:pt x="7061" y="7585"/>
                </a:lnTo>
                <a:lnTo>
                  <a:pt x="6930" y="7716"/>
                </a:lnTo>
                <a:lnTo>
                  <a:pt x="6751" y="7788"/>
                </a:lnTo>
                <a:lnTo>
                  <a:pt x="6656" y="7800"/>
                </a:lnTo>
                <a:lnTo>
                  <a:pt x="4870" y="7800"/>
                </a:lnTo>
                <a:lnTo>
                  <a:pt x="4739" y="7812"/>
                </a:lnTo>
                <a:lnTo>
                  <a:pt x="4560" y="7990"/>
                </a:lnTo>
                <a:lnTo>
                  <a:pt x="4537" y="8121"/>
                </a:lnTo>
                <a:lnTo>
                  <a:pt x="4560" y="8252"/>
                </a:lnTo>
                <a:lnTo>
                  <a:pt x="4739" y="8431"/>
                </a:lnTo>
                <a:lnTo>
                  <a:pt x="4870" y="8455"/>
                </a:lnTo>
                <a:lnTo>
                  <a:pt x="8537" y="8455"/>
                </a:lnTo>
                <a:lnTo>
                  <a:pt x="8680" y="8443"/>
                </a:lnTo>
                <a:lnTo>
                  <a:pt x="8954" y="8347"/>
                </a:lnTo>
                <a:lnTo>
                  <a:pt x="9073" y="8264"/>
                </a:lnTo>
                <a:lnTo>
                  <a:pt x="10323" y="7264"/>
                </a:lnTo>
                <a:lnTo>
                  <a:pt x="10466" y="7169"/>
                </a:lnTo>
                <a:lnTo>
                  <a:pt x="10621" y="7157"/>
                </a:lnTo>
                <a:lnTo>
                  <a:pt x="10704" y="7157"/>
                </a:lnTo>
                <a:lnTo>
                  <a:pt x="10847" y="7216"/>
                </a:lnTo>
                <a:lnTo>
                  <a:pt x="10907" y="7264"/>
                </a:lnTo>
                <a:lnTo>
                  <a:pt x="10978" y="7335"/>
                </a:lnTo>
                <a:lnTo>
                  <a:pt x="11050" y="7514"/>
                </a:lnTo>
                <a:lnTo>
                  <a:pt x="11038" y="7693"/>
                </a:lnTo>
                <a:lnTo>
                  <a:pt x="10954" y="7859"/>
                </a:lnTo>
                <a:lnTo>
                  <a:pt x="10883" y="7919"/>
                </a:lnTo>
                <a:lnTo>
                  <a:pt x="8835" y="9562"/>
                </a:lnTo>
                <a:lnTo>
                  <a:pt x="8716" y="9645"/>
                </a:lnTo>
                <a:lnTo>
                  <a:pt x="8442" y="9752"/>
                </a:lnTo>
                <a:lnTo>
                  <a:pt x="322" y="9752"/>
                </a:lnTo>
                <a:lnTo>
                  <a:pt x="203" y="9776"/>
                </a:lnTo>
                <a:lnTo>
                  <a:pt x="36" y="9955"/>
                </a:lnTo>
                <a:lnTo>
                  <a:pt x="24" y="10074"/>
                </a:lnTo>
                <a:lnTo>
                  <a:pt x="36" y="10217"/>
                </a:lnTo>
                <a:lnTo>
                  <a:pt x="191" y="10407"/>
                </a:lnTo>
                <a:lnTo>
                  <a:pt x="310" y="10419"/>
                </a:lnTo>
                <a:lnTo>
                  <a:pt x="8299" y="10419"/>
                </a:lnTo>
                <a:lnTo>
                  <a:pt x="8549" y="10407"/>
                </a:lnTo>
                <a:lnTo>
                  <a:pt x="9037" y="10241"/>
                </a:lnTo>
                <a:lnTo>
                  <a:pt x="9240" y="10086"/>
                </a:lnTo>
                <a:lnTo>
                  <a:pt x="11300" y="8455"/>
                </a:lnTo>
                <a:lnTo>
                  <a:pt x="11466" y="8288"/>
                </a:lnTo>
                <a:lnTo>
                  <a:pt x="11669" y="7871"/>
                </a:lnTo>
                <a:lnTo>
                  <a:pt x="11681" y="7633"/>
                </a:lnTo>
                <a:lnTo>
                  <a:pt x="11693" y="7514"/>
                </a:lnTo>
                <a:lnTo>
                  <a:pt x="11657" y="7276"/>
                </a:lnTo>
                <a:lnTo>
                  <a:pt x="11514" y="6966"/>
                </a:lnTo>
                <a:lnTo>
                  <a:pt x="11359" y="6788"/>
                </a:lnTo>
                <a:lnTo>
                  <a:pt x="11204" y="6669"/>
                </a:lnTo>
                <a:lnTo>
                  <a:pt x="10835" y="6526"/>
                </a:lnTo>
                <a:lnTo>
                  <a:pt x="10645" y="6514"/>
                </a:lnTo>
                <a:lnTo>
                  <a:pt x="10454" y="6526"/>
                </a:lnTo>
                <a:lnTo>
                  <a:pt x="10097" y="6657"/>
                </a:lnTo>
                <a:lnTo>
                  <a:pt x="9942" y="6764"/>
                </a:lnTo>
                <a:lnTo>
                  <a:pt x="8692" y="7764"/>
                </a:lnTo>
                <a:lnTo>
                  <a:pt x="8621" y="7800"/>
                </a:lnTo>
                <a:lnTo>
                  <a:pt x="8549" y="7812"/>
                </a:lnTo>
                <a:lnTo>
                  <a:pt x="7704" y="7812"/>
                </a:lnTo>
                <a:lnTo>
                  <a:pt x="7763" y="7669"/>
                </a:lnTo>
                <a:lnTo>
                  <a:pt x="7811" y="7335"/>
                </a:lnTo>
                <a:lnTo>
                  <a:pt x="7799" y="7157"/>
                </a:lnTo>
                <a:lnTo>
                  <a:pt x="7751" y="6954"/>
                </a:lnTo>
                <a:lnTo>
                  <a:pt x="7549" y="6597"/>
                </a:lnTo>
                <a:lnTo>
                  <a:pt x="7228" y="6335"/>
                </a:lnTo>
                <a:lnTo>
                  <a:pt x="6835" y="6204"/>
                </a:lnTo>
                <a:lnTo>
                  <a:pt x="6620" y="619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8" name="Google Shape;3378;p176"/>
          <p:cNvSpPr/>
          <p:nvPr/>
        </p:nvSpPr>
        <p:spPr>
          <a:xfrm>
            <a:off x="13413997" y="2188354"/>
            <a:ext cx="606750" cy="540694"/>
          </a:xfrm>
          <a:custGeom>
            <a:rect b="b" l="l" r="r" t="t"/>
            <a:pathLst>
              <a:path extrusionOk="0" h="10420" w="11693">
                <a:moveTo>
                  <a:pt x="5858" y="1"/>
                </a:moveTo>
                <a:lnTo>
                  <a:pt x="5727" y="25"/>
                </a:lnTo>
                <a:lnTo>
                  <a:pt x="5537" y="203"/>
                </a:lnTo>
                <a:lnTo>
                  <a:pt x="5513" y="334"/>
                </a:lnTo>
                <a:lnTo>
                  <a:pt x="5513" y="668"/>
                </a:lnTo>
                <a:lnTo>
                  <a:pt x="5299" y="703"/>
                </a:lnTo>
                <a:lnTo>
                  <a:pt x="4929" y="846"/>
                </a:lnTo>
                <a:lnTo>
                  <a:pt x="4644" y="1072"/>
                </a:lnTo>
                <a:lnTo>
                  <a:pt x="4453" y="1382"/>
                </a:lnTo>
                <a:lnTo>
                  <a:pt x="4394" y="1561"/>
                </a:lnTo>
                <a:lnTo>
                  <a:pt x="4382" y="1727"/>
                </a:lnTo>
                <a:lnTo>
                  <a:pt x="4417" y="2025"/>
                </a:lnTo>
                <a:lnTo>
                  <a:pt x="4525" y="2263"/>
                </a:lnTo>
                <a:lnTo>
                  <a:pt x="4691" y="2454"/>
                </a:lnTo>
                <a:lnTo>
                  <a:pt x="5001" y="2656"/>
                </a:lnTo>
                <a:lnTo>
                  <a:pt x="5441" y="2835"/>
                </a:lnTo>
                <a:lnTo>
                  <a:pt x="5620" y="2882"/>
                </a:lnTo>
                <a:lnTo>
                  <a:pt x="5775" y="2918"/>
                </a:lnTo>
                <a:lnTo>
                  <a:pt x="6049" y="3001"/>
                </a:lnTo>
                <a:lnTo>
                  <a:pt x="6418" y="3132"/>
                </a:lnTo>
                <a:lnTo>
                  <a:pt x="6620" y="3275"/>
                </a:lnTo>
                <a:lnTo>
                  <a:pt x="6680" y="3442"/>
                </a:lnTo>
                <a:lnTo>
                  <a:pt x="6668" y="3537"/>
                </a:lnTo>
                <a:lnTo>
                  <a:pt x="6632" y="3656"/>
                </a:lnTo>
                <a:lnTo>
                  <a:pt x="6442" y="3823"/>
                </a:lnTo>
                <a:lnTo>
                  <a:pt x="6144" y="3906"/>
                </a:lnTo>
                <a:lnTo>
                  <a:pt x="5787" y="3906"/>
                </a:lnTo>
                <a:lnTo>
                  <a:pt x="5596" y="3882"/>
                </a:lnTo>
                <a:lnTo>
                  <a:pt x="5406" y="3847"/>
                </a:lnTo>
                <a:lnTo>
                  <a:pt x="4822" y="3656"/>
                </a:lnTo>
                <a:lnTo>
                  <a:pt x="4691" y="3632"/>
                </a:lnTo>
                <a:lnTo>
                  <a:pt x="4477" y="3740"/>
                </a:lnTo>
                <a:lnTo>
                  <a:pt x="4406" y="3859"/>
                </a:lnTo>
                <a:lnTo>
                  <a:pt x="4382" y="3990"/>
                </a:lnTo>
                <a:lnTo>
                  <a:pt x="4501" y="4216"/>
                </a:lnTo>
                <a:lnTo>
                  <a:pt x="4620" y="4275"/>
                </a:lnTo>
                <a:lnTo>
                  <a:pt x="5287" y="4490"/>
                </a:lnTo>
                <a:lnTo>
                  <a:pt x="5537" y="4525"/>
                </a:lnTo>
                <a:lnTo>
                  <a:pt x="5537" y="4883"/>
                </a:lnTo>
                <a:lnTo>
                  <a:pt x="5549" y="5014"/>
                </a:lnTo>
                <a:lnTo>
                  <a:pt x="5727" y="5192"/>
                </a:lnTo>
                <a:lnTo>
                  <a:pt x="5858" y="5216"/>
                </a:lnTo>
                <a:lnTo>
                  <a:pt x="5989" y="5192"/>
                </a:lnTo>
                <a:lnTo>
                  <a:pt x="6168" y="5014"/>
                </a:lnTo>
                <a:lnTo>
                  <a:pt x="6192" y="4883"/>
                </a:lnTo>
                <a:lnTo>
                  <a:pt x="6192" y="4549"/>
                </a:lnTo>
                <a:lnTo>
                  <a:pt x="6406" y="4514"/>
                </a:lnTo>
                <a:lnTo>
                  <a:pt x="6787" y="4371"/>
                </a:lnTo>
                <a:lnTo>
                  <a:pt x="7073" y="4144"/>
                </a:lnTo>
                <a:lnTo>
                  <a:pt x="7263" y="3835"/>
                </a:lnTo>
                <a:lnTo>
                  <a:pt x="7311" y="3656"/>
                </a:lnTo>
                <a:lnTo>
                  <a:pt x="7323" y="3490"/>
                </a:lnTo>
                <a:lnTo>
                  <a:pt x="7299" y="3192"/>
                </a:lnTo>
                <a:lnTo>
                  <a:pt x="7192" y="2954"/>
                </a:lnTo>
                <a:lnTo>
                  <a:pt x="7025" y="2763"/>
                </a:lnTo>
                <a:lnTo>
                  <a:pt x="6692" y="2549"/>
                </a:lnTo>
                <a:lnTo>
                  <a:pt x="6180" y="2358"/>
                </a:lnTo>
                <a:lnTo>
                  <a:pt x="5941" y="2287"/>
                </a:lnTo>
                <a:lnTo>
                  <a:pt x="5799" y="2251"/>
                </a:lnTo>
                <a:lnTo>
                  <a:pt x="5560" y="2180"/>
                </a:lnTo>
                <a:lnTo>
                  <a:pt x="5239" y="2037"/>
                </a:lnTo>
                <a:lnTo>
                  <a:pt x="5084" y="1918"/>
                </a:lnTo>
                <a:lnTo>
                  <a:pt x="5048" y="1763"/>
                </a:lnTo>
                <a:lnTo>
                  <a:pt x="5060" y="1680"/>
                </a:lnTo>
                <a:lnTo>
                  <a:pt x="5096" y="1561"/>
                </a:lnTo>
                <a:lnTo>
                  <a:pt x="5287" y="1394"/>
                </a:lnTo>
                <a:lnTo>
                  <a:pt x="5572" y="1323"/>
                </a:lnTo>
                <a:lnTo>
                  <a:pt x="5918" y="1311"/>
                </a:lnTo>
                <a:lnTo>
                  <a:pt x="6108" y="1334"/>
                </a:lnTo>
                <a:lnTo>
                  <a:pt x="6322" y="1370"/>
                </a:lnTo>
                <a:lnTo>
                  <a:pt x="6620" y="1465"/>
                </a:lnTo>
                <a:lnTo>
                  <a:pt x="6739" y="1489"/>
                </a:lnTo>
                <a:lnTo>
                  <a:pt x="6965" y="1370"/>
                </a:lnTo>
                <a:lnTo>
                  <a:pt x="7025" y="1251"/>
                </a:lnTo>
                <a:lnTo>
                  <a:pt x="7049" y="1120"/>
                </a:lnTo>
                <a:lnTo>
                  <a:pt x="6942" y="906"/>
                </a:lnTo>
                <a:lnTo>
                  <a:pt x="6823" y="846"/>
                </a:lnTo>
                <a:lnTo>
                  <a:pt x="6465" y="739"/>
                </a:lnTo>
                <a:lnTo>
                  <a:pt x="6192" y="691"/>
                </a:lnTo>
                <a:lnTo>
                  <a:pt x="6192" y="334"/>
                </a:lnTo>
                <a:lnTo>
                  <a:pt x="6168" y="203"/>
                </a:lnTo>
                <a:lnTo>
                  <a:pt x="5989" y="25"/>
                </a:lnTo>
                <a:lnTo>
                  <a:pt x="5858" y="1"/>
                </a:lnTo>
                <a:close/>
                <a:moveTo>
                  <a:pt x="3691" y="6192"/>
                </a:moveTo>
                <a:lnTo>
                  <a:pt x="3382" y="6204"/>
                </a:lnTo>
                <a:lnTo>
                  <a:pt x="2786" y="6407"/>
                </a:lnTo>
                <a:lnTo>
                  <a:pt x="2524" y="6573"/>
                </a:lnTo>
                <a:lnTo>
                  <a:pt x="1738" y="7169"/>
                </a:lnTo>
                <a:lnTo>
                  <a:pt x="333" y="7169"/>
                </a:lnTo>
                <a:lnTo>
                  <a:pt x="202" y="7181"/>
                </a:lnTo>
                <a:lnTo>
                  <a:pt x="24" y="7359"/>
                </a:lnTo>
                <a:lnTo>
                  <a:pt x="0" y="7490"/>
                </a:lnTo>
                <a:lnTo>
                  <a:pt x="24" y="7621"/>
                </a:lnTo>
                <a:lnTo>
                  <a:pt x="191" y="7788"/>
                </a:lnTo>
                <a:lnTo>
                  <a:pt x="310" y="7800"/>
                </a:lnTo>
                <a:lnTo>
                  <a:pt x="1941" y="7800"/>
                </a:lnTo>
                <a:lnTo>
                  <a:pt x="2893" y="7085"/>
                </a:lnTo>
                <a:lnTo>
                  <a:pt x="3072" y="6966"/>
                </a:lnTo>
                <a:lnTo>
                  <a:pt x="3465" y="6835"/>
                </a:lnTo>
                <a:lnTo>
                  <a:pt x="3667" y="6823"/>
                </a:lnTo>
                <a:lnTo>
                  <a:pt x="6763" y="6823"/>
                </a:lnTo>
                <a:lnTo>
                  <a:pt x="6930" y="6907"/>
                </a:lnTo>
                <a:lnTo>
                  <a:pt x="7061" y="7038"/>
                </a:lnTo>
                <a:lnTo>
                  <a:pt x="7144" y="7216"/>
                </a:lnTo>
                <a:lnTo>
                  <a:pt x="7144" y="7312"/>
                </a:lnTo>
                <a:lnTo>
                  <a:pt x="7144" y="7407"/>
                </a:lnTo>
                <a:lnTo>
                  <a:pt x="7061" y="7585"/>
                </a:lnTo>
                <a:lnTo>
                  <a:pt x="6930" y="7716"/>
                </a:lnTo>
                <a:lnTo>
                  <a:pt x="6763" y="7788"/>
                </a:lnTo>
                <a:lnTo>
                  <a:pt x="6656" y="7800"/>
                </a:lnTo>
                <a:lnTo>
                  <a:pt x="4870" y="7800"/>
                </a:lnTo>
                <a:lnTo>
                  <a:pt x="4739" y="7812"/>
                </a:lnTo>
                <a:lnTo>
                  <a:pt x="4560" y="7990"/>
                </a:lnTo>
                <a:lnTo>
                  <a:pt x="4548" y="8121"/>
                </a:lnTo>
                <a:lnTo>
                  <a:pt x="4560" y="8252"/>
                </a:lnTo>
                <a:lnTo>
                  <a:pt x="4739" y="8431"/>
                </a:lnTo>
                <a:lnTo>
                  <a:pt x="4870" y="8455"/>
                </a:lnTo>
                <a:lnTo>
                  <a:pt x="8537" y="8455"/>
                </a:lnTo>
                <a:lnTo>
                  <a:pt x="8680" y="8443"/>
                </a:lnTo>
                <a:lnTo>
                  <a:pt x="8954" y="8347"/>
                </a:lnTo>
                <a:lnTo>
                  <a:pt x="9085" y="8264"/>
                </a:lnTo>
                <a:lnTo>
                  <a:pt x="10335" y="7264"/>
                </a:lnTo>
                <a:lnTo>
                  <a:pt x="10478" y="7169"/>
                </a:lnTo>
                <a:lnTo>
                  <a:pt x="10633" y="7157"/>
                </a:lnTo>
                <a:lnTo>
                  <a:pt x="10704" y="7157"/>
                </a:lnTo>
                <a:lnTo>
                  <a:pt x="10847" y="7216"/>
                </a:lnTo>
                <a:lnTo>
                  <a:pt x="10907" y="7264"/>
                </a:lnTo>
                <a:lnTo>
                  <a:pt x="10978" y="7335"/>
                </a:lnTo>
                <a:lnTo>
                  <a:pt x="11049" y="7514"/>
                </a:lnTo>
                <a:lnTo>
                  <a:pt x="11049" y="7693"/>
                </a:lnTo>
                <a:lnTo>
                  <a:pt x="10966" y="7859"/>
                </a:lnTo>
                <a:lnTo>
                  <a:pt x="10895" y="7919"/>
                </a:lnTo>
                <a:lnTo>
                  <a:pt x="8847" y="9562"/>
                </a:lnTo>
                <a:lnTo>
                  <a:pt x="8728" y="9645"/>
                </a:lnTo>
                <a:lnTo>
                  <a:pt x="8442" y="9752"/>
                </a:lnTo>
                <a:lnTo>
                  <a:pt x="333" y="9752"/>
                </a:lnTo>
                <a:lnTo>
                  <a:pt x="202" y="9776"/>
                </a:lnTo>
                <a:lnTo>
                  <a:pt x="24" y="9955"/>
                </a:lnTo>
                <a:lnTo>
                  <a:pt x="0" y="10074"/>
                </a:lnTo>
                <a:lnTo>
                  <a:pt x="24" y="10217"/>
                </a:lnTo>
                <a:lnTo>
                  <a:pt x="191" y="10407"/>
                </a:lnTo>
                <a:lnTo>
                  <a:pt x="310" y="10419"/>
                </a:lnTo>
                <a:lnTo>
                  <a:pt x="8299" y="10419"/>
                </a:lnTo>
                <a:lnTo>
                  <a:pt x="8561" y="10407"/>
                </a:lnTo>
                <a:lnTo>
                  <a:pt x="9037" y="10241"/>
                </a:lnTo>
                <a:lnTo>
                  <a:pt x="9252" y="10086"/>
                </a:lnTo>
                <a:lnTo>
                  <a:pt x="11300" y="8455"/>
                </a:lnTo>
                <a:lnTo>
                  <a:pt x="11466" y="8288"/>
                </a:lnTo>
                <a:lnTo>
                  <a:pt x="11669" y="7871"/>
                </a:lnTo>
                <a:lnTo>
                  <a:pt x="11692" y="7633"/>
                </a:lnTo>
                <a:lnTo>
                  <a:pt x="11692" y="7514"/>
                </a:lnTo>
                <a:lnTo>
                  <a:pt x="11669" y="7276"/>
                </a:lnTo>
                <a:lnTo>
                  <a:pt x="11514" y="6966"/>
                </a:lnTo>
                <a:lnTo>
                  <a:pt x="11359" y="6788"/>
                </a:lnTo>
                <a:lnTo>
                  <a:pt x="11204" y="6669"/>
                </a:lnTo>
                <a:lnTo>
                  <a:pt x="10847" y="6526"/>
                </a:lnTo>
                <a:lnTo>
                  <a:pt x="10645" y="6514"/>
                </a:lnTo>
                <a:lnTo>
                  <a:pt x="10454" y="6526"/>
                </a:lnTo>
                <a:lnTo>
                  <a:pt x="10097" y="6657"/>
                </a:lnTo>
                <a:lnTo>
                  <a:pt x="9942" y="6764"/>
                </a:lnTo>
                <a:lnTo>
                  <a:pt x="8692" y="7764"/>
                </a:lnTo>
                <a:lnTo>
                  <a:pt x="8632" y="7800"/>
                </a:lnTo>
                <a:lnTo>
                  <a:pt x="8549" y="7812"/>
                </a:lnTo>
                <a:lnTo>
                  <a:pt x="7704" y="7812"/>
                </a:lnTo>
                <a:lnTo>
                  <a:pt x="7775" y="7669"/>
                </a:lnTo>
                <a:lnTo>
                  <a:pt x="7823" y="7335"/>
                </a:lnTo>
                <a:lnTo>
                  <a:pt x="7799" y="7157"/>
                </a:lnTo>
                <a:lnTo>
                  <a:pt x="7763" y="6954"/>
                </a:lnTo>
                <a:lnTo>
                  <a:pt x="7549" y="6597"/>
                </a:lnTo>
                <a:lnTo>
                  <a:pt x="7227" y="6335"/>
                </a:lnTo>
                <a:lnTo>
                  <a:pt x="6834" y="6204"/>
                </a:lnTo>
                <a:lnTo>
                  <a:pt x="6632" y="6192"/>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79" name="Google Shape;3379;p176"/>
          <p:cNvSpPr/>
          <p:nvPr/>
        </p:nvSpPr>
        <p:spPr>
          <a:xfrm>
            <a:off x="8211318" y="3417843"/>
            <a:ext cx="675971" cy="422021"/>
          </a:xfrm>
          <a:custGeom>
            <a:rect b="b" l="l" r="r" t="t"/>
            <a:pathLst>
              <a:path extrusionOk="0" h="8133" w="13027">
                <a:moveTo>
                  <a:pt x="7073" y="0"/>
                </a:moveTo>
                <a:lnTo>
                  <a:pt x="6894" y="12"/>
                </a:lnTo>
                <a:lnTo>
                  <a:pt x="6573" y="131"/>
                </a:lnTo>
                <a:lnTo>
                  <a:pt x="6430" y="250"/>
                </a:lnTo>
                <a:lnTo>
                  <a:pt x="4513" y="2048"/>
                </a:lnTo>
                <a:lnTo>
                  <a:pt x="4501" y="2060"/>
                </a:lnTo>
                <a:lnTo>
                  <a:pt x="4358" y="2227"/>
                </a:lnTo>
                <a:lnTo>
                  <a:pt x="4191" y="2608"/>
                </a:lnTo>
                <a:lnTo>
                  <a:pt x="4180" y="3025"/>
                </a:lnTo>
                <a:lnTo>
                  <a:pt x="4322" y="3418"/>
                </a:lnTo>
                <a:lnTo>
                  <a:pt x="4465" y="3584"/>
                </a:lnTo>
                <a:lnTo>
                  <a:pt x="4596" y="3715"/>
                </a:lnTo>
                <a:lnTo>
                  <a:pt x="4989" y="3918"/>
                </a:lnTo>
                <a:lnTo>
                  <a:pt x="5239" y="3953"/>
                </a:lnTo>
                <a:lnTo>
                  <a:pt x="5299" y="3953"/>
                </a:lnTo>
                <a:lnTo>
                  <a:pt x="5489" y="3941"/>
                </a:lnTo>
                <a:lnTo>
                  <a:pt x="5847" y="3799"/>
                </a:lnTo>
                <a:lnTo>
                  <a:pt x="6013" y="3668"/>
                </a:lnTo>
                <a:lnTo>
                  <a:pt x="7573" y="2215"/>
                </a:lnTo>
                <a:lnTo>
                  <a:pt x="7644" y="2120"/>
                </a:lnTo>
                <a:lnTo>
                  <a:pt x="7656" y="1870"/>
                </a:lnTo>
                <a:lnTo>
                  <a:pt x="7585" y="1762"/>
                </a:lnTo>
                <a:lnTo>
                  <a:pt x="7478" y="1679"/>
                </a:lnTo>
                <a:lnTo>
                  <a:pt x="7228" y="1667"/>
                </a:lnTo>
                <a:lnTo>
                  <a:pt x="7121" y="1739"/>
                </a:lnTo>
                <a:lnTo>
                  <a:pt x="5954" y="2822"/>
                </a:lnTo>
                <a:lnTo>
                  <a:pt x="5585" y="3203"/>
                </a:lnTo>
                <a:lnTo>
                  <a:pt x="5573" y="3179"/>
                </a:lnTo>
                <a:lnTo>
                  <a:pt x="5501" y="3239"/>
                </a:lnTo>
                <a:lnTo>
                  <a:pt x="5346" y="3298"/>
                </a:lnTo>
                <a:lnTo>
                  <a:pt x="5275" y="3298"/>
                </a:lnTo>
                <a:lnTo>
                  <a:pt x="5168" y="3287"/>
                </a:lnTo>
                <a:lnTo>
                  <a:pt x="4989" y="3203"/>
                </a:lnTo>
                <a:lnTo>
                  <a:pt x="4942" y="3156"/>
                </a:lnTo>
                <a:lnTo>
                  <a:pt x="4894" y="3084"/>
                </a:lnTo>
                <a:lnTo>
                  <a:pt x="4834" y="2929"/>
                </a:lnTo>
                <a:lnTo>
                  <a:pt x="4834" y="2751"/>
                </a:lnTo>
                <a:lnTo>
                  <a:pt x="4906" y="2572"/>
                </a:lnTo>
                <a:lnTo>
                  <a:pt x="4977" y="2501"/>
                </a:lnTo>
                <a:lnTo>
                  <a:pt x="6870" y="727"/>
                </a:lnTo>
                <a:lnTo>
                  <a:pt x="6966" y="655"/>
                </a:lnTo>
                <a:lnTo>
                  <a:pt x="7073" y="643"/>
                </a:lnTo>
                <a:lnTo>
                  <a:pt x="7240" y="643"/>
                </a:lnTo>
                <a:lnTo>
                  <a:pt x="7609" y="655"/>
                </a:lnTo>
                <a:lnTo>
                  <a:pt x="8347" y="822"/>
                </a:lnTo>
                <a:lnTo>
                  <a:pt x="9061" y="1131"/>
                </a:lnTo>
                <a:lnTo>
                  <a:pt x="9704" y="1572"/>
                </a:lnTo>
                <a:lnTo>
                  <a:pt x="9990" y="1846"/>
                </a:lnTo>
                <a:lnTo>
                  <a:pt x="10085" y="1941"/>
                </a:lnTo>
                <a:lnTo>
                  <a:pt x="10740" y="1941"/>
                </a:lnTo>
                <a:lnTo>
                  <a:pt x="10740" y="5858"/>
                </a:lnTo>
                <a:lnTo>
                  <a:pt x="10157" y="5858"/>
                </a:lnTo>
                <a:lnTo>
                  <a:pt x="10109" y="5739"/>
                </a:lnTo>
                <a:lnTo>
                  <a:pt x="9978" y="5525"/>
                </a:lnTo>
                <a:lnTo>
                  <a:pt x="9883" y="5442"/>
                </a:lnTo>
                <a:lnTo>
                  <a:pt x="7680" y="3644"/>
                </a:lnTo>
                <a:lnTo>
                  <a:pt x="7561" y="3584"/>
                </a:lnTo>
                <a:lnTo>
                  <a:pt x="7311" y="3608"/>
                </a:lnTo>
                <a:lnTo>
                  <a:pt x="7216" y="3691"/>
                </a:lnTo>
                <a:lnTo>
                  <a:pt x="7156" y="3810"/>
                </a:lnTo>
                <a:lnTo>
                  <a:pt x="7180" y="4060"/>
                </a:lnTo>
                <a:lnTo>
                  <a:pt x="7263" y="4156"/>
                </a:lnTo>
                <a:lnTo>
                  <a:pt x="9478" y="5942"/>
                </a:lnTo>
                <a:lnTo>
                  <a:pt x="9550" y="6037"/>
                </a:lnTo>
                <a:lnTo>
                  <a:pt x="9573" y="6251"/>
                </a:lnTo>
                <a:lnTo>
                  <a:pt x="9514" y="6358"/>
                </a:lnTo>
                <a:lnTo>
                  <a:pt x="9335" y="6585"/>
                </a:lnTo>
                <a:lnTo>
                  <a:pt x="9240" y="6668"/>
                </a:lnTo>
                <a:lnTo>
                  <a:pt x="9026" y="6692"/>
                </a:lnTo>
                <a:lnTo>
                  <a:pt x="8930" y="6632"/>
                </a:lnTo>
                <a:lnTo>
                  <a:pt x="8573" y="6335"/>
                </a:lnTo>
                <a:lnTo>
                  <a:pt x="7752" y="7335"/>
                </a:lnTo>
                <a:lnTo>
                  <a:pt x="7692" y="7394"/>
                </a:lnTo>
                <a:lnTo>
                  <a:pt x="7561" y="7466"/>
                </a:lnTo>
                <a:lnTo>
                  <a:pt x="7406" y="7490"/>
                </a:lnTo>
                <a:lnTo>
                  <a:pt x="7263" y="7442"/>
                </a:lnTo>
                <a:lnTo>
                  <a:pt x="7204" y="7406"/>
                </a:lnTo>
                <a:lnTo>
                  <a:pt x="6859" y="7097"/>
                </a:lnTo>
                <a:lnTo>
                  <a:pt x="6609" y="6930"/>
                </a:lnTo>
                <a:lnTo>
                  <a:pt x="6394" y="7144"/>
                </a:lnTo>
                <a:lnTo>
                  <a:pt x="6263" y="7275"/>
                </a:lnTo>
                <a:lnTo>
                  <a:pt x="5954" y="7442"/>
                </a:lnTo>
                <a:lnTo>
                  <a:pt x="5775" y="7478"/>
                </a:lnTo>
                <a:lnTo>
                  <a:pt x="5596" y="7478"/>
                </a:lnTo>
                <a:lnTo>
                  <a:pt x="5251" y="7382"/>
                </a:lnTo>
                <a:lnTo>
                  <a:pt x="5096" y="7275"/>
                </a:lnTo>
                <a:lnTo>
                  <a:pt x="3263" y="5858"/>
                </a:lnTo>
                <a:lnTo>
                  <a:pt x="2274" y="5858"/>
                </a:lnTo>
                <a:lnTo>
                  <a:pt x="2274" y="1941"/>
                </a:lnTo>
                <a:lnTo>
                  <a:pt x="2941" y="1941"/>
                </a:lnTo>
                <a:lnTo>
                  <a:pt x="3037" y="1846"/>
                </a:lnTo>
                <a:lnTo>
                  <a:pt x="3263" y="1620"/>
                </a:lnTo>
                <a:lnTo>
                  <a:pt x="3775" y="1227"/>
                </a:lnTo>
                <a:lnTo>
                  <a:pt x="4346" y="929"/>
                </a:lnTo>
                <a:lnTo>
                  <a:pt x="4942" y="738"/>
                </a:lnTo>
                <a:lnTo>
                  <a:pt x="5251" y="679"/>
                </a:lnTo>
                <a:lnTo>
                  <a:pt x="5382" y="643"/>
                </a:lnTo>
                <a:lnTo>
                  <a:pt x="5525" y="441"/>
                </a:lnTo>
                <a:lnTo>
                  <a:pt x="5525" y="310"/>
                </a:lnTo>
                <a:lnTo>
                  <a:pt x="5489" y="191"/>
                </a:lnTo>
                <a:lnTo>
                  <a:pt x="5287" y="36"/>
                </a:lnTo>
                <a:lnTo>
                  <a:pt x="5156" y="36"/>
                </a:lnTo>
                <a:lnTo>
                  <a:pt x="4811" y="96"/>
                </a:lnTo>
                <a:lnTo>
                  <a:pt x="4144" y="310"/>
                </a:lnTo>
                <a:lnTo>
                  <a:pt x="3501" y="631"/>
                </a:lnTo>
                <a:lnTo>
                  <a:pt x="2929" y="1048"/>
                </a:lnTo>
                <a:lnTo>
                  <a:pt x="2667" y="1298"/>
                </a:lnTo>
                <a:lnTo>
                  <a:pt x="322" y="1298"/>
                </a:lnTo>
                <a:lnTo>
                  <a:pt x="191" y="1310"/>
                </a:lnTo>
                <a:lnTo>
                  <a:pt x="12" y="1489"/>
                </a:lnTo>
                <a:lnTo>
                  <a:pt x="0" y="1620"/>
                </a:lnTo>
                <a:lnTo>
                  <a:pt x="12" y="1751"/>
                </a:lnTo>
                <a:lnTo>
                  <a:pt x="191" y="1929"/>
                </a:lnTo>
                <a:lnTo>
                  <a:pt x="322" y="1953"/>
                </a:lnTo>
                <a:lnTo>
                  <a:pt x="1632" y="1953"/>
                </a:lnTo>
                <a:lnTo>
                  <a:pt x="1632" y="6180"/>
                </a:lnTo>
                <a:lnTo>
                  <a:pt x="1608" y="6311"/>
                </a:lnTo>
                <a:lnTo>
                  <a:pt x="1429" y="6489"/>
                </a:lnTo>
                <a:lnTo>
                  <a:pt x="1298" y="6501"/>
                </a:lnTo>
                <a:lnTo>
                  <a:pt x="643" y="6501"/>
                </a:lnTo>
                <a:lnTo>
                  <a:pt x="512" y="6525"/>
                </a:lnTo>
                <a:lnTo>
                  <a:pt x="346" y="6704"/>
                </a:lnTo>
                <a:lnTo>
                  <a:pt x="322" y="6835"/>
                </a:lnTo>
                <a:lnTo>
                  <a:pt x="346" y="6966"/>
                </a:lnTo>
                <a:lnTo>
                  <a:pt x="512" y="7144"/>
                </a:lnTo>
                <a:lnTo>
                  <a:pt x="643" y="7156"/>
                </a:lnTo>
                <a:lnTo>
                  <a:pt x="1453" y="7156"/>
                </a:lnTo>
                <a:lnTo>
                  <a:pt x="1739" y="7061"/>
                </a:lnTo>
                <a:lnTo>
                  <a:pt x="1977" y="6882"/>
                </a:lnTo>
                <a:lnTo>
                  <a:pt x="2155" y="6644"/>
                </a:lnTo>
                <a:lnTo>
                  <a:pt x="2215" y="6501"/>
                </a:lnTo>
                <a:lnTo>
                  <a:pt x="3037" y="6501"/>
                </a:lnTo>
                <a:lnTo>
                  <a:pt x="4692" y="7787"/>
                </a:lnTo>
                <a:lnTo>
                  <a:pt x="4918" y="7942"/>
                </a:lnTo>
                <a:lnTo>
                  <a:pt x="5406" y="8121"/>
                </a:lnTo>
                <a:lnTo>
                  <a:pt x="5680" y="8133"/>
                </a:lnTo>
                <a:lnTo>
                  <a:pt x="5835" y="8133"/>
                </a:lnTo>
                <a:lnTo>
                  <a:pt x="6073" y="8097"/>
                </a:lnTo>
                <a:lnTo>
                  <a:pt x="6478" y="7918"/>
                </a:lnTo>
                <a:lnTo>
                  <a:pt x="6656" y="7787"/>
                </a:lnTo>
                <a:lnTo>
                  <a:pt x="6787" y="7894"/>
                </a:lnTo>
                <a:lnTo>
                  <a:pt x="6954" y="8025"/>
                </a:lnTo>
                <a:lnTo>
                  <a:pt x="7347" y="8133"/>
                </a:lnTo>
                <a:lnTo>
                  <a:pt x="7752" y="8097"/>
                </a:lnTo>
                <a:lnTo>
                  <a:pt x="8109" y="7906"/>
                </a:lnTo>
                <a:lnTo>
                  <a:pt x="8252" y="7752"/>
                </a:lnTo>
                <a:lnTo>
                  <a:pt x="8668" y="7240"/>
                </a:lnTo>
                <a:lnTo>
                  <a:pt x="8811" y="7311"/>
                </a:lnTo>
                <a:lnTo>
                  <a:pt x="9133" y="7347"/>
                </a:lnTo>
                <a:lnTo>
                  <a:pt x="9442" y="7287"/>
                </a:lnTo>
                <a:lnTo>
                  <a:pt x="9716" y="7121"/>
                </a:lnTo>
                <a:lnTo>
                  <a:pt x="9835" y="7001"/>
                </a:lnTo>
                <a:lnTo>
                  <a:pt x="10014" y="6763"/>
                </a:lnTo>
                <a:lnTo>
                  <a:pt x="10109" y="6644"/>
                </a:lnTo>
                <a:lnTo>
                  <a:pt x="10157" y="6513"/>
                </a:lnTo>
                <a:lnTo>
                  <a:pt x="10800" y="6513"/>
                </a:lnTo>
                <a:lnTo>
                  <a:pt x="10859" y="6644"/>
                </a:lnTo>
                <a:lnTo>
                  <a:pt x="11038" y="6882"/>
                </a:lnTo>
                <a:lnTo>
                  <a:pt x="11276" y="7061"/>
                </a:lnTo>
                <a:lnTo>
                  <a:pt x="11562" y="7156"/>
                </a:lnTo>
                <a:lnTo>
                  <a:pt x="12693" y="7156"/>
                </a:lnTo>
                <a:lnTo>
                  <a:pt x="12824" y="7144"/>
                </a:lnTo>
                <a:lnTo>
                  <a:pt x="13002" y="6966"/>
                </a:lnTo>
                <a:lnTo>
                  <a:pt x="13014" y="6835"/>
                </a:lnTo>
                <a:lnTo>
                  <a:pt x="13026" y="6835"/>
                </a:lnTo>
                <a:lnTo>
                  <a:pt x="13002" y="6704"/>
                </a:lnTo>
                <a:lnTo>
                  <a:pt x="12836" y="6525"/>
                </a:lnTo>
                <a:lnTo>
                  <a:pt x="12705" y="6513"/>
                </a:lnTo>
                <a:lnTo>
                  <a:pt x="11705" y="6513"/>
                </a:lnTo>
                <a:lnTo>
                  <a:pt x="11586" y="6489"/>
                </a:lnTo>
                <a:lnTo>
                  <a:pt x="11419" y="6311"/>
                </a:lnTo>
                <a:lnTo>
                  <a:pt x="11395" y="6180"/>
                </a:lnTo>
                <a:lnTo>
                  <a:pt x="11395" y="1953"/>
                </a:lnTo>
                <a:lnTo>
                  <a:pt x="12705" y="1953"/>
                </a:lnTo>
                <a:lnTo>
                  <a:pt x="12836" y="1929"/>
                </a:lnTo>
                <a:lnTo>
                  <a:pt x="13002" y="1751"/>
                </a:lnTo>
                <a:lnTo>
                  <a:pt x="13026" y="1620"/>
                </a:lnTo>
                <a:lnTo>
                  <a:pt x="13002" y="1489"/>
                </a:lnTo>
                <a:lnTo>
                  <a:pt x="12836" y="1322"/>
                </a:lnTo>
                <a:lnTo>
                  <a:pt x="12705" y="1298"/>
                </a:lnTo>
                <a:lnTo>
                  <a:pt x="10359" y="1298"/>
                </a:lnTo>
                <a:lnTo>
                  <a:pt x="10026" y="1000"/>
                </a:lnTo>
                <a:lnTo>
                  <a:pt x="9288" y="512"/>
                </a:lnTo>
                <a:lnTo>
                  <a:pt x="8502" y="179"/>
                </a:lnTo>
                <a:lnTo>
                  <a:pt x="7656" y="12"/>
                </a:lnTo>
                <a:lnTo>
                  <a:pt x="7240"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0" name="Google Shape;3380;p176"/>
          <p:cNvSpPr/>
          <p:nvPr/>
        </p:nvSpPr>
        <p:spPr>
          <a:xfrm>
            <a:off x="4124445" y="3350492"/>
            <a:ext cx="540642" cy="540019"/>
          </a:xfrm>
          <a:custGeom>
            <a:rect b="b" l="l" r="r" t="t"/>
            <a:pathLst>
              <a:path extrusionOk="0" h="10407" w="10419">
                <a:moveTo>
                  <a:pt x="5608" y="0"/>
                </a:moveTo>
                <a:lnTo>
                  <a:pt x="5525" y="12"/>
                </a:lnTo>
                <a:lnTo>
                  <a:pt x="5311" y="72"/>
                </a:lnTo>
                <a:lnTo>
                  <a:pt x="4977" y="310"/>
                </a:lnTo>
                <a:lnTo>
                  <a:pt x="4858" y="489"/>
                </a:lnTo>
                <a:lnTo>
                  <a:pt x="4799" y="620"/>
                </a:lnTo>
                <a:lnTo>
                  <a:pt x="4739" y="905"/>
                </a:lnTo>
                <a:lnTo>
                  <a:pt x="4751" y="1048"/>
                </a:lnTo>
                <a:lnTo>
                  <a:pt x="4715" y="1048"/>
                </a:lnTo>
                <a:lnTo>
                  <a:pt x="4632" y="1060"/>
                </a:lnTo>
                <a:lnTo>
                  <a:pt x="4537" y="1072"/>
                </a:lnTo>
                <a:lnTo>
                  <a:pt x="4334" y="1132"/>
                </a:lnTo>
                <a:lnTo>
                  <a:pt x="3989" y="1370"/>
                </a:lnTo>
                <a:lnTo>
                  <a:pt x="3870" y="1548"/>
                </a:lnTo>
                <a:lnTo>
                  <a:pt x="3798" y="1679"/>
                </a:lnTo>
                <a:lnTo>
                  <a:pt x="3739" y="1965"/>
                </a:lnTo>
                <a:lnTo>
                  <a:pt x="3751" y="2108"/>
                </a:lnTo>
                <a:lnTo>
                  <a:pt x="3632" y="2108"/>
                </a:lnTo>
                <a:lnTo>
                  <a:pt x="3536" y="2132"/>
                </a:lnTo>
                <a:lnTo>
                  <a:pt x="3405" y="2156"/>
                </a:lnTo>
                <a:lnTo>
                  <a:pt x="3155" y="2287"/>
                </a:lnTo>
                <a:lnTo>
                  <a:pt x="2941" y="2477"/>
                </a:lnTo>
                <a:lnTo>
                  <a:pt x="2810" y="2727"/>
                </a:lnTo>
                <a:lnTo>
                  <a:pt x="2763" y="2870"/>
                </a:lnTo>
                <a:lnTo>
                  <a:pt x="2739" y="3025"/>
                </a:lnTo>
                <a:lnTo>
                  <a:pt x="2763" y="3311"/>
                </a:lnTo>
                <a:lnTo>
                  <a:pt x="2810" y="3453"/>
                </a:lnTo>
                <a:lnTo>
                  <a:pt x="2834" y="3501"/>
                </a:lnTo>
                <a:lnTo>
                  <a:pt x="2870" y="3584"/>
                </a:lnTo>
                <a:lnTo>
                  <a:pt x="2977" y="3680"/>
                </a:lnTo>
                <a:lnTo>
                  <a:pt x="3108" y="3727"/>
                </a:lnTo>
                <a:lnTo>
                  <a:pt x="3263" y="3703"/>
                </a:lnTo>
                <a:lnTo>
                  <a:pt x="3322" y="3668"/>
                </a:lnTo>
                <a:lnTo>
                  <a:pt x="3417" y="3584"/>
                </a:lnTo>
                <a:lnTo>
                  <a:pt x="3477" y="3346"/>
                </a:lnTo>
                <a:lnTo>
                  <a:pt x="3429" y="3227"/>
                </a:lnTo>
                <a:lnTo>
                  <a:pt x="3417" y="3203"/>
                </a:lnTo>
                <a:lnTo>
                  <a:pt x="3394" y="3132"/>
                </a:lnTo>
                <a:lnTo>
                  <a:pt x="3405" y="2989"/>
                </a:lnTo>
                <a:lnTo>
                  <a:pt x="3465" y="2870"/>
                </a:lnTo>
                <a:lnTo>
                  <a:pt x="3584" y="2787"/>
                </a:lnTo>
                <a:lnTo>
                  <a:pt x="3656" y="2763"/>
                </a:lnTo>
                <a:lnTo>
                  <a:pt x="3763" y="2763"/>
                </a:lnTo>
                <a:lnTo>
                  <a:pt x="3810" y="2775"/>
                </a:lnTo>
                <a:lnTo>
                  <a:pt x="4048" y="2822"/>
                </a:lnTo>
                <a:lnTo>
                  <a:pt x="4168" y="2787"/>
                </a:lnTo>
                <a:lnTo>
                  <a:pt x="4251" y="2751"/>
                </a:lnTo>
                <a:lnTo>
                  <a:pt x="4382" y="2632"/>
                </a:lnTo>
                <a:lnTo>
                  <a:pt x="4453" y="2477"/>
                </a:lnTo>
                <a:lnTo>
                  <a:pt x="4465" y="2310"/>
                </a:lnTo>
                <a:lnTo>
                  <a:pt x="4441" y="2215"/>
                </a:lnTo>
                <a:lnTo>
                  <a:pt x="4418" y="2144"/>
                </a:lnTo>
                <a:lnTo>
                  <a:pt x="4394" y="2072"/>
                </a:lnTo>
                <a:lnTo>
                  <a:pt x="4406" y="1929"/>
                </a:lnTo>
                <a:lnTo>
                  <a:pt x="4477" y="1810"/>
                </a:lnTo>
                <a:lnTo>
                  <a:pt x="4584" y="1727"/>
                </a:lnTo>
                <a:lnTo>
                  <a:pt x="4656" y="1703"/>
                </a:lnTo>
                <a:lnTo>
                  <a:pt x="4715" y="1703"/>
                </a:lnTo>
                <a:lnTo>
                  <a:pt x="4822" y="1715"/>
                </a:lnTo>
                <a:lnTo>
                  <a:pt x="4989" y="1834"/>
                </a:lnTo>
                <a:lnTo>
                  <a:pt x="5037" y="1929"/>
                </a:lnTo>
                <a:lnTo>
                  <a:pt x="5299" y="2656"/>
                </a:lnTo>
                <a:lnTo>
                  <a:pt x="5322" y="2727"/>
                </a:lnTo>
                <a:lnTo>
                  <a:pt x="5430" y="2822"/>
                </a:lnTo>
                <a:lnTo>
                  <a:pt x="5501" y="2858"/>
                </a:lnTo>
                <a:lnTo>
                  <a:pt x="5596" y="2882"/>
                </a:lnTo>
                <a:lnTo>
                  <a:pt x="5763" y="2834"/>
                </a:lnTo>
                <a:lnTo>
                  <a:pt x="5894" y="2703"/>
                </a:lnTo>
                <a:lnTo>
                  <a:pt x="5930" y="2537"/>
                </a:lnTo>
                <a:lnTo>
                  <a:pt x="5906" y="2429"/>
                </a:lnTo>
                <a:lnTo>
                  <a:pt x="5418" y="1084"/>
                </a:lnTo>
                <a:lnTo>
                  <a:pt x="5394" y="1013"/>
                </a:lnTo>
                <a:lnTo>
                  <a:pt x="5406" y="870"/>
                </a:lnTo>
                <a:lnTo>
                  <a:pt x="5477" y="751"/>
                </a:lnTo>
                <a:lnTo>
                  <a:pt x="5584" y="667"/>
                </a:lnTo>
                <a:lnTo>
                  <a:pt x="5668" y="643"/>
                </a:lnTo>
                <a:lnTo>
                  <a:pt x="5715" y="643"/>
                </a:lnTo>
                <a:lnTo>
                  <a:pt x="5823" y="655"/>
                </a:lnTo>
                <a:lnTo>
                  <a:pt x="5989" y="774"/>
                </a:lnTo>
                <a:lnTo>
                  <a:pt x="6037" y="870"/>
                </a:lnTo>
                <a:lnTo>
                  <a:pt x="6858" y="3132"/>
                </a:lnTo>
                <a:lnTo>
                  <a:pt x="6870" y="3168"/>
                </a:lnTo>
                <a:lnTo>
                  <a:pt x="6989" y="3311"/>
                </a:lnTo>
                <a:lnTo>
                  <a:pt x="7132" y="3346"/>
                </a:lnTo>
                <a:lnTo>
                  <a:pt x="7216" y="3346"/>
                </a:lnTo>
                <a:lnTo>
                  <a:pt x="7359" y="3287"/>
                </a:lnTo>
                <a:lnTo>
                  <a:pt x="7466" y="3156"/>
                </a:lnTo>
                <a:lnTo>
                  <a:pt x="7490" y="2989"/>
                </a:lnTo>
                <a:lnTo>
                  <a:pt x="7466" y="2906"/>
                </a:lnTo>
                <a:lnTo>
                  <a:pt x="6858" y="1251"/>
                </a:lnTo>
                <a:lnTo>
                  <a:pt x="6847" y="1179"/>
                </a:lnTo>
                <a:lnTo>
                  <a:pt x="6858" y="1036"/>
                </a:lnTo>
                <a:lnTo>
                  <a:pt x="6918" y="917"/>
                </a:lnTo>
                <a:lnTo>
                  <a:pt x="7037" y="834"/>
                </a:lnTo>
                <a:lnTo>
                  <a:pt x="7108" y="810"/>
                </a:lnTo>
                <a:lnTo>
                  <a:pt x="7168" y="810"/>
                </a:lnTo>
                <a:lnTo>
                  <a:pt x="7263" y="822"/>
                </a:lnTo>
                <a:lnTo>
                  <a:pt x="7430" y="941"/>
                </a:lnTo>
                <a:lnTo>
                  <a:pt x="7478" y="1036"/>
                </a:lnTo>
                <a:lnTo>
                  <a:pt x="8573" y="4049"/>
                </a:lnTo>
                <a:lnTo>
                  <a:pt x="8609" y="4120"/>
                </a:lnTo>
                <a:lnTo>
                  <a:pt x="8680" y="4180"/>
                </a:lnTo>
                <a:lnTo>
                  <a:pt x="8752" y="4215"/>
                </a:lnTo>
                <a:lnTo>
                  <a:pt x="8906" y="4227"/>
                </a:lnTo>
                <a:lnTo>
                  <a:pt x="9025" y="4156"/>
                </a:lnTo>
                <a:lnTo>
                  <a:pt x="9109" y="4025"/>
                </a:lnTo>
                <a:lnTo>
                  <a:pt x="9121" y="3942"/>
                </a:lnTo>
                <a:lnTo>
                  <a:pt x="9121" y="3596"/>
                </a:lnTo>
                <a:lnTo>
                  <a:pt x="9133" y="3465"/>
                </a:lnTo>
                <a:lnTo>
                  <a:pt x="9276" y="3287"/>
                </a:lnTo>
                <a:lnTo>
                  <a:pt x="9395" y="3251"/>
                </a:lnTo>
                <a:lnTo>
                  <a:pt x="9466" y="3251"/>
                </a:lnTo>
                <a:lnTo>
                  <a:pt x="9597" y="3287"/>
                </a:lnTo>
                <a:lnTo>
                  <a:pt x="9704" y="3370"/>
                </a:lnTo>
                <a:lnTo>
                  <a:pt x="9764" y="3501"/>
                </a:lnTo>
                <a:lnTo>
                  <a:pt x="9776" y="3572"/>
                </a:lnTo>
                <a:lnTo>
                  <a:pt x="9776" y="6180"/>
                </a:lnTo>
                <a:lnTo>
                  <a:pt x="9788" y="6311"/>
                </a:lnTo>
                <a:lnTo>
                  <a:pt x="9966" y="6490"/>
                </a:lnTo>
                <a:lnTo>
                  <a:pt x="10097" y="6502"/>
                </a:lnTo>
                <a:lnTo>
                  <a:pt x="10228" y="6490"/>
                </a:lnTo>
                <a:lnTo>
                  <a:pt x="10407" y="6311"/>
                </a:lnTo>
                <a:lnTo>
                  <a:pt x="10419" y="6180"/>
                </a:lnTo>
                <a:lnTo>
                  <a:pt x="10419" y="3572"/>
                </a:lnTo>
                <a:lnTo>
                  <a:pt x="10395" y="3382"/>
                </a:lnTo>
                <a:lnTo>
                  <a:pt x="10240" y="3025"/>
                </a:lnTo>
                <a:lnTo>
                  <a:pt x="9978" y="2763"/>
                </a:lnTo>
                <a:lnTo>
                  <a:pt x="9621" y="2620"/>
                </a:lnTo>
                <a:lnTo>
                  <a:pt x="9418" y="2596"/>
                </a:lnTo>
                <a:lnTo>
                  <a:pt x="9252" y="2608"/>
                </a:lnTo>
                <a:lnTo>
                  <a:pt x="8930" y="2727"/>
                </a:lnTo>
                <a:lnTo>
                  <a:pt x="8799" y="2822"/>
                </a:lnTo>
                <a:lnTo>
                  <a:pt x="8073" y="822"/>
                </a:lnTo>
                <a:lnTo>
                  <a:pt x="8013" y="679"/>
                </a:lnTo>
                <a:lnTo>
                  <a:pt x="7823" y="441"/>
                </a:lnTo>
                <a:lnTo>
                  <a:pt x="7585" y="262"/>
                </a:lnTo>
                <a:lnTo>
                  <a:pt x="7299" y="167"/>
                </a:lnTo>
                <a:lnTo>
                  <a:pt x="7061" y="167"/>
                </a:lnTo>
                <a:lnTo>
                  <a:pt x="6966" y="179"/>
                </a:lnTo>
                <a:lnTo>
                  <a:pt x="6835" y="215"/>
                </a:lnTo>
                <a:lnTo>
                  <a:pt x="6597" y="322"/>
                </a:lnTo>
                <a:lnTo>
                  <a:pt x="6501" y="405"/>
                </a:lnTo>
                <a:lnTo>
                  <a:pt x="6430" y="322"/>
                </a:lnTo>
                <a:lnTo>
                  <a:pt x="6263" y="167"/>
                </a:lnTo>
                <a:lnTo>
                  <a:pt x="6061" y="60"/>
                </a:lnTo>
                <a:lnTo>
                  <a:pt x="5823" y="0"/>
                </a:lnTo>
                <a:close/>
                <a:moveTo>
                  <a:pt x="4775" y="3989"/>
                </a:moveTo>
                <a:lnTo>
                  <a:pt x="4834" y="4001"/>
                </a:lnTo>
                <a:lnTo>
                  <a:pt x="7120" y="4763"/>
                </a:lnTo>
                <a:lnTo>
                  <a:pt x="7418" y="4870"/>
                </a:lnTo>
                <a:lnTo>
                  <a:pt x="7906" y="5239"/>
                </a:lnTo>
                <a:lnTo>
                  <a:pt x="8263" y="5728"/>
                </a:lnTo>
                <a:lnTo>
                  <a:pt x="8454" y="6299"/>
                </a:lnTo>
                <a:lnTo>
                  <a:pt x="8466" y="6621"/>
                </a:lnTo>
                <a:lnTo>
                  <a:pt x="8466" y="7799"/>
                </a:lnTo>
                <a:lnTo>
                  <a:pt x="8454" y="7799"/>
                </a:lnTo>
                <a:lnTo>
                  <a:pt x="8442" y="8002"/>
                </a:lnTo>
                <a:lnTo>
                  <a:pt x="8371" y="8383"/>
                </a:lnTo>
                <a:lnTo>
                  <a:pt x="8216" y="8740"/>
                </a:lnTo>
                <a:lnTo>
                  <a:pt x="8013" y="9050"/>
                </a:lnTo>
                <a:lnTo>
                  <a:pt x="7740" y="9312"/>
                </a:lnTo>
                <a:lnTo>
                  <a:pt x="7430" y="9526"/>
                </a:lnTo>
                <a:lnTo>
                  <a:pt x="7085" y="9669"/>
                </a:lnTo>
                <a:lnTo>
                  <a:pt x="6704" y="9752"/>
                </a:lnTo>
                <a:lnTo>
                  <a:pt x="2191" y="9752"/>
                </a:lnTo>
                <a:lnTo>
                  <a:pt x="2072" y="9693"/>
                </a:lnTo>
                <a:lnTo>
                  <a:pt x="1977" y="9585"/>
                </a:lnTo>
                <a:lnTo>
                  <a:pt x="1941" y="9454"/>
                </a:lnTo>
                <a:lnTo>
                  <a:pt x="1941" y="9371"/>
                </a:lnTo>
                <a:lnTo>
                  <a:pt x="1977" y="9264"/>
                </a:lnTo>
                <a:lnTo>
                  <a:pt x="2167" y="9121"/>
                </a:lnTo>
                <a:lnTo>
                  <a:pt x="2286" y="9109"/>
                </a:lnTo>
                <a:lnTo>
                  <a:pt x="3894" y="9109"/>
                </a:lnTo>
                <a:lnTo>
                  <a:pt x="4025" y="9085"/>
                </a:lnTo>
                <a:lnTo>
                  <a:pt x="4203" y="8919"/>
                </a:lnTo>
                <a:lnTo>
                  <a:pt x="4215" y="8800"/>
                </a:lnTo>
                <a:lnTo>
                  <a:pt x="4203" y="8669"/>
                </a:lnTo>
                <a:lnTo>
                  <a:pt x="4025" y="8502"/>
                </a:lnTo>
                <a:lnTo>
                  <a:pt x="3894" y="8490"/>
                </a:lnTo>
                <a:lnTo>
                  <a:pt x="1548" y="8490"/>
                </a:lnTo>
                <a:lnTo>
                  <a:pt x="1417" y="8430"/>
                </a:lnTo>
                <a:lnTo>
                  <a:pt x="1322" y="8323"/>
                </a:lnTo>
                <a:lnTo>
                  <a:pt x="1286" y="8180"/>
                </a:lnTo>
                <a:lnTo>
                  <a:pt x="1298" y="8109"/>
                </a:lnTo>
                <a:lnTo>
                  <a:pt x="1334" y="8002"/>
                </a:lnTo>
                <a:lnTo>
                  <a:pt x="1512" y="7859"/>
                </a:lnTo>
                <a:lnTo>
                  <a:pt x="1631" y="7835"/>
                </a:lnTo>
                <a:lnTo>
                  <a:pt x="3894" y="7835"/>
                </a:lnTo>
                <a:lnTo>
                  <a:pt x="4025" y="7823"/>
                </a:lnTo>
                <a:lnTo>
                  <a:pt x="4203" y="7656"/>
                </a:lnTo>
                <a:lnTo>
                  <a:pt x="4215" y="7537"/>
                </a:lnTo>
                <a:lnTo>
                  <a:pt x="4203" y="7406"/>
                </a:lnTo>
                <a:lnTo>
                  <a:pt x="4025" y="7240"/>
                </a:lnTo>
                <a:lnTo>
                  <a:pt x="3894" y="7228"/>
                </a:lnTo>
                <a:lnTo>
                  <a:pt x="965" y="7228"/>
                </a:lnTo>
                <a:lnTo>
                  <a:pt x="893" y="7216"/>
                </a:lnTo>
                <a:lnTo>
                  <a:pt x="762" y="7156"/>
                </a:lnTo>
                <a:lnTo>
                  <a:pt x="679" y="7061"/>
                </a:lnTo>
                <a:lnTo>
                  <a:pt x="631" y="6918"/>
                </a:lnTo>
                <a:lnTo>
                  <a:pt x="643" y="6847"/>
                </a:lnTo>
                <a:lnTo>
                  <a:pt x="679" y="6728"/>
                </a:lnTo>
                <a:lnTo>
                  <a:pt x="857" y="6585"/>
                </a:lnTo>
                <a:lnTo>
                  <a:pt x="977" y="6573"/>
                </a:lnTo>
                <a:lnTo>
                  <a:pt x="3894" y="6573"/>
                </a:lnTo>
                <a:lnTo>
                  <a:pt x="4025" y="6561"/>
                </a:lnTo>
                <a:lnTo>
                  <a:pt x="4203" y="6382"/>
                </a:lnTo>
                <a:lnTo>
                  <a:pt x="4215" y="6263"/>
                </a:lnTo>
                <a:lnTo>
                  <a:pt x="4203" y="6144"/>
                </a:lnTo>
                <a:lnTo>
                  <a:pt x="4025" y="5978"/>
                </a:lnTo>
                <a:lnTo>
                  <a:pt x="3894" y="5966"/>
                </a:lnTo>
                <a:lnTo>
                  <a:pt x="1608" y="5966"/>
                </a:lnTo>
                <a:lnTo>
                  <a:pt x="1536" y="5954"/>
                </a:lnTo>
                <a:lnTo>
                  <a:pt x="1417" y="5894"/>
                </a:lnTo>
                <a:lnTo>
                  <a:pt x="1322" y="5787"/>
                </a:lnTo>
                <a:lnTo>
                  <a:pt x="1286" y="5656"/>
                </a:lnTo>
                <a:lnTo>
                  <a:pt x="1286" y="5585"/>
                </a:lnTo>
                <a:lnTo>
                  <a:pt x="1334" y="5394"/>
                </a:lnTo>
                <a:lnTo>
                  <a:pt x="1524" y="5216"/>
                </a:lnTo>
                <a:lnTo>
                  <a:pt x="1643" y="5204"/>
                </a:lnTo>
                <a:lnTo>
                  <a:pt x="5311" y="5204"/>
                </a:lnTo>
                <a:lnTo>
                  <a:pt x="5370" y="5192"/>
                </a:lnTo>
                <a:lnTo>
                  <a:pt x="5453" y="5120"/>
                </a:lnTo>
                <a:lnTo>
                  <a:pt x="5465" y="5013"/>
                </a:lnTo>
                <a:lnTo>
                  <a:pt x="5418" y="4918"/>
                </a:lnTo>
                <a:lnTo>
                  <a:pt x="5358" y="4882"/>
                </a:lnTo>
                <a:lnTo>
                  <a:pt x="4608" y="4620"/>
                </a:lnTo>
                <a:lnTo>
                  <a:pt x="4489" y="4549"/>
                </a:lnTo>
                <a:lnTo>
                  <a:pt x="4382" y="4323"/>
                </a:lnTo>
                <a:lnTo>
                  <a:pt x="4418" y="4204"/>
                </a:lnTo>
                <a:lnTo>
                  <a:pt x="4453" y="4108"/>
                </a:lnTo>
                <a:lnTo>
                  <a:pt x="4620" y="3989"/>
                </a:lnTo>
                <a:close/>
                <a:moveTo>
                  <a:pt x="4560" y="3334"/>
                </a:moveTo>
                <a:lnTo>
                  <a:pt x="4275" y="3430"/>
                </a:lnTo>
                <a:lnTo>
                  <a:pt x="4037" y="3596"/>
                </a:lnTo>
                <a:lnTo>
                  <a:pt x="3858" y="3834"/>
                </a:lnTo>
                <a:lnTo>
                  <a:pt x="3798" y="3977"/>
                </a:lnTo>
                <a:lnTo>
                  <a:pt x="3751" y="4120"/>
                </a:lnTo>
                <a:lnTo>
                  <a:pt x="3739" y="4406"/>
                </a:lnTo>
                <a:lnTo>
                  <a:pt x="3775" y="4549"/>
                </a:lnTo>
                <a:lnTo>
                  <a:pt x="1643" y="4549"/>
                </a:lnTo>
                <a:lnTo>
                  <a:pt x="1465" y="4561"/>
                </a:lnTo>
                <a:lnTo>
                  <a:pt x="1143" y="4680"/>
                </a:lnTo>
                <a:lnTo>
                  <a:pt x="881" y="4894"/>
                </a:lnTo>
                <a:lnTo>
                  <a:pt x="703" y="5192"/>
                </a:lnTo>
                <a:lnTo>
                  <a:pt x="667" y="5370"/>
                </a:lnTo>
                <a:lnTo>
                  <a:pt x="655" y="5489"/>
                </a:lnTo>
                <a:lnTo>
                  <a:pt x="679" y="5763"/>
                </a:lnTo>
                <a:lnTo>
                  <a:pt x="726" y="5882"/>
                </a:lnTo>
                <a:lnTo>
                  <a:pt x="584" y="5930"/>
                </a:lnTo>
                <a:lnTo>
                  <a:pt x="357" y="6073"/>
                </a:lnTo>
                <a:lnTo>
                  <a:pt x="167" y="6275"/>
                </a:lnTo>
                <a:lnTo>
                  <a:pt x="48" y="6525"/>
                </a:lnTo>
                <a:lnTo>
                  <a:pt x="12" y="6668"/>
                </a:lnTo>
                <a:lnTo>
                  <a:pt x="0" y="6883"/>
                </a:lnTo>
                <a:lnTo>
                  <a:pt x="107" y="7287"/>
                </a:lnTo>
                <a:lnTo>
                  <a:pt x="238" y="7466"/>
                </a:lnTo>
                <a:lnTo>
                  <a:pt x="334" y="7573"/>
                </a:lnTo>
                <a:lnTo>
                  <a:pt x="584" y="7728"/>
                </a:lnTo>
                <a:lnTo>
                  <a:pt x="726" y="7776"/>
                </a:lnTo>
                <a:lnTo>
                  <a:pt x="691" y="7871"/>
                </a:lnTo>
                <a:lnTo>
                  <a:pt x="667" y="7966"/>
                </a:lnTo>
                <a:lnTo>
                  <a:pt x="643" y="8180"/>
                </a:lnTo>
                <a:lnTo>
                  <a:pt x="762" y="8585"/>
                </a:lnTo>
                <a:lnTo>
                  <a:pt x="881" y="8764"/>
                </a:lnTo>
                <a:lnTo>
                  <a:pt x="988" y="8871"/>
                </a:lnTo>
                <a:lnTo>
                  <a:pt x="1238" y="9026"/>
                </a:lnTo>
                <a:lnTo>
                  <a:pt x="1369" y="9073"/>
                </a:lnTo>
                <a:lnTo>
                  <a:pt x="1334" y="9169"/>
                </a:lnTo>
                <a:lnTo>
                  <a:pt x="1322" y="9276"/>
                </a:lnTo>
                <a:lnTo>
                  <a:pt x="1298" y="9490"/>
                </a:lnTo>
                <a:lnTo>
                  <a:pt x="1417" y="9895"/>
                </a:lnTo>
                <a:lnTo>
                  <a:pt x="1536" y="10062"/>
                </a:lnTo>
                <a:lnTo>
                  <a:pt x="1691" y="10216"/>
                </a:lnTo>
                <a:lnTo>
                  <a:pt x="2060" y="10395"/>
                </a:lnTo>
                <a:lnTo>
                  <a:pt x="2262" y="10407"/>
                </a:lnTo>
                <a:lnTo>
                  <a:pt x="6501" y="10407"/>
                </a:lnTo>
                <a:lnTo>
                  <a:pt x="6763" y="10395"/>
                </a:lnTo>
                <a:lnTo>
                  <a:pt x="7275" y="10300"/>
                </a:lnTo>
                <a:lnTo>
                  <a:pt x="7740" y="10097"/>
                </a:lnTo>
                <a:lnTo>
                  <a:pt x="8156" y="9824"/>
                </a:lnTo>
                <a:lnTo>
                  <a:pt x="8513" y="9466"/>
                </a:lnTo>
                <a:lnTo>
                  <a:pt x="8787" y="9050"/>
                </a:lnTo>
                <a:lnTo>
                  <a:pt x="8990" y="8585"/>
                </a:lnTo>
                <a:lnTo>
                  <a:pt x="9097" y="8085"/>
                </a:lnTo>
                <a:lnTo>
                  <a:pt x="9097" y="7823"/>
                </a:lnTo>
                <a:lnTo>
                  <a:pt x="9097" y="6632"/>
                </a:lnTo>
                <a:lnTo>
                  <a:pt x="9097" y="6418"/>
                </a:lnTo>
                <a:lnTo>
                  <a:pt x="9025" y="6001"/>
                </a:lnTo>
                <a:lnTo>
                  <a:pt x="8906" y="5620"/>
                </a:lnTo>
                <a:lnTo>
                  <a:pt x="8728" y="5251"/>
                </a:lnTo>
                <a:lnTo>
                  <a:pt x="8490" y="4930"/>
                </a:lnTo>
                <a:lnTo>
                  <a:pt x="8204" y="4644"/>
                </a:lnTo>
                <a:lnTo>
                  <a:pt x="7882" y="4406"/>
                </a:lnTo>
                <a:lnTo>
                  <a:pt x="7513" y="4215"/>
                </a:lnTo>
                <a:lnTo>
                  <a:pt x="7311" y="4144"/>
                </a:lnTo>
                <a:lnTo>
                  <a:pt x="5037" y="3382"/>
                </a:lnTo>
                <a:lnTo>
                  <a:pt x="4882" y="3346"/>
                </a:lnTo>
                <a:lnTo>
                  <a:pt x="4715" y="3334"/>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1" name="Google Shape;3381;p176"/>
          <p:cNvSpPr/>
          <p:nvPr/>
        </p:nvSpPr>
        <p:spPr>
          <a:xfrm>
            <a:off x="5162988" y="3349869"/>
            <a:ext cx="540642" cy="540642"/>
          </a:xfrm>
          <a:custGeom>
            <a:rect b="b" l="l" r="r" t="t"/>
            <a:pathLst>
              <a:path extrusionOk="0" h="10419" w="10419">
                <a:moveTo>
                  <a:pt x="4537" y="334"/>
                </a:moveTo>
                <a:lnTo>
                  <a:pt x="4418" y="346"/>
                </a:lnTo>
                <a:lnTo>
                  <a:pt x="4239" y="524"/>
                </a:lnTo>
                <a:lnTo>
                  <a:pt x="4215" y="655"/>
                </a:lnTo>
                <a:lnTo>
                  <a:pt x="4227" y="751"/>
                </a:lnTo>
                <a:lnTo>
                  <a:pt x="4275" y="834"/>
                </a:lnTo>
                <a:lnTo>
                  <a:pt x="4954" y="1810"/>
                </a:lnTo>
                <a:lnTo>
                  <a:pt x="5001" y="1882"/>
                </a:lnTo>
                <a:lnTo>
                  <a:pt x="5144" y="1953"/>
                </a:lnTo>
                <a:lnTo>
                  <a:pt x="5227" y="1953"/>
                </a:lnTo>
                <a:lnTo>
                  <a:pt x="5358" y="1941"/>
                </a:lnTo>
                <a:lnTo>
                  <a:pt x="5525" y="1763"/>
                </a:lnTo>
                <a:lnTo>
                  <a:pt x="5549" y="1632"/>
                </a:lnTo>
                <a:lnTo>
                  <a:pt x="5537" y="1537"/>
                </a:lnTo>
                <a:lnTo>
                  <a:pt x="5489" y="1453"/>
                </a:lnTo>
                <a:lnTo>
                  <a:pt x="4835" y="477"/>
                </a:lnTo>
                <a:lnTo>
                  <a:pt x="4775" y="405"/>
                </a:lnTo>
                <a:lnTo>
                  <a:pt x="4632" y="334"/>
                </a:lnTo>
                <a:close/>
                <a:moveTo>
                  <a:pt x="6513" y="1"/>
                </a:moveTo>
                <a:lnTo>
                  <a:pt x="6382" y="24"/>
                </a:lnTo>
                <a:lnTo>
                  <a:pt x="6204" y="203"/>
                </a:lnTo>
                <a:lnTo>
                  <a:pt x="6192" y="334"/>
                </a:lnTo>
                <a:lnTo>
                  <a:pt x="6192" y="1632"/>
                </a:lnTo>
                <a:lnTo>
                  <a:pt x="6204" y="1763"/>
                </a:lnTo>
                <a:lnTo>
                  <a:pt x="6382" y="1941"/>
                </a:lnTo>
                <a:lnTo>
                  <a:pt x="6513" y="1953"/>
                </a:lnTo>
                <a:lnTo>
                  <a:pt x="6644" y="1941"/>
                </a:lnTo>
                <a:lnTo>
                  <a:pt x="6823" y="1763"/>
                </a:lnTo>
                <a:lnTo>
                  <a:pt x="6847" y="1632"/>
                </a:lnTo>
                <a:lnTo>
                  <a:pt x="6847" y="334"/>
                </a:lnTo>
                <a:lnTo>
                  <a:pt x="6823" y="203"/>
                </a:lnTo>
                <a:lnTo>
                  <a:pt x="6644" y="24"/>
                </a:lnTo>
                <a:lnTo>
                  <a:pt x="6513" y="1"/>
                </a:lnTo>
                <a:close/>
                <a:moveTo>
                  <a:pt x="8395" y="334"/>
                </a:moveTo>
                <a:lnTo>
                  <a:pt x="8252" y="405"/>
                </a:lnTo>
                <a:lnTo>
                  <a:pt x="8204" y="477"/>
                </a:lnTo>
                <a:lnTo>
                  <a:pt x="7537" y="1453"/>
                </a:lnTo>
                <a:lnTo>
                  <a:pt x="7490" y="1537"/>
                </a:lnTo>
                <a:lnTo>
                  <a:pt x="7478" y="1632"/>
                </a:lnTo>
                <a:lnTo>
                  <a:pt x="7502" y="1763"/>
                </a:lnTo>
                <a:lnTo>
                  <a:pt x="7680" y="1941"/>
                </a:lnTo>
                <a:lnTo>
                  <a:pt x="7799" y="1953"/>
                </a:lnTo>
                <a:lnTo>
                  <a:pt x="7883" y="1953"/>
                </a:lnTo>
                <a:lnTo>
                  <a:pt x="8026" y="1882"/>
                </a:lnTo>
                <a:lnTo>
                  <a:pt x="8073" y="1810"/>
                </a:lnTo>
                <a:lnTo>
                  <a:pt x="8740" y="834"/>
                </a:lnTo>
                <a:lnTo>
                  <a:pt x="8788" y="751"/>
                </a:lnTo>
                <a:lnTo>
                  <a:pt x="8788" y="655"/>
                </a:lnTo>
                <a:lnTo>
                  <a:pt x="8776" y="524"/>
                </a:lnTo>
                <a:lnTo>
                  <a:pt x="8597" y="346"/>
                </a:lnTo>
                <a:lnTo>
                  <a:pt x="8466" y="334"/>
                </a:lnTo>
                <a:close/>
                <a:moveTo>
                  <a:pt x="3084" y="2441"/>
                </a:moveTo>
                <a:lnTo>
                  <a:pt x="3191" y="2453"/>
                </a:lnTo>
                <a:lnTo>
                  <a:pt x="3382" y="2537"/>
                </a:lnTo>
                <a:lnTo>
                  <a:pt x="3465" y="2608"/>
                </a:lnTo>
                <a:lnTo>
                  <a:pt x="6180" y="5347"/>
                </a:lnTo>
                <a:lnTo>
                  <a:pt x="6251" y="5394"/>
                </a:lnTo>
                <a:lnTo>
                  <a:pt x="6323" y="5406"/>
                </a:lnTo>
                <a:lnTo>
                  <a:pt x="6394" y="5394"/>
                </a:lnTo>
                <a:lnTo>
                  <a:pt x="6501" y="5299"/>
                </a:lnTo>
                <a:lnTo>
                  <a:pt x="6513" y="5216"/>
                </a:lnTo>
                <a:lnTo>
                  <a:pt x="6513" y="3906"/>
                </a:lnTo>
                <a:lnTo>
                  <a:pt x="6525" y="3811"/>
                </a:lnTo>
                <a:lnTo>
                  <a:pt x="6597" y="3632"/>
                </a:lnTo>
                <a:lnTo>
                  <a:pt x="6728" y="3501"/>
                </a:lnTo>
                <a:lnTo>
                  <a:pt x="6894" y="3430"/>
                </a:lnTo>
                <a:lnTo>
                  <a:pt x="7002" y="3418"/>
                </a:lnTo>
                <a:lnTo>
                  <a:pt x="7097" y="3430"/>
                </a:lnTo>
                <a:lnTo>
                  <a:pt x="7275" y="3501"/>
                </a:lnTo>
                <a:lnTo>
                  <a:pt x="7406" y="3632"/>
                </a:lnTo>
                <a:lnTo>
                  <a:pt x="7478" y="3811"/>
                </a:lnTo>
                <a:lnTo>
                  <a:pt x="7490" y="3906"/>
                </a:lnTo>
                <a:lnTo>
                  <a:pt x="7490" y="6942"/>
                </a:lnTo>
                <a:lnTo>
                  <a:pt x="7478" y="7228"/>
                </a:lnTo>
                <a:lnTo>
                  <a:pt x="7383" y="7764"/>
                </a:lnTo>
                <a:lnTo>
                  <a:pt x="7180" y="8264"/>
                </a:lnTo>
                <a:lnTo>
                  <a:pt x="6894" y="8716"/>
                </a:lnTo>
                <a:lnTo>
                  <a:pt x="6537" y="9109"/>
                </a:lnTo>
                <a:lnTo>
                  <a:pt x="6109" y="9419"/>
                </a:lnTo>
                <a:lnTo>
                  <a:pt x="5608" y="9645"/>
                </a:lnTo>
                <a:lnTo>
                  <a:pt x="5049" y="9752"/>
                </a:lnTo>
                <a:lnTo>
                  <a:pt x="4751" y="9764"/>
                </a:lnTo>
                <a:lnTo>
                  <a:pt x="4501" y="9764"/>
                </a:lnTo>
                <a:lnTo>
                  <a:pt x="4025" y="9669"/>
                </a:lnTo>
                <a:lnTo>
                  <a:pt x="3561" y="9502"/>
                </a:lnTo>
                <a:lnTo>
                  <a:pt x="3144" y="9252"/>
                </a:lnTo>
                <a:lnTo>
                  <a:pt x="2953" y="9085"/>
                </a:lnTo>
                <a:lnTo>
                  <a:pt x="822" y="7204"/>
                </a:lnTo>
                <a:lnTo>
                  <a:pt x="751" y="7121"/>
                </a:lnTo>
                <a:lnTo>
                  <a:pt x="667" y="6942"/>
                </a:lnTo>
                <a:lnTo>
                  <a:pt x="655" y="6835"/>
                </a:lnTo>
                <a:lnTo>
                  <a:pt x="667" y="6740"/>
                </a:lnTo>
                <a:lnTo>
                  <a:pt x="739" y="6561"/>
                </a:lnTo>
                <a:lnTo>
                  <a:pt x="870" y="6430"/>
                </a:lnTo>
                <a:lnTo>
                  <a:pt x="1048" y="6359"/>
                </a:lnTo>
                <a:lnTo>
                  <a:pt x="1143" y="6347"/>
                </a:lnTo>
                <a:lnTo>
                  <a:pt x="1227" y="6347"/>
                </a:lnTo>
                <a:lnTo>
                  <a:pt x="1393" y="6406"/>
                </a:lnTo>
                <a:lnTo>
                  <a:pt x="1465" y="6466"/>
                </a:lnTo>
                <a:lnTo>
                  <a:pt x="2525" y="7466"/>
                </a:lnTo>
                <a:lnTo>
                  <a:pt x="2584" y="7514"/>
                </a:lnTo>
                <a:lnTo>
                  <a:pt x="2656" y="7526"/>
                </a:lnTo>
                <a:lnTo>
                  <a:pt x="2727" y="7514"/>
                </a:lnTo>
                <a:lnTo>
                  <a:pt x="2822" y="7418"/>
                </a:lnTo>
                <a:lnTo>
                  <a:pt x="2834" y="7335"/>
                </a:lnTo>
                <a:lnTo>
                  <a:pt x="2822" y="7264"/>
                </a:lnTo>
                <a:lnTo>
                  <a:pt x="2787" y="7204"/>
                </a:lnTo>
                <a:lnTo>
                  <a:pt x="798" y="5228"/>
                </a:lnTo>
                <a:lnTo>
                  <a:pt x="739" y="5144"/>
                </a:lnTo>
                <a:lnTo>
                  <a:pt x="667" y="4978"/>
                </a:lnTo>
                <a:lnTo>
                  <a:pt x="655" y="4882"/>
                </a:lnTo>
                <a:lnTo>
                  <a:pt x="667" y="4787"/>
                </a:lnTo>
                <a:lnTo>
                  <a:pt x="727" y="4608"/>
                </a:lnTo>
                <a:lnTo>
                  <a:pt x="858" y="4477"/>
                </a:lnTo>
                <a:lnTo>
                  <a:pt x="1036" y="4406"/>
                </a:lnTo>
                <a:lnTo>
                  <a:pt x="1132" y="4394"/>
                </a:lnTo>
                <a:lnTo>
                  <a:pt x="1239" y="4406"/>
                </a:lnTo>
                <a:lnTo>
                  <a:pt x="1429" y="4477"/>
                </a:lnTo>
                <a:lnTo>
                  <a:pt x="1513" y="4549"/>
                </a:lnTo>
                <a:lnTo>
                  <a:pt x="3453" y="6502"/>
                </a:lnTo>
                <a:lnTo>
                  <a:pt x="3525" y="6549"/>
                </a:lnTo>
                <a:lnTo>
                  <a:pt x="3596" y="6561"/>
                </a:lnTo>
                <a:lnTo>
                  <a:pt x="3680" y="6549"/>
                </a:lnTo>
                <a:lnTo>
                  <a:pt x="3787" y="6442"/>
                </a:lnTo>
                <a:lnTo>
                  <a:pt x="3799" y="6359"/>
                </a:lnTo>
                <a:lnTo>
                  <a:pt x="3799" y="6287"/>
                </a:lnTo>
                <a:lnTo>
                  <a:pt x="3739" y="6216"/>
                </a:lnTo>
                <a:lnTo>
                  <a:pt x="1453" y="3918"/>
                </a:lnTo>
                <a:lnTo>
                  <a:pt x="1382" y="3846"/>
                </a:lnTo>
                <a:lnTo>
                  <a:pt x="1298" y="3668"/>
                </a:lnTo>
                <a:lnTo>
                  <a:pt x="1286" y="3573"/>
                </a:lnTo>
                <a:lnTo>
                  <a:pt x="1298" y="3477"/>
                </a:lnTo>
                <a:lnTo>
                  <a:pt x="1358" y="3311"/>
                </a:lnTo>
                <a:lnTo>
                  <a:pt x="1489" y="3180"/>
                </a:lnTo>
                <a:lnTo>
                  <a:pt x="1667" y="3096"/>
                </a:lnTo>
                <a:lnTo>
                  <a:pt x="1870" y="3096"/>
                </a:lnTo>
                <a:lnTo>
                  <a:pt x="2060" y="3180"/>
                </a:lnTo>
                <a:lnTo>
                  <a:pt x="2144" y="3251"/>
                </a:lnTo>
                <a:lnTo>
                  <a:pt x="4418" y="5525"/>
                </a:lnTo>
                <a:lnTo>
                  <a:pt x="4477" y="5573"/>
                </a:lnTo>
                <a:lnTo>
                  <a:pt x="4561" y="5585"/>
                </a:lnTo>
                <a:lnTo>
                  <a:pt x="4644" y="5573"/>
                </a:lnTo>
                <a:lnTo>
                  <a:pt x="4751" y="5466"/>
                </a:lnTo>
                <a:lnTo>
                  <a:pt x="4763" y="5382"/>
                </a:lnTo>
                <a:lnTo>
                  <a:pt x="4751" y="5311"/>
                </a:lnTo>
                <a:lnTo>
                  <a:pt x="4704" y="5240"/>
                </a:lnTo>
                <a:lnTo>
                  <a:pt x="2751" y="3275"/>
                </a:lnTo>
                <a:lnTo>
                  <a:pt x="2679" y="3203"/>
                </a:lnTo>
                <a:lnTo>
                  <a:pt x="2608" y="3025"/>
                </a:lnTo>
                <a:lnTo>
                  <a:pt x="2608" y="2930"/>
                </a:lnTo>
                <a:lnTo>
                  <a:pt x="2620" y="2834"/>
                </a:lnTo>
                <a:lnTo>
                  <a:pt x="2679" y="2668"/>
                </a:lnTo>
                <a:lnTo>
                  <a:pt x="2810" y="2525"/>
                </a:lnTo>
                <a:lnTo>
                  <a:pt x="2977" y="2453"/>
                </a:lnTo>
                <a:lnTo>
                  <a:pt x="3084" y="2441"/>
                </a:lnTo>
                <a:close/>
                <a:moveTo>
                  <a:pt x="9133" y="2751"/>
                </a:moveTo>
                <a:lnTo>
                  <a:pt x="8907" y="2846"/>
                </a:lnTo>
                <a:lnTo>
                  <a:pt x="8799" y="2989"/>
                </a:lnTo>
                <a:lnTo>
                  <a:pt x="8788" y="3096"/>
                </a:lnTo>
                <a:lnTo>
                  <a:pt x="8811" y="3227"/>
                </a:lnTo>
                <a:lnTo>
                  <a:pt x="9002" y="3406"/>
                </a:lnTo>
                <a:lnTo>
                  <a:pt x="9121" y="3418"/>
                </a:lnTo>
                <a:lnTo>
                  <a:pt x="9181" y="3418"/>
                </a:lnTo>
                <a:lnTo>
                  <a:pt x="9276" y="3406"/>
                </a:lnTo>
                <a:lnTo>
                  <a:pt x="9371" y="3406"/>
                </a:lnTo>
                <a:lnTo>
                  <a:pt x="9538" y="3489"/>
                </a:lnTo>
                <a:lnTo>
                  <a:pt x="9681" y="3620"/>
                </a:lnTo>
                <a:lnTo>
                  <a:pt x="9764" y="3787"/>
                </a:lnTo>
                <a:lnTo>
                  <a:pt x="9764" y="3894"/>
                </a:lnTo>
                <a:lnTo>
                  <a:pt x="9776" y="6942"/>
                </a:lnTo>
                <a:lnTo>
                  <a:pt x="9764" y="7168"/>
                </a:lnTo>
                <a:lnTo>
                  <a:pt x="9704" y="7585"/>
                </a:lnTo>
                <a:lnTo>
                  <a:pt x="9585" y="7990"/>
                </a:lnTo>
                <a:lnTo>
                  <a:pt x="9407" y="8371"/>
                </a:lnTo>
                <a:lnTo>
                  <a:pt x="9181" y="8716"/>
                </a:lnTo>
                <a:lnTo>
                  <a:pt x="8907" y="9026"/>
                </a:lnTo>
                <a:lnTo>
                  <a:pt x="8585" y="9288"/>
                </a:lnTo>
                <a:lnTo>
                  <a:pt x="8240" y="9502"/>
                </a:lnTo>
                <a:lnTo>
                  <a:pt x="8049" y="9585"/>
                </a:lnTo>
                <a:lnTo>
                  <a:pt x="7954" y="9621"/>
                </a:lnTo>
                <a:lnTo>
                  <a:pt x="7847" y="9788"/>
                </a:lnTo>
                <a:lnTo>
                  <a:pt x="7835" y="9883"/>
                </a:lnTo>
                <a:lnTo>
                  <a:pt x="7859" y="10014"/>
                </a:lnTo>
                <a:lnTo>
                  <a:pt x="8037" y="10193"/>
                </a:lnTo>
                <a:lnTo>
                  <a:pt x="8168" y="10205"/>
                </a:lnTo>
                <a:lnTo>
                  <a:pt x="8299" y="10181"/>
                </a:lnTo>
                <a:lnTo>
                  <a:pt x="8776" y="9943"/>
                </a:lnTo>
                <a:lnTo>
                  <a:pt x="9169" y="9657"/>
                </a:lnTo>
                <a:lnTo>
                  <a:pt x="9573" y="9276"/>
                </a:lnTo>
                <a:lnTo>
                  <a:pt x="9943" y="8764"/>
                </a:lnTo>
                <a:lnTo>
                  <a:pt x="10240" y="8145"/>
                </a:lnTo>
                <a:lnTo>
                  <a:pt x="10407" y="7383"/>
                </a:lnTo>
                <a:lnTo>
                  <a:pt x="10419" y="6942"/>
                </a:lnTo>
                <a:lnTo>
                  <a:pt x="10419" y="3894"/>
                </a:lnTo>
                <a:lnTo>
                  <a:pt x="10407" y="3656"/>
                </a:lnTo>
                <a:lnTo>
                  <a:pt x="10228" y="3251"/>
                </a:lnTo>
                <a:lnTo>
                  <a:pt x="9919" y="2941"/>
                </a:lnTo>
                <a:lnTo>
                  <a:pt x="9502" y="2763"/>
                </a:lnTo>
                <a:lnTo>
                  <a:pt x="9276" y="2751"/>
                </a:lnTo>
                <a:close/>
                <a:moveTo>
                  <a:pt x="3084" y="1798"/>
                </a:moveTo>
                <a:lnTo>
                  <a:pt x="2834" y="1810"/>
                </a:lnTo>
                <a:lnTo>
                  <a:pt x="2441" y="1977"/>
                </a:lnTo>
                <a:lnTo>
                  <a:pt x="2108" y="2346"/>
                </a:lnTo>
                <a:lnTo>
                  <a:pt x="2048" y="2477"/>
                </a:lnTo>
                <a:lnTo>
                  <a:pt x="1917" y="2453"/>
                </a:lnTo>
                <a:lnTo>
                  <a:pt x="1786" y="2441"/>
                </a:lnTo>
                <a:lnTo>
                  <a:pt x="1572" y="2453"/>
                </a:lnTo>
                <a:lnTo>
                  <a:pt x="1191" y="2608"/>
                </a:lnTo>
                <a:lnTo>
                  <a:pt x="1036" y="2727"/>
                </a:lnTo>
                <a:lnTo>
                  <a:pt x="941" y="2822"/>
                </a:lnTo>
                <a:lnTo>
                  <a:pt x="751" y="3120"/>
                </a:lnTo>
                <a:lnTo>
                  <a:pt x="667" y="3406"/>
                </a:lnTo>
                <a:lnTo>
                  <a:pt x="655" y="3584"/>
                </a:lnTo>
                <a:lnTo>
                  <a:pt x="655" y="3715"/>
                </a:lnTo>
                <a:lnTo>
                  <a:pt x="691" y="3846"/>
                </a:lnTo>
                <a:lnTo>
                  <a:pt x="512" y="3930"/>
                </a:lnTo>
                <a:lnTo>
                  <a:pt x="250" y="4168"/>
                </a:lnTo>
                <a:lnTo>
                  <a:pt x="84" y="4454"/>
                </a:lnTo>
                <a:lnTo>
                  <a:pt x="12" y="4739"/>
                </a:lnTo>
                <a:lnTo>
                  <a:pt x="0" y="4882"/>
                </a:lnTo>
                <a:lnTo>
                  <a:pt x="24" y="5109"/>
                </a:lnTo>
                <a:lnTo>
                  <a:pt x="191" y="5525"/>
                </a:lnTo>
                <a:lnTo>
                  <a:pt x="334" y="5692"/>
                </a:lnTo>
                <a:lnTo>
                  <a:pt x="524" y="5882"/>
                </a:lnTo>
                <a:lnTo>
                  <a:pt x="358" y="6013"/>
                </a:lnTo>
                <a:lnTo>
                  <a:pt x="131" y="6299"/>
                </a:lnTo>
                <a:lnTo>
                  <a:pt x="12" y="6704"/>
                </a:lnTo>
                <a:lnTo>
                  <a:pt x="0" y="6835"/>
                </a:lnTo>
                <a:lnTo>
                  <a:pt x="24" y="7073"/>
                </a:lnTo>
                <a:lnTo>
                  <a:pt x="215" y="7514"/>
                </a:lnTo>
                <a:lnTo>
                  <a:pt x="393" y="7704"/>
                </a:lnTo>
                <a:lnTo>
                  <a:pt x="2525" y="9585"/>
                </a:lnTo>
                <a:lnTo>
                  <a:pt x="2763" y="9776"/>
                </a:lnTo>
                <a:lnTo>
                  <a:pt x="3287" y="10086"/>
                </a:lnTo>
                <a:lnTo>
                  <a:pt x="3846" y="10300"/>
                </a:lnTo>
                <a:lnTo>
                  <a:pt x="4454" y="10419"/>
                </a:lnTo>
                <a:lnTo>
                  <a:pt x="4751" y="10419"/>
                </a:lnTo>
                <a:lnTo>
                  <a:pt x="5120" y="10407"/>
                </a:lnTo>
                <a:lnTo>
                  <a:pt x="5799" y="10264"/>
                </a:lnTo>
                <a:lnTo>
                  <a:pt x="6406" y="10002"/>
                </a:lnTo>
                <a:lnTo>
                  <a:pt x="6942" y="9621"/>
                </a:lnTo>
                <a:lnTo>
                  <a:pt x="7394" y="9145"/>
                </a:lnTo>
                <a:lnTo>
                  <a:pt x="7752" y="8585"/>
                </a:lnTo>
                <a:lnTo>
                  <a:pt x="8002" y="7966"/>
                </a:lnTo>
                <a:lnTo>
                  <a:pt x="8133" y="7299"/>
                </a:lnTo>
                <a:lnTo>
                  <a:pt x="8145" y="6942"/>
                </a:lnTo>
                <a:lnTo>
                  <a:pt x="8145" y="3906"/>
                </a:lnTo>
                <a:lnTo>
                  <a:pt x="8121" y="3680"/>
                </a:lnTo>
                <a:lnTo>
                  <a:pt x="7954" y="3263"/>
                </a:lnTo>
                <a:lnTo>
                  <a:pt x="7645" y="2953"/>
                </a:lnTo>
                <a:lnTo>
                  <a:pt x="7228" y="2787"/>
                </a:lnTo>
                <a:lnTo>
                  <a:pt x="7002" y="2775"/>
                </a:lnTo>
                <a:lnTo>
                  <a:pt x="6763" y="2787"/>
                </a:lnTo>
                <a:lnTo>
                  <a:pt x="6359" y="2953"/>
                </a:lnTo>
                <a:lnTo>
                  <a:pt x="6049" y="3263"/>
                </a:lnTo>
                <a:lnTo>
                  <a:pt x="5870" y="3680"/>
                </a:lnTo>
                <a:lnTo>
                  <a:pt x="5859" y="3906"/>
                </a:lnTo>
                <a:lnTo>
                  <a:pt x="5859" y="4096"/>
                </a:lnTo>
                <a:lnTo>
                  <a:pt x="3930" y="2144"/>
                </a:lnTo>
                <a:lnTo>
                  <a:pt x="3751" y="1989"/>
                </a:lnTo>
                <a:lnTo>
                  <a:pt x="3322" y="1810"/>
                </a:lnTo>
                <a:lnTo>
                  <a:pt x="3084" y="1798"/>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2" name="Google Shape;3382;p176"/>
          <p:cNvSpPr/>
          <p:nvPr/>
        </p:nvSpPr>
        <p:spPr>
          <a:xfrm>
            <a:off x="1042750" y="3349869"/>
            <a:ext cx="473289" cy="540642"/>
          </a:xfrm>
          <a:custGeom>
            <a:rect b="b" l="l" r="r" t="t"/>
            <a:pathLst>
              <a:path extrusionOk="0" h="10419" w="9121">
                <a:moveTo>
                  <a:pt x="4573" y="6192"/>
                </a:moveTo>
                <a:lnTo>
                  <a:pt x="4442" y="6204"/>
                </a:lnTo>
                <a:lnTo>
                  <a:pt x="4263" y="6383"/>
                </a:lnTo>
                <a:lnTo>
                  <a:pt x="4251" y="6514"/>
                </a:lnTo>
                <a:lnTo>
                  <a:pt x="4251" y="8466"/>
                </a:lnTo>
                <a:lnTo>
                  <a:pt x="4263" y="8597"/>
                </a:lnTo>
                <a:lnTo>
                  <a:pt x="4442" y="8776"/>
                </a:lnTo>
                <a:lnTo>
                  <a:pt x="4573" y="8800"/>
                </a:lnTo>
                <a:lnTo>
                  <a:pt x="4703" y="8776"/>
                </a:lnTo>
                <a:lnTo>
                  <a:pt x="4882" y="8597"/>
                </a:lnTo>
                <a:lnTo>
                  <a:pt x="4906" y="8466"/>
                </a:lnTo>
                <a:lnTo>
                  <a:pt x="4906" y="6514"/>
                </a:lnTo>
                <a:lnTo>
                  <a:pt x="4882" y="6383"/>
                </a:lnTo>
                <a:lnTo>
                  <a:pt x="4703" y="6204"/>
                </a:lnTo>
                <a:lnTo>
                  <a:pt x="4573" y="6192"/>
                </a:lnTo>
                <a:close/>
                <a:moveTo>
                  <a:pt x="5847" y="6192"/>
                </a:moveTo>
                <a:lnTo>
                  <a:pt x="5716" y="6204"/>
                </a:lnTo>
                <a:lnTo>
                  <a:pt x="5537" y="6383"/>
                </a:lnTo>
                <a:lnTo>
                  <a:pt x="5525" y="6514"/>
                </a:lnTo>
                <a:lnTo>
                  <a:pt x="5525" y="8466"/>
                </a:lnTo>
                <a:lnTo>
                  <a:pt x="5537" y="8597"/>
                </a:lnTo>
                <a:lnTo>
                  <a:pt x="5716" y="8776"/>
                </a:lnTo>
                <a:lnTo>
                  <a:pt x="5847" y="8800"/>
                </a:lnTo>
                <a:lnTo>
                  <a:pt x="5978" y="8776"/>
                </a:lnTo>
                <a:lnTo>
                  <a:pt x="6132" y="8597"/>
                </a:lnTo>
                <a:lnTo>
                  <a:pt x="6156" y="8466"/>
                </a:lnTo>
                <a:lnTo>
                  <a:pt x="6156" y="6514"/>
                </a:lnTo>
                <a:lnTo>
                  <a:pt x="6144" y="6383"/>
                </a:lnTo>
                <a:lnTo>
                  <a:pt x="5989" y="6204"/>
                </a:lnTo>
                <a:lnTo>
                  <a:pt x="5847" y="6192"/>
                </a:lnTo>
                <a:close/>
                <a:moveTo>
                  <a:pt x="7168" y="6192"/>
                </a:moveTo>
                <a:lnTo>
                  <a:pt x="7037" y="6204"/>
                </a:lnTo>
                <a:lnTo>
                  <a:pt x="6859" y="6383"/>
                </a:lnTo>
                <a:lnTo>
                  <a:pt x="6835" y="6514"/>
                </a:lnTo>
                <a:lnTo>
                  <a:pt x="6835" y="8466"/>
                </a:lnTo>
                <a:lnTo>
                  <a:pt x="6859" y="8597"/>
                </a:lnTo>
                <a:lnTo>
                  <a:pt x="7037" y="8776"/>
                </a:lnTo>
                <a:lnTo>
                  <a:pt x="7168" y="8800"/>
                </a:lnTo>
                <a:lnTo>
                  <a:pt x="7299" y="8776"/>
                </a:lnTo>
                <a:lnTo>
                  <a:pt x="7478" y="8597"/>
                </a:lnTo>
                <a:lnTo>
                  <a:pt x="7490" y="8466"/>
                </a:lnTo>
                <a:lnTo>
                  <a:pt x="7490" y="6514"/>
                </a:lnTo>
                <a:lnTo>
                  <a:pt x="7478" y="6383"/>
                </a:lnTo>
                <a:lnTo>
                  <a:pt x="7299" y="6204"/>
                </a:lnTo>
                <a:lnTo>
                  <a:pt x="7168" y="6192"/>
                </a:lnTo>
                <a:close/>
                <a:moveTo>
                  <a:pt x="3358" y="655"/>
                </a:moveTo>
                <a:lnTo>
                  <a:pt x="3465" y="667"/>
                </a:lnTo>
                <a:lnTo>
                  <a:pt x="3679" y="751"/>
                </a:lnTo>
                <a:lnTo>
                  <a:pt x="3834" y="917"/>
                </a:lnTo>
                <a:lnTo>
                  <a:pt x="3930" y="1120"/>
                </a:lnTo>
                <a:lnTo>
                  <a:pt x="3930" y="1251"/>
                </a:lnTo>
                <a:lnTo>
                  <a:pt x="3930" y="3930"/>
                </a:lnTo>
                <a:lnTo>
                  <a:pt x="3953" y="4037"/>
                </a:lnTo>
                <a:lnTo>
                  <a:pt x="4061" y="4180"/>
                </a:lnTo>
                <a:lnTo>
                  <a:pt x="4180" y="4239"/>
                </a:lnTo>
                <a:lnTo>
                  <a:pt x="4263" y="4251"/>
                </a:lnTo>
                <a:lnTo>
                  <a:pt x="4418" y="4216"/>
                </a:lnTo>
                <a:lnTo>
                  <a:pt x="4584" y="4085"/>
                </a:lnTo>
                <a:lnTo>
                  <a:pt x="4739" y="4025"/>
                </a:lnTo>
                <a:lnTo>
                  <a:pt x="4870" y="4013"/>
                </a:lnTo>
                <a:lnTo>
                  <a:pt x="5168" y="4013"/>
                </a:lnTo>
                <a:lnTo>
                  <a:pt x="5335" y="4025"/>
                </a:lnTo>
                <a:lnTo>
                  <a:pt x="5537" y="4144"/>
                </a:lnTo>
                <a:lnTo>
                  <a:pt x="5668" y="4311"/>
                </a:lnTo>
                <a:lnTo>
                  <a:pt x="5823" y="4430"/>
                </a:lnTo>
                <a:lnTo>
                  <a:pt x="5930" y="4442"/>
                </a:lnTo>
                <a:lnTo>
                  <a:pt x="6037" y="4430"/>
                </a:lnTo>
                <a:lnTo>
                  <a:pt x="6228" y="4335"/>
                </a:lnTo>
                <a:lnTo>
                  <a:pt x="6370" y="4323"/>
                </a:lnTo>
                <a:lnTo>
                  <a:pt x="6763" y="4323"/>
                </a:lnTo>
                <a:lnTo>
                  <a:pt x="6942" y="4382"/>
                </a:lnTo>
                <a:lnTo>
                  <a:pt x="7144" y="4549"/>
                </a:lnTo>
                <a:lnTo>
                  <a:pt x="7228" y="4716"/>
                </a:lnTo>
                <a:lnTo>
                  <a:pt x="7275" y="4811"/>
                </a:lnTo>
                <a:lnTo>
                  <a:pt x="7466" y="4918"/>
                </a:lnTo>
                <a:lnTo>
                  <a:pt x="7585" y="4930"/>
                </a:lnTo>
                <a:lnTo>
                  <a:pt x="7883" y="4930"/>
                </a:lnTo>
                <a:lnTo>
                  <a:pt x="8002" y="4942"/>
                </a:lnTo>
                <a:lnTo>
                  <a:pt x="8216" y="5025"/>
                </a:lnTo>
                <a:lnTo>
                  <a:pt x="8371" y="5192"/>
                </a:lnTo>
                <a:lnTo>
                  <a:pt x="8454" y="5394"/>
                </a:lnTo>
                <a:lnTo>
                  <a:pt x="8466" y="5513"/>
                </a:lnTo>
                <a:lnTo>
                  <a:pt x="8466" y="7966"/>
                </a:lnTo>
                <a:lnTo>
                  <a:pt x="8466" y="8133"/>
                </a:lnTo>
                <a:lnTo>
                  <a:pt x="8406" y="8454"/>
                </a:lnTo>
                <a:lnTo>
                  <a:pt x="8287" y="8752"/>
                </a:lnTo>
                <a:lnTo>
                  <a:pt x="8121" y="9026"/>
                </a:lnTo>
                <a:lnTo>
                  <a:pt x="8014" y="9145"/>
                </a:lnTo>
                <a:lnTo>
                  <a:pt x="7787" y="9359"/>
                </a:lnTo>
                <a:lnTo>
                  <a:pt x="7240" y="9669"/>
                </a:lnTo>
                <a:lnTo>
                  <a:pt x="6906" y="9740"/>
                </a:lnTo>
                <a:lnTo>
                  <a:pt x="6823" y="9764"/>
                </a:lnTo>
                <a:lnTo>
                  <a:pt x="6751" y="9776"/>
                </a:lnTo>
                <a:lnTo>
                  <a:pt x="4334" y="9776"/>
                </a:lnTo>
                <a:lnTo>
                  <a:pt x="4061" y="9764"/>
                </a:lnTo>
                <a:lnTo>
                  <a:pt x="3537" y="9633"/>
                </a:lnTo>
                <a:lnTo>
                  <a:pt x="3060" y="9395"/>
                </a:lnTo>
                <a:lnTo>
                  <a:pt x="2656" y="9050"/>
                </a:lnTo>
                <a:lnTo>
                  <a:pt x="2477" y="8835"/>
                </a:lnTo>
                <a:lnTo>
                  <a:pt x="750" y="6502"/>
                </a:lnTo>
                <a:lnTo>
                  <a:pt x="703" y="6442"/>
                </a:lnTo>
                <a:lnTo>
                  <a:pt x="655" y="6287"/>
                </a:lnTo>
                <a:lnTo>
                  <a:pt x="655" y="6204"/>
                </a:lnTo>
                <a:lnTo>
                  <a:pt x="667" y="6061"/>
                </a:lnTo>
                <a:lnTo>
                  <a:pt x="834" y="5811"/>
                </a:lnTo>
                <a:lnTo>
                  <a:pt x="1024" y="5704"/>
                </a:lnTo>
                <a:lnTo>
                  <a:pt x="1155" y="5692"/>
                </a:lnTo>
                <a:lnTo>
                  <a:pt x="1310" y="5704"/>
                </a:lnTo>
                <a:lnTo>
                  <a:pt x="1512" y="5823"/>
                </a:lnTo>
                <a:lnTo>
                  <a:pt x="1560" y="5894"/>
                </a:lnTo>
                <a:lnTo>
                  <a:pt x="2179" y="6728"/>
                </a:lnTo>
                <a:lnTo>
                  <a:pt x="2239" y="6787"/>
                </a:lnTo>
                <a:lnTo>
                  <a:pt x="2370" y="6859"/>
                </a:lnTo>
                <a:lnTo>
                  <a:pt x="2525" y="6859"/>
                </a:lnTo>
                <a:lnTo>
                  <a:pt x="2644" y="6787"/>
                </a:lnTo>
                <a:lnTo>
                  <a:pt x="2739" y="6633"/>
                </a:lnTo>
                <a:lnTo>
                  <a:pt x="2751" y="6537"/>
                </a:lnTo>
                <a:lnTo>
                  <a:pt x="2751" y="1251"/>
                </a:lnTo>
                <a:lnTo>
                  <a:pt x="2763" y="1120"/>
                </a:lnTo>
                <a:lnTo>
                  <a:pt x="2858" y="917"/>
                </a:lnTo>
                <a:lnTo>
                  <a:pt x="3025" y="751"/>
                </a:lnTo>
                <a:lnTo>
                  <a:pt x="3227" y="667"/>
                </a:lnTo>
                <a:lnTo>
                  <a:pt x="3358" y="655"/>
                </a:lnTo>
                <a:close/>
                <a:moveTo>
                  <a:pt x="3358" y="1"/>
                </a:moveTo>
                <a:lnTo>
                  <a:pt x="3096" y="24"/>
                </a:lnTo>
                <a:lnTo>
                  <a:pt x="2656" y="203"/>
                </a:lnTo>
                <a:lnTo>
                  <a:pt x="2310" y="548"/>
                </a:lnTo>
                <a:lnTo>
                  <a:pt x="2120" y="989"/>
                </a:lnTo>
                <a:lnTo>
                  <a:pt x="2096" y="1239"/>
                </a:lnTo>
                <a:lnTo>
                  <a:pt x="2096" y="5549"/>
                </a:lnTo>
                <a:lnTo>
                  <a:pt x="2084" y="5501"/>
                </a:lnTo>
                <a:lnTo>
                  <a:pt x="1965" y="5347"/>
                </a:lnTo>
                <a:lnTo>
                  <a:pt x="1632" y="5132"/>
                </a:lnTo>
                <a:lnTo>
                  <a:pt x="1334" y="5049"/>
                </a:lnTo>
                <a:lnTo>
                  <a:pt x="1155" y="5037"/>
                </a:lnTo>
                <a:lnTo>
                  <a:pt x="1000" y="5049"/>
                </a:lnTo>
                <a:lnTo>
                  <a:pt x="739" y="5109"/>
                </a:lnTo>
                <a:lnTo>
                  <a:pt x="417" y="5299"/>
                </a:lnTo>
                <a:lnTo>
                  <a:pt x="143" y="5656"/>
                </a:lnTo>
                <a:lnTo>
                  <a:pt x="12" y="6037"/>
                </a:lnTo>
                <a:lnTo>
                  <a:pt x="0" y="6204"/>
                </a:lnTo>
                <a:lnTo>
                  <a:pt x="12" y="6383"/>
                </a:lnTo>
                <a:lnTo>
                  <a:pt x="131" y="6740"/>
                </a:lnTo>
                <a:lnTo>
                  <a:pt x="238" y="6906"/>
                </a:lnTo>
                <a:lnTo>
                  <a:pt x="1953" y="9228"/>
                </a:lnTo>
                <a:lnTo>
                  <a:pt x="2179" y="9490"/>
                </a:lnTo>
                <a:lnTo>
                  <a:pt x="2703" y="9931"/>
                </a:lnTo>
                <a:lnTo>
                  <a:pt x="3322" y="10240"/>
                </a:lnTo>
                <a:lnTo>
                  <a:pt x="3989" y="10407"/>
                </a:lnTo>
                <a:lnTo>
                  <a:pt x="4334" y="10419"/>
                </a:lnTo>
                <a:lnTo>
                  <a:pt x="6751" y="10419"/>
                </a:lnTo>
                <a:lnTo>
                  <a:pt x="6918" y="10407"/>
                </a:lnTo>
                <a:lnTo>
                  <a:pt x="7061" y="10371"/>
                </a:lnTo>
                <a:lnTo>
                  <a:pt x="7263" y="10336"/>
                </a:lnTo>
                <a:lnTo>
                  <a:pt x="7656" y="10193"/>
                </a:lnTo>
                <a:lnTo>
                  <a:pt x="8025" y="9990"/>
                </a:lnTo>
                <a:lnTo>
                  <a:pt x="8347" y="9740"/>
                </a:lnTo>
                <a:lnTo>
                  <a:pt x="8490" y="9585"/>
                </a:lnTo>
                <a:lnTo>
                  <a:pt x="8633" y="9419"/>
                </a:lnTo>
                <a:lnTo>
                  <a:pt x="8871" y="9050"/>
                </a:lnTo>
                <a:lnTo>
                  <a:pt x="9026" y="8633"/>
                </a:lnTo>
                <a:lnTo>
                  <a:pt x="9109" y="8192"/>
                </a:lnTo>
                <a:lnTo>
                  <a:pt x="9121" y="7966"/>
                </a:lnTo>
                <a:lnTo>
                  <a:pt x="9121" y="5513"/>
                </a:lnTo>
                <a:lnTo>
                  <a:pt x="9109" y="5263"/>
                </a:lnTo>
                <a:lnTo>
                  <a:pt x="8918" y="4823"/>
                </a:lnTo>
                <a:lnTo>
                  <a:pt x="8585" y="4477"/>
                </a:lnTo>
                <a:lnTo>
                  <a:pt x="8145" y="4287"/>
                </a:lnTo>
                <a:lnTo>
                  <a:pt x="7883" y="4275"/>
                </a:lnTo>
                <a:lnTo>
                  <a:pt x="7740" y="4275"/>
                </a:lnTo>
                <a:lnTo>
                  <a:pt x="7644" y="4144"/>
                </a:lnTo>
                <a:lnTo>
                  <a:pt x="7418" y="3918"/>
                </a:lnTo>
                <a:lnTo>
                  <a:pt x="7144" y="3751"/>
                </a:lnTo>
                <a:lnTo>
                  <a:pt x="6847" y="3668"/>
                </a:lnTo>
                <a:lnTo>
                  <a:pt x="6370" y="3668"/>
                </a:lnTo>
                <a:lnTo>
                  <a:pt x="6204" y="3680"/>
                </a:lnTo>
                <a:lnTo>
                  <a:pt x="6025" y="3715"/>
                </a:lnTo>
                <a:lnTo>
                  <a:pt x="5847" y="3561"/>
                </a:lnTo>
                <a:lnTo>
                  <a:pt x="5406" y="3382"/>
                </a:lnTo>
                <a:lnTo>
                  <a:pt x="5168" y="3358"/>
                </a:lnTo>
                <a:lnTo>
                  <a:pt x="4870" y="3358"/>
                </a:lnTo>
                <a:lnTo>
                  <a:pt x="4727" y="3370"/>
                </a:lnTo>
                <a:lnTo>
                  <a:pt x="4584" y="3394"/>
                </a:lnTo>
                <a:lnTo>
                  <a:pt x="4584" y="1239"/>
                </a:lnTo>
                <a:lnTo>
                  <a:pt x="4573" y="989"/>
                </a:lnTo>
                <a:lnTo>
                  <a:pt x="4382" y="548"/>
                </a:lnTo>
                <a:lnTo>
                  <a:pt x="4049" y="203"/>
                </a:lnTo>
                <a:lnTo>
                  <a:pt x="3608" y="24"/>
                </a:lnTo>
                <a:lnTo>
                  <a:pt x="3358"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3" name="Google Shape;3383;p176"/>
          <p:cNvSpPr/>
          <p:nvPr/>
        </p:nvSpPr>
        <p:spPr>
          <a:xfrm>
            <a:off x="2047929" y="3349869"/>
            <a:ext cx="540642" cy="540642"/>
          </a:xfrm>
          <a:custGeom>
            <a:rect b="b" l="l" r="r" t="t"/>
            <a:pathLst>
              <a:path extrusionOk="0" h="10419" w="10419">
                <a:moveTo>
                  <a:pt x="4037" y="655"/>
                </a:moveTo>
                <a:lnTo>
                  <a:pt x="4216" y="679"/>
                </a:lnTo>
                <a:lnTo>
                  <a:pt x="4442" y="822"/>
                </a:lnTo>
                <a:lnTo>
                  <a:pt x="4549" y="977"/>
                </a:lnTo>
                <a:lnTo>
                  <a:pt x="4585" y="1084"/>
                </a:lnTo>
                <a:lnTo>
                  <a:pt x="5609" y="5109"/>
                </a:lnTo>
                <a:lnTo>
                  <a:pt x="5656" y="5228"/>
                </a:lnTo>
                <a:lnTo>
                  <a:pt x="5835" y="5370"/>
                </a:lnTo>
                <a:lnTo>
                  <a:pt x="5954" y="5382"/>
                </a:lnTo>
                <a:lnTo>
                  <a:pt x="6073" y="5359"/>
                </a:lnTo>
                <a:lnTo>
                  <a:pt x="6264" y="5216"/>
                </a:lnTo>
                <a:lnTo>
                  <a:pt x="6311" y="5097"/>
                </a:lnTo>
                <a:lnTo>
                  <a:pt x="7002" y="1703"/>
                </a:lnTo>
                <a:lnTo>
                  <a:pt x="7026" y="1596"/>
                </a:lnTo>
                <a:lnTo>
                  <a:pt x="7133" y="1417"/>
                </a:lnTo>
                <a:lnTo>
                  <a:pt x="7288" y="1310"/>
                </a:lnTo>
                <a:lnTo>
                  <a:pt x="7466" y="1251"/>
                </a:lnTo>
                <a:lnTo>
                  <a:pt x="7657" y="1251"/>
                </a:lnTo>
                <a:lnTo>
                  <a:pt x="7871" y="1322"/>
                </a:lnTo>
                <a:lnTo>
                  <a:pt x="8026" y="1477"/>
                </a:lnTo>
                <a:lnTo>
                  <a:pt x="8121" y="1679"/>
                </a:lnTo>
                <a:lnTo>
                  <a:pt x="8133" y="1810"/>
                </a:lnTo>
                <a:lnTo>
                  <a:pt x="8133" y="1894"/>
                </a:lnTo>
                <a:lnTo>
                  <a:pt x="8121" y="1965"/>
                </a:lnTo>
                <a:lnTo>
                  <a:pt x="7502" y="5013"/>
                </a:lnTo>
                <a:lnTo>
                  <a:pt x="7490" y="5049"/>
                </a:lnTo>
                <a:lnTo>
                  <a:pt x="7490" y="5085"/>
                </a:lnTo>
                <a:lnTo>
                  <a:pt x="7514" y="5204"/>
                </a:lnTo>
                <a:lnTo>
                  <a:pt x="7680" y="5359"/>
                </a:lnTo>
                <a:lnTo>
                  <a:pt x="7800" y="5370"/>
                </a:lnTo>
                <a:lnTo>
                  <a:pt x="7895" y="5370"/>
                </a:lnTo>
                <a:lnTo>
                  <a:pt x="8050" y="5251"/>
                </a:lnTo>
                <a:lnTo>
                  <a:pt x="8085" y="5144"/>
                </a:lnTo>
                <a:lnTo>
                  <a:pt x="8633" y="2870"/>
                </a:lnTo>
                <a:lnTo>
                  <a:pt x="8657" y="2751"/>
                </a:lnTo>
                <a:lnTo>
                  <a:pt x="8764" y="2584"/>
                </a:lnTo>
                <a:lnTo>
                  <a:pt x="8907" y="2477"/>
                </a:lnTo>
                <a:lnTo>
                  <a:pt x="9085" y="2430"/>
                </a:lnTo>
                <a:lnTo>
                  <a:pt x="9169" y="2418"/>
                </a:lnTo>
                <a:lnTo>
                  <a:pt x="9276" y="2430"/>
                </a:lnTo>
                <a:lnTo>
                  <a:pt x="9490" y="2501"/>
                </a:lnTo>
                <a:lnTo>
                  <a:pt x="9657" y="2644"/>
                </a:lnTo>
                <a:lnTo>
                  <a:pt x="9752" y="2858"/>
                </a:lnTo>
                <a:lnTo>
                  <a:pt x="9764" y="2977"/>
                </a:lnTo>
                <a:lnTo>
                  <a:pt x="9764" y="3049"/>
                </a:lnTo>
                <a:lnTo>
                  <a:pt x="9752" y="3132"/>
                </a:lnTo>
                <a:lnTo>
                  <a:pt x="8490" y="8407"/>
                </a:lnTo>
                <a:lnTo>
                  <a:pt x="8407" y="8692"/>
                </a:lnTo>
                <a:lnTo>
                  <a:pt x="8085" y="9181"/>
                </a:lnTo>
                <a:lnTo>
                  <a:pt x="7633" y="9538"/>
                </a:lnTo>
                <a:lnTo>
                  <a:pt x="7085" y="9728"/>
                </a:lnTo>
                <a:lnTo>
                  <a:pt x="6787" y="9752"/>
                </a:lnTo>
                <a:lnTo>
                  <a:pt x="4430" y="9752"/>
                </a:lnTo>
                <a:lnTo>
                  <a:pt x="4204" y="9740"/>
                </a:lnTo>
                <a:lnTo>
                  <a:pt x="3775" y="9657"/>
                </a:lnTo>
                <a:lnTo>
                  <a:pt x="3370" y="9502"/>
                </a:lnTo>
                <a:lnTo>
                  <a:pt x="3001" y="9264"/>
                </a:lnTo>
                <a:lnTo>
                  <a:pt x="2846" y="9109"/>
                </a:lnTo>
                <a:lnTo>
                  <a:pt x="846" y="7240"/>
                </a:lnTo>
                <a:lnTo>
                  <a:pt x="751" y="7133"/>
                </a:lnTo>
                <a:lnTo>
                  <a:pt x="667" y="6930"/>
                </a:lnTo>
                <a:lnTo>
                  <a:pt x="655" y="6823"/>
                </a:lnTo>
                <a:lnTo>
                  <a:pt x="667" y="6716"/>
                </a:lnTo>
                <a:lnTo>
                  <a:pt x="763" y="6502"/>
                </a:lnTo>
                <a:lnTo>
                  <a:pt x="917" y="6335"/>
                </a:lnTo>
                <a:lnTo>
                  <a:pt x="1132" y="6240"/>
                </a:lnTo>
                <a:lnTo>
                  <a:pt x="1251" y="6228"/>
                </a:lnTo>
                <a:lnTo>
                  <a:pt x="1346" y="6240"/>
                </a:lnTo>
                <a:lnTo>
                  <a:pt x="1537" y="6323"/>
                </a:lnTo>
                <a:lnTo>
                  <a:pt x="1620" y="6394"/>
                </a:lnTo>
                <a:lnTo>
                  <a:pt x="2727" y="7454"/>
                </a:lnTo>
                <a:lnTo>
                  <a:pt x="2787" y="7490"/>
                </a:lnTo>
                <a:lnTo>
                  <a:pt x="2906" y="7490"/>
                </a:lnTo>
                <a:lnTo>
                  <a:pt x="3001" y="7395"/>
                </a:lnTo>
                <a:lnTo>
                  <a:pt x="3001" y="7335"/>
                </a:lnTo>
                <a:lnTo>
                  <a:pt x="3001" y="6942"/>
                </a:lnTo>
                <a:lnTo>
                  <a:pt x="2882" y="6180"/>
                </a:lnTo>
                <a:lnTo>
                  <a:pt x="2787" y="5799"/>
                </a:lnTo>
                <a:lnTo>
                  <a:pt x="1989" y="3168"/>
                </a:lnTo>
                <a:lnTo>
                  <a:pt x="1965" y="3072"/>
                </a:lnTo>
                <a:lnTo>
                  <a:pt x="1953" y="2977"/>
                </a:lnTo>
                <a:lnTo>
                  <a:pt x="1953" y="2858"/>
                </a:lnTo>
                <a:lnTo>
                  <a:pt x="2060" y="2656"/>
                </a:lnTo>
                <a:lnTo>
                  <a:pt x="2227" y="2501"/>
                </a:lnTo>
                <a:lnTo>
                  <a:pt x="2441" y="2430"/>
                </a:lnTo>
                <a:lnTo>
                  <a:pt x="2549" y="2430"/>
                </a:lnTo>
                <a:lnTo>
                  <a:pt x="2715" y="2441"/>
                </a:lnTo>
                <a:lnTo>
                  <a:pt x="2942" y="2572"/>
                </a:lnTo>
                <a:lnTo>
                  <a:pt x="3049" y="2739"/>
                </a:lnTo>
                <a:lnTo>
                  <a:pt x="3084" y="2834"/>
                </a:lnTo>
                <a:lnTo>
                  <a:pt x="3763" y="5144"/>
                </a:lnTo>
                <a:lnTo>
                  <a:pt x="3823" y="5251"/>
                </a:lnTo>
                <a:lnTo>
                  <a:pt x="3989" y="5370"/>
                </a:lnTo>
                <a:lnTo>
                  <a:pt x="4073" y="5382"/>
                </a:lnTo>
                <a:lnTo>
                  <a:pt x="4204" y="5359"/>
                </a:lnTo>
                <a:lnTo>
                  <a:pt x="4382" y="5204"/>
                </a:lnTo>
                <a:lnTo>
                  <a:pt x="4406" y="5073"/>
                </a:lnTo>
                <a:lnTo>
                  <a:pt x="4406" y="5025"/>
                </a:lnTo>
                <a:lnTo>
                  <a:pt x="4394" y="4978"/>
                </a:lnTo>
                <a:lnTo>
                  <a:pt x="3465" y="1370"/>
                </a:lnTo>
                <a:lnTo>
                  <a:pt x="3454" y="1286"/>
                </a:lnTo>
                <a:lnTo>
                  <a:pt x="3442" y="1203"/>
                </a:lnTo>
                <a:lnTo>
                  <a:pt x="3454" y="1084"/>
                </a:lnTo>
                <a:lnTo>
                  <a:pt x="3549" y="882"/>
                </a:lnTo>
                <a:lnTo>
                  <a:pt x="3715" y="739"/>
                </a:lnTo>
                <a:lnTo>
                  <a:pt x="3930" y="667"/>
                </a:lnTo>
                <a:lnTo>
                  <a:pt x="4037" y="655"/>
                </a:lnTo>
                <a:close/>
                <a:moveTo>
                  <a:pt x="4025" y="1"/>
                </a:moveTo>
                <a:lnTo>
                  <a:pt x="3858" y="12"/>
                </a:lnTo>
                <a:lnTo>
                  <a:pt x="3573" y="84"/>
                </a:lnTo>
                <a:lnTo>
                  <a:pt x="3334" y="203"/>
                </a:lnTo>
                <a:lnTo>
                  <a:pt x="3144" y="370"/>
                </a:lnTo>
                <a:lnTo>
                  <a:pt x="2930" y="667"/>
                </a:lnTo>
                <a:lnTo>
                  <a:pt x="2811" y="1072"/>
                </a:lnTo>
                <a:lnTo>
                  <a:pt x="2799" y="1227"/>
                </a:lnTo>
                <a:lnTo>
                  <a:pt x="2799" y="1382"/>
                </a:lnTo>
                <a:lnTo>
                  <a:pt x="2834" y="1537"/>
                </a:lnTo>
                <a:lnTo>
                  <a:pt x="2906" y="1834"/>
                </a:lnTo>
                <a:lnTo>
                  <a:pt x="2727" y="1787"/>
                </a:lnTo>
                <a:lnTo>
                  <a:pt x="2549" y="1775"/>
                </a:lnTo>
                <a:lnTo>
                  <a:pt x="2322" y="1787"/>
                </a:lnTo>
                <a:lnTo>
                  <a:pt x="1906" y="1953"/>
                </a:lnTo>
                <a:lnTo>
                  <a:pt x="1548" y="2275"/>
                </a:lnTo>
                <a:lnTo>
                  <a:pt x="1382" y="2596"/>
                </a:lnTo>
                <a:lnTo>
                  <a:pt x="1322" y="2858"/>
                </a:lnTo>
                <a:lnTo>
                  <a:pt x="1322" y="3001"/>
                </a:lnTo>
                <a:lnTo>
                  <a:pt x="1382" y="3394"/>
                </a:lnTo>
                <a:lnTo>
                  <a:pt x="1894" y="5061"/>
                </a:lnTo>
                <a:lnTo>
                  <a:pt x="2168" y="6049"/>
                </a:lnTo>
                <a:lnTo>
                  <a:pt x="2060" y="5942"/>
                </a:lnTo>
                <a:lnTo>
                  <a:pt x="1870" y="5787"/>
                </a:lnTo>
                <a:lnTo>
                  <a:pt x="1441" y="5621"/>
                </a:lnTo>
                <a:lnTo>
                  <a:pt x="1227" y="5609"/>
                </a:lnTo>
                <a:lnTo>
                  <a:pt x="965" y="5632"/>
                </a:lnTo>
                <a:lnTo>
                  <a:pt x="524" y="5811"/>
                </a:lnTo>
                <a:lnTo>
                  <a:pt x="203" y="6144"/>
                </a:lnTo>
                <a:lnTo>
                  <a:pt x="12" y="6585"/>
                </a:lnTo>
                <a:lnTo>
                  <a:pt x="1" y="6835"/>
                </a:lnTo>
                <a:lnTo>
                  <a:pt x="12" y="7085"/>
                </a:lnTo>
                <a:lnTo>
                  <a:pt x="203" y="7538"/>
                </a:lnTo>
                <a:lnTo>
                  <a:pt x="382" y="7728"/>
                </a:lnTo>
                <a:lnTo>
                  <a:pt x="2382" y="9609"/>
                </a:lnTo>
                <a:lnTo>
                  <a:pt x="2596" y="9800"/>
                </a:lnTo>
                <a:lnTo>
                  <a:pt x="3073" y="10097"/>
                </a:lnTo>
                <a:lnTo>
                  <a:pt x="3585" y="10312"/>
                </a:lnTo>
                <a:lnTo>
                  <a:pt x="4144" y="10407"/>
                </a:lnTo>
                <a:lnTo>
                  <a:pt x="4430" y="10419"/>
                </a:lnTo>
                <a:lnTo>
                  <a:pt x="6990" y="10419"/>
                </a:lnTo>
                <a:lnTo>
                  <a:pt x="7395" y="10347"/>
                </a:lnTo>
                <a:lnTo>
                  <a:pt x="7764" y="10217"/>
                </a:lnTo>
                <a:lnTo>
                  <a:pt x="8109" y="10026"/>
                </a:lnTo>
                <a:lnTo>
                  <a:pt x="8419" y="9776"/>
                </a:lnTo>
                <a:lnTo>
                  <a:pt x="8693" y="9478"/>
                </a:lnTo>
                <a:lnTo>
                  <a:pt x="8907" y="9145"/>
                </a:lnTo>
                <a:lnTo>
                  <a:pt x="9062" y="8776"/>
                </a:lnTo>
                <a:lnTo>
                  <a:pt x="9121" y="8573"/>
                </a:lnTo>
                <a:lnTo>
                  <a:pt x="10383" y="3287"/>
                </a:lnTo>
                <a:lnTo>
                  <a:pt x="10407" y="3144"/>
                </a:lnTo>
                <a:lnTo>
                  <a:pt x="10419" y="3001"/>
                </a:lnTo>
                <a:lnTo>
                  <a:pt x="10407" y="2834"/>
                </a:lnTo>
                <a:lnTo>
                  <a:pt x="10312" y="2513"/>
                </a:lnTo>
                <a:lnTo>
                  <a:pt x="10228" y="2358"/>
                </a:lnTo>
                <a:lnTo>
                  <a:pt x="10133" y="2215"/>
                </a:lnTo>
                <a:lnTo>
                  <a:pt x="9883" y="1989"/>
                </a:lnTo>
                <a:lnTo>
                  <a:pt x="9609" y="1846"/>
                </a:lnTo>
                <a:lnTo>
                  <a:pt x="9324" y="1775"/>
                </a:lnTo>
                <a:lnTo>
                  <a:pt x="9181" y="1775"/>
                </a:lnTo>
                <a:lnTo>
                  <a:pt x="8978" y="1787"/>
                </a:lnTo>
                <a:lnTo>
                  <a:pt x="8788" y="1846"/>
                </a:lnTo>
                <a:lnTo>
                  <a:pt x="8776" y="1644"/>
                </a:lnTo>
                <a:lnTo>
                  <a:pt x="8657" y="1275"/>
                </a:lnTo>
                <a:lnTo>
                  <a:pt x="8431" y="953"/>
                </a:lnTo>
                <a:lnTo>
                  <a:pt x="8121" y="727"/>
                </a:lnTo>
                <a:lnTo>
                  <a:pt x="7930" y="655"/>
                </a:lnTo>
                <a:lnTo>
                  <a:pt x="7728" y="596"/>
                </a:lnTo>
                <a:lnTo>
                  <a:pt x="7538" y="584"/>
                </a:lnTo>
                <a:lnTo>
                  <a:pt x="7288" y="608"/>
                </a:lnTo>
                <a:lnTo>
                  <a:pt x="6871" y="798"/>
                </a:lnTo>
                <a:lnTo>
                  <a:pt x="6585" y="1096"/>
                </a:lnTo>
                <a:lnTo>
                  <a:pt x="6406" y="1429"/>
                </a:lnTo>
                <a:lnTo>
                  <a:pt x="6359" y="1572"/>
                </a:lnTo>
                <a:lnTo>
                  <a:pt x="5930" y="3704"/>
                </a:lnTo>
                <a:lnTo>
                  <a:pt x="5216" y="929"/>
                </a:lnTo>
                <a:lnTo>
                  <a:pt x="5144" y="727"/>
                </a:lnTo>
                <a:lnTo>
                  <a:pt x="4918" y="382"/>
                </a:lnTo>
                <a:lnTo>
                  <a:pt x="4609" y="143"/>
                </a:lnTo>
                <a:lnTo>
                  <a:pt x="4227" y="12"/>
                </a:lnTo>
                <a:lnTo>
                  <a:pt x="4025"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4" name="Google Shape;3384;p176"/>
          <p:cNvSpPr/>
          <p:nvPr/>
        </p:nvSpPr>
        <p:spPr>
          <a:xfrm>
            <a:off x="6134180" y="3349869"/>
            <a:ext cx="675971" cy="540642"/>
          </a:xfrm>
          <a:custGeom>
            <a:rect b="b" l="l" r="r" t="t"/>
            <a:pathLst>
              <a:path extrusionOk="0" h="10419" w="13027">
                <a:moveTo>
                  <a:pt x="6526" y="1"/>
                </a:moveTo>
                <a:lnTo>
                  <a:pt x="6407" y="24"/>
                </a:lnTo>
                <a:lnTo>
                  <a:pt x="6204" y="203"/>
                </a:lnTo>
                <a:lnTo>
                  <a:pt x="6180" y="334"/>
                </a:lnTo>
                <a:lnTo>
                  <a:pt x="6180" y="691"/>
                </a:lnTo>
                <a:lnTo>
                  <a:pt x="5990" y="727"/>
                </a:lnTo>
                <a:lnTo>
                  <a:pt x="5645" y="870"/>
                </a:lnTo>
                <a:lnTo>
                  <a:pt x="5395" y="1096"/>
                </a:lnTo>
                <a:lnTo>
                  <a:pt x="5228" y="1394"/>
                </a:lnTo>
                <a:lnTo>
                  <a:pt x="5180" y="1560"/>
                </a:lnTo>
                <a:lnTo>
                  <a:pt x="5168" y="1727"/>
                </a:lnTo>
                <a:lnTo>
                  <a:pt x="5192" y="2025"/>
                </a:lnTo>
                <a:lnTo>
                  <a:pt x="5299" y="2251"/>
                </a:lnTo>
                <a:lnTo>
                  <a:pt x="5454" y="2441"/>
                </a:lnTo>
                <a:lnTo>
                  <a:pt x="5740" y="2656"/>
                </a:lnTo>
                <a:lnTo>
                  <a:pt x="6169" y="2822"/>
                </a:lnTo>
                <a:lnTo>
                  <a:pt x="6335" y="2882"/>
                </a:lnTo>
                <a:lnTo>
                  <a:pt x="6490" y="2918"/>
                </a:lnTo>
                <a:lnTo>
                  <a:pt x="6740" y="3001"/>
                </a:lnTo>
                <a:lnTo>
                  <a:pt x="7097" y="3132"/>
                </a:lnTo>
                <a:lnTo>
                  <a:pt x="7288" y="3275"/>
                </a:lnTo>
                <a:lnTo>
                  <a:pt x="7335" y="3442"/>
                </a:lnTo>
                <a:lnTo>
                  <a:pt x="7323" y="3537"/>
                </a:lnTo>
                <a:lnTo>
                  <a:pt x="7288" y="3656"/>
                </a:lnTo>
                <a:lnTo>
                  <a:pt x="7109" y="3823"/>
                </a:lnTo>
                <a:lnTo>
                  <a:pt x="6847" y="3894"/>
                </a:lnTo>
                <a:lnTo>
                  <a:pt x="6514" y="3906"/>
                </a:lnTo>
                <a:lnTo>
                  <a:pt x="6347" y="3882"/>
                </a:lnTo>
                <a:lnTo>
                  <a:pt x="6038" y="3811"/>
                </a:lnTo>
                <a:lnTo>
                  <a:pt x="5692" y="3704"/>
                </a:lnTo>
                <a:lnTo>
                  <a:pt x="5597" y="3656"/>
                </a:lnTo>
                <a:lnTo>
                  <a:pt x="5478" y="3632"/>
                </a:lnTo>
                <a:lnTo>
                  <a:pt x="5252" y="3739"/>
                </a:lnTo>
                <a:lnTo>
                  <a:pt x="5180" y="3858"/>
                </a:lnTo>
                <a:lnTo>
                  <a:pt x="5156" y="3989"/>
                </a:lnTo>
                <a:lnTo>
                  <a:pt x="5264" y="4216"/>
                </a:lnTo>
                <a:lnTo>
                  <a:pt x="5383" y="4275"/>
                </a:lnTo>
                <a:lnTo>
                  <a:pt x="5490" y="4311"/>
                </a:lnTo>
                <a:lnTo>
                  <a:pt x="5835" y="4430"/>
                </a:lnTo>
                <a:lnTo>
                  <a:pt x="6180" y="4513"/>
                </a:lnTo>
                <a:lnTo>
                  <a:pt x="6180" y="4882"/>
                </a:lnTo>
                <a:lnTo>
                  <a:pt x="6204" y="5013"/>
                </a:lnTo>
                <a:lnTo>
                  <a:pt x="6383" y="5192"/>
                </a:lnTo>
                <a:lnTo>
                  <a:pt x="6514" y="5216"/>
                </a:lnTo>
                <a:lnTo>
                  <a:pt x="6645" y="5192"/>
                </a:lnTo>
                <a:lnTo>
                  <a:pt x="6823" y="5013"/>
                </a:lnTo>
                <a:lnTo>
                  <a:pt x="6835" y="4882"/>
                </a:lnTo>
                <a:lnTo>
                  <a:pt x="6835" y="4549"/>
                </a:lnTo>
                <a:lnTo>
                  <a:pt x="7050" y="4525"/>
                </a:lnTo>
                <a:lnTo>
                  <a:pt x="7443" y="4382"/>
                </a:lnTo>
                <a:lnTo>
                  <a:pt x="7728" y="4156"/>
                </a:lnTo>
                <a:lnTo>
                  <a:pt x="7919" y="3846"/>
                </a:lnTo>
                <a:lnTo>
                  <a:pt x="7966" y="3656"/>
                </a:lnTo>
                <a:lnTo>
                  <a:pt x="7990" y="3489"/>
                </a:lnTo>
                <a:lnTo>
                  <a:pt x="7955" y="3192"/>
                </a:lnTo>
                <a:lnTo>
                  <a:pt x="7859" y="2953"/>
                </a:lnTo>
                <a:lnTo>
                  <a:pt x="7693" y="2763"/>
                </a:lnTo>
                <a:lnTo>
                  <a:pt x="7383" y="2549"/>
                </a:lnTo>
                <a:lnTo>
                  <a:pt x="6895" y="2358"/>
                </a:lnTo>
                <a:lnTo>
                  <a:pt x="6669" y="2299"/>
                </a:lnTo>
                <a:lnTo>
                  <a:pt x="6526" y="2251"/>
                </a:lnTo>
                <a:lnTo>
                  <a:pt x="6288" y="2179"/>
                </a:lnTo>
                <a:lnTo>
                  <a:pt x="5978" y="2048"/>
                </a:lnTo>
                <a:lnTo>
                  <a:pt x="5847" y="1918"/>
                </a:lnTo>
                <a:lnTo>
                  <a:pt x="5811" y="1763"/>
                </a:lnTo>
                <a:lnTo>
                  <a:pt x="5823" y="1679"/>
                </a:lnTo>
                <a:lnTo>
                  <a:pt x="5859" y="1560"/>
                </a:lnTo>
                <a:lnTo>
                  <a:pt x="6038" y="1394"/>
                </a:lnTo>
                <a:lnTo>
                  <a:pt x="6311" y="1310"/>
                </a:lnTo>
                <a:lnTo>
                  <a:pt x="6633" y="1310"/>
                </a:lnTo>
                <a:lnTo>
                  <a:pt x="6800" y="1334"/>
                </a:lnTo>
                <a:lnTo>
                  <a:pt x="7002" y="1370"/>
                </a:lnTo>
                <a:lnTo>
                  <a:pt x="7288" y="1465"/>
                </a:lnTo>
                <a:lnTo>
                  <a:pt x="7419" y="1489"/>
                </a:lnTo>
                <a:lnTo>
                  <a:pt x="7633" y="1382"/>
                </a:lnTo>
                <a:lnTo>
                  <a:pt x="7693" y="1263"/>
                </a:lnTo>
                <a:lnTo>
                  <a:pt x="7728" y="1132"/>
                </a:lnTo>
                <a:lnTo>
                  <a:pt x="7609" y="905"/>
                </a:lnTo>
                <a:lnTo>
                  <a:pt x="7502" y="846"/>
                </a:lnTo>
                <a:lnTo>
                  <a:pt x="7169" y="739"/>
                </a:lnTo>
                <a:lnTo>
                  <a:pt x="6907" y="691"/>
                </a:lnTo>
                <a:lnTo>
                  <a:pt x="6871" y="679"/>
                </a:lnTo>
                <a:lnTo>
                  <a:pt x="6835" y="679"/>
                </a:lnTo>
                <a:lnTo>
                  <a:pt x="6835" y="334"/>
                </a:lnTo>
                <a:lnTo>
                  <a:pt x="6811" y="203"/>
                </a:lnTo>
                <a:lnTo>
                  <a:pt x="6645" y="24"/>
                </a:lnTo>
                <a:lnTo>
                  <a:pt x="6526" y="1"/>
                </a:lnTo>
                <a:close/>
                <a:moveTo>
                  <a:pt x="989" y="1298"/>
                </a:moveTo>
                <a:lnTo>
                  <a:pt x="787" y="1310"/>
                </a:lnTo>
                <a:lnTo>
                  <a:pt x="429" y="1465"/>
                </a:lnTo>
                <a:lnTo>
                  <a:pt x="168" y="1727"/>
                </a:lnTo>
                <a:lnTo>
                  <a:pt x="13" y="2072"/>
                </a:lnTo>
                <a:lnTo>
                  <a:pt x="1" y="2263"/>
                </a:lnTo>
                <a:lnTo>
                  <a:pt x="13" y="6383"/>
                </a:lnTo>
                <a:lnTo>
                  <a:pt x="25" y="6549"/>
                </a:lnTo>
                <a:lnTo>
                  <a:pt x="132" y="6859"/>
                </a:lnTo>
                <a:lnTo>
                  <a:pt x="227" y="6990"/>
                </a:lnTo>
                <a:lnTo>
                  <a:pt x="2406" y="9705"/>
                </a:lnTo>
                <a:lnTo>
                  <a:pt x="2525" y="9907"/>
                </a:lnTo>
                <a:lnTo>
                  <a:pt x="2585" y="10145"/>
                </a:lnTo>
                <a:lnTo>
                  <a:pt x="2620" y="10252"/>
                </a:lnTo>
                <a:lnTo>
                  <a:pt x="2799" y="10383"/>
                </a:lnTo>
                <a:lnTo>
                  <a:pt x="2906" y="10395"/>
                </a:lnTo>
                <a:lnTo>
                  <a:pt x="2977" y="10395"/>
                </a:lnTo>
                <a:lnTo>
                  <a:pt x="3108" y="10324"/>
                </a:lnTo>
                <a:lnTo>
                  <a:pt x="3204" y="10217"/>
                </a:lnTo>
                <a:lnTo>
                  <a:pt x="3239" y="10074"/>
                </a:lnTo>
                <a:lnTo>
                  <a:pt x="3228" y="10002"/>
                </a:lnTo>
                <a:lnTo>
                  <a:pt x="3180" y="9812"/>
                </a:lnTo>
                <a:lnTo>
                  <a:pt x="3025" y="9454"/>
                </a:lnTo>
                <a:lnTo>
                  <a:pt x="2906" y="9300"/>
                </a:lnTo>
                <a:lnTo>
                  <a:pt x="739" y="6585"/>
                </a:lnTo>
                <a:lnTo>
                  <a:pt x="679" y="6514"/>
                </a:lnTo>
                <a:lnTo>
                  <a:pt x="668" y="6394"/>
                </a:lnTo>
                <a:lnTo>
                  <a:pt x="656" y="2263"/>
                </a:lnTo>
                <a:lnTo>
                  <a:pt x="656" y="2191"/>
                </a:lnTo>
                <a:lnTo>
                  <a:pt x="703" y="2060"/>
                </a:lnTo>
                <a:lnTo>
                  <a:pt x="858" y="1953"/>
                </a:lnTo>
                <a:lnTo>
                  <a:pt x="1096" y="1953"/>
                </a:lnTo>
                <a:lnTo>
                  <a:pt x="1239" y="2072"/>
                </a:lnTo>
                <a:lnTo>
                  <a:pt x="1299" y="2191"/>
                </a:lnTo>
                <a:lnTo>
                  <a:pt x="1299" y="2275"/>
                </a:lnTo>
                <a:lnTo>
                  <a:pt x="1311" y="5978"/>
                </a:lnTo>
                <a:lnTo>
                  <a:pt x="2632" y="7549"/>
                </a:lnTo>
                <a:lnTo>
                  <a:pt x="2775" y="7704"/>
                </a:lnTo>
                <a:lnTo>
                  <a:pt x="3085" y="7883"/>
                </a:lnTo>
                <a:lnTo>
                  <a:pt x="3394" y="7919"/>
                </a:lnTo>
                <a:lnTo>
                  <a:pt x="3692" y="7835"/>
                </a:lnTo>
                <a:lnTo>
                  <a:pt x="3942" y="7668"/>
                </a:lnTo>
                <a:lnTo>
                  <a:pt x="4121" y="7430"/>
                </a:lnTo>
                <a:lnTo>
                  <a:pt x="4192" y="7145"/>
                </a:lnTo>
                <a:lnTo>
                  <a:pt x="4144" y="6835"/>
                </a:lnTo>
                <a:lnTo>
                  <a:pt x="4061" y="6692"/>
                </a:lnTo>
                <a:lnTo>
                  <a:pt x="4061" y="6680"/>
                </a:lnTo>
                <a:lnTo>
                  <a:pt x="4049" y="6668"/>
                </a:lnTo>
                <a:lnTo>
                  <a:pt x="3430" y="5835"/>
                </a:lnTo>
                <a:lnTo>
                  <a:pt x="3370" y="5716"/>
                </a:lnTo>
                <a:lnTo>
                  <a:pt x="3406" y="5478"/>
                </a:lnTo>
                <a:lnTo>
                  <a:pt x="3501" y="5382"/>
                </a:lnTo>
                <a:lnTo>
                  <a:pt x="3620" y="5311"/>
                </a:lnTo>
                <a:lnTo>
                  <a:pt x="3871" y="5347"/>
                </a:lnTo>
                <a:lnTo>
                  <a:pt x="3966" y="5454"/>
                </a:lnTo>
                <a:lnTo>
                  <a:pt x="4823" y="6633"/>
                </a:lnTo>
                <a:lnTo>
                  <a:pt x="5002" y="6906"/>
                </a:lnTo>
                <a:lnTo>
                  <a:pt x="5204" y="7502"/>
                </a:lnTo>
                <a:lnTo>
                  <a:pt x="5216" y="7823"/>
                </a:lnTo>
                <a:lnTo>
                  <a:pt x="5216" y="10097"/>
                </a:lnTo>
                <a:lnTo>
                  <a:pt x="5240" y="10228"/>
                </a:lnTo>
                <a:lnTo>
                  <a:pt x="5406" y="10407"/>
                </a:lnTo>
                <a:lnTo>
                  <a:pt x="5537" y="10419"/>
                </a:lnTo>
                <a:lnTo>
                  <a:pt x="5668" y="10407"/>
                </a:lnTo>
                <a:lnTo>
                  <a:pt x="5847" y="10228"/>
                </a:lnTo>
                <a:lnTo>
                  <a:pt x="5871" y="10097"/>
                </a:lnTo>
                <a:lnTo>
                  <a:pt x="5871" y="7823"/>
                </a:lnTo>
                <a:lnTo>
                  <a:pt x="5859" y="7609"/>
                </a:lnTo>
                <a:lnTo>
                  <a:pt x="5799" y="7192"/>
                </a:lnTo>
                <a:lnTo>
                  <a:pt x="5668" y="6799"/>
                </a:lnTo>
                <a:lnTo>
                  <a:pt x="5466" y="6430"/>
                </a:lnTo>
                <a:lnTo>
                  <a:pt x="5347" y="6252"/>
                </a:lnTo>
                <a:lnTo>
                  <a:pt x="4490" y="5061"/>
                </a:lnTo>
                <a:lnTo>
                  <a:pt x="4359" y="4918"/>
                </a:lnTo>
                <a:lnTo>
                  <a:pt x="4013" y="4716"/>
                </a:lnTo>
                <a:lnTo>
                  <a:pt x="3597" y="4644"/>
                </a:lnTo>
                <a:lnTo>
                  <a:pt x="3275" y="4739"/>
                </a:lnTo>
                <a:lnTo>
                  <a:pt x="3073" y="4882"/>
                </a:lnTo>
                <a:lnTo>
                  <a:pt x="2966" y="4978"/>
                </a:lnTo>
                <a:lnTo>
                  <a:pt x="2858" y="5120"/>
                </a:lnTo>
                <a:lnTo>
                  <a:pt x="2739" y="5430"/>
                </a:lnTo>
                <a:lnTo>
                  <a:pt x="2727" y="5763"/>
                </a:lnTo>
                <a:lnTo>
                  <a:pt x="2823" y="6085"/>
                </a:lnTo>
                <a:lnTo>
                  <a:pt x="2918" y="6228"/>
                </a:lnTo>
                <a:lnTo>
                  <a:pt x="3501" y="7026"/>
                </a:lnTo>
                <a:lnTo>
                  <a:pt x="3537" y="7097"/>
                </a:lnTo>
                <a:lnTo>
                  <a:pt x="3513" y="7228"/>
                </a:lnTo>
                <a:lnTo>
                  <a:pt x="3406" y="7299"/>
                </a:lnTo>
                <a:lnTo>
                  <a:pt x="3287" y="7299"/>
                </a:lnTo>
                <a:lnTo>
                  <a:pt x="3228" y="7252"/>
                </a:lnTo>
                <a:lnTo>
                  <a:pt x="1965" y="5751"/>
                </a:lnTo>
                <a:lnTo>
                  <a:pt x="1954" y="2310"/>
                </a:lnTo>
                <a:lnTo>
                  <a:pt x="1942" y="2120"/>
                </a:lnTo>
                <a:lnTo>
                  <a:pt x="1787" y="1763"/>
                </a:lnTo>
                <a:lnTo>
                  <a:pt x="1525" y="1477"/>
                </a:lnTo>
                <a:lnTo>
                  <a:pt x="1191" y="1322"/>
                </a:lnTo>
                <a:lnTo>
                  <a:pt x="989" y="1298"/>
                </a:lnTo>
                <a:close/>
                <a:moveTo>
                  <a:pt x="12015" y="1286"/>
                </a:moveTo>
                <a:lnTo>
                  <a:pt x="11824" y="1298"/>
                </a:lnTo>
                <a:lnTo>
                  <a:pt x="11479" y="1465"/>
                </a:lnTo>
                <a:lnTo>
                  <a:pt x="11217" y="1739"/>
                </a:lnTo>
                <a:lnTo>
                  <a:pt x="11074" y="2096"/>
                </a:lnTo>
                <a:lnTo>
                  <a:pt x="11050" y="2299"/>
                </a:lnTo>
                <a:lnTo>
                  <a:pt x="11074" y="5740"/>
                </a:lnTo>
                <a:lnTo>
                  <a:pt x="9812" y="7228"/>
                </a:lnTo>
                <a:lnTo>
                  <a:pt x="9752" y="7276"/>
                </a:lnTo>
                <a:lnTo>
                  <a:pt x="9621" y="7287"/>
                </a:lnTo>
                <a:lnTo>
                  <a:pt x="9514" y="7204"/>
                </a:lnTo>
                <a:lnTo>
                  <a:pt x="9490" y="7073"/>
                </a:lnTo>
                <a:lnTo>
                  <a:pt x="9526" y="7014"/>
                </a:lnTo>
                <a:lnTo>
                  <a:pt x="10110" y="6228"/>
                </a:lnTo>
                <a:lnTo>
                  <a:pt x="10205" y="6085"/>
                </a:lnTo>
                <a:lnTo>
                  <a:pt x="10300" y="5763"/>
                </a:lnTo>
                <a:lnTo>
                  <a:pt x="10288" y="5430"/>
                </a:lnTo>
                <a:lnTo>
                  <a:pt x="10169" y="5120"/>
                </a:lnTo>
                <a:lnTo>
                  <a:pt x="10062" y="4978"/>
                </a:lnTo>
                <a:lnTo>
                  <a:pt x="9967" y="4882"/>
                </a:lnTo>
                <a:lnTo>
                  <a:pt x="9752" y="4751"/>
                </a:lnTo>
                <a:lnTo>
                  <a:pt x="9431" y="4656"/>
                </a:lnTo>
                <a:lnTo>
                  <a:pt x="9014" y="4716"/>
                </a:lnTo>
                <a:lnTo>
                  <a:pt x="8669" y="4918"/>
                </a:lnTo>
                <a:lnTo>
                  <a:pt x="8550" y="5061"/>
                </a:lnTo>
                <a:lnTo>
                  <a:pt x="7681" y="6252"/>
                </a:lnTo>
                <a:lnTo>
                  <a:pt x="7562" y="6418"/>
                </a:lnTo>
                <a:lnTo>
                  <a:pt x="7371" y="6799"/>
                </a:lnTo>
                <a:lnTo>
                  <a:pt x="7240" y="7192"/>
                </a:lnTo>
                <a:lnTo>
                  <a:pt x="7169" y="7609"/>
                </a:lnTo>
                <a:lnTo>
                  <a:pt x="7169" y="7811"/>
                </a:lnTo>
                <a:lnTo>
                  <a:pt x="7169" y="10097"/>
                </a:lnTo>
                <a:lnTo>
                  <a:pt x="7181" y="10228"/>
                </a:lnTo>
                <a:lnTo>
                  <a:pt x="7359" y="10395"/>
                </a:lnTo>
                <a:lnTo>
                  <a:pt x="7490" y="10419"/>
                </a:lnTo>
                <a:lnTo>
                  <a:pt x="7621" y="10395"/>
                </a:lnTo>
                <a:lnTo>
                  <a:pt x="7800" y="10228"/>
                </a:lnTo>
                <a:lnTo>
                  <a:pt x="7812" y="10097"/>
                </a:lnTo>
                <a:lnTo>
                  <a:pt x="7812" y="7811"/>
                </a:lnTo>
                <a:lnTo>
                  <a:pt x="7835" y="7502"/>
                </a:lnTo>
                <a:lnTo>
                  <a:pt x="8026" y="6906"/>
                </a:lnTo>
                <a:lnTo>
                  <a:pt x="8216" y="6633"/>
                </a:lnTo>
                <a:lnTo>
                  <a:pt x="9074" y="5442"/>
                </a:lnTo>
                <a:lnTo>
                  <a:pt x="9169" y="5347"/>
                </a:lnTo>
                <a:lnTo>
                  <a:pt x="9419" y="5311"/>
                </a:lnTo>
                <a:lnTo>
                  <a:pt x="9526" y="5370"/>
                </a:lnTo>
                <a:lnTo>
                  <a:pt x="9633" y="5478"/>
                </a:lnTo>
                <a:lnTo>
                  <a:pt x="9657" y="5716"/>
                </a:lnTo>
                <a:lnTo>
                  <a:pt x="9598" y="5823"/>
                </a:lnTo>
                <a:lnTo>
                  <a:pt x="8978" y="6692"/>
                </a:lnTo>
                <a:lnTo>
                  <a:pt x="8967" y="6692"/>
                </a:lnTo>
                <a:lnTo>
                  <a:pt x="8967" y="6704"/>
                </a:lnTo>
                <a:lnTo>
                  <a:pt x="8883" y="6859"/>
                </a:lnTo>
                <a:lnTo>
                  <a:pt x="8836" y="7156"/>
                </a:lnTo>
                <a:lnTo>
                  <a:pt x="8907" y="7442"/>
                </a:lnTo>
                <a:lnTo>
                  <a:pt x="9086" y="7680"/>
                </a:lnTo>
                <a:lnTo>
                  <a:pt x="9336" y="7859"/>
                </a:lnTo>
                <a:lnTo>
                  <a:pt x="9633" y="7930"/>
                </a:lnTo>
                <a:lnTo>
                  <a:pt x="9955" y="7895"/>
                </a:lnTo>
                <a:lnTo>
                  <a:pt x="10264" y="7716"/>
                </a:lnTo>
                <a:lnTo>
                  <a:pt x="10407" y="7561"/>
                </a:lnTo>
                <a:lnTo>
                  <a:pt x="11717" y="5990"/>
                </a:lnTo>
                <a:lnTo>
                  <a:pt x="11705" y="2299"/>
                </a:lnTo>
                <a:lnTo>
                  <a:pt x="11717" y="2215"/>
                </a:lnTo>
                <a:lnTo>
                  <a:pt x="11765" y="2084"/>
                </a:lnTo>
                <a:lnTo>
                  <a:pt x="11908" y="1965"/>
                </a:lnTo>
                <a:lnTo>
                  <a:pt x="12158" y="1965"/>
                </a:lnTo>
                <a:lnTo>
                  <a:pt x="12300" y="2084"/>
                </a:lnTo>
                <a:lnTo>
                  <a:pt x="12348" y="2203"/>
                </a:lnTo>
                <a:lnTo>
                  <a:pt x="12360" y="2275"/>
                </a:lnTo>
                <a:lnTo>
                  <a:pt x="12372" y="6394"/>
                </a:lnTo>
                <a:lnTo>
                  <a:pt x="12360" y="6502"/>
                </a:lnTo>
                <a:lnTo>
                  <a:pt x="12300" y="6597"/>
                </a:lnTo>
                <a:lnTo>
                  <a:pt x="10122" y="9324"/>
                </a:lnTo>
                <a:lnTo>
                  <a:pt x="10014" y="9466"/>
                </a:lnTo>
                <a:lnTo>
                  <a:pt x="9860" y="9824"/>
                </a:lnTo>
                <a:lnTo>
                  <a:pt x="9812" y="10026"/>
                </a:lnTo>
                <a:lnTo>
                  <a:pt x="9800" y="10097"/>
                </a:lnTo>
                <a:lnTo>
                  <a:pt x="9836" y="10240"/>
                </a:lnTo>
                <a:lnTo>
                  <a:pt x="9919" y="10347"/>
                </a:lnTo>
                <a:lnTo>
                  <a:pt x="10050" y="10407"/>
                </a:lnTo>
                <a:lnTo>
                  <a:pt x="10133" y="10419"/>
                </a:lnTo>
                <a:lnTo>
                  <a:pt x="10241" y="10407"/>
                </a:lnTo>
                <a:lnTo>
                  <a:pt x="10407" y="10276"/>
                </a:lnTo>
                <a:lnTo>
                  <a:pt x="10443" y="10169"/>
                </a:lnTo>
                <a:lnTo>
                  <a:pt x="10514" y="9919"/>
                </a:lnTo>
                <a:lnTo>
                  <a:pt x="10634" y="9728"/>
                </a:lnTo>
                <a:lnTo>
                  <a:pt x="12812" y="7002"/>
                </a:lnTo>
                <a:lnTo>
                  <a:pt x="12908" y="6871"/>
                </a:lnTo>
                <a:lnTo>
                  <a:pt x="13015" y="6561"/>
                </a:lnTo>
                <a:lnTo>
                  <a:pt x="13027" y="6394"/>
                </a:lnTo>
                <a:lnTo>
                  <a:pt x="13003" y="2263"/>
                </a:lnTo>
                <a:lnTo>
                  <a:pt x="12991" y="2060"/>
                </a:lnTo>
                <a:lnTo>
                  <a:pt x="12836" y="1703"/>
                </a:lnTo>
                <a:lnTo>
                  <a:pt x="12574" y="1441"/>
                </a:lnTo>
                <a:lnTo>
                  <a:pt x="12217" y="1298"/>
                </a:lnTo>
                <a:lnTo>
                  <a:pt x="12015" y="128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5" name="Google Shape;3385;p176"/>
          <p:cNvSpPr/>
          <p:nvPr/>
        </p:nvSpPr>
        <p:spPr>
          <a:xfrm>
            <a:off x="7172775" y="3349869"/>
            <a:ext cx="675971" cy="540642"/>
          </a:xfrm>
          <a:custGeom>
            <a:rect b="b" l="l" r="r" t="t"/>
            <a:pathLst>
              <a:path extrusionOk="0" h="10419" w="13027">
                <a:moveTo>
                  <a:pt x="8049" y="655"/>
                </a:moveTo>
                <a:lnTo>
                  <a:pt x="8323" y="763"/>
                </a:lnTo>
                <a:lnTo>
                  <a:pt x="8454" y="858"/>
                </a:lnTo>
                <a:lnTo>
                  <a:pt x="8621" y="1025"/>
                </a:lnTo>
                <a:lnTo>
                  <a:pt x="8787" y="1406"/>
                </a:lnTo>
                <a:lnTo>
                  <a:pt x="8787" y="1810"/>
                </a:lnTo>
                <a:lnTo>
                  <a:pt x="8644" y="2179"/>
                </a:lnTo>
                <a:lnTo>
                  <a:pt x="8525" y="2322"/>
                </a:lnTo>
                <a:lnTo>
                  <a:pt x="6501" y="4430"/>
                </a:lnTo>
                <a:lnTo>
                  <a:pt x="4477" y="2322"/>
                </a:lnTo>
                <a:lnTo>
                  <a:pt x="4358" y="2179"/>
                </a:lnTo>
                <a:lnTo>
                  <a:pt x="4227" y="1810"/>
                </a:lnTo>
                <a:lnTo>
                  <a:pt x="4227" y="1406"/>
                </a:lnTo>
                <a:lnTo>
                  <a:pt x="4394" y="1025"/>
                </a:lnTo>
                <a:lnTo>
                  <a:pt x="4560" y="858"/>
                </a:lnTo>
                <a:lnTo>
                  <a:pt x="4691" y="763"/>
                </a:lnTo>
                <a:lnTo>
                  <a:pt x="4965" y="667"/>
                </a:lnTo>
                <a:lnTo>
                  <a:pt x="5096" y="655"/>
                </a:lnTo>
                <a:lnTo>
                  <a:pt x="5310" y="667"/>
                </a:lnTo>
                <a:lnTo>
                  <a:pt x="5680" y="846"/>
                </a:lnTo>
                <a:lnTo>
                  <a:pt x="5822" y="977"/>
                </a:lnTo>
                <a:lnTo>
                  <a:pt x="6513" y="1691"/>
                </a:lnTo>
                <a:lnTo>
                  <a:pt x="7192" y="977"/>
                </a:lnTo>
                <a:lnTo>
                  <a:pt x="7335" y="846"/>
                </a:lnTo>
                <a:lnTo>
                  <a:pt x="7704" y="667"/>
                </a:lnTo>
                <a:lnTo>
                  <a:pt x="7918" y="655"/>
                </a:lnTo>
                <a:close/>
                <a:moveTo>
                  <a:pt x="5084" y="1"/>
                </a:moveTo>
                <a:lnTo>
                  <a:pt x="4846" y="12"/>
                </a:lnTo>
                <a:lnTo>
                  <a:pt x="4370" y="191"/>
                </a:lnTo>
                <a:lnTo>
                  <a:pt x="4132" y="358"/>
                </a:lnTo>
                <a:lnTo>
                  <a:pt x="4001" y="477"/>
                </a:lnTo>
                <a:lnTo>
                  <a:pt x="3798" y="751"/>
                </a:lnTo>
                <a:lnTo>
                  <a:pt x="3667" y="1060"/>
                </a:lnTo>
                <a:lnTo>
                  <a:pt x="3584" y="1382"/>
                </a:lnTo>
                <a:lnTo>
                  <a:pt x="3572" y="1715"/>
                </a:lnTo>
                <a:lnTo>
                  <a:pt x="3632" y="2048"/>
                </a:lnTo>
                <a:lnTo>
                  <a:pt x="3739" y="2358"/>
                </a:lnTo>
                <a:lnTo>
                  <a:pt x="3917" y="2644"/>
                </a:lnTo>
                <a:lnTo>
                  <a:pt x="4036" y="2775"/>
                </a:lnTo>
                <a:lnTo>
                  <a:pt x="6251" y="5097"/>
                </a:lnTo>
                <a:lnTo>
                  <a:pt x="6299" y="5156"/>
                </a:lnTo>
                <a:lnTo>
                  <a:pt x="6442" y="5204"/>
                </a:lnTo>
                <a:lnTo>
                  <a:pt x="6573" y="5204"/>
                </a:lnTo>
                <a:lnTo>
                  <a:pt x="6715" y="5156"/>
                </a:lnTo>
                <a:lnTo>
                  <a:pt x="6763" y="5097"/>
                </a:lnTo>
                <a:lnTo>
                  <a:pt x="8966" y="2775"/>
                </a:lnTo>
                <a:lnTo>
                  <a:pt x="9085" y="2644"/>
                </a:lnTo>
                <a:lnTo>
                  <a:pt x="9275" y="2358"/>
                </a:lnTo>
                <a:lnTo>
                  <a:pt x="9383" y="2048"/>
                </a:lnTo>
                <a:lnTo>
                  <a:pt x="9442" y="1715"/>
                </a:lnTo>
                <a:lnTo>
                  <a:pt x="9430" y="1382"/>
                </a:lnTo>
                <a:lnTo>
                  <a:pt x="9347" y="1060"/>
                </a:lnTo>
                <a:lnTo>
                  <a:pt x="9204" y="751"/>
                </a:lnTo>
                <a:lnTo>
                  <a:pt x="9002" y="477"/>
                </a:lnTo>
                <a:lnTo>
                  <a:pt x="8871" y="358"/>
                </a:lnTo>
                <a:lnTo>
                  <a:pt x="8644" y="191"/>
                </a:lnTo>
                <a:lnTo>
                  <a:pt x="8168" y="12"/>
                </a:lnTo>
                <a:lnTo>
                  <a:pt x="7930" y="1"/>
                </a:lnTo>
                <a:lnTo>
                  <a:pt x="7751" y="12"/>
                </a:lnTo>
                <a:lnTo>
                  <a:pt x="7418" y="84"/>
                </a:lnTo>
                <a:lnTo>
                  <a:pt x="7108" y="227"/>
                </a:lnTo>
                <a:lnTo>
                  <a:pt x="6846" y="405"/>
                </a:lnTo>
                <a:lnTo>
                  <a:pt x="6739" y="524"/>
                </a:lnTo>
                <a:lnTo>
                  <a:pt x="6489" y="751"/>
                </a:lnTo>
                <a:lnTo>
                  <a:pt x="6287" y="524"/>
                </a:lnTo>
                <a:lnTo>
                  <a:pt x="6168" y="405"/>
                </a:lnTo>
                <a:lnTo>
                  <a:pt x="5906" y="227"/>
                </a:lnTo>
                <a:lnTo>
                  <a:pt x="5596" y="84"/>
                </a:lnTo>
                <a:lnTo>
                  <a:pt x="5263" y="12"/>
                </a:lnTo>
                <a:lnTo>
                  <a:pt x="5084" y="1"/>
                </a:lnTo>
                <a:close/>
                <a:moveTo>
                  <a:pt x="988" y="1298"/>
                </a:moveTo>
                <a:lnTo>
                  <a:pt x="786" y="1310"/>
                </a:lnTo>
                <a:lnTo>
                  <a:pt x="429" y="1465"/>
                </a:lnTo>
                <a:lnTo>
                  <a:pt x="167" y="1727"/>
                </a:lnTo>
                <a:lnTo>
                  <a:pt x="12" y="2072"/>
                </a:lnTo>
                <a:lnTo>
                  <a:pt x="0" y="2263"/>
                </a:lnTo>
                <a:lnTo>
                  <a:pt x="12" y="6383"/>
                </a:lnTo>
                <a:lnTo>
                  <a:pt x="24" y="6549"/>
                </a:lnTo>
                <a:lnTo>
                  <a:pt x="131" y="6859"/>
                </a:lnTo>
                <a:lnTo>
                  <a:pt x="226" y="6990"/>
                </a:lnTo>
                <a:lnTo>
                  <a:pt x="2405" y="9705"/>
                </a:lnTo>
                <a:lnTo>
                  <a:pt x="2524" y="9907"/>
                </a:lnTo>
                <a:lnTo>
                  <a:pt x="2584" y="10145"/>
                </a:lnTo>
                <a:lnTo>
                  <a:pt x="2620" y="10252"/>
                </a:lnTo>
                <a:lnTo>
                  <a:pt x="2798" y="10383"/>
                </a:lnTo>
                <a:lnTo>
                  <a:pt x="2905" y="10395"/>
                </a:lnTo>
                <a:lnTo>
                  <a:pt x="2977" y="10395"/>
                </a:lnTo>
                <a:lnTo>
                  <a:pt x="3108" y="10324"/>
                </a:lnTo>
                <a:lnTo>
                  <a:pt x="3203" y="10217"/>
                </a:lnTo>
                <a:lnTo>
                  <a:pt x="3227" y="10074"/>
                </a:lnTo>
                <a:lnTo>
                  <a:pt x="3227" y="10002"/>
                </a:lnTo>
                <a:lnTo>
                  <a:pt x="3179" y="9812"/>
                </a:lnTo>
                <a:lnTo>
                  <a:pt x="3012" y="9454"/>
                </a:lnTo>
                <a:lnTo>
                  <a:pt x="2905" y="9300"/>
                </a:lnTo>
                <a:lnTo>
                  <a:pt x="738" y="6585"/>
                </a:lnTo>
                <a:lnTo>
                  <a:pt x="679" y="6514"/>
                </a:lnTo>
                <a:lnTo>
                  <a:pt x="667" y="6394"/>
                </a:lnTo>
                <a:lnTo>
                  <a:pt x="643" y="2263"/>
                </a:lnTo>
                <a:lnTo>
                  <a:pt x="655" y="2191"/>
                </a:lnTo>
                <a:lnTo>
                  <a:pt x="703" y="2060"/>
                </a:lnTo>
                <a:lnTo>
                  <a:pt x="845" y="1953"/>
                </a:lnTo>
                <a:lnTo>
                  <a:pt x="1095" y="1953"/>
                </a:lnTo>
                <a:lnTo>
                  <a:pt x="1238" y="2072"/>
                </a:lnTo>
                <a:lnTo>
                  <a:pt x="1298" y="2191"/>
                </a:lnTo>
                <a:lnTo>
                  <a:pt x="1298" y="2275"/>
                </a:lnTo>
                <a:lnTo>
                  <a:pt x="1310" y="5978"/>
                </a:lnTo>
                <a:lnTo>
                  <a:pt x="2620" y="7549"/>
                </a:lnTo>
                <a:lnTo>
                  <a:pt x="2762" y="7704"/>
                </a:lnTo>
                <a:lnTo>
                  <a:pt x="3084" y="7883"/>
                </a:lnTo>
                <a:lnTo>
                  <a:pt x="3393" y="7919"/>
                </a:lnTo>
                <a:lnTo>
                  <a:pt x="3691" y="7835"/>
                </a:lnTo>
                <a:lnTo>
                  <a:pt x="3941" y="7668"/>
                </a:lnTo>
                <a:lnTo>
                  <a:pt x="4120" y="7430"/>
                </a:lnTo>
                <a:lnTo>
                  <a:pt x="4191" y="7145"/>
                </a:lnTo>
                <a:lnTo>
                  <a:pt x="4144" y="6835"/>
                </a:lnTo>
                <a:lnTo>
                  <a:pt x="4060" y="6692"/>
                </a:lnTo>
                <a:lnTo>
                  <a:pt x="4060" y="6680"/>
                </a:lnTo>
                <a:lnTo>
                  <a:pt x="4048" y="6668"/>
                </a:lnTo>
                <a:lnTo>
                  <a:pt x="3429" y="5835"/>
                </a:lnTo>
                <a:lnTo>
                  <a:pt x="3370" y="5716"/>
                </a:lnTo>
                <a:lnTo>
                  <a:pt x="3405" y="5478"/>
                </a:lnTo>
                <a:lnTo>
                  <a:pt x="3501" y="5382"/>
                </a:lnTo>
                <a:lnTo>
                  <a:pt x="3620" y="5311"/>
                </a:lnTo>
                <a:lnTo>
                  <a:pt x="3870" y="5347"/>
                </a:lnTo>
                <a:lnTo>
                  <a:pt x="3953" y="5454"/>
                </a:lnTo>
                <a:lnTo>
                  <a:pt x="4822" y="6633"/>
                </a:lnTo>
                <a:lnTo>
                  <a:pt x="5001" y="6906"/>
                </a:lnTo>
                <a:lnTo>
                  <a:pt x="5203" y="7502"/>
                </a:lnTo>
                <a:lnTo>
                  <a:pt x="5215" y="7823"/>
                </a:lnTo>
                <a:lnTo>
                  <a:pt x="5215" y="10097"/>
                </a:lnTo>
                <a:lnTo>
                  <a:pt x="5239" y="10228"/>
                </a:lnTo>
                <a:lnTo>
                  <a:pt x="5406" y="10407"/>
                </a:lnTo>
                <a:lnTo>
                  <a:pt x="5537" y="10419"/>
                </a:lnTo>
                <a:lnTo>
                  <a:pt x="5668" y="10407"/>
                </a:lnTo>
                <a:lnTo>
                  <a:pt x="5846" y="10228"/>
                </a:lnTo>
                <a:lnTo>
                  <a:pt x="5870" y="10097"/>
                </a:lnTo>
                <a:lnTo>
                  <a:pt x="5870" y="7823"/>
                </a:lnTo>
                <a:lnTo>
                  <a:pt x="5858" y="7609"/>
                </a:lnTo>
                <a:lnTo>
                  <a:pt x="5799" y="7192"/>
                </a:lnTo>
                <a:lnTo>
                  <a:pt x="5668" y="6799"/>
                </a:lnTo>
                <a:lnTo>
                  <a:pt x="5465" y="6430"/>
                </a:lnTo>
                <a:lnTo>
                  <a:pt x="5346" y="6252"/>
                </a:lnTo>
                <a:lnTo>
                  <a:pt x="4477" y="5061"/>
                </a:lnTo>
                <a:lnTo>
                  <a:pt x="4358" y="4918"/>
                </a:lnTo>
                <a:lnTo>
                  <a:pt x="4013" y="4716"/>
                </a:lnTo>
                <a:lnTo>
                  <a:pt x="3596" y="4644"/>
                </a:lnTo>
                <a:lnTo>
                  <a:pt x="3274" y="4739"/>
                </a:lnTo>
                <a:lnTo>
                  <a:pt x="3060" y="4882"/>
                </a:lnTo>
                <a:lnTo>
                  <a:pt x="2965" y="4978"/>
                </a:lnTo>
                <a:lnTo>
                  <a:pt x="2858" y="5120"/>
                </a:lnTo>
                <a:lnTo>
                  <a:pt x="2739" y="5430"/>
                </a:lnTo>
                <a:lnTo>
                  <a:pt x="2727" y="5763"/>
                </a:lnTo>
                <a:lnTo>
                  <a:pt x="2822" y="6085"/>
                </a:lnTo>
                <a:lnTo>
                  <a:pt x="2917" y="6228"/>
                </a:lnTo>
                <a:lnTo>
                  <a:pt x="3501" y="7026"/>
                </a:lnTo>
                <a:lnTo>
                  <a:pt x="3536" y="7097"/>
                </a:lnTo>
                <a:lnTo>
                  <a:pt x="3513" y="7228"/>
                </a:lnTo>
                <a:lnTo>
                  <a:pt x="3405" y="7299"/>
                </a:lnTo>
                <a:lnTo>
                  <a:pt x="3274" y="7299"/>
                </a:lnTo>
                <a:lnTo>
                  <a:pt x="3227" y="7252"/>
                </a:lnTo>
                <a:lnTo>
                  <a:pt x="1965" y="5751"/>
                </a:lnTo>
                <a:lnTo>
                  <a:pt x="1953" y="2310"/>
                </a:lnTo>
                <a:lnTo>
                  <a:pt x="1929" y="2120"/>
                </a:lnTo>
                <a:lnTo>
                  <a:pt x="1786" y="1763"/>
                </a:lnTo>
                <a:lnTo>
                  <a:pt x="1524" y="1477"/>
                </a:lnTo>
                <a:lnTo>
                  <a:pt x="1179" y="1322"/>
                </a:lnTo>
                <a:lnTo>
                  <a:pt x="988" y="1298"/>
                </a:lnTo>
                <a:close/>
                <a:moveTo>
                  <a:pt x="12014" y="1286"/>
                </a:moveTo>
                <a:lnTo>
                  <a:pt x="11812" y="1310"/>
                </a:lnTo>
                <a:lnTo>
                  <a:pt x="11478" y="1465"/>
                </a:lnTo>
                <a:lnTo>
                  <a:pt x="11216" y="1751"/>
                </a:lnTo>
                <a:lnTo>
                  <a:pt x="11061" y="2108"/>
                </a:lnTo>
                <a:lnTo>
                  <a:pt x="11050" y="2299"/>
                </a:lnTo>
                <a:lnTo>
                  <a:pt x="11061" y="5740"/>
                </a:lnTo>
                <a:lnTo>
                  <a:pt x="9811" y="7228"/>
                </a:lnTo>
                <a:lnTo>
                  <a:pt x="9752" y="7287"/>
                </a:lnTo>
                <a:lnTo>
                  <a:pt x="9621" y="7287"/>
                </a:lnTo>
                <a:lnTo>
                  <a:pt x="9514" y="7204"/>
                </a:lnTo>
                <a:lnTo>
                  <a:pt x="9490" y="7085"/>
                </a:lnTo>
                <a:lnTo>
                  <a:pt x="9525" y="7014"/>
                </a:lnTo>
                <a:lnTo>
                  <a:pt x="10109" y="6228"/>
                </a:lnTo>
                <a:lnTo>
                  <a:pt x="10204" y="6085"/>
                </a:lnTo>
                <a:lnTo>
                  <a:pt x="10299" y="5763"/>
                </a:lnTo>
                <a:lnTo>
                  <a:pt x="10287" y="5430"/>
                </a:lnTo>
                <a:lnTo>
                  <a:pt x="10168" y="5120"/>
                </a:lnTo>
                <a:lnTo>
                  <a:pt x="10061" y="4978"/>
                </a:lnTo>
                <a:lnTo>
                  <a:pt x="9966" y="4882"/>
                </a:lnTo>
                <a:lnTo>
                  <a:pt x="9752" y="4751"/>
                </a:lnTo>
                <a:lnTo>
                  <a:pt x="9430" y="4656"/>
                </a:lnTo>
                <a:lnTo>
                  <a:pt x="9013" y="4716"/>
                </a:lnTo>
                <a:lnTo>
                  <a:pt x="8668" y="4918"/>
                </a:lnTo>
                <a:lnTo>
                  <a:pt x="8549" y="5061"/>
                </a:lnTo>
                <a:lnTo>
                  <a:pt x="7680" y="6252"/>
                </a:lnTo>
                <a:lnTo>
                  <a:pt x="7561" y="6430"/>
                </a:lnTo>
                <a:lnTo>
                  <a:pt x="7370" y="6799"/>
                </a:lnTo>
                <a:lnTo>
                  <a:pt x="7239" y="7192"/>
                </a:lnTo>
                <a:lnTo>
                  <a:pt x="7168" y="7609"/>
                </a:lnTo>
                <a:lnTo>
                  <a:pt x="7168" y="7811"/>
                </a:lnTo>
                <a:lnTo>
                  <a:pt x="7168" y="10097"/>
                </a:lnTo>
                <a:lnTo>
                  <a:pt x="7180" y="10228"/>
                </a:lnTo>
                <a:lnTo>
                  <a:pt x="7358" y="10407"/>
                </a:lnTo>
                <a:lnTo>
                  <a:pt x="7489" y="10419"/>
                </a:lnTo>
                <a:lnTo>
                  <a:pt x="7620" y="10407"/>
                </a:lnTo>
                <a:lnTo>
                  <a:pt x="7799" y="10228"/>
                </a:lnTo>
                <a:lnTo>
                  <a:pt x="7811" y="10097"/>
                </a:lnTo>
                <a:lnTo>
                  <a:pt x="7811" y="7811"/>
                </a:lnTo>
                <a:lnTo>
                  <a:pt x="7835" y="7502"/>
                </a:lnTo>
                <a:lnTo>
                  <a:pt x="8025" y="6906"/>
                </a:lnTo>
                <a:lnTo>
                  <a:pt x="8204" y="6633"/>
                </a:lnTo>
                <a:lnTo>
                  <a:pt x="9073" y="5454"/>
                </a:lnTo>
                <a:lnTo>
                  <a:pt x="9168" y="5347"/>
                </a:lnTo>
                <a:lnTo>
                  <a:pt x="9406" y="5311"/>
                </a:lnTo>
                <a:lnTo>
                  <a:pt x="9525" y="5382"/>
                </a:lnTo>
                <a:lnTo>
                  <a:pt x="9633" y="5478"/>
                </a:lnTo>
                <a:lnTo>
                  <a:pt x="9656" y="5728"/>
                </a:lnTo>
                <a:lnTo>
                  <a:pt x="9597" y="5835"/>
                </a:lnTo>
                <a:lnTo>
                  <a:pt x="8978" y="6692"/>
                </a:lnTo>
                <a:lnTo>
                  <a:pt x="8966" y="6692"/>
                </a:lnTo>
                <a:lnTo>
                  <a:pt x="8966" y="6704"/>
                </a:lnTo>
                <a:lnTo>
                  <a:pt x="8882" y="6859"/>
                </a:lnTo>
                <a:lnTo>
                  <a:pt x="8835" y="7156"/>
                </a:lnTo>
                <a:lnTo>
                  <a:pt x="8906" y="7442"/>
                </a:lnTo>
                <a:lnTo>
                  <a:pt x="9085" y="7680"/>
                </a:lnTo>
                <a:lnTo>
                  <a:pt x="9335" y="7859"/>
                </a:lnTo>
                <a:lnTo>
                  <a:pt x="9633" y="7930"/>
                </a:lnTo>
                <a:lnTo>
                  <a:pt x="9954" y="7895"/>
                </a:lnTo>
                <a:lnTo>
                  <a:pt x="10264" y="7716"/>
                </a:lnTo>
                <a:lnTo>
                  <a:pt x="10407" y="7561"/>
                </a:lnTo>
                <a:lnTo>
                  <a:pt x="11716" y="5990"/>
                </a:lnTo>
                <a:lnTo>
                  <a:pt x="11704" y="2299"/>
                </a:lnTo>
                <a:lnTo>
                  <a:pt x="11704" y="2215"/>
                </a:lnTo>
                <a:lnTo>
                  <a:pt x="11764" y="2084"/>
                </a:lnTo>
                <a:lnTo>
                  <a:pt x="11907" y="1965"/>
                </a:lnTo>
                <a:lnTo>
                  <a:pt x="12157" y="1965"/>
                </a:lnTo>
                <a:lnTo>
                  <a:pt x="12300" y="2084"/>
                </a:lnTo>
                <a:lnTo>
                  <a:pt x="12347" y="2203"/>
                </a:lnTo>
                <a:lnTo>
                  <a:pt x="12359" y="2275"/>
                </a:lnTo>
                <a:lnTo>
                  <a:pt x="12371" y="6394"/>
                </a:lnTo>
                <a:lnTo>
                  <a:pt x="12359" y="6502"/>
                </a:lnTo>
                <a:lnTo>
                  <a:pt x="12300" y="6597"/>
                </a:lnTo>
                <a:lnTo>
                  <a:pt x="10121" y="9324"/>
                </a:lnTo>
                <a:lnTo>
                  <a:pt x="10014" y="9466"/>
                </a:lnTo>
                <a:lnTo>
                  <a:pt x="9859" y="9824"/>
                </a:lnTo>
                <a:lnTo>
                  <a:pt x="9811" y="10026"/>
                </a:lnTo>
                <a:lnTo>
                  <a:pt x="9799" y="10097"/>
                </a:lnTo>
                <a:lnTo>
                  <a:pt x="9835" y="10240"/>
                </a:lnTo>
                <a:lnTo>
                  <a:pt x="9918" y="10347"/>
                </a:lnTo>
                <a:lnTo>
                  <a:pt x="10049" y="10407"/>
                </a:lnTo>
                <a:lnTo>
                  <a:pt x="10121" y="10419"/>
                </a:lnTo>
                <a:lnTo>
                  <a:pt x="10240" y="10407"/>
                </a:lnTo>
                <a:lnTo>
                  <a:pt x="10407" y="10276"/>
                </a:lnTo>
                <a:lnTo>
                  <a:pt x="10442" y="10169"/>
                </a:lnTo>
                <a:lnTo>
                  <a:pt x="10514" y="9919"/>
                </a:lnTo>
                <a:lnTo>
                  <a:pt x="10633" y="9728"/>
                </a:lnTo>
                <a:lnTo>
                  <a:pt x="12812" y="7002"/>
                </a:lnTo>
                <a:lnTo>
                  <a:pt x="12907" y="6871"/>
                </a:lnTo>
                <a:lnTo>
                  <a:pt x="13014" y="6561"/>
                </a:lnTo>
                <a:lnTo>
                  <a:pt x="13026" y="6394"/>
                </a:lnTo>
                <a:lnTo>
                  <a:pt x="13002" y="2263"/>
                </a:lnTo>
                <a:lnTo>
                  <a:pt x="12990" y="2060"/>
                </a:lnTo>
                <a:lnTo>
                  <a:pt x="12836" y="1715"/>
                </a:lnTo>
                <a:lnTo>
                  <a:pt x="12574" y="1441"/>
                </a:lnTo>
                <a:lnTo>
                  <a:pt x="12216" y="1298"/>
                </a:lnTo>
                <a:lnTo>
                  <a:pt x="12014" y="1286"/>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6" name="Google Shape;3386;p176"/>
          <p:cNvSpPr/>
          <p:nvPr/>
        </p:nvSpPr>
        <p:spPr>
          <a:xfrm>
            <a:off x="3085850" y="3349869"/>
            <a:ext cx="507329" cy="507277"/>
          </a:xfrm>
          <a:custGeom>
            <a:rect b="b" l="l" r="r" t="t"/>
            <a:pathLst>
              <a:path extrusionOk="0" h="9776" w="9777">
                <a:moveTo>
                  <a:pt x="6192" y="1"/>
                </a:moveTo>
                <a:lnTo>
                  <a:pt x="6061" y="24"/>
                </a:lnTo>
                <a:lnTo>
                  <a:pt x="5883" y="203"/>
                </a:lnTo>
                <a:lnTo>
                  <a:pt x="5871" y="334"/>
                </a:lnTo>
                <a:lnTo>
                  <a:pt x="5883" y="465"/>
                </a:lnTo>
                <a:lnTo>
                  <a:pt x="6061" y="632"/>
                </a:lnTo>
                <a:lnTo>
                  <a:pt x="6192" y="655"/>
                </a:lnTo>
                <a:lnTo>
                  <a:pt x="6395" y="667"/>
                </a:lnTo>
                <a:lnTo>
                  <a:pt x="6740" y="822"/>
                </a:lnTo>
                <a:lnTo>
                  <a:pt x="7002" y="1084"/>
                </a:lnTo>
                <a:lnTo>
                  <a:pt x="7157" y="1429"/>
                </a:lnTo>
                <a:lnTo>
                  <a:pt x="7169" y="1632"/>
                </a:lnTo>
                <a:lnTo>
                  <a:pt x="7193" y="1763"/>
                </a:lnTo>
                <a:lnTo>
                  <a:pt x="7359" y="1941"/>
                </a:lnTo>
                <a:lnTo>
                  <a:pt x="7490" y="1953"/>
                </a:lnTo>
                <a:lnTo>
                  <a:pt x="7621" y="1941"/>
                </a:lnTo>
                <a:lnTo>
                  <a:pt x="7800" y="1763"/>
                </a:lnTo>
                <a:lnTo>
                  <a:pt x="7824" y="1632"/>
                </a:lnTo>
                <a:lnTo>
                  <a:pt x="7812" y="1465"/>
                </a:lnTo>
                <a:lnTo>
                  <a:pt x="7752" y="1144"/>
                </a:lnTo>
                <a:lnTo>
                  <a:pt x="7621" y="858"/>
                </a:lnTo>
                <a:lnTo>
                  <a:pt x="7455" y="596"/>
                </a:lnTo>
                <a:lnTo>
                  <a:pt x="7228" y="370"/>
                </a:lnTo>
                <a:lnTo>
                  <a:pt x="6966" y="203"/>
                </a:lnTo>
                <a:lnTo>
                  <a:pt x="6681" y="72"/>
                </a:lnTo>
                <a:lnTo>
                  <a:pt x="6359" y="12"/>
                </a:lnTo>
                <a:lnTo>
                  <a:pt x="6192" y="1"/>
                </a:lnTo>
                <a:close/>
                <a:moveTo>
                  <a:pt x="4287" y="1144"/>
                </a:moveTo>
                <a:lnTo>
                  <a:pt x="4466" y="1227"/>
                </a:lnTo>
                <a:lnTo>
                  <a:pt x="4537" y="1286"/>
                </a:lnTo>
                <a:lnTo>
                  <a:pt x="7645" y="4370"/>
                </a:lnTo>
                <a:lnTo>
                  <a:pt x="7693" y="4406"/>
                </a:lnTo>
                <a:lnTo>
                  <a:pt x="7800" y="4406"/>
                </a:lnTo>
                <a:lnTo>
                  <a:pt x="7883" y="4323"/>
                </a:lnTo>
                <a:lnTo>
                  <a:pt x="7895" y="4263"/>
                </a:lnTo>
                <a:lnTo>
                  <a:pt x="7895" y="3477"/>
                </a:lnTo>
                <a:lnTo>
                  <a:pt x="7907" y="3334"/>
                </a:lnTo>
                <a:lnTo>
                  <a:pt x="8086" y="3001"/>
                </a:lnTo>
                <a:lnTo>
                  <a:pt x="8324" y="2846"/>
                </a:lnTo>
                <a:lnTo>
                  <a:pt x="8514" y="2834"/>
                </a:lnTo>
                <a:lnTo>
                  <a:pt x="8633" y="2834"/>
                </a:lnTo>
                <a:lnTo>
                  <a:pt x="8860" y="2930"/>
                </a:lnTo>
                <a:lnTo>
                  <a:pt x="9014" y="3096"/>
                </a:lnTo>
                <a:lnTo>
                  <a:pt x="9110" y="3311"/>
                </a:lnTo>
                <a:lnTo>
                  <a:pt x="9121" y="3442"/>
                </a:lnTo>
                <a:lnTo>
                  <a:pt x="9121" y="5775"/>
                </a:lnTo>
                <a:lnTo>
                  <a:pt x="9110" y="5775"/>
                </a:lnTo>
                <a:lnTo>
                  <a:pt x="9098" y="6085"/>
                </a:lnTo>
                <a:lnTo>
                  <a:pt x="8979" y="6668"/>
                </a:lnTo>
                <a:lnTo>
                  <a:pt x="8752" y="7216"/>
                </a:lnTo>
                <a:lnTo>
                  <a:pt x="8419" y="7716"/>
                </a:lnTo>
                <a:lnTo>
                  <a:pt x="8205" y="7930"/>
                </a:lnTo>
                <a:lnTo>
                  <a:pt x="7800" y="8323"/>
                </a:lnTo>
                <a:lnTo>
                  <a:pt x="7597" y="8514"/>
                </a:lnTo>
                <a:lnTo>
                  <a:pt x="7157" y="8800"/>
                </a:lnTo>
                <a:lnTo>
                  <a:pt x="6669" y="9002"/>
                </a:lnTo>
                <a:lnTo>
                  <a:pt x="6157" y="9097"/>
                </a:lnTo>
                <a:lnTo>
                  <a:pt x="5895" y="9109"/>
                </a:lnTo>
                <a:lnTo>
                  <a:pt x="5645" y="9097"/>
                </a:lnTo>
                <a:lnTo>
                  <a:pt x="5133" y="9002"/>
                </a:lnTo>
                <a:lnTo>
                  <a:pt x="4645" y="8800"/>
                </a:lnTo>
                <a:lnTo>
                  <a:pt x="4192" y="8514"/>
                </a:lnTo>
                <a:lnTo>
                  <a:pt x="3990" y="8323"/>
                </a:lnTo>
                <a:lnTo>
                  <a:pt x="1465" y="5799"/>
                </a:lnTo>
                <a:lnTo>
                  <a:pt x="1394" y="5716"/>
                </a:lnTo>
                <a:lnTo>
                  <a:pt x="1311" y="5525"/>
                </a:lnTo>
                <a:lnTo>
                  <a:pt x="1311" y="5418"/>
                </a:lnTo>
                <a:lnTo>
                  <a:pt x="1323" y="5299"/>
                </a:lnTo>
                <a:lnTo>
                  <a:pt x="1406" y="5120"/>
                </a:lnTo>
                <a:lnTo>
                  <a:pt x="1549" y="5001"/>
                </a:lnTo>
                <a:lnTo>
                  <a:pt x="1715" y="4954"/>
                </a:lnTo>
                <a:lnTo>
                  <a:pt x="1787" y="4942"/>
                </a:lnTo>
                <a:lnTo>
                  <a:pt x="1882" y="4954"/>
                </a:lnTo>
                <a:lnTo>
                  <a:pt x="2061" y="5025"/>
                </a:lnTo>
                <a:lnTo>
                  <a:pt x="2132" y="5085"/>
                </a:lnTo>
                <a:lnTo>
                  <a:pt x="3668" y="6621"/>
                </a:lnTo>
                <a:lnTo>
                  <a:pt x="3752" y="6680"/>
                </a:lnTo>
                <a:lnTo>
                  <a:pt x="3835" y="6692"/>
                </a:lnTo>
                <a:lnTo>
                  <a:pt x="3942" y="6668"/>
                </a:lnTo>
                <a:lnTo>
                  <a:pt x="4073" y="6537"/>
                </a:lnTo>
                <a:lnTo>
                  <a:pt x="4085" y="6442"/>
                </a:lnTo>
                <a:lnTo>
                  <a:pt x="4073" y="6347"/>
                </a:lnTo>
                <a:lnTo>
                  <a:pt x="4013" y="6275"/>
                </a:lnTo>
                <a:lnTo>
                  <a:pt x="1811" y="4073"/>
                </a:lnTo>
                <a:lnTo>
                  <a:pt x="1739" y="3989"/>
                </a:lnTo>
                <a:lnTo>
                  <a:pt x="1656" y="3799"/>
                </a:lnTo>
                <a:lnTo>
                  <a:pt x="1656" y="3692"/>
                </a:lnTo>
                <a:lnTo>
                  <a:pt x="1656" y="3573"/>
                </a:lnTo>
                <a:lnTo>
                  <a:pt x="1751" y="3394"/>
                </a:lnTo>
                <a:lnTo>
                  <a:pt x="1894" y="3275"/>
                </a:lnTo>
                <a:lnTo>
                  <a:pt x="2061" y="3227"/>
                </a:lnTo>
                <a:lnTo>
                  <a:pt x="2132" y="3215"/>
                </a:lnTo>
                <a:lnTo>
                  <a:pt x="2227" y="3227"/>
                </a:lnTo>
                <a:lnTo>
                  <a:pt x="2406" y="3299"/>
                </a:lnTo>
                <a:lnTo>
                  <a:pt x="2478" y="3358"/>
                </a:lnTo>
                <a:lnTo>
                  <a:pt x="4704" y="5585"/>
                </a:lnTo>
                <a:lnTo>
                  <a:pt x="4787" y="5644"/>
                </a:lnTo>
                <a:lnTo>
                  <a:pt x="4883" y="5656"/>
                </a:lnTo>
                <a:lnTo>
                  <a:pt x="4978" y="5632"/>
                </a:lnTo>
                <a:lnTo>
                  <a:pt x="5109" y="5513"/>
                </a:lnTo>
                <a:lnTo>
                  <a:pt x="5121" y="5418"/>
                </a:lnTo>
                <a:lnTo>
                  <a:pt x="5109" y="5335"/>
                </a:lnTo>
                <a:lnTo>
                  <a:pt x="5049" y="5251"/>
                </a:lnTo>
                <a:lnTo>
                  <a:pt x="2501" y="2691"/>
                </a:lnTo>
                <a:lnTo>
                  <a:pt x="2430" y="2608"/>
                </a:lnTo>
                <a:lnTo>
                  <a:pt x="2335" y="2418"/>
                </a:lnTo>
                <a:lnTo>
                  <a:pt x="2323" y="2310"/>
                </a:lnTo>
                <a:lnTo>
                  <a:pt x="2335" y="2191"/>
                </a:lnTo>
                <a:lnTo>
                  <a:pt x="2430" y="2013"/>
                </a:lnTo>
                <a:lnTo>
                  <a:pt x="2573" y="1894"/>
                </a:lnTo>
                <a:lnTo>
                  <a:pt x="2728" y="1846"/>
                </a:lnTo>
                <a:lnTo>
                  <a:pt x="2811" y="1834"/>
                </a:lnTo>
                <a:lnTo>
                  <a:pt x="2906" y="1846"/>
                </a:lnTo>
                <a:lnTo>
                  <a:pt x="3085" y="1918"/>
                </a:lnTo>
                <a:lnTo>
                  <a:pt x="3156" y="1977"/>
                </a:lnTo>
                <a:lnTo>
                  <a:pt x="5728" y="4525"/>
                </a:lnTo>
                <a:lnTo>
                  <a:pt x="5800" y="4585"/>
                </a:lnTo>
                <a:lnTo>
                  <a:pt x="5895" y="4597"/>
                </a:lnTo>
                <a:lnTo>
                  <a:pt x="5990" y="4585"/>
                </a:lnTo>
                <a:lnTo>
                  <a:pt x="6133" y="4454"/>
                </a:lnTo>
                <a:lnTo>
                  <a:pt x="6145" y="4370"/>
                </a:lnTo>
                <a:lnTo>
                  <a:pt x="6133" y="4275"/>
                </a:lnTo>
                <a:lnTo>
                  <a:pt x="6073" y="4192"/>
                </a:lnTo>
                <a:lnTo>
                  <a:pt x="3871" y="2001"/>
                </a:lnTo>
                <a:lnTo>
                  <a:pt x="3811" y="1918"/>
                </a:lnTo>
                <a:lnTo>
                  <a:pt x="3716" y="1727"/>
                </a:lnTo>
                <a:lnTo>
                  <a:pt x="3716" y="1620"/>
                </a:lnTo>
                <a:lnTo>
                  <a:pt x="3716" y="1501"/>
                </a:lnTo>
                <a:lnTo>
                  <a:pt x="3811" y="1322"/>
                </a:lnTo>
                <a:lnTo>
                  <a:pt x="3954" y="1203"/>
                </a:lnTo>
                <a:lnTo>
                  <a:pt x="4109" y="1144"/>
                </a:lnTo>
                <a:close/>
                <a:moveTo>
                  <a:pt x="334" y="7168"/>
                </a:moveTo>
                <a:lnTo>
                  <a:pt x="203" y="7180"/>
                </a:lnTo>
                <a:lnTo>
                  <a:pt x="25" y="7359"/>
                </a:lnTo>
                <a:lnTo>
                  <a:pt x="1" y="7490"/>
                </a:lnTo>
                <a:lnTo>
                  <a:pt x="13" y="7657"/>
                </a:lnTo>
                <a:lnTo>
                  <a:pt x="72" y="7978"/>
                </a:lnTo>
                <a:lnTo>
                  <a:pt x="203" y="8264"/>
                </a:lnTo>
                <a:lnTo>
                  <a:pt x="370" y="8526"/>
                </a:lnTo>
                <a:lnTo>
                  <a:pt x="596" y="8752"/>
                </a:lnTo>
                <a:lnTo>
                  <a:pt x="858" y="8931"/>
                </a:lnTo>
                <a:lnTo>
                  <a:pt x="1144" y="9050"/>
                </a:lnTo>
                <a:lnTo>
                  <a:pt x="1465" y="9109"/>
                </a:lnTo>
                <a:lnTo>
                  <a:pt x="1632" y="9121"/>
                </a:lnTo>
                <a:lnTo>
                  <a:pt x="1763" y="9097"/>
                </a:lnTo>
                <a:lnTo>
                  <a:pt x="1942" y="8919"/>
                </a:lnTo>
                <a:lnTo>
                  <a:pt x="1966" y="8800"/>
                </a:lnTo>
                <a:lnTo>
                  <a:pt x="1942" y="8669"/>
                </a:lnTo>
                <a:lnTo>
                  <a:pt x="1763" y="8490"/>
                </a:lnTo>
                <a:lnTo>
                  <a:pt x="1632" y="8466"/>
                </a:lnTo>
                <a:lnTo>
                  <a:pt x="1430" y="8454"/>
                </a:lnTo>
                <a:lnTo>
                  <a:pt x="1084" y="8311"/>
                </a:lnTo>
                <a:lnTo>
                  <a:pt x="822" y="8038"/>
                </a:lnTo>
                <a:lnTo>
                  <a:pt x="668" y="7692"/>
                </a:lnTo>
                <a:lnTo>
                  <a:pt x="656" y="7490"/>
                </a:lnTo>
                <a:lnTo>
                  <a:pt x="644" y="7359"/>
                </a:lnTo>
                <a:lnTo>
                  <a:pt x="465" y="7180"/>
                </a:lnTo>
                <a:lnTo>
                  <a:pt x="334" y="7168"/>
                </a:lnTo>
                <a:close/>
                <a:moveTo>
                  <a:pt x="4049" y="477"/>
                </a:moveTo>
                <a:lnTo>
                  <a:pt x="3561" y="667"/>
                </a:lnTo>
                <a:lnTo>
                  <a:pt x="3263" y="965"/>
                </a:lnTo>
                <a:lnTo>
                  <a:pt x="3156" y="1203"/>
                </a:lnTo>
                <a:lnTo>
                  <a:pt x="2990" y="1167"/>
                </a:lnTo>
                <a:lnTo>
                  <a:pt x="2835" y="1167"/>
                </a:lnTo>
                <a:lnTo>
                  <a:pt x="2620" y="1179"/>
                </a:lnTo>
                <a:lnTo>
                  <a:pt x="2216" y="1334"/>
                </a:lnTo>
                <a:lnTo>
                  <a:pt x="1894" y="1632"/>
                </a:lnTo>
                <a:lnTo>
                  <a:pt x="1715" y="2037"/>
                </a:lnTo>
                <a:lnTo>
                  <a:pt x="1704" y="2287"/>
                </a:lnTo>
                <a:lnTo>
                  <a:pt x="1704" y="2453"/>
                </a:lnTo>
                <a:lnTo>
                  <a:pt x="1739" y="2620"/>
                </a:lnTo>
                <a:lnTo>
                  <a:pt x="1608" y="2668"/>
                </a:lnTo>
                <a:lnTo>
                  <a:pt x="1346" y="2858"/>
                </a:lnTo>
                <a:lnTo>
                  <a:pt x="1144" y="3120"/>
                </a:lnTo>
                <a:lnTo>
                  <a:pt x="1013" y="3465"/>
                </a:lnTo>
                <a:lnTo>
                  <a:pt x="1001" y="3668"/>
                </a:lnTo>
                <a:lnTo>
                  <a:pt x="1013" y="3858"/>
                </a:lnTo>
                <a:lnTo>
                  <a:pt x="1144" y="4239"/>
                </a:lnTo>
                <a:lnTo>
                  <a:pt x="1263" y="4406"/>
                </a:lnTo>
                <a:lnTo>
                  <a:pt x="1144" y="4477"/>
                </a:lnTo>
                <a:lnTo>
                  <a:pt x="811" y="4811"/>
                </a:lnTo>
                <a:lnTo>
                  <a:pt x="656" y="5180"/>
                </a:lnTo>
                <a:lnTo>
                  <a:pt x="644" y="5418"/>
                </a:lnTo>
                <a:lnTo>
                  <a:pt x="656" y="5644"/>
                </a:lnTo>
                <a:lnTo>
                  <a:pt x="834" y="6073"/>
                </a:lnTo>
                <a:lnTo>
                  <a:pt x="989" y="6252"/>
                </a:lnTo>
                <a:lnTo>
                  <a:pt x="3537" y="8800"/>
                </a:lnTo>
                <a:lnTo>
                  <a:pt x="3787" y="9014"/>
                </a:lnTo>
                <a:lnTo>
                  <a:pt x="4335" y="9371"/>
                </a:lnTo>
                <a:lnTo>
                  <a:pt x="4942" y="9633"/>
                </a:lnTo>
                <a:lnTo>
                  <a:pt x="5585" y="9764"/>
                </a:lnTo>
                <a:lnTo>
                  <a:pt x="5919" y="9776"/>
                </a:lnTo>
                <a:lnTo>
                  <a:pt x="6252" y="9764"/>
                </a:lnTo>
                <a:lnTo>
                  <a:pt x="6895" y="9633"/>
                </a:lnTo>
                <a:lnTo>
                  <a:pt x="7490" y="9383"/>
                </a:lnTo>
                <a:lnTo>
                  <a:pt x="8038" y="9026"/>
                </a:lnTo>
                <a:lnTo>
                  <a:pt x="8276" y="8800"/>
                </a:lnTo>
                <a:lnTo>
                  <a:pt x="8681" y="8407"/>
                </a:lnTo>
                <a:lnTo>
                  <a:pt x="8943" y="8133"/>
                </a:lnTo>
                <a:lnTo>
                  <a:pt x="9348" y="7538"/>
                </a:lnTo>
                <a:lnTo>
                  <a:pt x="9622" y="6871"/>
                </a:lnTo>
                <a:lnTo>
                  <a:pt x="9764" y="6156"/>
                </a:lnTo>
                <a:lnTo>
                  <a:pt x="9776" y="5787"/>
                </a:lnTo>
                <a:lnTo>
                  <a:pt x="9776" y="3442"/>
                </a:lnTo>
                <a:lnTo>
                  <a:pt x="9753" y="3180"/>
                </a:lnTo>
                <a:lnTo>
                  <a:pt x="9562" y="2727"/>
                </a:lnTo>
                <a:lnTo>
                  <a:pt x="9229" y="2382"/>
                </a:lnTo>
                <a:lnTo>
                  <a:pt x="8776" y="2191"/>
                </a:lnTo>
                <a:lnTo>
                  <a:pt x="8514" y="2179"/>
                </a:lnTo>
                <a:lnTo>
                  <a:pt x="8359" y="2179"/>
                </a:lnTo>
                <a:lnTo>
                  <a:pt x="8086" y="2239"/>
                </a:lnTo>
                <a:lnTo>
                  <a:pt x="7764" y="2418"/>
                </a:lnTo>
                <a:lnTo>
                  <a:pt x="7478" y="2727"/>
                </a:lnTo>
                <a:lnTo>
                  <a:pt x="7324" y="3013"/>
                </a:lnTo>
                <a:lnTo>
                  <a:pt x="7300" y="3096"/>
                </a:lnTo>
                <a:lnTo>
                  <a:pt x="5026" y="822"/>
                </a:lnTo>
                <a:lnTo>
                  <a:pt x="4847" y="667"/>
                </a:lnTo>
                <a:lnTo>
                  <a:pt x="4442" y="489"/>
                </a:lnTo>
                <a:lnTo>
                  <a:pt x="4216" y="477"/>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7" name="Google Shape;3387;p176"/>
          <p:cNvSpPr/>
          <p:nvPr/>
        </p:nvSpPr>
        <p:spPr>
          <a:xfrm>
            <a:off x="9249861" y="3350492"/>
            <a:ext cx="675348" cy="540019"/>
          </a:xfrm>
          <a:custGeom>
            <a:rect b="b" l="l" r="r" t="t"/>
            <a:pathLst>
              <a:path extrusionOk="0" h="10407" w="13015">
                <a:moveTo>
                  <a:pt x="5287" y="1334"/>
                </a:moveTo>
                <a:lnTo>
                  <a:pt x="5156" y="1346"/>
                </a:lnTo>
                <a:lnTo>
                  <a:pt x="4882" y="1382"/>
                </a:lnTo>
                <a:lnTo>
                  <a:pt x="4358" y="1548"/>
                </a:lnTo>
                <a:lnTo>
                  <a:pt x="4108" y="1644"/>
                </a:lnTo>
                <a:lnTo>
                  <a:pt x="4700" y="2117"/>
                </a:lnTo>
                <a:lnTo>
                  <a:pt x="4700" y="2117"/>
                </a:lnTo>
                <a:lnTo>
                  <a:pt x="4966" y="2036"/>
                </a:lnTo>
                <a:lnTo>
                  <a:pt x="5251" y="1989"/>
                </a:lnTo>
                <a:lnTo>
                  <a:pt x="5370" y="1941"/>
                </a:lnTo>
                <a:lnTo>
                  <a:pt x="5525" y="1751"/>
                </a:lnTo>
                <a:lnTo>
                  <a:pt x="5525" y="1620"/>
                </a:lnTo>
                <a:lnTo>
                  <a:pt x="5490" y="1489"/>
                </a:lnTo>
                <a:lnTo>
                  <a:pt x="5287" y="1334"/>
                </a:lnTo>
                <a:close/>
                <a:moveTo>
                  <a:pt x="4700" y="2117"/>
                </a:moveTo>
                <a:lnTo>
                  <a:pt x="4692" y="2120"/>
                </a:lnTo>
                <a:lnTo>
                  <a:pt x="4704" y="2120"/>
                </a:lnTo>
                <a:lnTo>
                  <a:pt x="4700" y="2117"/>
                </a:lnTo>
                <a:close/>
                <a:moveTo>
                  <a:pt x="322" y="2596"/>
                </a:moveTo>
                <a:lnTo>
                  <a:pt x="191" y="2620"/>
                </a:lnTo>
                <a:lnTo>
                  <a:pt x="12" y="2787"/>
                </a:lnTo>
                <a:lnTo>
                  <a:pt x="1" y="2918"/>
                </a:lnTo>
                <a:lnTo>
                  <a:pt x="12" y="3049"/>
                </a:lnTo>
                <a:lnTo>
                  <a:pt x="191" y="3227"/>
                </a:lnTo>
                <a:lnTo>
                  <a:pt x="322" y="3251"/>
                </a:lnTo>
                <a:lnTo>
                  <a:pt x="1929" y="3251"/>
                </a:lnTo>
                <a:lnTo>
                  <a:pt x="1108" y="2596"/>
                </a:lnTo>
                <a:close/>
                <a:moveTo>
                  <a:pt x="7061" y="1298"/>
                </a:moveTo>
                <a:lnTo>
                  <a:pt x="6895" y="1310"/>
                </a:lnTo>
                <a:lnTo>
                  <a:pt x="6561" y="1429"/>
                </a:lnTo>
                <a:lnTo>
                  <a:pt x="6430" y="1548"/>
                </a:lnTo>
                <a:lnTo>
                  <a:pt x="5287" y="2596"/>
                </a:lnTo>
                <a:lnTo>
                  <a:pt x="5823" y="3001"/>
                </a:lnTo>
                <a:lnTo>
                  <a:pt x="6871" y="2025"/>
                </a:lnTo>
                <a:lnTo>
                  <a:pt x="6954" y="1965"/>
                </a:lnTo>
                <a:lnTo>
                  <a:pt x="7061" y="1953"/>
                </a:lnTo>
                <a:lnTo>
                  <a:pt x="7228" y="1953"/>
                </a:lnTo>
                <a:lnTo>
                  <a:pt x="7609" y="1965"/>
                </a:lnTo>
                <a:lnTo>
                  <a:pt x="8347" y="2120"/>
                </a:lnTo>
                <a:lnTo>
                  <a:pt x="9050" y="2429"/>
                </a:lnTo>
                <a:lnTo>
                  <a:pt x="9693" y="2870"/>
                </a:lnTo>
                <a:lnTo>
                  <a:pt x="9990" y="3156"/>
                </a:lnTo>
                <a:lnTo>
                  <a:pt x="10086" y="3251"/>
                </a:lnTo>
                <a:lnTo>
                  <a:pt x="12693" y="3251"/>
                </a:lnTo>
                <a:lnTo>
                  <a:pt x="12824" y="3227"/>
                </a:lnTo>
                <a:lnTo>
                  <a:pt x="13003" y="3049"/>
                </a:lnTo>
                <a:lnTo>
                  <a:pt x="13015" y="2929"/>
                </a:lnTo>
                <a:lnTo>
                  <a:pt x="13003" y="2799"/>
                </a:lnTo>
                <a:lnTo>
                  <a:pt x="12824" y="2620"/>
                </a:lnTo>
                <a:lnTo>
                  <a:pt x="12693" y="2596"/>
                </a:lnTo>
                <a:lnTo>
                  <a:pt x="10347" y="2596"/>
                </a:lnTo>
                <a:lnTo>
                  <a:pt x="10026" y="2298"/>
                </a:lnTo>
                <a:lnTo>
                  <a:pt x="9288" y="1810"/>
                </a:lnTo>
                <a:lnTo>
                  <a:pt x="8490" y="1477"/>
                </a:lnTo>
                <a:lnTo>
                  <a:pt x="7657" y="1310"/>
                </a:lnTo>
                <a:lnTo>
                  <a:pt x="7228" y="1298"/>
                </a:lnTo>
                <a:close/>
                <a:moveTo>
                  <a:pt x="7228" y="2965"/>
                </a:moveTo>
                <a:lnTo>
                  <a:pt x="7121" y="3037"/>
                </a:lnTo>
                <a:lnTo>
                  <a:pt x="6549" y="3572"/>
                </a:lnTo>
                <a:lnTo>
                  <a:pt x="7061" y="3977"/>
                </a:lnTo>
                <a:lnTo>
                  <a:pt x="7561" y="3513"/>
                </a:lnTo>
                <a:lnTo>
                  <a:pt x="7645" y="3418"/>
                </a:lnTo>
                <a:lnTo>
                  <a:pt x="7657" y="3168"/>
                </a:lnTo>
                <a:lnTo>
                  <a:pt x="7585" y="3060"/>
                </a:lnTo>
                <a:lnTo>
                  <a:pt x="7478" y="2977"/>
                </a:lnTo>
                <a:lnTo>
                  <a:pt x="7228" y="2965"/>
                </a:lnTo>
                <a:close/>
                <a:moveTo>
                  <a:pt x="11086" y="7156"/>
                </a:moveTo>
                <a:lnTo>
                  <a:pt x="11907" y="7811"/>
                </a:lnTo>
                <a:lnTo>
                  <a:pt x="12693" y="7811"/>
                </a:lnTo>
                <a:lnTo>
                  <a:pt x="12824" y="7787"/>
                </a:lnTo>
                <a:lnTo>
                  <a:pt x="13003" y="7609"/>
                </a:lnTo>
                <a:lnTo>
                  <a:pt x="13015" y="7478"/>
                </a:lnTo>
                <a:lnTo>
                  <a:pt x="13003" y="7347"/>
                </a:lnTo>
                <a:lnTo>
                  <a:pt x="12824" y="7168"/>
                </a:lnTo>
                <a:lnTo>
                  <a:pt x="12693" y="7156"/>
                </a:lnTo>
                <a:close/>
                <a:moveTo>
                  <a:pt x="644" y="7156"/>
                </a:moveTo>
                <a:lnTo>
                  <a:pt x="513" y="7168"/>
                </a:lnTo>
                <a:lnTo>
                  <a:pt x="334" y="7347"/>
                </a:lnTo>
                <a:lnTo>
                  <a:pt x="322" y="7478"/>
                </a:lnTo>
                <a:lnTo>
                  <a:pt x="334" y="7609"/>
                </a:lnTo>
                <a:lnTo>
                  <a:pt x="513" y="7787"/>
                </a:lnTo>
                <a:lnTo>
                  <a:pt x="644" y="7811"/>
                </a:lnTo>
                <a:lnTo>
                  <a:pt x="3037" y="7811"/>
                </a:lnTo>
                <a:lnTo>
                  <a:pt x="4692" y="9085"/>
                </a:lnTo>
                <a:lnTo>
                  <a:pt x="4906" y="9240"/>
                </a:lnTo>
                <a:lnTo>
                  <a:pt x="5406" y="9419"/>
                </a:lnTo>
                <a:lnTo>
                  <a:pt x="5680" y="9431"/>
                </a:lnTo>
                <a:lnTo>
                  <a:pt x="5835" y="9431"/>
                </a:lnTo>
                <a:lnTo>
                  <a:pt x="6061" y="9395"/>
                </a:lnTo>
                <a:lnTo>
                  <a:pt x="6478" y="9216"/>
                </a:lnTo>
                <a:lnTo>
                  <a:pt x="6656" y="9097"/>
                </a:lnTo>
                <a:lnTo>
                  <a:pt x="6775" y="9204"/>
                </a:lnTo>
                <a:lnTo>
                  <a:pt x="6954" y="9323"/>
                </a:lnTo>
                <a:lnTo>
                  <a:pt x="7347" y="9431"/>
                </a:lnTo>
                <a:lnTo>
                  <a:pt x="7740" y="9395"/>
                </a:lnTo>
                <a:lnTo>
                  <a:pt x="8109" y="9204"/>
                </a:lnTo>
                <a:lnTo>
                  <a:pt x="8252" y="9050"/>
                </a:lnTo>
                <a:lnTo>
                  <a:pt x="8657" y="8561"/>
                </a:lnTo>
                <a:lnTo>
                  <a:pt x="8145" y="8157"/>
                </a:lnTo>
                <a:lnTo>
                  <a:pt x="7752" y="8633"/>
                </a:lnTo>
                <a:lnTo>
                  <a:pt x="7692" y="8692"/>
                </a:lnTo>
                <a:lnTo>
                  <a:pt x="7561" y="8764"/>
                </a:lnTo>
                <a:lnTo>
                  <a:pt x="7407" y="8788"/>
                </a:lnTo>
                <a:lnTo>
                  <a:pt x="7264" y="8740"/>
                </a:lnTo>
                <a:lnTo>
                  <a:pt x="7204" y="8704"/>
                </a:lnTo>
                <a:lnTo>
                  <a:pt x="6859" y="8407"/>
                </a:lnTo>
                <a:lnTo>
                  <a:pt x="6597" y="8228"/>
                </a:lnTo>
                <a:lnTo>
                  <a:pt x="6383" y="8442"/>
                </a:lnTo>
                <a:lnTo>
                  <a:pt x="6263" y="8573"/>
                </a:lnTo>
                <a:lnTo>
                  <a:pt x="5954" y="8752"/>
                </a:lnTo>
                <a:lnTo>
                  <a:pt x="5775" y="8776"/>
                </a:lnTo>
                <a:lnTo>
                  <a:pt x="5585" y="8788"/>
                </a:lnTo>
                <a:lnTo>
                  <a:pt x="5251" y="8680"/>
                </a:lnTo>
                <a:lnTo>
                  <a:pt x="5097" y="8573"/>
                </a:lnTo>
                <a:lnTo>
                  <a:pt x="3263" y="7156"/>
                </a:lnTo>
                <a:close/>
                <a:moveTo>
                  <a:pt x="405" y="0"/>
                </a:moveTo>
                <a:lnTo>
                  <a:pt x="167" y="24"/>
                </a:lnTo>
                <a:lnTo>
                  <a:pt x="72" y="120"/>
                </a:lnTo>
                <a:lnTo>
                  <a:pt x="1" y="227"/>
                </a:lnTo>
                <a:lnTo>
                  <a:pt x="24" y="477"/>
                </a:lnTo>
                <a:lnTo>
                  <a:pt x="120" y="572"/>
                </a:lnTo>
                <a:lnTo>
                  <a:pt x="12491" y="10335"/>
                </a:lnTo>
                <a:lnTo>
                  <a:pt x="12586" y="10395"/>
                </a:lnTo>
                <a:lnTo>
                  <a:pt x="12669" y="10407"/>
                </a:lnTo>
                <a:lnTo>
                  <a:pt x="12753" y="10407"/>
                </a:lnTo>
                <a:lnTo>
                  <a:pt x="12884" y="10347"/>
                </a:lnTo>
                <a:lnTo>
                  <a:pt x="12931" y="10288"/>
                </a:lnTo>
                <a:lnTo>
                  <a:pt x="13003" y="10169"/>
                </a:lnTo>
                <a:lnTo>
                  <a:pt x="12967" y="9931"/>
                </a:lnTo>
                <a:lnTo>
                  <a:pt x="12872" y="9835"/>
                </a:lnTo>
                <a:lnTo>
                  <a:pt x="524" y="60"/>
                </a:lnTo>
                <a:lnTo>
                  <a:pt x="405"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8" name="Google Shape;3388;p176"/>
          <p:cNvSpPr/>
          <p:nvPr/>
        </p:nvSpPr>
        <p:spPr>
          <a:xfrm>
            <a:off x="10355755" y="3349869"/>
            <a:ext cx="540642" cy="540642"/>
          </a:xfrm>
          <a:custGeom>
            <a:rect b="b" l="l" r="r" t="t"/>
            <a:pathLst>
              <a:path extrusionOk="0" h="10419" w="10419">
                <a:moveTo>
                  <a:pt x="7014" y="3584"/>
                </a:moveTo>
                <a:lnTo>
                  <a:pt x="6918" y="3596"/>
                </a:lnTo>
                <a:lnTo>
                  <a:pt x="6752" y="3668"/>
                </a:lnTo>
                <a:lnTo>
                  <a:pt x="6621" y="3799"/>
                </a:lnTo>
                <a:lnTo>
                  <a:pt x="6549" y="3977"/>
                </a:lnTo>
                <a:lnTo>
                  <a:pt x="6549" y="4073"/>
                </a:lnTo>
                <a:lnTo>
                  <a:pt x="6537" y="4168"/>
                </a:lnTo>
                <a:lnTo>
                  <a:pt x="6597" y="4346"/>
                </a:lnTo>
                <a:lnTo>
                  <a:pt x="6728" y="4477"/>
                </a:lnTo>
                <a:lnTo>
                  <a:pt x="6895" y="4549"/>
                </a:lnTo>
                <a:lnTo>
                  <a:pt x="7002" y="4561"/>
                </a:lnTo>
                <a:lnTo>
                  <a:pt x="7097" y="4549"/>
                </a:lnTo>
                <a:lnTo>
                  <a:pt x="7276" y="4477"/>
                </a:lnTo>
                <a:lnTo>
                  <a:pt x="7407" y="4346"/>
                </a:lnTo>
                <a:lnTo>
                  <a:pt x="7478" y="4168"/>
                </a:lnTo>
                <a:lnTo>
                  <a:pt x="7490" y="4073"/>
                </a:lnTo>
                <a:lnTo>
                  <a:pt x="7478" y="3977"/>
                </a:lnTo>
                <a:lnTo>
                  <a:pt x="7407" y="3799"/>
                </a:lnTo>
                <a:lnTo>
                  <a:pt x="7276" y="3668"/>
                </a:lnTo>
                <a:lnTo>
                  <a:pt x="7109" y="3596"/>
                </a:lnTo>
                <a:lnTo>
                  <a:pt x="7014" y="3584"/>
                </a:lnTo>
                <a:close/>
                <a:moveTo>
                  <a:pt x="4073" y="1"/>
                </a:moveTo>
                <a:lnTo>
                  <a:pt x="3680" y="12"/>
                </a:lnTo>
                <a:lnTo>
                  <a:pt x="2918" y="155"/>
                </a:lnTo>
                <a:lnTo>
                  <a:pt x="2203" y="441"/>
                </a:lnTo>
                <a:lnTo>
                  <a:pt x="1560" y="834"/>
                </a:lnTo>
                <a:lnTo>
                  <a:pt x="1001" y="1346"/>
                </a:lnTo>
                <a:lnTo>
                  <a:pt x="548" y="1941"/>
                </a:lnTo>
                <a:lnTo>
                  <a:pt x="227" y="2620"/>
                </a:lnTo>
                <a:lnTo>
                  <a:pt x="36" y="3358"/>
                </a:lnTo>
                <a:lnTo>
                  <a:pt x="1" y="3751"/>
                </a:lnTo>
                <a:lnTo>
                  <a:pt x="1" y="4204"/>
                </a:lnTo>
                <a:lnTo>
                  <a:pt x="167" y="5061"/>
                </a:lnTo>
                <a:lnTo>
                  <a:pt x="513" y="5847"/>
                </a:lnTo>
                <a:lnTo>
                  <a:pt x="1001" y="6525"/>
                </a:lnTo>
                <a:lnTo>
                  <a:pt x="1298" y="6811"/>
                </a:lnTo>
                <a:lnTo>
                  <a:pt x="1287" y="10097"/>
                </a:lnTo>
                <a:lnTo>
                  <a:pt x="1298" y="10228"/>
                </a:lnTo>
                <a:lnTo>
                  <a:pt x="1477" y="10395"/>
                </a:lnTo>
                <a:lnTo>
                  <a:pt x="1608" y="10419"/>
                </a:lnTo>
                <a:lnTo>
                  <a:pt x="1739" y="10395"/>
                </a:lnTo>
                <a:lnTo>
                  <a:pt x="1906" y="10228"/>
                </a:lnTo>
                <a:lnTo>
                  <a:pt x="1918" y="10097"/>
                </a:lnTo>
                <a:lnTo>
                  <a:pt x="1918" y="6525"/>
                </a:lnTo>
                <a:lnTo>
                  <a:pt x="1739" y="6335"/>
                </a:lnTo>
                <a:lnTo>
                  <a:pt x="1477" y="6073"/>
                </a:lnTo>
                <a:lnTo>
                  <a:pt x="1060" y="5490"/>
                </a:lnTo>
                <a:lnTo>
                  <a:pt x="786" y="4847"/>
                </a:lnTo>
                <a:lnTo>
                  <a:pt x="655" y="4144"/>
                </a:lnTo>
                <a:lnTo>
                  <a:pt x="655" y="3775"/>
                </a:lnTo>
                <a:lnTo>
                  <a:pt x="679" y="3453"/>
                </a:lnTo>
                <a:lnTo>
                  <a:pt x="834" y="2846"/>
                </a:lnTo>
                <a:lnTo>
                  <a:pt x="1108" y="2287"/>
                </a:lnTo>
                <a:lnTo>
                  <a:pt x="1477" y="1787"/>
                </a:lnTo>
                <a:lnTo>
                  <a:pt x="1941" y="1370"/>
                </a:lnTo>
                <a:lnTo>
                  <a:pt x="2477" y="1025"/>
                </a:lnTo>
                <a:lnTo>
                  <a:pt x="3073" y="786"/>
                </a:lnTo>
                <a:lnTo>
                  <a:pt x="3716" y="667"/>
                </a:lnTo>
                <a:lnTo>
                  <a:pt x="4049" y="655"/>
                </a:lnTo>
                <a:lnTo>
                  <a:pt x="5394" y="655"/>
                </a:lnTo>
                <a:lnTo>
                  <a:pt x="5835" y="667"/>
                </a:lnTo>
                <a:lnTo>
                  <a:pt x="6656" y="870"/>
                </a:lnTo>
                <a:lnTo>
                  <a:pt x="7419" y="1263"/>
                </a:lnTo>
                <a:lnTo>
                  <a:pt x="8061" y="1822"/>
                </a:lnTo>
                <a:lnTo>
                  <a:pt x="8323" y="2168"/>
                </a:lnTo>
                <a:lnTo>
                  <a:pt x="8526" y="2525"/>
                </a:lnTo>
                <a:lnTo>
                  <a:pt x="8966" y="3704"/>
                </a:lnTo>
                <a:lnTo>
                  <a:pt x="9193" y="4335"/>
                </a:lnTo>
                <a:lnTo>
                  <a:pt x="9502" y="5192"/>
                </a:lnTo>
                <a:lnTo>
                  <a:pt x="9752" y="5859"/>
                </a:lnTo>
                <a:lnTo>
                  <a:pt x="8788" y="5859"/>
                </a:lnTo>
                <a:lnTo>
                  <a:pt x="8657" y="5882"/>
                </a:lnTo>
                <a:lnTo>
                  <a:pt x="8478" y="6061"/>
                </a:lnTo>
                <a:lnTo>
                  <a:pt x="8466" y="6192"/>
                </a:lnTo>
                <a:lnTo>
                  <a:pt x="8466" y="7811"/>
                </a:lnTo>
                <a:lnTo>
                  <a:pt x="8454" y="7954"/>
                </a:lnTo>
                <a:lnTo>
                  <a:pt x="8359" y="8180"/>
                </a:lnTo>
                <a:lnTo>
                  <a:pt x="8181" y="8359"/>
                </a:lnTo>
                <a:lnTo>
                  <a:pt x="7942" y="8454"/>
                </a:lnTo>
                <a:lnTo>
                  <a:pt x="7811" y="8466"/>
                </a:lnTo>
                <a:lnTo>
                  <a:pt x="6180" y="8466"/>
                </a:lnTo>
                <a:lnTo>
                  <a:pt x="6061" y="8490"/>
                </a:lnTo>
                <a:lnTo>
                  <a:pt x="5883" y="8657"/>
                </a:lnTo>
                <a:lnTo>
                  <a:pt x="5859" y="8788"/>
                </a:lnTo>
                <a:lnTo>
                  <a:pt x="5835" y="10097"/>
                </a:lnTo>
                <a:lnTo>
                  <a:pt x="5859" y="10228"/>
                </a:lnTo>
                <a:lnTo>
                  <a:pt x="6025" y="10407"/>
                </a:lnTo>
                <a:lnTo>
                  <a:pt x="6144" y="10419"/>
                </a:lnTo>
                <a:lnTo>
                  <a:pt x="6275" y="10407"/>
                </a:lnTo>
                <a:lnTo>
                  <a:pt x="6454" y="10228"/>
                </a:lnTo>
                <a:lnTo>
                  <a:pt x="6478" y="10097"/>
                </a:lnTo>
                <a:lnTo>
                  <a:pt x="6478" y="9121"/>
                </a:lnTo>
                <a:lnTo>
                  <a:pt x="7752" y="9121"/>
                </a:lnTo>
                <a:lnTo>
                  <a:pt x="8026" y="9097"/>
                </a:lnTo>
                <a:lnTo>
                  <a:pt x="8490" y="8907"/>
                </a:lnTo>
                <a:lnTo>
                  <a:pt x="8835" y="8550"/>
                </a:lnTo>
                <a:lnTo>
                  <a:pt x="9026" y="8097"/>
                </a:lnTo>
                <a:lnTo>
                  <a:pt x="9038" y="7835"/>
                </a:lnTo>
                <a:lnTo>
                  <a:pt x="9038" y="6514"/>
                </a:lnTo>
                <a:lnTo>
                  <a:pt x="9681" y="6514"/>
                </a:lnTo>
                <a:lnTo>
                  <a:pt x="9883" y="6502"/>
                </a:lnTo>
                <a:lnTo>
                  <a:pt x="10193" y="6335"/>
                </a:lnTo>
                <a:lnTo>
                  <a:pt x="10383" y="6073"/>
                </a:lnTo>
                <a:lnTo>
                  <a:pt x="10419" y="5763"/>
                </a:lnTo>
                <a:lnTo>
                  <a:pt x="10359" y="5597"/>
                </a:lnTo>
                <a:lnTo>
                  <a:pt x="10026" y="4728"/>
                </a:lnTo>
                <a:lnTo>
                  <a:pt x="9455" y="3049"/>
                </a:lnTo>
                <a:lnTo>
                  <a:pt x="9062" y="2108"/>
                </a:lnTo>
                <a:lnTo>
                  <a:pt x="8871" y="1798"/>
                </a:lnTo>
                <a:lnTo>
                  <a:pt x="8728" y="1596"/>
                </a:lnTo>
                <a:lnTo>
                  <a:pt x="8383" y="1215"/>
                </a:lnTo>
                <a:lnTo>
                  <a:pt x="8002" y="882"/>
                </a:lnTo>
                <a:lnTo>
                  <a:pt x="7597" y="608"/>
                </a:lnTo>
                <a:lnTo>
                  <a:pt x="7145" y="370"/>
                </a:lnTo>
                <a:lnTo>
                  <a:pt x="6680" y="191"/>
                </a:lnTo>
                <a:lnTo>
                  <a:pt x="6180" y="72"/>
                </a:lnTo>
                <a:lnTo>
                  <a:pt x="5680"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89" name="Google Shape;3389;p176"/>
          <p:cNvSpPr/>
          <p:nvPr/>
        </p:nvSpPr>
        <p:spPr>
          <a:xfrm>
            <a:off x="11394299" y="3349869"/>
            <a:ext cx="540694" cy="540642"/>
          </a:xfrm>
          <a:custGeom>
            <a:rect b="b" l="l" r="r" t="t"/>
            <a:pathLst>
              <a:path extrusionOk="0" h="10419" w="10420">
                <a:moveTo>
                  <a:pt x="4323" y="1334"/>
                </a:moveTo>
                <a:lnTo>
                  <a:pt x="3894" y="1513"/>
                </a:lnTo>
                <a:lnTo>
                  <a:pt x="3716" y="1679"/>
                </a:lnTo>
                <a:lnTo>
                  <a:pt x="3490" y="1620"/>
                </a:lnTo>
                <a:lnTo>
                  <a:pt x="3061" y="1679"/>
                </a:lnTo>
                <a:lnTo>
                  <a:pt x="2692" y="1894"/>
                </a:lnTo>
                <a:lnTo>
                  <a:pt x="2418" y="2239"/>
                </a:lnTo>
                <a:lnTo>
                  <a:pt x="2335" y="2453"/>
                </a:lnTo>
                <a:lnTo>
                  <a:pt x="2120" y="2477"/>
                </a:lnTo>
                <a:lnTo>
                  <a:pt x="1751" y="2668"/>
                </a:lnTo>
                <a:lnTo>
                  <a:pt x="1465" y="2977"/>
                </a:lnTo>
                <a:lnTo>
                  <a:pt x="1311" y="3358"/>
                </a:lnTo>
                <a:lnTo>
                  <a:pt x="1299" y="3584"/>
                </a:lnTo>
                <a:lnTo>
                  <a:pt x="1311" y="3751"/>
                </a:lnTo>
                <a:lnTo>
                  <a:pt x="1406" y="4061"/>
                </a:lnTo>
                <a:lnTo>
                  <a:pt x="1573" y="4323"/>
                </a:lnTo>
                <a:lnTo>
                  <a:pt x="1823" y="4537"/>
                </a:lnTo>
                <a:lnTo>
                  <a:pt x="1965" y="4608"/>
                </a:lnTo>
                <a:lnTo>
                  <a:pt x="2013" y="4799"/>
                </a:lnTo>
                <a:lnTo>
                  <a:pt x="2216" y="5132"/>
                </a:lnTo>
                <a:lnTo>
                  <a:pt x="2513" y="5382"/>
                </a:lnTo>
                <a:lnTo>
                  <a:pt x="2882" y="5525"/>
                </a:lnTo>
                <a:lnTo>
                  <a:pt x="3085" y="5537"/>
                </a:lnTo>
                <a:lnTo>
                  <a:pt x="3251" y="5537"/>
                </a:lnTo>
                <a:lnTo>
                  <a:pt x="3251" y="6192"/>
                </a:lnTo>
                <a:lnTo>
                  <a:pt x="3275" y="6323"/>
                </a:lnTo>
                <a:lnTo>
                  <a:pt x="3442" y="6490"/>
                </a:lnTo>
                <a:lnTo>
                  <a:pt x="3573" y="6514"/>
                </a:lnTo>
                <a:lnTo>
                  <a:pt x="3704" y="6490"/>
                </a:lnTo>
                <a:lnTo>
                  <a:pt x="3882" y="6323"/>
                </a:lnTo>
                <a:lnTo>
                  <a:pt x="3906" y="6192"/>
                </a:lnTo>
                <a:lnTo>
                  <a:pt x="3906" y="5216"/>
                </a:lnTo>
                <a:lnTo>
                  <a:pt x="3882" y="5085"/>
                </a:lnTo>
                <a:lnTo>
                  <a:pt x="3704" y="4906"/>
                </a:lnTo>
                <a:lnTo>
                  <a:pt x="3573" y="4882"/>
                </a:lnTo>
                <a:lnTo>
                  <a:pt x="2989" y="4882"/>
                </a:lnTo>
                <a:lnTo>
                  <a:pt x="2823" y="4811"/>
                </a:lnTo>
                <a:lnTo>
                  <a:pt x="2692" y="4680"/>
                </a:lnTo>
                <a:lnTo>
                  <a:pt x="2608" y="4513"/>
                </a:lnTo>
                <a:lnTo>
                  <a:pt x="2597" y="4430"/>
                </a:lnTo>
                <a:lnTo>
                  <a:pt x="2608" y="4394"/>
                </a:lnTo>
                <a:lnTo>
                  <a:pt x="2608" y="4370"/>
                </a:lnTo>
                <a:lnTo>
                  <a:pt x="2597" y="4263"/>
                </a:lnTo>
                <a:lnTo>
                  <a:pt x="2454" y="4085"/>
                </a:lnTo>
                <a:lnTo>
                  <a:pt x="2346" y="4049"/>
                </a:lnTo>
                <a:lnTo>
                  <a:pt x="2180" y="3989"/>
                </a:lnTo>
                <a:lnTo>
                  <a:pt x="2013" y="3823"/>
                </a:lnTo>
                <a:lnTo>
                  <a:pt x="1954" y="3668"/>
                </a:lnTo>
                <a:lnTo>
                  <a:pt x="1954" y="3584"/>
                </a:lnTo>
                <a:lnTo>
                  <a:pt x="1954" y="3489"/>
                </a:lnTo>
                <a:lnTo>
                  <a:pt x="2025" y="3311"/>
                </a:lnTo>
                <a:lnTo>
                  <a:pt x="2168" y="3180"/>
                </a:lnTo>
                <a:lnTo>
                  <a:pt x="2358" y="3108"/>
                </a:lnTo>
                <a:lnTo>
                  <a:pt x="2501" y="3108"/>
                </a:lnTo>
                <a:lnTo>
                  <a:pt x="2537" y="3120"/>
                </a:lnTo>
                <a:lnTo>
                  <a:pt x="2620" y="3132"/>
                </a:lnTo>
                <a:lnTo>
                  <a:pt x="2763" y="3096"/>
                </a:lnTo>
                <a:lnTo>
                  <a:pt x="2823" y="3049"/>
                </a:lnTo>
                <a:lnTo>
                  <a:pt x="2870" y="3001"/>
                </a:lnTo>
                <a:lnTo>
                  <a:pt x="2930" y="2858"/>
                </a:lnTo>
                <a:lnTo>
                  <a:pt x="2930" y="2787"/>
                </a:lnTo>
                <a:lnTo>
                  <a:pt x="2930" y="2763"/>
                </a:lnTo>
                <a:lnTo>
                  <a:pt x="2930" y="2739"/>
                </a:lnTo>
                <a:lnTo>
                  <a:pt x="2942" y="2644"/>
                </a:lnTo>
                <a:lnTo>
                  <a:pt x="3013" y="2477"/>
                </a:lnTo>
                <a:lnTo>
                  <a:pt x="3144" y="2358"/>
                </a:lnTo>
                <a:lnTo>
                  <a:pt x="3323" y="2287"/>
                </a:lnTo>
                <a:lnTo>
                  <a:pt x="3418" y="2287"/>
                </a:lnTo>
                <a:lnTo>
                  <a:pt x="3537" y="2299"/>
                </a:lnTo>
                <a:lnTo>
                  <a:pt x="3668" y="2370"/>
                </a:lnTo>
                <a:lnTo>
                  <a:pt x="3728" y="2394"/>
                </a:lnTo>
                <a:lnTo>
                  <a:pt x="3859" y="2418"/>
                </a:lnTo>
                <a:lnTo>
                  <a:pt x="3918" y="2406"/>
                </a:lnTo>
                <a:lnTo>
                  <a:pt x="4049" y="2346"/>
                </a:lnTo>
                <a:lnTo>
                  <a:pt x="4121" y="2227"/>
                </a:lnTo>
                <a:lnTo>
                  <a:pt x="4204" y="2120"/>
                </a:lnTo>
                <a:lnTo>
                  <a:pt x="4430" y="1989"/>
                </a:lnTo>
                <a:lnTo>
                  <a:pt x="4692" y="1989"/>
                </a:lnTo>
                <a:lnTo>
                  <a:pt x="4918" y="2120"/>
                </a:lnTo>
                <a:lnTo>
                  <a:pt x="4990" y="2227"/>
                </a:lnTo>
                <a:lnTo>
                  <a:pt x="5061" y="2346"/>
                </a:lnTo>
                <a:lnTo>
                  <a:pt x="5192" y="2406"/>
                </a:lnTo>
                <a:lnTo>
                  <a:pt x="5323" y="2418"/>
                </a:lnTo>
                <a:lnTo>
                  <a:pt x="5454" y="2370"/>
                </a:lnTo>
                <a:lnTo>
                  <a:pt x="5585" y="2299"/>
                </a:lnTo>
                <a:lnTo>
                  <a:pt x="5692" y="2287"/>
                </a:lnTo>
                <a:lnTo>
                  <a:pt x="5788" y="2287"/>
                </a:lnTo>
                <a:lnTo>
                  <a:pt x="5942" y="2346"/>
                </a:lnTo>
                <a:lnTo>
                  <a:pt x="6061" y="2465"/>
                </a:lnTo>
                <a:lnTo>
                  <a:pt x="6145" y="2608"/>
                </a:lnTo>
                <a:lnTo>
                  <a:pt x="6169" y="2703"/>
                </a:lnTo>
                <a:lnTo>
                  <a:pt x="6180" y="2775"/>
                </a:lnTo>
                <a:lnTo>
                  <a:pt x="6264" y="2882"/>
                </a:lnTo>
                <a:lnTo>
                  <a:pt x="6323" y="2930"/>
                </a:lnTo>
                <a:lnTo>
                  <a:pt x="6383" y="2965"/>
                </a:lnTo>
                <a:lnTo>
                  <a:pt x="6526" y="2977"/>
                </a:lnTo>
                <a:lnTo>
                  <a:pt x="6597" y="2953"/>
                </a:lnTo>
                <a:lnTo>
                  <a:pt x="6657" y="2941"/>
                </a:lnTo>
                <a:lnTo>
                  <a:pt x="6669" y="2930"/>
                </a:lnTo>
                <a:lnTo>
                  <a:pt x="6776" y="2941"/>
                </a:lnTo>
                <a:lnTo>
                  <a:pt x="6942" y="3013"/>
                </a:lnTo>
                <a:lnTo>
                  <a:pt x="7085" y="3144"/>
                </a:lnTo>
                <a:lnTo>
                  <a:pt x="7157" y="3323"/>
                </a:lnTo>
                <a:lnTo>
                  <a:pt x="7157" y="3418"/>
                </a:lnTo>
                <a:lnTo>
                  <a:pt x="7157" y="3525"/>
                </a:lnTo>
                <a:lnTo>
                  <a:pt x="7085" y="3692"/>
                </a:lnTo>
                <a:lnTo>
                  <a:pt x="6942" y="3835"/>
                </a:lnTo>
                <a:lnTo>
                  <a:pt x="6776" y="3906"/>
                </a:lnTo>
                <a:lnTo>
                  <a:pt x="5823" y="3906"/>
                </a:lnTo>
                <a:lnTo>
                  <a:pt x="5752" y="3918"/>
                </a:lnTo>
                <a:lnTo>
                  <a:pt x="5621" y="3977"/>
                </a:lnTo>
                <a:lnTo>
                  <a:pt x="5573" y="4037"/>
                </a:lnTo>
                <a:lnTo>
                  <a:pt x="5537" y="4096"/>
                </a:lnTo>
                <a:lnTo>
                  <a:pt x="5502" y="4227"/>
                </a:lnTo>
                <a:lnTo>
                  <a:pt x="5514" y="4299"/>
                </a:lnTo>
                <a:lnTo>
                  <a:pt x="5526" y="4346"/>
                </a:lnTo>
                <a:lnTo>
                  <a:pt x="5537" y="4394"/>
                </a:lnTo>
                <a:lnTo>
                  <a:pt x="5526" y="4501"/>
                </a:lnTo>
                <a:lnTo>
                  <a:pt x="5454" y="4668"/>
                </a:lnTo>
                <a:lnTo>
                  <a:pt x="5323" y="4811"/>
                </a:lnTo>
                <a:lnTo>
                  <a:pt x="5145" y="4882"/>
                </a:lnTo>
                <a:lnTo>
                  <a:pt x="5049" y="4882"/>
                </a:lnTo>
                <a:lnTo>
                  <a:pt x="4918" y="4906"/>
                </a:lnTo>
                <a:lnTo>
                  <a:pt x="4740" y="5085"/>
                </a:lnTo>
                <a:lnTo>
                  <a:pt x="4716" y="5216"/>
                </a:lnTo>
                <a:lnTo>
                  <a:pt x="4740" y="5347"/>
                </a:lnTo>
                <a:lnTo>
                  <a:pt x="4918" y="5525"/>
                </a:lnTo>
                <a:lnTo>
                  <a:pt x="5049" y="5537"/>
                </a:lnTo>
                <a:lnTo>
                  <a:pt x="5252" y="5525"/>
                </a:lnTo>
                <a:lnTo>
                  <a:pt x="5633" y="5382"/>
                </a:lnTo>
                <a:lnTo>
                  <a:pt x="5930" y="5120"/>
                </a:lnTo>
                <a:lnTo>
                  <a:pt x="6133" y="4763"/>
                </a:lnTo>
                <a:lnTo>
                  <a:pt x="6169" y="4561"/>
                </a:lnTo>
                <a:lnTo>
                  <a:pt x="6669" y="4561"/>
                </a:lnTo>
                <a:lnTo>
                  <a:pt x="6907" y="4549"/>
                </a:lnTo>
                <a:lnTo>
                  <a:pt x="7312" y="4370"/>
                </a:lnTo>
                <a:lnTo>
                  <a:pt x="7621" y="4061"/>
                </a:lnTo>
                <a:lnTo>
                  <a:pt x="7800" y="3644"/>
                </a:lnTo>
                <a:lnTo>
                  <a:pt x="7812" y="3418"/>
                </a:lnTo>
                <a:lnTo>
                  <a:pt x="7800" y="3192"/>
                </a:lnTo>
                <a:lnTo>
                  <a:pt x="7633" y="2787"/>
                </a:lnTo>
                <a:lnTo>
                  <a:pt x="7335" y="2489"/>
                </a:lnTo>
                <a:lnTo>
                  <a:pt x="6931" y="2310"/>
                </a:lnTo>
                <a:lnTo>
                  <a:pt x="6716" y="2287"/>
                </a:lnTo>
                <a:lnTo>
                  <a:pt x="6621" y="2108"/>
                </a:lnTo>
                <a:lnTo>
                  <a:pt x="6335" y="1834"/>
                </a:lnTo>
                <a:lnTo>
                  <a:pt x="5990" y="1656"/>
                </a:lnTo>
                <a:lnTo>
                  <a:pt x="5597" y="1632"/>
                </a:lnTo>
                <a:lnTo>
                  <a:pt x="5395" y="1679"/>
                </a:lnTo>
                <a:lnTo>
                  <a:pt x="5216" y="1513"/>
                </a:lnTo>
                <a:lnTo>
                  <a:pt x="4787" y="1334"/>
                </a:lnTo>
                <a:close/>
                <a:moveTo>
                  <a:pt x="4073" y="1"/>
                </a:moveTo>
                <a:lnTo>
                  <a:pt x="3680" y="12"/>
                </a:lnTo>
                <a:lnTo>
                  <a:pt x="2918" y="155"/>
                </a:lnTo>
                <a:lnTo>
                  <a:pt x="2204" y="441"/>
                </a:lnTo>
                <a:lnTo>
                  <a:pt x="1561" y="834"/>
                </a:lnTo>
                <a:lnTo>
                  <a:pt x="1001" y="1346"/>
                </a:lnTo>
                <a:lnTo>
                  <a:pt x="549" y="1941"/>
                </a:lnTo>
                <a:lnTo>
                  <a:pt x="227" y="2620"/>
                </a:lnTo>
                <a:lnTo>
                  <a:pt x="37" y="3358"/>
                </a:lnTo>
                <a:lnTo>
                  <a:pt x="1" y="3751"/>
                </a:lnTo>
                <a:lnTo>
                  <a:pt x="1" y="4204"/>
                </a:lnTo>
                <a:lnTo>
                  <a:pt x="168" y="5061"/>
                </a:lnTo>
                <a:lnTo>
                  <a:pt x="513" y="5847"/>
                </a:lnTo>
                <a:lnTo>
                  <a:pt x="1001" y="6525"/>
                </a:lnTo>
                <a:lnTo>
                  <a:pt x="1299" y="6811"/>
                </a:lnTo>
                <a:lnTo>
                  <a:pt x="1287" y="10097"/>
                </a:lnTo>
                <a:lnTo>
                  <a:pt x="1299" y="10228"/>
                </a:lnTo>
                <a:lnTo>
                  <a:pt x="1477" y="10395"/>
                </a:lnTo>
                <a:lnTo>
                  <a:pt x="1608" y="10419"/>
                </a:lnTo>
                <a:lnTo>
                  <a:pt x="1739" y="10395"/>
                </a:lnTo>
                <a:lnTo>
                  <a:pt x="1906" y="10228"/>
                </a:lnTo>
                <a:lnTo>
                  <a:pt x="1918" y="10097"/>
                </a:lnTo>
                <a:lnTo>
                  <a:pt x="1918" y="6525"/>
                </a:lnTo>
                <a:lnTo>
                  <a:pt x="1739" y="6335"/>
                </a:lnTo>
                <a:lnTo>
                  <a:pt x="1477" y="6073"/>
                </a:lnTo>
                <a:lnTo>
                  <a:pt x="1061" y="5490"/>
                </a:lnTo>
                <a:lnTo>
                  <a:pt x="787" y="4847"/>
                </a:lnTo>
                <a:lnTo>
                  <a:pt x="656" y="4144"/>
                </a:lnTo>
                <a:lnTo>
                  <a:pt x="656" y="3775"/>
                </a:lnTo>
                <a:lnTo>
                  <a:pt x="680" y="3453"/>
                </a:lnTo>
                <a:lnTo>
                  <a:pt x="834" y="2846"/>
                </a:lnTo>
                <a:lnTo>
                  <a:pt x="1108" y="2287"/>
                </a:lnTo>
                <a:lnTo>
                  <a:pt x="1477" y="1787"/>
                </a:lnTo>
                <a:lnTo>
                  <a:pt x="1942" y="1370"/>
                </a:lnTo>
                <a:lnTo>
                  <a:pt x="2477" y="1025"/>
                </a:lnTo>
                <a:lnTo>
                  <a:pt x="3073" y="786"/>
                </a:lnTo>
                <a:lnTo>
                  <a:pt x="3716" y="667"/>
                </a:lnTo>
                <a:lnTo>
                  <a:pt x="4049" y="655"/>
                </a:lnTo>
                <a:lnTo>
                  <a:pt x="5395" y="655"/>
                </a:lnTo>
                <a:lnTo>
                  <a:pt x="5835" y="667"/>
                </a:lnTo>
                <a:lnTo>
                  <a:pt x="6657" y="870"/>
                </a:lnTo>
                <a:lnTo>
                  <a:pt x="7419" y="1263"/>
                </a:lnTo>
                <a:lnTo>
                  <a:pt x="8062" y="1822"/>
                </a:lnTo>
                <a:lnTo>
                  <a:pt x="8324" y="2168"/>
                </a:lnTo>
                <a:lnTo>
                  <a:pt x="8526" y="2525"/>
                </a:lnTo>
                <a:lnTo>
                  <a:pt x="8967" y="3704"/>
                </a:lnTo>
                <a:lnTo>
                  <a:pt x="9193" y="4335"/>
                </a:lnTo>
                <a:lnTo>
                  <a:pt x="9502" y="5192"/>
                </a:lnTo>
                <a:lnTo>
                  <a:pt x="9752" y="5859"/>
                </a:lnTo>
                <a:lnTo>
                  <a:pt x="8788" y="5859"/>
                </a:lnTo>
                <a:lnTo>
                  <a:pt x="8657" y="5882"/>
                </a:lnTo>
                <a:lnTo>
                  <a:pt x="8478" y="6061"/>
                </a:lnTo>
                <a:lnTo>
                  <a:pt x="8467" y="6192"/>
                </a:lnTo>
                <a:lnTo>
                  <a:pt x="8467" y="7811"/>
                </a:lnTo>
                <a:lnTo>
                  <a:pt x="8455" y="7954"/>
                </a:lnTo>
                <a:lnTo>
                  <a:pt x="8359" y="8180"/>
                </a:lnTo>
                <a:lnTo>
                  <a:pt x="8181" y="8359"/>
                </a:lnTo>
                <a:lnTo>
                  <a:pt x="7943" y="8454"/>
                </a:lnTo>
                <a:lnTo>
                  <a:pt x="7812" y="8466"/>
                </a:lnTo>
                <a:lnTo>
                  <a:pt x="6180" y="8466"/>
                </a:lnTo>
                <a:lnTo>
                  <a:pt x="6049" y="8490"/>
                </a:lnTo>
                <a:lnTo>
                  <a:pt x="5883" y="8657"/>
                </a:lnTo>
                <a:lnTo>
                  <a:pt x="5859" y="8788"/>
                </a:lnTo>
                <a:lnTo>
                  <a:pt x="5847" y="10097"/>
                </a:lnTo>
                <a:lnTo>
                  <a:pt x="5859" y="10228"/>
                </a:lnTo>
                <a:lnTo>
                  <a:pt x="6026" y="10407"/>
                </a:lnTo>
                <a:lnTo>
                  <a:pt x="6145" y="10419"/>
                </a:lnTo>
                <a:lnTo>
                  <a:pt x="6276" y="10407"/>
                </a:lnTo>
                <a:lnTo>
                  <a:pt x="6454" y="10228"/>
                </a:lnTo>
                <a:lnTo>
                  <a:pt x="6478" y="10097"/>
                </a:lnTo>
                <a:lnTo>
                  <a:pt x="6478" y="9121"/>
                </a:lnTo>
                <a:lnTo>
                  <a:pt x="7776" y="9121"/>
                </a:lnTo>
                <a:lnTo>
                  <a:pt x="8038" y="9097"/>
                </a:lnTo>
                <a:lnTo>
                  <a:pt x="8502" y="8907"/>
                </a:lnTo>
                <a:lnTo>
                  <a:pt x="8848" y="8550"/>
                </a:lnTo>
                <a:lnTo>
                  <a:pt x="9038" y="8097"/>
                </a:lnTo>
                <a:lnTo>
                  <a:pt x="9062" y="7835"/>
                </a:lnTo>
                <a:lnTo>
                  <a:pt x="9062" y="6514"/>
                </a:lnTo>
                <a:lnTo>
                  <a:pt x="9693" y="6514"/>
                </a:lnTo>
                <a:lnTo>
                  <a:pt x="9895" y="6502"/>
                </a:lnTo>
                <a:lnTo>
                  <a:pt x="10205" y="6335"/>
                </a:lnTo>
                <a:lnTo>
                  <a:pt x="10384" y="6073"/>
                </a:lnTo>
                <a:lnTo>
                  <a:pt x="10419" y="5763"/>
                </a:lnTo>
                <a:lnTo>
                  <a:pt x="10360" y="5597"/>
                </a:lnTo>
                <a:lnTo>
                  <a:pt x="10026" y="4728"/>
                </a:lnTo>
                <a:lnTo>
                  <a:pt x="9455" y="3049"/>
                </a:lnTo>
                <a:lnTo>
                  <a:pt x="9062" y="2108"/>
                </a:lnTo>
                <a:lnTo>
                  <a:pt x="8871" y="1798"/>
                </a:lnTo>
                <a:lnTo>
                  <a:pt x="8728" y="1596"/>
                </a:lnTo>
                <a:lnTo>
                  <a:pt x="8383" y="1215"/>
                </a:lnTo>
                <a:lnTo>
                  <a:pt x="8002" y="882"/>
                </a:lnTo>
                <a:lnTo>
                  <a:pt x="7597" y="608"/>
                </a:lnTo>
                <a:lnTo>
                  <a:pt x="7145" y="370"/>
                </a:lnTo>
                <a:lnTo>
                  <a:pt x="6681" y="191"/>
                </a:lnTo>
                <a:lnTo>
                  <a:pt x="6180" y="72"/>
                </a:lnTo>
                <a:lnTo>
                  <a:pt x="5680"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90" name="Google Shape;3390;p176"/>
          <p:cNvSpPr/>
          <p:nvPr/>
        </p:nvSpPr>
        <p:spPr>
          <a:xfrm>
            <a:off x="12432894" y="3383856"/>
            <a:ext cx="540642" cy="473289"/>
          </a:xfrm>
          <a:custGeom>
            <a:rect b="b" l="l" r="r" t="t"/>
            <a:pathLst>
              <a:path extrusionOk="0" h="9121" w="10419">
                <a:moveTo>
                  <a:pt x="1953" y="5204"/>
                </a:moveTo>
                <a:lnTo>
                  <a:pt x="1953" y="8466"/>
                </a:lnTo>
                <a:lnTo>
                  <a:pt x="1298" y="8466"/>
                </a:lnTo>
                <a:lnTo>
                  <a:pt x="1167" y="8454"/>
                </a:lnTo>
                <a:lnTo>
                  <a:pt x="929" y="8359"/>
                </a:lnTo>
                <a:lnTo>
                  <a:pt x="762" y="8180"/>
                </a:lnTo>
                <a:lnTo>
                  <a:pt x="655" y="7942"/>
                </a:lnTo>
                <a:lnTo>
                  <a:pt x="655" y="7811"/>
                </a:lnTo>
                <a:lnTo>
                  <a:pt x="655" y="5859"/>
                </a:lnTo>
                <a:lnTo>
                  <a:pt x="655" y="5728"/>
                </a:lnTo>
                <a:lnTo>
                  <a:pt x="762" y="5489"/>
                </a:lnTo>
                <a:lnTo>
                  <a:pt x="929" y="5323"/>
                </a:lnTo>
                <a:lnTo>
                  <a:pt x="1167" y="5216"/>
                </a:lnTo>
                <a:lnTo>
                  <a:pt x="1298" y="5204"/>
                </a:lnTo>
                <a:close/>
                <a:moveTo>
                  <a:pt x="9252" y="5216"/>
                </a:moveTo>
                <a:lnTo>
                  <a:pt x="9478" y="5323"/>
                </a:lnTo>
                <a:lnTo>
                  <a:pt x="9656" y="5501"/>
                </a:lnTo>
                <a:lnTo>
                  <a:pt x="9752" y="5728"/>
                </a:lnTo>
                <a:lnTo>
                  <a:pt x="9764" y="5859"/>
                </a:lnTo>
                <a:lnTo>
                  <a:pt x="9764" y="5870"/>
                </a:lnTo>
                <a:lnTo>
                  <a:pt x="9764" y="7811"/>
                </a:lnTo>
                <a:lnTo>
                  <a:pt x="9752" y="7942"/>
                </a:lnTo>
                <a:lnTo>
                  <a:pt x="9656" y="8180"/>
                </a:lnTo>
                <a:lnTo>
                  <a:pt x="9478" y="8359"/>
                </a:lnTo>
                <a:lnTo>
                  <a:pt x="9252" y="8454"/>
                </a:lnTo>
                <a:lnTo>
                  <a:pt x="9109" y="8466"/>
                </a:lnTo>
                <a:lnTo>
                  <a:pt x="8466" y="8466"/>
                </a:lnTo>
                <a:lnTo>
                  <a:pt x="8466" y="5216"/>
                </a:lnTo>
                <a:close/>
                <a:moveTo>
                  <a:pt x="5215" y="0"/>
                </a:moveTo>
                <a:lnTo>
                  <a:pt x="4941" y="12"/>
                </a:lnTo>
                <a:lnTo>
                  <a:pt x="4417" y="48"/>
                </a:lnTo>
                <a:lnTo>
                  <a:pt x="3441" y="310"/>
                </a:lnTo>
                <a:lnTo>
                  <a:pt x="2548" y="739"/>
                </a:lnTo>
                <a:lnTo>
                  <a:pt x="1762" y="1334"/>
                </a:lnTo>
                <a:lnTo>
                  <a:pt x="1096" y="2060"/>
                </a:lnTo>
                <a:lnTo>
                  <a:pt x="572" y="2906"/>
                </a:lnTo>
                <a:lnTo>
                  <a:pt x="203" y="3834"/>
                </a:lnTo>
                <a:lnTo>
                  <a:pt x="12" y="4835"/>
                </a:lnTo>
                <a:lnTo>
                  <a:pt x="0" y="5358"/>
                </a:lnTo>
                <a:lnTo>
                  <a:pt x="0" y="7811"/>
                </a:lnTo>
                <a:lnTo>
                  <a:pt x="12" y="8073"/>
                </a:lnTo>
                <a:lnTo>
                  <a:pt x="214" y="8549"/>
                </a:lnTo>
                <a:lnTo>
                  <a:pt x="560" y="8895"/>
                </a:lnTo>
                <a:lnTo>
                  <a:pt x="1036" y="9097"/>
                </a:lnTo>
                <a:lnTo>
                  <a:pt x="1298" y="9121"/>
                </a:lnTo>
                <a:lnTo>
                  <a:pt x="1953" y="9121"/>
                </a:lnTo>
                <a:lnTo>
                  <a:pt x="2084" y="9109"/>
                </a:lnTo>
                <a:lnTo>
                  <a:pt x="2322" y="9014"/>
                </a:lnTo>
                <a:lnTo>
                  <a:pt x="2489" y="8835"/>
                </a:lnTo>
                <a:lnTo>
                  <a:pt x="2596" y="8597"/>
                </a:lnTo>
                <a:lnTo>
                  <a:pt x="2608" y="8466"/>
                </a:lnTo>
                <a:lnTo>
                  <a:pt x="2608" y="5204"/>
                </a:lnTo>
                <a:lnTo>
                  <a:pt x="2596" y="5073"/>
                </a:lnTo>
                <a:lnTo>
                  <a:pt x="2489" y="4846"/>
                </a:lnTo>
                <a:lnTo>
                  <a:pt x="2322" y="4668"/>
                </a:lnTo>
                <a:lnTo>
                  <a:pt x="2084" y="4561"/>
                </a:lnTo>
                <a:lnTo>
                  <a:pt x="1131" y="4561"/>
                </a:lnTo>
                <a:lnTo>
                  <a:pt x="834" y="4644"/>
                </a:lnTo>
                <a:lnTo>
                  <a:pt x="691" y="4715"/>
                </a:lnTo>
                <a:lnTo>
                  <a:pt x="691" y="4715"/>
                </a:lnTo>
                <a:lnTo>
                  <a:pt x="762" y="4311"/>
                </a:lnTo>
                <a:lnTo>
                  <a:pt x="1000" y="3537"/>
                </a:lnTo>
                <a:lnTo>
                  <a:pt x="1357" y="2822"/>
                </a:lnTo>
                <a:lnTo>
                  <a:pt x="1834" y="2191"/>
                </a:lnTo>
                <a:lnTo>
                  <a:pt x="2393" y="1644"/>
                </a:lnTo>
                <a:lnTo>
                  <a:pt x="3048" y="1203"/>
                </a:lnTo>
                <a:lnTo>
                  <a:pt x="3775" y="882"/>
                </a:lnTo>
                <a:lnTo>
                  <a:pt x="4560" y="691"/>
                </a:lnTo>
                <a:lnTo>
                  <a:pt x="4977" y="655"/>
                </a:lnTo>
                <a:lnTo>
                  <a:pt x="5430" y="643"/>
                </a:lnTo>
                <a:lnTo>
                  <a:pt x="6311" y="774"/>
                </a:lnTo>
                <a:lnTo>
                  <a:pt x="7120" y="1060"/>
                </a:lnTo>
                <a:lnTo>
                  <a:pt x="7859" y="1489"/>
                </a:lnTo>
                <a:lnTo>
                  <a:pt x="8490" y="2048"/>
                </a:lnTo>
                <a:lnTo>
                  <a:pt x="9025" y="2703"/>
                </a:lnTo>
                <a:lnTo>
                  <a:pt x="9418" y="3453"/>
                </a:lnTo>
                <a:lnTo>
                  <a:pt x="9680" y="4287"/>
                </a:lnTo>
                <a:lnTo>
                  <a:pt x="9740" y="4727"/>
                </a:lnTo>
                <a:lnTo>
                  <a:pt x="9597" y="4656"/>
                </a:lnTo>
                <a:lnTo>
                  <a:pt x="9287" y="4561"/>
                </a:lnTo>
                <a:lnTo>
                  <a:pt x="8335" y="4561"/>
                </a:lnTo>
                <a:lnTo>
                  <a:pt x="8097" y="4668"/>
                </a:lnTo>
                <a:lnTo>
                  <a:pt x="7918" y="4846"/>
                </a:lnTo>
                <a:lnTo>
                  <a:pt x="7823" y="5073"/>
                </a:lnTo>
                <a:lnTo>
                  <a:pt x="7811" y="5204"/>
                </a:lnTo>
                <a:lnTo>
                  <a:pt x="7811" y="8466"/>
                </a:lnTo>
                <a:lnTo>
                  <a:pt x="7823" y="8597"/>
                </a:lnTo>
                <a:lnTo>
                  <a:pt x="7918" y="8835"/>
                </a:lnTo>
                <a:lnTo>
                  <a:pt x="8097" y="9014"/>
                </a:lnTo>
                <a:lnTo>
                  <a:pt x="8335" y="9109"/>
                </a:lnTo>
                <a:lnTo>
                  <a:pt x="8466" y="9121"/>
                </a:lnTo>
                <a:lnTo>
                  <a:pt x="9109" y="9121"/>
                </a:lnTo>
                <a:lnTo>
                  <a:pt x="9383" y="9097"/>
                </a:lnTo>
                <a:lnTo>
                  <a:pt x="9847" y="8895"/>
                </a:lnTo>
                <a:lnTo>
                  <a:pt x="10204" y="8549"/>
                </a:lnTo>
                <a:lnTo>
                  <a:pt x="10395" y="8073"/>
                </a:lnTo>
                <a:lnTo>
                  <a:pt x="10418" y="7811"/>
                </a:lnTo>
                <a:lnTo>
                  <a:pt x="10418" y="5204"/>
                </a:lnTo>
                <a:lnTo>
                  <a:pt x="10407" y="4930"/>
                </a:lnTo>
                <a:lnTo>
                  <a:pt x="10347" y="4394"/>
                </a:lnTo>
                <a:lnTo>
                  <a:pt x="10168" y="3608"/>
                </a:lnTo>
                <a:lnTo>
                  <a:pt x="9752" y="2656"/>
                </a:lnTo>
                <a:lnTo>
                  <a:pt x="9156" y="1810"/>
                </a:lnTo>
                <a:lnTo>
                  <a:pt x="8418" y="1096"/>
                </a:lnTo>
                <a:lnTo>
                  <a:pt x="7537" y="548"/>
                </a:lnTo>
                <a:lnTo>
                  <a:pt x="6561" y="167"/>
                </a:lnTo>
                <a:lnTo>
                  <a:pt x="5763" y="24"/>
                </a:lnTo>
                <a:lnTo>
                  <a:pt x="5215" y="0"/>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
        <p:nvSpPr>
          <p:cNvPr id="3391" name="Google Shape;3391;p176"/>
          <p:cNvSpPr/>
          <p:nvPr/>
        </p:nvSpPr>
        <p:spPr>
          <a:xfrm>
            <a:off x="13470814" y="3349869"/>
            <a:ext cx="539397" cy="540642"/>
          </a:xfrm>
          <a:custGeom>
            <a:rect b="b" l="l" r="r" t="t"/>
            <a:pathLst>
              <a:path extrusionOk="0" h="10419" w="10395">
                <a:moveTo>
                  <a:pt x="3251" y="4561"/>
                </a:moveTo>
                <a:lnTo>
                  <a:pt x="3251" y="7156"/>
                </a:lnTo>
                <a:lnTo>
                  <a:pt x="2596" y="7156"/>
                </a:lnTo>
                <a:lnTo>
                  <a:pt x="2465" y="7145"/>
                </a:lnTo>
                <a:lnTo>
                  <a:pt x="2227" y="7049"/>
                </a:lnTo>
                <a:lnTo>
                  <a:pt x="2048" y="6871"/>
                </a:lnTo>
                <a:lnTo>
                  <a:pt x="1953" y="6644"/>
                </a:lnTo>
                <a:lnTo>
                  <a:pt x="1941" y="6502"/>
                </a:lnTo>
                <a:lnTo>
                  <a:pt x="1941" y="5216"/>
                </a:lnTo>
                <a:lnTo>
                  <a:pt x="1953" y="5085"/>
                </a:lnTo>
                <a:lnTo>
                  <a:pt x="2048" y="4847"/>
                </a:lnTo>
                <a:lnTo>
                  <a:pt x="2227" y="4668"/>
                </a:lnTo>
                <a:lnTo>
                  <a:pt x="2465" y="4573"/>
                </a:lnTo>
                <a:lnTo>
                  <a:pt x="2596" y="4561"/>
                </a:lnTo>
                <a:close/>
                <a:moveTo>
                  <a:pt x="7787" y="4561"/>
                </a:moveTo>
                <a:lnTo>
                  <a:pt x="7918" y="4573"/>
                </a:lnTo>
                <a:lnTo>
                  <a:pt x="8157" y="4668"/>
                </a:lnTo>
                <a:lnTo>
                  <a:pt x="8335" y="4847"/>
                </a:lnTo>
                <a:lnTo>
                  <a:pt x="8430" y="5073"/>
                </a:lnTo>
                <a:lnTo>
                  <a:pt x="8442" y="5216"/>
                </a:lnTo>
                <a:lnTo>
                  <a:pt x="8442" y="6502"/>
                </a:lnTo>
                <a:lnTo>
                  <a:pt x="8430" y="6633"/>
                </a:lnTo>
                <a:lnTo>
                  <a:pt x="8335" y="6871"/>
                </a:lnTo>
                <a:lnTo>
                  <a:pt x="8157" y="7049"/>
                </a:lnTo>
                <a:lnTo>
                  <a:pt x="7918" y="7145"/>
                </a:lnTo>
                <a:lnTo>
                  <a:pt x="7787" y="7156"/>
                </a:lnTo>
                <a:lnTo>
                  <a:pt x="7133" y="7156"/>
                </a:lnTo>
                <a:lnTo>
                  <a:pt x="7156" y="4561"/>
                </a:lnTo>
                <a:close/>
                <a:moveTo>
                  <a:pt x="2596" y="3906"/>
                </a:moveTo>
                <a:lnTo>
                  <a:pt x="2322" y="3930"/>
                </a:lnTo>
                <a:lnTo>
                  <a:pt x="1858" y="4120"/>
                </a:lnTo>
                <a:lnTo>
                  <a:pt x="1501" y="4477"/>
                </a:lnTo>
                <a:lnTo>
                  <a:pt x="1310" y="4930"/>
                </a:lnTo>
                <a:lnTo>
                  <a:pt x="1286" y="5192"/>
                </a:lnTo>
                <a:lnTo>
                  <a:pt x="1310" y="6502"/>
                </a:lnTo>
                <a:lnTo>
                  <a:pt x="1322" y="6775"/>
                </a:lnTo>
                <a:lnTo>
                  <a:pt x="1524" y="7240"/>
                </a:lnTo>
                <a:lnTo>
                  <a:pt x="1882" y="7597"/>
                </a:lnTo>
                <a:lnTo>
                  <a:pt x="2346" y="7788"/>
                </a:lnTo>
                <a:lnTo>
                  <a:pt x="2608" y="7811"/>
                </a:lnTo>
                <a:lnTo>
                  <a:pt x="3263" y="7811"/>
                </a:lnTo>
                <a:lnTo>
                  <a:pt x="3394" y="7799"/>
                </a:lnTo>
                <a:lnTo>
                  <a:pt x="3632" y="7704"/>
                </a:lnTo>
                <a:lnTo>
                  <a:pt x="3811" y="7526"/>
                </a:lnTo>
                <a:lnTo>
                  <a:pt x="3906" y="7287"/>
                </a:lnTo>
                <a:lnTo>
                  <a:pt x="3918" y="7156"/>
                </a:lnTo>
                <a:lnTo>
                  <a:pt x="3894" y="4561"/>
                </a:lnTo>
                <a:lnTo>
                  <a:pt x="3882" y="4430"/>
                </a:lnTo>
                <a:lnTo>
                  <a:pt x="3787" y="4192"/>
                </a:lnTo>
                <a:lnTo>
                  <a:pt x="3608" y="4013"/>
                </a:lnTo>
                <a:lnTo>
                  <a:pt x="3382" y="3918"/>
                </a:lnTo>
                <a:lnTo>
                  <a:pt x="3251" y="3906"/>
                </a:lnTo>
                <a:close/>
                <a:moveTo>
                  <a:pt x="7037" y="3930"/>
                </a:moveTo>
                <a:lnTo>
                  <a:pt x="6811" y="4037"/>
                </a:lnTo>
                <a:lnTo>
                  <a:pt x="6632" y="4216"/>
                </a:lnTo>
                <a:lnTo>
                  <a:pt x="6525" y="4442"/>
                </a:lnTo>
                <a:lnTo>
                  <a:pt x="6525" y="4573"/>
                </a:lnTo>
                <a:lnTo>
                  <a:pt x="6525" y="7180"/>
                </a:lnTo>
                <a:lnTo>
                  <a:pt x="6525" y="7311"/>
                </a:lnTo>
                <a:lnTo>
                  <a:pt x="6632" y="7538"/>
                </a:lnTo>
                <a:lnTo>
                  <a:pt x="6811" y="7716"/>
                </a:lnTo>
                <a:lnTo>
                  <a:pt x="7037" y="7811"/>
                </a:lnTo>
                <a:lnTo>
                  <a:pt x="7168" y="7823"/>
                </a:lnTo>
                <a:lnTo>
                  <a:pt x="7811" y="7823"/>
                </a:lnTo>
                <a:lnTo>
                  <a:pt x="7811" y="7811"/>
                </a:lnTo>
                <a:lnTo>
                  <a:pt x="8073" y="7788"/>
                </a:lnTo>
                <a:lnTo>
                  <a:pt x="8538" y="7597"/>
                </a:lnTo>
                <a:lnTo>
                  <a:pt x="8895" y="7240"/>
                </a:lnTo>
                <a:lnTo>
                  <a:pt x="9085" y="6775"/>
                </a:lnTo>
                <a:lnTo>
                  <a:pt x="9109" y="6502"/>
                </a:lnTo>
                <a:lnTo>
                  <a:pt x="9109" y="5216"/>
                </a:lnTo>
                <a:lnTo>
                  <a:pt x="9085" y="4942"/>
                </a:lnTo>
                <a:lnTo>
                  <a:pt x="8895" y="4477"/>
                </a:lnTo>
                <a:lnTo>
                  <a:pt x="8538" y="4132"/>
                </a:lnTo>
                <a:lnTo>
                  <a:pt x="8073" y="3942"/>
                </a:lnTo>
                <a:lnTo>
                  <a:pt x="7811" y="3930"/>
                </a:lnTo>
                <a:close/>
                <a:moveTo>
                  <a:pt x="6180" y="9121"/>
                </a:moveTo>
                <a:lnTo>
                  <a:pt x="6311" y="9133"/>
                </a:lnTo>
                <a:lnTo>
                  <a:pt x="6490" y="9312"/>
                </a:lnTo>
                <a:lnTo>
                  <a:pt x="6502" y="9443"/>
                </a:lnTo>
                <a:lnTo>
                  <a:pt x="6490" y="9574"/>
                </a:lnTo>
                <a:lnTo>
                  <a:pt x="6323" y="9752"/>
                </a:lnTo>
                <a:lnTo>
                  <a:pt x="6180" y="9776"/>
                </a:lnTo>
                <a:lnTo>
                  <a:pt x="4870" y="9776"/>
                </a:lnTo>
                <a:lnTo>
                  <a:pt x="4739" y="9752"/>
                </a:lnTo>
                <a:lnTo>
                  <a:pt x="4573" y="9574"/>
                </a:lnTo>
                <a:lnTo>
                  <a:pt x="4549" y="9443"/>
                </a:lnTo>
                <a:lnTo>
                  <a:pt x="4573" y="9312"/>
                </a:lnTo>
                <a:lnTo>
                  <a:pt x="4739" y="9133"/>
                </a:lnTo>
                <a:lnTo>
                  <a:pt x="4870" y="9121"/>
                </a:lnTo>
                <a:close/>
                <a:moveTo>
                  <a:pt x="5418" y="1"/>
                </a:moveTo>
                <a:lnTo>
                  <a:pt x="4846" y="12"/>
                </a:lnTo>
                <a:lnTo>
                  <a:pt x="4299" y="84"/>
                </a:lnTo>
                <a:lnTo>
                  <a:pt x="3763" y="215"/>
                </a:lnTo>
                <a:lnTo>
                  <a:pt x="3013" y="489"/>
                </a:lnTo>
                <a:lnTo>
                  <a:pt x="2108" y="1048"/>
                </a:lnTo>
                <a:lnTo>
                  <a:pt x="1346" y="1763"/>
                </a:lnTo>
                <a:lnTo>
                  <a:pt x="727" y="2620"/>
                </a:lnTo>
                <a:lnTo>
                  <a:pt x="286" y="3596"/>
                </a:lnTo>
                <a:lnTo>
                  <a:pt x="36" y="4656"/>
                </a:lnTo>
                <a:lnTo>
                  <a:pt x="0" y="5216"/>
                </a:lnTo>
                <a:lnTo>
                  <a:pt x="0" y="5537"/>
                </a:lnTo>
                <a:lnTo>
                  <a:pt x="24" y="5668"/>
                </a:lnTo>
                <a:lnTo>
                  <a:pt x="203" y="5847"/>
                </a:lnTo>
                <a:lnTo>
                  <a:pt x="334" y="5871"/>
                </a:lnTo>
                <a:lnTo>
                  <a:pt x="465" y="5847"/>
                </a:lnTo>
                <a:lnTo>
                  <a:pt x="643" y="5668"/>
                </a:lnTo>
                <a:lnTo>
                  <a:pt x="655" y="5537"/>
                </a:lnTo>
                <a:lnTo>
                  <a:pt x="655" y="5216"/>
                </a:lnTo>
                <a:lnTo>
                  <a:pt x="691" y="4728"/>
                </a:lnTo>
                <a:lnTo>
                  <a:pt x="905" y="3811"/>
                </a:lnTo>
                <a:lnTo>
                  <a:pt x="1286" y="2953"/>
                </a:lnTo>
                <a:lnTo>
                  <a:pt x="1822" y="2203"/>
                </a:lnTo>
                <a:lnTo>
                  <a:pt x="2501" y="1572"/>
                </a:lnTo>
                <a:lnTo>
                  <a:pt x="3287" y="1084"/>
                </a:lnTo>
                <a:lnTo>
                  <a:pt x="4168" y="774"/>
                </a:lnTo>
                <a:lnTo>
                  <a:pt x="5132" y="643"/>
                </a:lnTo>
                <a:lnTo>
                  <a:pt x="5644" y="679"/>
                </a:lnTo>
                <a:lnTo>
                  <a:pt x="6085" y="727"/>
                </a:lnTo>
                <a:lnTo>
                  <a:pt x="6906" y="977"/>
                </a:lnTo>
                <a:lnTo>
                  <a:pt x="7656" y="1370"/>
                </a:lnTo>
                <a:lnTo>
                  <a:pt x="8311" y="1894"/>
                </a:lnTo>
                <a:lnTo>
                  <a:pt x="8859" y="2525"/>
                </a:lnTo>
                <a:lnTo>
                  <a:pt x="9300" y="3239"/>
                </a:lnTo>
                <a:lnTo>
                  <a:pt x="9597" y="4037"/>
                </a:lnTo>
                <a:lnTo>
                  <a:pt x="9764" y="4894"/>
                </a:lnTo>
                <a:lnTo>
                  <a:pt x="9776" y="5335"/>
                </a:lnTo>
                <a:lnTo>
                  <a:pt x="9776" y="8776"/>
                </a:lnTo>
                <a:lnTo>
                  <a:pt x="9764" y="8978"/>
                </a:lnTo>
                <a:lnTo>
                  <a:pt x="9609" y="9324"/>
                </a:lnTo>
                <a:lnTo>
                  <a:pt x="9347" y="9597"/>
                </a:lnTo>
                <a:lnTo>
                  <a:pt x="9002" y="9740"/>
                </a:lnTo>
                <a:lnTo>
                  <a:pt x="8800" y="9752"/>
                </a:lnTo>
                <a:lnTo>
                  <a:pt x="7109" y="9752"/>
                </a:lnTo>
                <a:lnTo>
                  <a:pt x="7156" y="9585"/>
                </a:lnTo>
                <a:lnTo>
                  <a:pt x="7144" y="9204"/>
                </a:lnTo>
                <a:lnTo>
                  <a:pt x="7061" y="9002"/>
                </a:lnTo>
                <a:lnTo>
                  <a:pt x="6990" y="8883"/>
                </a:lnTo>
                <a:lnTo>
                  <a:pt x="6787" y="8669"/>
                </a:lnTo>
                <a:lnTo>
                  <a:pt x="6525" y="8526"/>
                </a:lnTo>
                <a:lnTo>
                  <a:pt x="6240" y="8454"/>
                </a:lnTo>
                <a:lnTo>
                  <a:pt x="6097" y="8454"/>
                </a:lnTo>
                <a:lnTo>
                  <a:pt x="4930" y="8466"/>
                </a:lnTo>
                <a:lnTo>
                  <a:pt x="4751" y="8478"/>
                </a:lnTo>
                <a:lnTo>
                  <a:pt x="4430" y="8585"/>
                </a:lnTo>
                <a:lnTo>
                  <a:pt x="4156" y="8800"/>
                </a:lnTo>
                <a:lnTo>
                  <a:pt x="3977" y="9085"/>
                </a:lnTo>
                <a:lnTo>
                  <a:pt x="3930" y="9252"/>
                </a:lnTo>
                <a:lnTo>
                  <a:pt x="3906" y="9478"/>
                </a:lnTo>
                <a:lnTo>
                  <a:pt x="4013" y="9895"/>
                </a:lnTo>
                <a:lnTo>
                  <a:pt x="4287" y="10217"/>
                </a:lnTo>
                <a:lnTo>
                  <a:pt x="4656" y="10407"/>
                </a:lnTo>
                <a:lnTo>
                  <a:pt x="4870" y="10419"/>
                </a:lnTo>
                <a:lnTo>
                  <a:pt x="8930" y="10419"/>
                </a:lnTo>
                <a:lnTo>
                  <a:pt x="9252" y="10347"/>
                </a:lnTo>
                <a:lnTo>
                  <a:pt x="9538" y="10228"/>
                </a:lnTo>
                <a:lnTo>
                  <a:pt x="9800" y="10050"/>
                </a:lnTo>
                <a:lnTo>
                  <a:pt x="10026" y="9836"/>
                </a:lnTo>
                <a:lnTo>
                  <a:pt x="10193" y="9574"/>
                </a:lnTo>
                <a:lnTo>
                  <a:pt x="10324" y="9288"/>
                </a:lnTo>
                <a:lnTo>
                  <a:pt x="10383" y="8978"/>
                </a:lnTo>
                <a:lnTo>
                  <a:pt x="10395" y="8812"/>
                </a:lnTo>
                <a:lnTo>
                  <a:pt x="10395" y="5359"/>
                </a:lnTo>
                <a:lnTo>
                  <a:pt x="10383" y="5359"/>
                </a:lnTo>
                <a:lnTo>
                  <a:pt x="10383" y="4847"/>
                </a:lnTo>
                <a:lnTo>
                  <a:pt x="10205" y="3870"/>
                </a:lnTo>
                <a:lnTo>
                  <a:pt x="9871" y="2965"/>
                </a:lnTo>
                <a:lnTo>
                  <a:pt x="9383" y="2132"/>
                </a:lnTo>
                <a:lnTo>
                  <a:pt x="8752" y="1417"/>
                </a:lnTo>
                <a:lnTo>
                  <a:pt x="8002" y="822"/>
                </a:lnTo>
                <a:lnTo>
                  <a:pt x="7144" y="370"/>
                </a:lnTo>
                <a:lnTo>
                  <a:pt x="6204" y="96"/>
                </a:lnTo>
                <a:lnTo>
                  <a:pt x="5704" y="24"/>
                </a:lnTo>
                <a:lnTo>
                  <a:pt x="5418" y="1"/>
                </a:lnTo>
                <a:close/>
              </a:path>
            </a:pathLst>
          </a:custGeom>
          <a:solidFill>
            <a:schemeClr val="dk2"/>
          </a:solidFill>
          <a:ln>
            <a:noFill/>
          </a:ln>
        </p:spPr>
        <p:txBody>
          <a:bodyPr anchorCtr="0" anchor="ctr" bIns="84900" lIns="84900" spcFirstLastPara="1" rIns="84900" wrap="square" tIns="8490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ackbase Master Slides Template">
  <a:themeElements>
    <a:clrScheme name="Simple Light">
      <a:dk1>
        <a:srgbClr val="091C35"/>
      </a:dk1>
      <a:lt1>
        <a:srgbClr val="FFFFFF"/>
      </a:lt1>
      <a:dk2>
        <a:srgbClr val="3366FF"/>
      </a:dk2>
      <a:lt2>
        <a:srgbClr val="000000"/>
      </a:lt2>
      <a:accent1>
        <a:srgbClr val="69FEFF"/>
      </a:accent1>
      <a:accent2>
        <a:srgbClr val="FF503C"/>
      </a:accent2>
      <a:accent3>
        <a:srgbClr val="E5EBFF"/>
      </a:accent3>
      <a:accent4>
        <a:srgbClr val="C2FBFF"/>
      </a:accent4>
      <a:accent5>
        <a:srgbClr val="F3F6F9"/>
      </a:accent5>
      <a:accent6>
        <a:srgbClr val="FAE0DE"/>
      </a:accent6>
      <a:hlink>
        <a:srgbClr val="264EC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ckbase Master Slides Template">
  <a:themeElements>
    <a:clrScheme name="Simple Light">
      <a:dk1>
        <a:srgbClr val="041326"/>
      </a:dk1>
      <a:lt1>
        <a:srgbClr val="FFFFFF"/>
      </a:lt1>
      <a:dk2>
        <a:srgbClr val="3367FF"/>
      </a:dk2>
      <a:lt2>
        <a:srgbClr val="000000"/>
      </a:lt2>
      <a:accent1>
        <a:srgbClr val="69FEFF"/>
      </a:accent1>
      <a:accent2>
        <a:srgbClr val="FF503C"/>
      </a:accent2>
      <a:accent3>
        <a:srgbClr val="E5EBFF"/>
      </a:accent3>
      <a:accent4>
        <a:srgbClr val="C2FBFF"/>
      </a:accent4>
      <a:accent5>
        <a:srgbClr val="F3F6F9"/>
      </a:accent5>
      <a:accent6>
        <a:srgbClr val="FAE0DE"/>
      </a:accent6>
      <a:hlink>
        <a:srgbClr val="264EC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